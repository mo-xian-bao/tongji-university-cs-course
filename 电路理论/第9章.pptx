
<file path=[Content_Types].xml><?xml version="1.0" encoding="utf-8"?>
<Types xmlns="http://schemas.openxmlformats.org/package/2006/content-types">
  <Default Extension="jpeg" ContentType="image/jpeg"/>
  <Default Extension="JPG" ContentType="image/.jpg"/>
  <Default Extension="vml" ContentType="application/vnd.openxmlformats-officedocument.vmlDrawing"/>
  <Default Extension="bin" ContentType="application/vnd.openxmlformats-officedocument.oleObject"/>
  <Default Extension="png" ContentType="image/png"/>
  <Default Extension="wmf" ContentType="image/x-wmf"/>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sldIdLst>
    <p:sldId id="358" r:id="rId3"/>
    <p:sldId id="357" r:id="rId4"/>
    <p:sldId id="259" r:id="rId5"/>
    <p:sldId id="342" r:id="rId6"/>
    <p:sldId id="261" r:id="rId7"/>
    <p:sldId id="262" r:id="rId8"/>
    <p:sldId id="331" r:id="rId9"/>
    <p:sldId id="346" r:id="rId10"/>
    <p:sldId id="264" r:id="rId11"/>
    <p:sldId id="265" r:id="rId12"/>
    <p:sldId id="266" r:id="rId13"/>
    <p:sldId id="347" r:id="rId14"/>
    <p:sldId id="267" r:id="rId15"/>
    <p:sldId id="268" r:id="rId16"/>
    <p:sldId id="269" r:id="rId17"/>
    <p:sldId id="270" r:id="rId18"/>
    <p:sldId id="332" r:id="rId19"/>
    <p:sldId id="333" r:id="rId20"/>
    <p:sldId id="271" r:id="rId21"/>
    <p:sldId id="272" r:id="rId22"/>
    <p:sldId id="273" r:id="rId23"/>
    <p:sldId id="356" r:id="rId24"/>
    <p:sldId id="355" r:id="rId25"/>
    <p:sldId id="275" r:id="rId26"/>
    <p:sldId id="278" r:id="rId27"/>
    <p:sldId id="276" r:id="rId28"/>
    <p:sldId id="329" r:id="rId29"/>
    <p:sldId id="277" r:id="rId30"/>
    <p:sldId id="361" r:id="rId31"/>
    <p:sldId id="365" r:id="rId32"/>
    <p:sldId id="364" r:id="rId33"/>
    <p:sldId id="348" r:id="rId34"/>
    <p:sldId id="279" r:id="rId35"/>
    <p:sldId id="280" r:id="rId36"/>
    <p:sldId id="281" r:id="rId37"/>
    <p:sldId id="349" r:id="rId38"/>
    <p:sldId id="282" r:id="rId39"/>
    <p:sldId id="283" r:id="rId40"/>
    <p:sldId id="284" r:id="rId41"/>
    <p:sldId id="285" r:id="rId42"/>
    <p:sldId id="350" r:id="rId43"/>
    <p:sldId id="320" r:id="rId44"/>
    <p:sldId id="351" r:id="rId45"/>
    <p:sldId id="286" r:id="rId46"/>
    <p:sldId id="287" r:id="rId47"/>
    <p:sldId id="288" r:id="rId48"/>
    <p:sldId id="352" r:id="rId49"/>
    <p:sldId id="353" r:id="rId50"/>
    <p:sldId id="290" r:id="rId51"/>
    <p:sldId id="291" r:id="rId52"/>
    <p:sldId id="292" r:id="rId53"/>
    <p:sldId id="294" r:id="rId54"/>
    <p:sldId id="334" r:id="rId55"/>
    <p:sldId id="335" r:id="rId56"/>
    <p:sldId id="293" r:id="rId57"/>
    <p:sldId id="336" r:id="rId58"/>
    <p:sldId id="337" r:id="rId59"/>
    <p:sldId id="296" r:id="rId60"/>
    <p:sldId id="297" r:id="rId61"/>
    <p:sldId id="298" r:id="rId62"/>
    <p:sldId id="321" r:id="rId63"/>
    <p:sldId id="299" r:id="rId64"/>
    <p:sldId id="339" r:id="rId65"/>
    <p:sldId id="300" r:id="rId66"/>
    <p:sldId id="322" r:id="rId67"/>
    <p:sldId id="340" r:id="rId68"/>
    <p:sldId id="323" r:id="rId69"/>
    <p:sldId id="304" r:id="rId70"/>
    <p:sldId id="305" r:id="rId71"/>
    <p:sldId id="303" r:id="rId72"/>
    <p:sldId id="306" r:id="rId73"/>
    <p:sldId id="343" r:id="rId74"/>
    <p:sldId id="307" r:id="rId75"/>
    <p:sldId id="308" r:id="rId76"/>
    <p:sldId id="309" r:id="rId77"/>
    <p:sldId id="310" r:id="rId78"/>
    <p:sldId id="311" r:id="rId79"/>
    <p:sldId id="313" r:id="rId80"/>
    <p:sldId id="314" r:id="rId81"/>
    <p:sldId id="315" r:id="rId82"/>
    <p:sldId id="316" r:id="rId83"/>
    <p:sldId id="317" r:id="rId84"/>
    <p:sldId id="318" r:id="rId85"/>
    <p:sldId id="324" r:id="rId86"/>
    <p:sldId id="354" r:id="rId87"/>
    <p:sldId id="325" r:id="rId88"/>
    <p:sldId id="327" r:id="rId89"/>
  </p:sldIdLst>
  <p:sldSz cx="9144000" cy="6858000" type="screen4x3"/>
  <p:notesSz cx="6858000" cy="9144000"/>
  <p:defaultTextStyle>
    <a:defPPr>
      <a:defRPr lang="zh-CN"/>
    </a:defPPr>
    <a:lvl1pPr marL="0" lvl="0" indent="0" algn="l" defTabSz="914400" rtl="0" eaLnBrk="1" fontAlgn="base" latinLnBrk="0" hangingPunct="1">
      <a:lnSpc>
        <a:spcPct val="100000"/>
      </a:lnSpc>
      <a:spcBef>
        <a:spcPct val="0"/>
      </a:spcBef>
      <a:spcAft>
        <a:spcPct val="0"/>
      </a:spcAft>
      <a:buNone/>
      <a:defRPr sz="2800" b="1" i="0" u="none" kern="1200" baseline="0">
        <a:solidFill>
          <a:srgbClr val="FFFF00"/>
        </a:solidFill>
        <a:latin typeface="楷体_GB2312" pitchFamily="49" charset="-122"/>
        <a:ea typeface="楷体_GB2312" pitchFamily="49" charset="-122"/>
        <a:cs typeface="+mn-cs"/>
      </a:defRPr>
    </a:lvl1pPr>
    <a:lvl2pPr marL="457200" lvl="1" indent="0" algn="l" defTabSz="914400" rtl="0" eaLnBrk="1" fontAlgn="base" latinLnBrk="0" hangingPunct="1">
      <a:lnSpc>
        <a:spcPct val="100000"/>
      </a:lnSpc>
      <a:spcBef>
        <a:spcPct val="0"/>
      </a:spcBef>
      <a:spcAft>
        <a:spcPct val="0"/>
      </a:spcAft>
      <a:buNone/>
      <a:defRPr sz="2800" b="1" i="0" u="none" kern="1200" baseline="0">
        <a:solidFill>
          <a:srgbClr val="FFFF00"/>
        </a:solidFill>
        <a:latin typeface="楷体_GB2312" pitchFamily="49" charset="-122"/>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800" b="1" i="0" u="none" kern="1200" baseline="0">
        <a:solidFill>
          <a:srgbClr val="FFFF00"/>
        </a:solidFill>
        <a:latin typeface="楷体_GB2312" pitchFamily="49" charset="-122"/>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800" b="1" i="0" u="none" kern="1200" baseline="0">
        <a:solidFill>
          <a:srgbClr val="FFFF00"/>
        </a:solidFill>
        <a:latin typeface="楷体_GB2312" pitchFamily="49" charset="-122"/>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800" b="1" i="0" u="none" kern="1200" baseline="0">
        <a:solidFill>
          <a:srgbClr val="FFFF00"/>
        </a:solidFill>
        <a:latin typeface="楷体_GB2312" pitchFamily="49" charset="-122"/>
        <a:ea typeface="楷体_GB2312" pitchFamily="49" charset="-122"/>
        <a:cs typeface="+mn-cs"/>
      </a:defRPr>
    </a:lvl5pPr>
    <a:lvl6pPr marL="2286000" lvl="5" indent="0" algn="l" defTabSz="914400" rtl="0" eaLnBrk="1" fontAlgn="base" latinLnBrk="0" hangingPunct="1">
      <a:lnSpc>
        <a:spcPct val="100000"/>
      </a:lnSpc>
      <a:spcBef>
        <a:spcPct val="0"/>
      </a:spcBef>
      <a:spcAft>
        <a:spcPct val="0"/>
      </a:spcAft>
      <a:buNone/>
      <a:defRPr sz="2800" b="1" i="0" u="none" kern="1200" baseline="0">
        <a:solidFill>
          <a:srgbClr val="FFFF00"/>
        </a:solidFill>
        <a:latin typeface="楷体_GB2312" pitchFamily="49" charset="-122"/>
        <a:ea typeface="楷体_GB2312" pitchFamily="49" charset="-122"/>
        <a:cs typeface="+mn-cs"/>
      </a:defRPr>
    </a:lvl6pPr>
    <a:lvl7pPr marL="2743200" lvl="6" indent="0" algn="l" defTabSz="914400" rtl="0" eaLnBrk="1" fontAlgn="base" latinLnBrk="0" hangingPunct="1">
      <a:lnSpc>
        <a:spcPct val="100000"/>
      </a:lnSpc>
      <a:spcBef>
        <a:spcPct val="0"/>
      </a:spcBef>
      <a:spcAft>
        <a:spcPct val="0"/>
      </a:spcAft>
      <a:buNone/>
      <a:defRPr sz="2800" b="1" i="0" u="none" kern="1200" baseline="0">
        <a:solidFill>
          <a:srgbClr val="FFFF00"/>
        </a:solidFill>
        <a:latin typeface="楷体_GB2312" pitchFamily="49" charset="-122"/>
        <a:ea typeface="楷体_GB2312" pitchFamily="49" charset="-122"/>
        <a:cs typeface="+mn-cs"/>
      </a:defRPr>
    </a:lvl7pPr>
    <a:lvl8pPr marL="3200400" lvl="7" indent="0" algn="l" defTabSz="914400" rtl="0" eaLnBrk="1" fontAlgn="base" latinLnBrk="0" hangingPunct="1">
      <a:lnSpc>
        <a:spcPct val="100000"/>
      </a:lnSpc>
      <a:spcBef>
        <a:spcPct val="0"/>
      </a:spcBef>
      <a:spcAft>
        <a:spcPct val="0"/>
      </a:spcAft>
      <a:buNone/>
      <a:defRPr sz="2800" b="1" i="0" u="none" kern="1200" baseline="0">
        <a:solidFill>
          <a:srgbClr val="FFFF00"/>
        </a:solidFill>
        <a:latin typeface="楷体_GB2312" pitchFamily="49" charset="-122"/>
        <a:ea typeface="楷体_GB2312" pitchFamily="49" charset="-122"/>
        <a:cs typeface="+mn-cs"/>
      </a:defRPr>
    </a:lvl8pPr>
    <a:lvl9pPr marL="3657600" lvl="8" indent="0" algn="l" defTabSz="914400" rtl="0" eaLnBrk="1" fontAlgn="base" latinLnBrk="0" hangingPunct="1">
      <a:lnSpc>
        <a:spcPct val="100000"/>
      </a:lnSpc>
      <a:spcBef>
        <a:spcPct val="0"/>
      </a:spcBef>
      <a:spcAft>
        <a:spcPct val="0"/>
      </a:spcAft>
      <a:buNone/>
      <a:defRPr sz="2800" b="1" i="0" u="none" kern="1200" baseline="0">
        <a:solidFill>
          <a:srgbClr val="FFFF00"/>
        </a:solidFill>
        <a:latin typeface="楷体_GB2312" pitchFamily="49" charset="-122"/>
        <a:ea typeface="楷体_GB2312" pitchFamily="49" charset="-122"/>
        <a:cs typeface="+mn-cs"/>
      </a:defRPr>
    </a:lvl9pPr>
  </p:defaultTextStyle>
  <p:extLst>
    <p:ext uri="{EFAFB233-063F-42B5-8137-9DF3F51BA10A}">
      <p15:sldGuideLst xmlns:p15="http://schemas.microsoft.com/office/powerpoint/2012/main">
        <p15:guide id="1" orient="horz" pos="2160"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A50021"/>
    <a:srgbClr val="777777"/>
    <a:srgbClr val="969696"/>
    <a:srgbClr val="5F5F5F"/>
    <a:srgbClr val="FF9900"/>
    <a:srgbClr val="FFFF00"/>
    <a:srgbClr val="FF3300"/>
    <a:srgbClr val="FFCC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showOutlineIcons="0">
    <p:restoredLeft sz="17878"/>
    <p:restoredTop sz="94660"/>
  </p:normalViewPr>
  <p:slideViewPr>
    <p:cSldViewPr showGuides="1">
      <p:cViewPr varScale="1">
        <p:scale>
          <a:sx n="108" d="100"/>
          <a:sy n="108" d="100"/>
        </p:scale>
        <p:origin x="-1704" y="-78"/>
      </p:cViewPr>
      <p:guideLst>
        <p:guide orient="horz" pos="2160"/>
        <p:guide pos="2880"/>
      </p:guideLst>
    </p:cSldViewPr>
  </p:slid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92" Type="http://schemas.openxmlformats.org/officeDocument/2006/relationships/tableStyles" Target="tableStyles.xml"/><Relationship Id="rId91" Type="http://schemas.openxmlformats.org/officeDocument/2006/relationships/viewProps" Target="viewProps.xml"/><Relationship Id="rId90" Type="http://schemas.openxmlformats.org/officeDocument/2006/relationships/presProps" Target="presProps.xml"/><Relationship Id="rId9" Type="http://schemas.openxmlformats.org/officeDocument/2006/relationships/slide" Target="slides/slide7.xml"/><Relationship Id="rId89" Type="http://schemas.openxmlformats.org/officeDocument/2006/relationships/slide" Target="slides/slide87.xml"/><Relationship Id="rId88" Type="http://schemas.openxmlformats.org/officeDocument/2006/relationships/slide" Target="slides/slide86.xml"/><Relationship Id="rId87" Type="http://schemas.openxmlformats.org/officeDocument/2006/relationships/slide" Target="slides/slide85.xml"/><Relationship Id="rId86" Type="http://schemas.openxmlformats.org/officeDocument/2006/relationships/slide" Target="slides/slide84.xml"/><Relationship Id="rId85" Type="http://schemas.openxmlformats.org/officeDocument/2006/relationships/slide" Target="slides/slide83.xml"/><Relationship Id="rId84" Type="http://schemas.openxmlformats.org/officeDocument/2006/relationships/slide" Target="slides/slide82.xml"/><Relationship Id="rId83" Type="http://schemas.openxmlformats.org/officeDocument/2006/relationships/slide" Target="slides/slide81.xml"/><Relationship Id="rId82" Type="http://schemas.openxmlformats.org/officeDocument/2006/relationships/slide" Target="slides/slide80.xml"/><Relationship Id="rId81" Type="http://schemas.openxmlformats.org/officeDocument/2006/relationships/slide" Target="slides/slide79.xml"/><Relationship Id="rId80" Type="http://schemas.openxmlformats.org/officeDocument/2006/relationships/slide" Target="slides/slide78.xml"/><Relationship Id="rId8" Type="http://schemas.openxmlformats.org/officeDocument/2006/relationships/slide" Target="slides/slide6.xml"/><Relationship Id="rId79" Type="http://schemas.openxmlformats.org/officeDocument/2006/relationships/slide" Target="slides/slide77.xml"/><Relationship Id="rId78" Type="http://schemas.openxmlformats.org/officeDocument/2006/relationships/slide" Target="slides/slide76.xml"/><Relationship Id="rId77" Type="http://schemas.openxmlformats.org/officeDocument/2006/relationships/slide" Target="slides/slide75.xml"/><Relationship Id="rId76" Type="http://schemas.openxmlformats.org/officeDocument/2006/relationships/slide" Target="slides/slide74.xml"/><Relationship Id="rId75" Type="http://schemas.openxmlformats.org/officeDocument/2006/relationships/slide" Target="slides/slide73.xml"/><Relationship Id="rId74" Type="http://schemas.openxmlformats.org/officeDocument/2006/relationships/slide" Target="slides/slide72.xml"/><Relationship Id="rId73" Type="http://schemas.openxmlformats.org/officeDocument/2006/relationships/slide" Target="slides/slide71.xml"/><Relationship Id="rId72" Type="http://schemas.openxmlformats.org/officeDocument/2006/relationships/slide" Target="slides/slide70.xml"/><Relationship Id="rId71" Type="http://schemas.openxmlformats.org/officeDocument/2006/relationships/slide" Target="slides/slide69.xml"/><Relationship Id="rId70" Type="http://schemas.openxmlformats.org/officeDocument/2006/relationships/slide" Target="slides/slide68.xml"/><Relationship Id="rId7" Type="http://schemas.openxmlformats.org/officeDocument/2006/relationships/slide" Target="slides/slide5.xml"/><Relationship Id="rId69" Type="http://schemas.openxmlformats.org/officeDocument/2006/relationships/slide" Target="slides/slide67.xml"/><Relationship Id="rId68" Type="http://schemas.openxmlformats.org/officeDocument/2006/relationships/slide" Target="slides/slide66.xml"/><Relationship Id="rId67" Type="http://schemas.openxmlformats.org/officeDocument/2006/relationships/slide" Target="slides/slide65.xml"/><Relationship Id="rId66" Type="http://schemas.openxmlformats.org/officeDocument/2006/relationships/slide" Target="slides/slide64.xml"/><Relationship Id="rId65" Type="http://schemas.openxmlformats.org/officeDocument/2006/relationships/slide" Target="slides/slide63.xml"/><Relationship Id="rId64" Type="http://schemas.openxmlformats.org/officeDocument/2006/relationships/slide" Target="slides/slide62.xml"/><Relationship Id="rId63" Type="http://schemas.openxmlformats.org/officeDocument/2006/relationships/slide" Target="slides/slide61.xml"/><Relationship Id="rId62" Type="http://schemas.openxmlformats.org/officeDocument/2006/relationships/slide" Target="slides/slide60.xml"/><Relationship Id="rId61" Type="http://schemas.openxmlformats.org/officeDocument/2006/relationships/slide" Target="slides/slide59.xml"/><Relationship Id="rId60" Type="http://schemas.openxmlformats.org/officeDocument/2006/relationships/slide" Target="slides/slide58.xml"/><Relationship Id="rId6" Type="http://schemas.openxmlformats.org/officeDocument/2006/relationships/slide" Target="slides/slide4.xml"/><Relationship Id="rId59" Type="http://schemas.openxmlformats.org/officeDocument/2006/relationships/slide" Target="slides/slide57.xml"/><Relationship Id="rId58" Type="http://schemas.openxmlformats.org/officeDocument/2006/relationships/slide" Target="slides/slide56.xml"/><Relationship Id="rId57" Type="http://schemas.openxmlformats.org/officeDocument/2006/relationships/slide" Target="slides/slide55.xml"/><Relationship Id="rId56" Type="http://schemas.openxmlformats.org/officeDocument/2006/relationships/slide" Target="slides/slide54.xml"/><Relationship Id="rId55" Type="http://schemas.openxmlformats.org/officeDocument/2006/relationships/slide" Target="slides/slide53.xml"/><Relationship Id="rId54" Type="http://schemas.openxmlformats.org/officeDocument/2006/relationships/slide" Target="slides/slide52.xml"/><Relationship Id="rId53" Type="http://schemas.openxmlformats.org/officeDocument/2006/relationships/slide" Target="slides/slide51.xml"/><Relationship Id="rId52" Type="http://schemas.openxmlformats.org/officeDocument/2006/relationships/slide" Target="slides/slide50.xml"/><Relationship Id="rId51" Type="http://schemas.openxmlformats.org/officeDocument/2006/relationships/slide" Target="slides/slide49.xml"/><Relationship Id="rId50" Type="http://schemas.openxmlformats.org/officeDocument/2006/relationships/slide" Target="slides/slide48.xml"/><Relationship Id="rId5" Type="http://schemas.openxmlformats.org/officeDocument/2006/relationships/slide" Target="slides/slide3.xml"/><Relationship Id="rId49" Type="http://schemas.openxmlformats.org/officeDocument/2006/relationships/slide" Target="slides/slide47.xml"/><Relationship Id="rId48" Type="http://schemas.openxmlformats.org/officeDocument/2006/relationships/slide" Target="slides/slide46.xml"/><Relationship Id="rId47" Type="http://schemas.openxmlformats.org/officeDocument/2006/relationships/slide" Target="slides/slide45.xml"/><Relationship Id="rId46" Type="http://schemas.openxmlformats.org/officeDocument/2006/relationships/slide" Target="slides/slide44.xml"/><Relationship Id="rId45" Type="http://schemas.openxmlformats.org/officeDocument/2006/relationships/slide" Target="slides/slide43.xml"/><Relationship Id="rId44" Type="http://schemas.openxmlformats.org/officeDocument/2006/relationships/slide" Target="slides/slide42.xml"/><Relationship Id="rId43" Type="http://schemas.openxmlformats.org/officeDocument/2006/relationships/slide" Target="slides/slide41.xml"/><Relationship Id="rId42" Type="http://schemas.openxmlformats.org/officeDocument/2006/relationships/slide" Target="slides/slide40.xml"/><Relationship Id="rId41" Type="http://schemas.openxmlformats.org/officeDocument/2006/relationships/slide" Target="slides/slide39.xml"/><Relationship Id="rId40" Type="http://schemas.openxmlformats.org/officeDocument/2006/relationships/slide" Target="slides/slide38.xml"/><Relationship Id="rId4" Type="http://schemas.openxmlformats.org/officeDocument/2006/relationships/slide" Target="slides/slide2.xml"/><Relationship Id="rId39" Type="http://schemas.openxmlformats.org/officeDocument/2006/relationships/slide" Target="slides/slide37.xml"/><Relationship Id="rId38" Type="http://schemas.openxmlformats.org/officeDocument/2006/relationships/slide" Target="slides/slide36.xml"/><Relationship Id="rId37" Type="http://schemas.openxmlformats.org/officeDocument/2006/relationships/slide" Target="slides/slide35.xml"/><Relationship Id="rId36" Type="http://schemas.openxmlformats.org/officeDocument/2006/relationships/slide" Target="slides/slide34.xml"/><Relationship Id="rId35" Type="http://schemas.openxmlformats.org/officeDocument/2006/relationships/slide" Target="slides/slide33.xml"/><Relationship Id="rId34" Type="http://schemas.openxmlformats.org/officeDocument/2006/relationships/slide" Target="slides/slide32.xml"/><Relationship Id="rId33" Type="http://schemas.openxmlformats.org/officeDocument/2006/relationships/slide" Target="slides/slide31.xml"/><Relationship Id="rId32" Type="http://schemas.openxmlformats.org/officeDocument/2006/relationships/slide" Target="slides/slide30.xml"/><Relationship Id="rId31" Type="http://schemas.openxmlformats.org/officeDocument/2006/relationships/slide" Target="slides/slide29.xml"/><Relationship Id="rId30" Type="http://schemas.openxmlformats.org/officeDocument/2006/relationships/slide" Target="slides/slide28.xml"/><Relationship Id="rId3" Type="http://schemas.openxmlformats.org/officeDocument/2006/relationships/slide" Target="slides/slide1.xml"/><Relationship Id="rId29" Type="http://schemas.openxmlformats.org/officeDocument/2006/relationships/slide" Target="slides/slide27.xml"/><Relationship Id="rId28" Type="http://schemas.openxmlformats.org/officeDocument/2006/relationships/slide" Target="slides/slide26.xml"/><Relationship Id="rId27" Type="http://schemas.openxmlformats.org/officeDocument/2006/relationships/slide" Target="slides/slide25.xml"/><Relationship Id="rId26" Type="http://schemas.openxmlformats.org/officeDocument/2006/relationships/slide" Target="slides/slide24.xml"/><Relationship Id="rId25" Type="http://schemas.openxmlformats.org/officeDocument/2006/relationships/slide" Target="slides/slide23.xml"/><Relationship Id="rId24" Type="http://schemas.openxmlformats.org/officeDocument/2006/relationships/slide" Target="slides/slide22.xml"/><Relationship Id="rId23" Type="http://schemas.openxmlformats.org/officeDocument/2006/relationships/slide" Target="slides/slide21.xml"/><Relationship Id="rId22" Type="http://schemas.openxmlformats.org/officeDocument/2006/relationships/slide" Target="slides/slide20.xml"/><Relationship Id="rId21" Type="http://schemas.openxmlformats.org/officeDocument/2006/relationships/slide" Target="slides/slide19.xml"/><Relationship Id="rId20" Type="http://schemas.openxmlformats.org/officeDocument/2006/relationships/slide" Target="slides/slide18.xml"/><Relationship Id="rId2" Type="http://schemas.openxmlformats.org/officeDocument/2006/relationships/theme" Target="theme/theme1.xml"/><Relationship Id="rId19" Type="http://schemas.openxmlformats.org/officeDocument/2006/relationships/slide" Target="slides/slide17.xml"/><Relationship Id="rId18" Type="http://schemas.openxmlformats.org/officeDocument/2006/relationships/slide" Target="slides/slide16.xml"/><Relationship Id="rId17" Type="http://schemas.openxmlformats.org/officeDocument/2006/relationships/slide" Target="slides/slide15.xml"/><Relationship Id="rId16" Type="http://schemas.openxmlformats.org/officeDocument/2006/relationships/slide" Target="slides/slide14.xml"/><Relationship Id="rId15" Type="http://schemas.openxmlformats.org/officeDocument/2006/relationships/slide" Target="slides/slide13.xml"/><Relationship Id="rId14" Type="http://schemas.openxmlformats.org/officeDocument/2006/relationships/slide" Target="slides/slide12.xml"/><Relationship Id="rId13" Type="http://schemas.openxmlformats.org/officeDocument/2006/relationships/slide" Target="slides/slide11.xml"/><Relationship Id="rId12" Type="http://schemas.openxmlformats.org/officeDocument/2006/relationships/slide" Target="slides/slide10.xml"/><Relationship Id="rId11" Type="http://schemas.openxmlformats.org/officeDocument/2006/relationships/slide" Target="slides/slide9.xml"/><Relationship Id="rId10" Type="http://schemas.openxmlformats.org/officeDocument/2006/relationships/slide" Target="slides/slide8.xml"/><Relationship Id="rId1" Type="http://schemas.openxmlformats.org/officeDocument/2006/relationships/slideMaster" Target="slideMasters/slideMaster1.xml"/></Relationships>
</file>

<file path=ppt/drawings/_rels/vmlDrawing1.vml.rels><?xml version="1.0" encoding="UTF-8" standalone="yes"?>
<Relationships xmlns="http://schemas.openxmlformats.org/package/2006/relationships"><Relationship Id="rId7" Type="http://schemas.openxmlformats.org/officeDocument/2006/relationships/image" Target="../media/image14.wmf"/><Relationship Id="rId6" Type="http://schemas.openxmlformats.org/officeDocument/2006/relationships/image" Target="../media/image12.wmf"/><Relationship Id="rId5" Type="http://schemas.openxmlformats.org/officeDocument/2006/relationships/image" Target="../media/image11.wmf"/><Relationship Id="rId4" Type="http://schemas.openxmlformats.org/officeDocument/2006/relationships/image" Target="../media/image10.wmf"/><Relationship Id="rId3" Type="http://schemas.openxmlformats.org/officeDocument/2006/relationships/image" Target="../media/image9.wmf"/><Relationship Id="rId2" Type="http://schemas.openxmlformats.org/officeDocument/2006/relationships/image" Target="../media/image8.wmf"/><Relationship Id="rId1" Type="http://schemas.openxmlformats.org/officeDocument/2006/relationships/image" Target="../media/image7.wmf"/></Relationships>
</file>

<file path=ppt/drawings/_rels/vmlDrawing2.vml.rels><?xml version="1.0" encoding="UTF-8" standalone="yes"?>
<Relationships xmlns="http://schemas.openxmlformats.org/package/2006/relationships"><Relationship Id="rId9" Type="http://schemas.openxmlformats.org/officeDocument/2006/relationships/image" Target="../media/image24.wmf"/><Relationship Id="rId8" Type="http://schemas.openxmlformats.org/officeDocument/2006/relationships/image" Target="../media/image23.wmf"/><Relationship Id="rId7" Type="http://schemas.openxmlformats.org/officeDocument/2006/relationships/image" Target="../media/image21.wmf"/><Relationship Id="rId6" Type="http://schemas.openxmlformats.org/officeDocument/2006/relationships/image" Target="../media/image20.wmf"/><Relationship Id="rId5" Type="http://schemas.openxmlformats.org/officeDocument/2006/relationships/image" Target="../media/image19.wmf"/><Relationship Id="rId4" Type="http://schemas.openxmlformats.org/officeDocument/2006/relationships/image" Target="../media/image18.wmf"/><Relationship Id="rId3" Type="http://schemas.openxmlformats.org/officeDocument/2006/relationships/image" Target="../media/image17.wmf"/><Relationship Id="rId2" Type="http://schemas.openxmlformats.org/officeDocument/2006/relationships/image" Target="../media/image16.wmf"/><Relationship Id="rId1" Type="http://schemas.openxmlformats.org/officeDocument/2006/relationships/image" Target="../media/image15.wmf"/></Relationships>
</file>

<file path=ppt/drawings/_rels/vmlDrawing3.vml.rels><?xml version="1.0" encoding="UTF-8" standalone="yes"?>
<Relationships xmlns="http://schemas.openxmlformats.org/package/2006/relationships"><Relationship Id="rId9" Type="http://schemas.openxmlformats.org/officeDocument/2006/relationships/image" Target="../media/image33.wmf"/><Relationship Id="rId8" Type="http://schemas.openxmlformats.org/officeDocument/2006/relationships/image" Target="../media/image32.wmf"/><Relationship Id="rId7" Type="http://schemas.openxmlformats.org/officeDocument/2006/relationships/image" Target="../media/image31.wmf"/><Relationship Id="rId6" Type="http://schemas.openxmlformats.org/officeDocument/2006/relationships/image" Target="../media/image30.wmf"/><Relationship Id="rId5" Type="http://schemas.openxmlformats.org/officeDocument/2006/relationships/image" Target="../media/image29.wmf"/><Relationship Id="rId4" Type="http://schemas.openxmlformats.org/officeDocument/2006/relationships/image" Target="../media/image28.wmf"/><Relationship Id="rId3" Type="http://schemas.openxmlformats.org/officeDocument/2006/relationships/image" Target="../media/image27.wmf"/><Relationship Id="rId2" Type="http://schemas.openxmlformats.org/officeDocument/2006/relationships/image" Target="../media/image26.wmf"/><Relationship Id="rId10" Type="http://schemas.openxmlformats.org/officeDocument/2006/relationships/image" Target="../media/image34.wmf"/><Relationship Id="rId1" Type="http://schemas.openxmlformats.org/officeDocument/2006/relationships/image" Target="../media/image25.wmf"/></Relationships>
</file>

<file path=ppt/drawings/_rels/vmlDrawing4.vml.rels><?xml version="1.0" encoding="UTF-8" standalone="yes"?>
<Relationships xmlns="http://schemas.openxmlformats.org/package/2006/relationships"><Relationship Id="rId2" Type="http://schemas.openxmlformats.org/officeDocument/2006/relationships/image" Target="../media/image36.wmf"/><Relationship Id="rId1" Type="http://schemas.openxmlformats.org/officeDocument/2006/relationships/image" Target="../media/image35.wmf"/></Relationships>
</file>

<file path=ppt/drawings/_rels/vmlDrawing5.vml.rels><?xml version="1.0" encoding="UTF-8" standalone="yes"?>
<Relationships xmlns="http://schemas.openxmlformats.org/package/2006/relationships"><Relationship Id="rId9" Type="http://schemas.openxmlformats.org/officeDocument/2006/relationships/image" Target="../media/image45.wmf"/><Relationship Id="rId8" Type="http://schemas.openxmlformats.org/officeDocument/2006/relationships/image" Target="../media/image44.wmf"/><Relationship Id="rId7" Type="http://schemas.openxmlformats.org/officeDocument/2006/relationships/image" Target="../media/image43.wmf"/><Relationship Id="rId6" Type="http://schemas.openxmlformats.org/officeDocument/2006/relationships/image" Target="../media/image42.wmf"/><Relationship Id="rId5" Type="http://schemas.openxmlformats.org/officeDocument/2006/relationships/image" Target="../media/image41.wmf"/><Relationship Id="rId4" Type="http://schemas.openxmlformats.org/officeDocument/2006/relationships/image" Target="../media/image40.wmf"/><Relationship Id="rId3" Type="http://schemas.openxmlformats.org/officeDocument/2006/relationships/image" Target="../media/image39.wmf"/><Relationship Id="rId2" Type="http://schemas.openxmlformats.org/officeDocument/2006/relationships/image" Target="../media/image38.wmf"/><Relationship Id="rId1" Type="http://schemas.openxmlformats.org/officeDocument/2006/relationships/image" Target="../media/image37.wmf"/></Relationships>
</file>

<file path=ppt/drawings/_rels/vmlDrawing6.vml.rels><?xml version="1.0" encoding="UTF-8" standalone="yes"?>
<Relationships xmlns="http://schemas.openxmlformats.org/package/2006/relationships"><Relationship Id="rId9" Type="http://schemas.openxmlformats.org/officeDocument/2006/relationships/image" Target="../media/image54.wmf"/><Relationship Id="rId8" Type="http://schemas.openxmlformats.org/officeDocument/2006/relationships/image" Target="../media/image53.wmf"/><Relationship Id="rId7" Type="http://schemas.openxmlformats.org/officeDocument/2006/relationships/image" Target="../media/image52.wmf"/><Relationship Id="rId6" Type="http://schemas.openxmlformats.org/officeDocument/2006/relationships/image" Target="../media/image51.wmf"/><Relationship Id="rId5" Type="http://schemas.openxmlformats.org/officeDocument/2006/relationships/image" Target="../media/image50.wmf"/><Relationship Id="rId4" Type="http://schemas.openxmlformats.org/officeDocument/2006/relationships/image" Target="../media/image49.wmf"/><Relationship Id="rId3" Type="http://schemas.openxmlformats.org/officeDocument/2006/relationships/image" Target="../media/image48.wmf"/><Relationship Id="rId2" Type="http://schemas.openxmlformats.org/officeDocument/2006/relationships/image" Target="../media/image47.wmf"/><Relationship Id="rId13" Type="http://schemas.openxmlformats.org/officeDocument/2006/relationships/image" Target="../media/image57.wmf"/><Relationship Id="rId12" Type="http://schemas.openxmlformats.org/officeDocument/2006/relationships/image" Target="../media/image56.wmf"/><Relationship Id="rId11" Type="http://schemas.openxmlformats.org/officeDocument/2006/relationships/image" Target="../media/image38.wmf"/><Relationship Id="rId10" Type="http://schemas.openxmlformats.org/officeDocument/2006/relationships/image" Target="../media/image55.wmf"/><Relationship Id="rId1" Type="http://schemas.openxmlformats.org/officeDocument/2006/relationships/image" Target="../media/image46.wmf"/></Relationships>
</file>

<file path=ppt/drawings/_rels/vmlDrawing7.vml.rels><?xml version="1.0" encoding="UTF-8" standalone="yes"?>
<Relationships xmlns="http://schemas.openxmlformats.org/package/2006/relationships"><Relationship Id="rId9" Type="http://schemas.openxmlformats.org/officeDocument/2006/relationships/image" Target="../media/image31.wmf"/><Relationship Id="rId8" Type="http://schemas.openxmlformats.org/officeDocument/2006/relationships/image" Target="../media/image30.wmf"/><Relationship Id="rId7" Type="http://schemas.openxmlformats.org/officeDocument/2006/relationships/image" Target="../media/image29.wmf"/><Relationship Id="rId6" Type="http://schemas.openxmlformats.org/officeDocument/2006/relationships/image" Target="../media/image28.wmf"/><Relationship Id="rId5" Type="http://schemas.openxmlformats.org/officeDocument/2006/relationships/image" Target="../media/image62.wmf"/><Relationship Id="rId4" Type="http://schemas.openxmlformats.org/officeDocument/2006/relationships/image" Target="../media/image61.wmf"/><Relationship Id="rId3" Type="http://schemas.openxmlformats.org/officeDocument/2006/relationships/image" Target="../media/image60.wmf"/><Relationship Id="rId2" Type="http://schemas.openxmlformats.org/officeDocument/2006/relationships/image" Target="../media/image59.wmf"/><Relationship Id="rId13" Type="http://schemas.openxmlformats.org/officeDocument/2006/relationships/image" Target="../media/image64.wmf"/><Relationship Id="rId12" Type="http://schemas.openxmlformats.org/officeDocument/2006/relationships/image" Target="../media/image63.wmf"/><Relationship Id="rId11" Type="http://schemas.openxmlformats.org/officeDocument/2006/relationships/image" Target="../media/image33.wmf"/><Relationship Id="rId10" Type="http://schemas.openxmlformats.org/officeDocument/2006/relationships/image" Target="../media/image32.wmf"/><Relationship Id="rId1" Type="http://schemas.openxmlformats.org/officeDocument/2006/relationships/image" Target="../media/image58.wmf"/></Relationships>
</file>

<file path=ppt/drawings/_rels/vmlDrawing8.vml.rels><?xml version="1.0" encoding="UTF-8" standalone="yes"?>
<Relationships xmlns="http://schemas.openxmlformats.org/package/2006/relationships"><Relationship Id="rId8" Type="http://schemas.openxmlformats.org/officeDocument/2006/relationships/image" Target="../media/image72.wmf"/><Relationship Id="rId7" Type="http://schemas.openxmlformats.org/officeDocument/2006/relationships/image" Target="../media/image71.wmf"/><Relationship Id="rId6" Type="http://schemas.openxmlformats.org/officeDocument/2006/relationships/image" Target="../media/image70.wmf"/><Relationship Id="rId5" Type="http://schemas.openxmlformats.org/officeDocument/2006/relationships/image" Target="../media/image69.wmf"/><Relationship Id="rId4" Type="http://schemas.openxmlformats.org/officeDocument/2006/relationships/image" Target="../media/image68.wmf"/><Relationship Id="rId3" Type="http://schemas.openxmlformats.org/officeDocument/2006/relationships/image" Target="../media/image67.wmf"/><Relationship Id="rId2" Type="http://schemas.openxmlformats.org/officeDocument/2006/relationships/image" Target="../media/image66.wmf"/><Relationship Id="rId1" Type="http://schemas.openxmlformats.org/officeDocument/2006/relationships/image" Target="../media/image65.wmf"/></Relationships>
</file>

<file path=ppt/drawings/_rels/vmlDrawing9.vml.rels><?xml version="1.0" encoding="UTF-8" standalone="yes"?>
<Relationships xmlns="http://schemas.openxmlformats.org/package/2006/relationships"><Relationship Id="rId5" Type="http://schemas.openxmlformats.org/officeDocument/2006/relationships/image" Target="../media/image77.wmf"/><Relationship Id="rId4" Type="http://schemas.openxmlformats.org/officeDocument/2006/relationships/image" Target="../media/image76.wmf"/><Relationship Id="rId3" Type="http://schemas.openxmlformats.org/officeDocument/2006/relationships/image" Target="../media/image75.wmf"/><Relationship Id="rId2" Type="http://schemas.openxmlformats.org/officeDocument/2006/relationships/image" Target="../media/image74.wmf"/><Relationship Id="rId1" Type="http://schemas.openxmlformats.org/officeDocument/2006/relationships/image" Target="../media/image73.wmf"/></Relationships>
</file>

<file path=ppt/drawings/_rels/vmlDrawing10.vml.rels><?xml version="1.0" encoding="UTF-8" standalone="yes"?>
<Relationships xmlns="http://schemas.openxmlformats.org/package/2006/relationships"><Relationship Id="rId7" Type="http://schemas.openxmlformats.org/officeDocument/2006/relationships/image" Target="../media/image10.wmf"/><Relationship Id="rId6" Type="http://schemas.openxmlformats.org/officeDocument/2006/relationships/image" Target="../media/image9.wmf"/><Relationship Id="rId5" Type="http://schemas.openxmlformats.org/officeDocument/2006/relationships/image" Target="../media/image8.wmf"/><Relationship Id="rId4" Type="http://schemas.openxmlformats.org/officeDocument/2006/relationships/image" Target="../media/image7.wmf"/><Relationship Id="rId3" Type="http://schemas.openxmlformats.org/officeDocument/2006/relationships/image" Target="../media/image80.wmf"/><Relationship Id="rId2" Type="http://schemas.openxmlformats.org/officeDocument/2006/relationships/image" Target="../media/image79.wmf"/><Relationship Id="rId1" Type="http://schemas.openxmlformats.org/officeDocument/2006/relationships/image" Target="../media/image78.wmf"/></Relationships>
</file>

<file path=ppt/drawings/_rels/vmlDrawing11.vml.rels><?xml version="1.0" encoding="UTF-8" standalone="yes"?>
<Relationships xmlns="http://schemas.openxmlformats.org/package/2006/relationships"><Relationship Id="rId9" Type="http://schemas.openxmlformats.org/officeDocument/2006/relationships/image" Target="../media/image23.wmf"/><Relationship Id="rId8" Type="http://schemas.openxmlformats.org/officeDocument/2006/relationships/image" Target="../media/image21.wmf"/><Relationship Id="rId7" Type="http://schemas.openxmlformats.org/officeDocument/2006/relationships/image" Target="../media/image20.wmf"/><Relationship Id="rId6" Type="http://schemas.openxmlformats.org/officeDocument/2006/relationships/image" Target="../media/image19.wmf"/><Relationship Id="rId5" Type="http://schemas.openxmlformats.org/officeDocument/2006/relationships/image" Target="../media/image18.wmf"/><Relationship Id="rId4" Type="http://schemas.openxmlformats.org/officeDocument/2006/relationships/image" Target="../media/image84.wmf"/><Relationship Id="rId3" Type="http://schemas.openxmlformats.org/officeDocument/2006/relationships/image" Target="../media/image83.wmf"/><Relationship Id="rId2" Type="http://schemas.openxmlformats.org/officeDocument/2006/relationships/image" Target="../media/image82.wmf"/><Relationship Id="rId10" Type="http://schemas.openxmlformats.org/officeDocument/2006/relationships/image" Target="../media/image24.wmf"/><Relationship Id="rId1" Type="http://schemas.openxmlformats.org/officeDocument/2006/relationships/image" Target="../media/image81.wmf"/></Relationships>
</file>

<file path=ppt/drawings/_rels/vmlDrawing12.vml.rels><?xml version="1.0" encoding="UTF-8" standalone="yes"?>
<Relationships xmlns="http://schemas.openxmlformats.org/package/2006/relationships"><Relationship Id="rId9" Type="http://schemas.openxmlformats.org/officeDocument/2006/relationships/image" Target="../media/image93.wmf"/><Relationship Id="rId8" Type="http://schemas.openxmlformats.org/officeDocument/2006/relationships/image" Target="../media/image92.wmf"/><Relationship Id="rId7" Type="http://schemas.openxmlformats.org/officeDocument/2006/relationships/image" Target="../media/image91.wmf"/><Relationship Id="rId6" Type="http://schemas.openxmlformats.org/officeDocument/2006/relationships/image" Target="../media/image90.wmf"/><Relationship Id="rId5" Type="http://schemas.openxmlformats.org/officeDocument/2006/relationships/image" Target="../media/image89.wmf"/><Relationship Id="rId4" Type="http://schemas.openxmlformats.org/officeDocument/2006/relationships/image" Target="../media/image88.wmf"/><Relationship Id="rId3" Type="http://schemas.openxmlformats.org/officeDocument/2006/relationships/image" Target="../media/image87.wmf"/><Relationship Id="rId2" Type="http://schemas.openxmlformats.org/officeDocument/2006/relationships/image" Target="../media/image86.wmf"/><Relationship Id="rId12" Type="http://schemas.openxmlformats.org/officeDocument/2006/relationships/image" Target="../media/image96.wmf"/><Relationship Id="rId11" Type="http://schemas.openxmlformats.org/officeDocument/2006/relationships/image" Target="../media/image95.wmf"/><Relationship Id="rId10" Type="http://schemas.openxmlformats.org/officeDocument/2006/relationships/image" Target="../media/image94.wmf"/><Relationship Id="rId1" Type="http://schemas.openxmlformats.org/officeDocument/2006/relationships/image" Target="../media/image85.wmf"/></Relationships>
</file>

<file path=ppt/drawings/_rels/vmlDrawing13.vml.rels><?xml version="1.0" encoding="UTF-8" standalone="yes"?>
<Relationships xmlns="http://schemas.openxmlformats.org/package/2006/relationships"><Relationship Id="rId2" Type="http://schemas.openxmlformats.org/officeDocument/2006/relationships/image" Target="../media/image98.wmf"/><Relationship Id="rId1" Type="http://schemas.openxmlformats.org/officeDocument/2006/relationships/image" Target="../media/image97.wmf"/></Relationships>
</file>

<file path=ppt/drawings/_rels/vmlDrawing14.vml.rels><?xml version="1.0" encoding="UTF-8" standalone="yes"?>
<Relationships xmlns="http://schemas.openxmlformats.org/package/2006/relationships"><Relationship Id="rId7" Type="http://schemas.openxmlformats.org/officeDocument/2006/relationships/image" Target="../media/image105.wmf"/><Relationship Id="rId6" Type="http://schemas.openxmlformats.org/officeDocument/2006/relationships/image" Target="../media/image104.wmf"/><Relationship Id="rId5" Type="http://schemas.openxmlformats.org/officeDocument/2006/relationships/image" Target="../media/image103.wmf"/><Relationship Id="rId4" Type="http://schemas.openxmlformats.org/officeDocument/2006/relationships/image" Target="../media/image102.wmf"/><Relationship Id="rId3" Type="http://schemas.openxmlformats.org/officeDocument/2006/relationships/image" Target="../media/image101.wmf"/><Relationship Id="rId2" Type="http://schemas.openxmlformats.org/officeDocument/2006/relationships/image" Target="../media/image100.wmf"/><Relationship Id="rId1" Type="http://schemas.openxmlformats.org/officeDocument/2006/relationships/image" Target="../media/image99.wmf"/></Relationships>
</file>

<file path=ppt/drawings/_rels/vmlDrawing15.vml.rels><?xml version="1.0" encoding="UTF-8" standalone="yes"?>
<Relationships xmlns="http://schemas.openxmlformats.org/package/2006/relationships"><Relationship Id="rId9" Type="http://schemas.openxmlformats.org/officeDocument/2006/relationships/image" Target="../media/image114.wmf"/><Relationship Id="rId8" Type="http://schemas.openxmlformats.org/officeDocument/2006/relationships/image" Target="../media/image113.wmf"/><Relationship Id="rId7" Type="http://schemas.openxmlformats.org/officeDocument/2006/relationships/image" Target="../media/image112.wmf"/><Relationship Id="rId6" Type="http://schemas.openxmlformats.org/officeDocument/2006/relationships/image" Target="../media/image111.wmf"/><Relationship Id="rId5" Type="http://schemas.openxmlformats.org/officeDocument/2006/relationships/image" Target="../media/image110.wmf"/><Relationship Id="rId4" Type="http://schemas.openxmlformats.org/officeDocument/2006/relationships/image" Target="../media/image109.wmf"/><Relationship Id="rId3" Type="http://schemas.openxmlformats.org/officeDocument/2006/relationships/image" Target="../media/image108.wmf"/><Relationship Id="rId2" Type="http://schemas.openxmlformats.org/officeDocument/2006/relationships/image" Target="../media/image107.wmf"/><Relationship Id="rId11" Type="http://schemas.openxmlformats.org/officeDocument/2006/relationships/image" Target="../media/image116.wmf"/><Relationship Id="rId10" Type="http://schemas.openxmlformats.org/officeDocument/2006/relationships/image" Target="../media/image115.wmf"/><Relationship Id="rId1" Type="http://schemas.openxmlformats.org/officeDocument/2006/relationships/image" Target="../media/image106.wmf"/></Relationships>
</file>

<file path=ppt/drawings/_rels/vmlDrawing16.vml.rels><?xml version="1.0" encoding="UTF-8" standalone="yes"?>
<Relationships xmlns="http://schemas.openxmlformats.org/package/2006/relationships"><Relationship Id="rId9" Type="http://schemas.openxmlformats.org/officeDocument/2006/relationships/image" Target="../media/image122.wmf"/><Relationship Id="rId8" Type="http://schemas.openxmlformats.org/officeDocument/2006/relationships/image" Target="../media/image121.wmf"/><Relationship Id="rId7" Type="http://schemas.openxmlformats.org/officeDocument/2006/relationships/image" Target="../media/image120.wmf"/><Relationship Id="rId6" Type="http://schemas.openxmlformats.org/officeDocument/2006/relationships/image" Target="../media/image119.wmf"/><Relationship Id="rId5" Type="http://schemas.openxmlformats.org/officeDocument/2006/relationships/image" Target="../media/image118.wmf"/><Relationship Id="rId4" Type="http://schemas.openxmlformats.org/officeDocument/2006/relationships/image" Target="../media/image117.wmf"/><Relationship Id="rId3" Type="http://schemas.openxmlformats.org/officeDocument/2006/relationships/image" Target="../media/image56.wmf"/><Relationship Id="rId2" Type="http://schemas.openxmlformats.org/officeDocument/2006/relationships/image" Target="../media/image53.wmf"/><Relationship Id="rId11" Type="http://schemas.openxmlformats.org/officeDocument/2006/relationships/image" Target="../media/image124.wmf"/><Relationship Id="rId10" Type="http://schemas.openxmlformats.org/officeDocument/2006/relationships/image" Target="../media/image123.wmf"/><Relationship Id="rId1" Type="http://schemas.openxmlformats.org/officeDocument/2006/relationships/image" Target="../media/image55.wmf"/></Relationships>
</file>

<file path=ppt/drawings/_rels/vmlDrawing17.vml.rels><?xml version="1.0" encoding="UTF-8" standalone="yes"?>
<Relationships xmlns="http://schemas.openxmlformats.org/package/2006/relationships"><Relationship Id="rId5" Type="http://schemas.openxmlformats.org/officeDocument/2006/relationships/image" Target="../media/image129.wmf"/><Relationship Id="rId4" Type="http://schemas.openxmlformats.org/officeDocument/2006/relationships/image" Target="../media/image128.wmf"/><Relationship Id="rId3" Type="http://schemas.openxmlformats.org/officeDocument/2006/relationships/image" Target="../media/image127.wmf"/><Relationship Id="rId2" Type="http://schemas.openxmlformats.org/officeDocument/2006/relationships/image" Target="../media/image126.wmf"/><Relationship Id="rId1" Type="http://schemas.openxmlformats.org/officeDocument/2006/relationships/image" Target="../media/image125.wmf"/></Relationships>
</file>

<file path=ppt/drawings/_rels/vmlDrawing18.vml.rels><?xml version="1.0" encoding="UTF-8" standalone="yes"?>
<Relationships xmlns="http://schemas.openxmlformats.org/package/2006/relationships"><Relationship Id="rId1" Type="http://schemas.openxmlformats.org/officeDocument/2006/relationships/image" Target="../media/image130.wmf"/></Relationships>
</file>

<file path=ppt/drawings/_rels/vmlDrawing19.vml.rels><?xml version="1.0" encoding="UTF-8" standalone="yes"?>
<Relationships xmlns="http://schemas.openxmlformats.org/package/2006/relationships"><Relationship Id="rId5" Type="http://schemas.openxmlformats.org/officeDocument/2006/relationships/image" Target="../media/image135.wmf"/><Relationship Id="rId4" Type="http://schemas.openxmlformats.org/officeDocument/2006/relationships/image" Target="../media/image134.wmf"/><Relationship Id="rId3" Type="http://schemas.openxmlformats.org/officeDocument/2006/relationships/image" Target="../media/image133.wmf"/><Relationship Id="rId2" Type="http://schemas.openxmlformats.org/officeDocument/2006/relationships/image" Target="../media/image132.wmf"/><Relationship Id="rId1" Type="http://schemas.openxmlformats.org/officeDocument/2006/relationships/image" Target="../media/image131.wmf"/></Relationships>
</file>

<file path=ppt/drawings/_rels/vmlDrawing20.vml.rels><?xml version="1.0" encoding="UTF-8" standalone="yes"?>
<Relationships xmlns="http://schemas.openxmlformats.org/package/2006/relationships"><Relationship Id="rId4" Type="http://schemas.openxmlformats.org/officeDocument/2006/relationships/image" Target="../media/image139.wmf"/><Relationship Id="rId3" Type="http://schemas.openxmlformats.org/officeDocument/2006/relationships/image" Target="../media/image138.wmf"/><Relationship Id="rId2" Type="http://schemas.openxmlformats.org/officeDocument/2006/relationships/image" Target="../media/image137.wmf"/><Relationship Id="rId1" Type="http://schemas.openxmlformats.org/officeDocument/2006/relationships/image" Target="../media/image136.wmf"/></Relationships>
</file>

<file path=ppt/drawings/_rels/vmlDrawing21.vml.rels><?xml version="1.0" encoding="UTF-8" standalone="yes"?>
<Relationships xmlns="http://schemas.openxmlformats.org/package/2006/relationships"><Relationship Id="rId2" Type="http://schemas.openxmlformats.org/officeDocument/2006/relationships/image" Target="../media/image141.wmf"/><Relationship Id="rId1" Type="http://schemas.openxmlformats.org/officeDocument/2006/relationships/image" Target="../media/image140.wmf"/></Relationships>
</file>

<file path=ppt/drawings/_rels/vmlDrawing22.vml.rels><?xml version="1.0" encoding="UTF-8" standalone="yes"?>
<Relationships xmlns="http://schemas.openxmlformats.org/package/2006/relationships"><Relationship Id="rId7" Type="http://schemas.openxmlformats.org/officeDocument/2006/relationships/image" Target="../media/image148.wmf"/><Relationship Id="rId6" Type="http://schemas.openxmlformats.org/officeDocument/2006/relationships/image" Target="../media/image147.wmf"/><Relationship Id="rId5" Type="http://schemas.openxmlformats.org/officeDocument/2006/relationships/image" Target="../media/image146.wmf"/><Relationship Id="rId4" Type="http://schemas.openxmlformats.org/officeDocument/2006/relationships/image" Target="../media/image145.wmf"/><Relationship Id="rId3" Type="http://schemas.openxmlformats.org/officeDocument/2006/relationships/image" Target="../media/image144.wmf"/><Relationship Id="rId2" Type="http://schemas.openxmlformats.org/officeDocument/2006/relationships/image" Target="../media/image143.wmf"/><Relationship Id="rId1" Type="http://schemas.openxmlformats.org/officeDocument/2006/relationships/image" Target="../media/image142.wmf"/></Relationships>
</file>

<file path=ppt/drawings/_rels/vmlDrawing23.vml.rels><?xml version="1.0" encoding="UTF-8" standalone="yes"?>
<Relationships xmlns="http://schemas.openxmlformats.org/package/2006/relationships"><Relationship Id="rId8" Type="http://schemas.openxmlformats.org/officeDocument/2006/relationships/image" Target="../media/image154.wmf"/><Relationship Id="rId7" Type="http://schemas.openxmlformats.org/officeDocument/2006/relationships/image" Target="../media/image153.wmf"/><Relationship Id="rId6" Type="http://schemas.openxmlformats.org/officeDocument/2006/relationships/image" Target="../media/image148.wmf"/><Relationship Id="rId5" Type="http://schemas.openxmlformats.org/officeDocument/2006/relationships/image" Target="../media/image147.wmf"/><Relationship Id="rId4" Type="http://schemas.openxmlformats.org/officeDocument/2006/relationships/image" Target="../media/image152.wmf"/><Relationship Id="rId3" Type="http://schemas.openxmlformats.org/officeDocument/2006/relationships/image" Target="../media/image151.wmf"/><Relationship Id="rId2" Type="http://schemas.openxmlformats.org/officeDocument/2006/relationships/image" Target="../media/image150.wmf"/><Relationship Id="rId1" Type="http://schemas.openxmlformats.org/officeDocument/2006/relationships/image" Target="../media/image149.wmf"/></Relationships>
</file>

<file path=ppt/drawings/_rels/vmlDrawing24.vml.rels><?xml version="1.0" encoding="UTF-8" standalone="yes"?>
<Relationships xmlns="http://schemas.openxmlformats.org/package/2006/relationships"><Relationship Id="rId3" Type="http://schemas.openxmlformats.org/officeDocument/2006/relationships/image" Target="../media/image157.wmf"/><Relationship Id="rId2" Type="http://schemas.openxmlformats.org/officeDocument/2006/relationships/image" Target="../media/image156.wmf"/><Relationship Id="rId1" Type="http://schemas.openxmlformats.org/officeDocument/2006/relationships/image" Target="../media/image155.wmf"/></Relationships>
</file>

<file path=ppt/drawings/_rels/vmlDrawing25.vml.rels><?xml version="1.0" encoding="UTF-8" standalone="yes"?>
<Relationships xmlns="http://schemas.openxmlformats.org/package/2006/relationships"><Relationship Id="rId1" Type="http://schemas.openxmlformats.org/officeDocument/2006/relationships/image" Target="../media/image158.wmf"/></Relationships>
</file>

<file path=ppt/drawings/_rels/vmlDrawing26.vml.rels><?xml version="1.0" encoding="UTF-8" standalone="yes"?>
<Relationships xmlns="http://schemas.openxmlformats.org/package/2006/relationships"><Relationship Id="rId6" Type="http://schemas.openxmlformats.org/officeDocument/2006/relationships/image" Target="../media/image164.wmf"/><Relationship Id="rId5" Type="http://schemas.openxmlformats.org/officeDocument/2006/relationships/image" Target="../media/image163.wmf"/><Relationship Id="rId4" Type="http://schemas.openxmlformats.org/officeDocument/2006/relationships/image" Target="../media/image162.wmf"/><Relationship Id="rId3" Type="http://schemas.openxmlformats.org/officeDocument/2006/relationships/image" Target="../media/image161.wmf"/><Relationship Id="rId2" Type="http://schemas.openxmlformats.org/officeDocument/2006/relationships/image" Target="../media/image160.wmf"/><Relationship Id="rId1" Type="http://schemas.openxmlformats.org/officeDocument/2006/relationships/image" Target="../media/image159.wmf"/></Relationships>
</file>

<file path=ppt/drawings/_rels/vmlDrawing27.vml.rels><?xml version="1.0" encoding="UTF-8" standalone="yes"?>
<Relationships xmlns="http://schemas.openxmlformats.org/package/2006/relationships"><Relationship Id="rId9" Type="http://schemas.openxmlformats.org/officeDocument/2006/relationships/image" Target="../media/image173.wmf"/><Relationship Id="rId8" Type="http://schemas.openxmlformats.org/officeDocument/2006/relationships/image" Target="../media/image172.wmf"/><Relationship Id="rId7" Type="http://schemas.openxmlformats.org/officeDocument/2006/relationships/image" Target="../media/image171.wmf"/><Relationship Id="rId6" Type="http://schemas.openxmlformats.org/officeDocument/2006/relationships/image" Target="../media/image170.wmf"/><Relationship Id="rId5" Type="http://schemas.openxmlformats.org/officeDocument/2006/relationships/image" Target="../media/image169.wmf"/><Relationship Id="rId4" Type="http://schemas.openxmlformats.org/officeDocument/2006/relationships/image" Target="../media/image168.wmf"/><Relationship Id="rId3" Type="http://schemas.openxmlformats.org/officeDocument/2006/relationships/image" Target="../media/image167.wmf"/><Relationship Id="rId2" Type="http://schemas.openxmlformats.org/officeDocument/2006/relationships/image" Target="../media/image166.wmf"/><Relationship Id="rId11" Type="http://schemas.openxmlformats.org/officeDocument/2006/relationships/image" Target="../media/image175.wmf"/><Relationship Id="rId10" Type="http://schemas.openxmlformats.org/officeDocument/2006/relationships/image" Target="../media/image174.wmf"/><Relationship Id="rId1" Type="http://schemas.openxmlformats.org/officeDocument/2006/relationships/image" Target="../media/image165.wmf"/></Relationships>
</file>

<file path=ppt/drawings/_rels/vmlDrawing28.vml.rels><?xml version="1.0" encoding="UTF-8" standalone="yes"?>
<Relationships xmlns="http://schemas.openxmlformats.org/package/2006/relationships"><Relationship Id="rId2" Type="http://schemas.openxmlformats.org/officeDocument/2006/relationships/image" Target="../media/image177.wmf"/><Relationship Id="rId1" Type="http://schemas.openxmlformats.org/officeDocument/2006/relationships/image" Target="../media/image176.wmf"/></Relationships>
</file>

<file path=ppt/drawings/_rels/vmlDrawing29.vml.rels><?xml version="1.0" encoding="UTF-8" standalone="yes"?>
<Relationships xmlns="http://schemas.openxmlformats.org/package/2006/relationships"><Relationship Id="rId8" Type="http://schemas.openxmlformats.org/officeDocument/2006/relationships/image" Target="../media/image185.wmf"/><Relationship Id="rId7" Type="http://schemas.openxmlformats.org/officeDocument/2006/relationships/image" Target="../media/image184.wmf"/><Relationship Id="rId6" Type="http://schemas.openxmlformats.org/officeDocument/2006/relationships/image" Target="../media/image183.wmf"/><Relationship Id="rId5" Type="http://schemas.openxmlformats.org/officeDocument/2006/relationships/image" Target="../media/image182.wmf"/><Relationship Id="rId4" Type="http://schemas.openxmlformats.org/officeDocument/2006/relationships/image" Target="../media/image181.wmf"/><Relationship Id="rId3" Type="http://schemas.openxmlformats.org/officeDocument/2006/relationships/image" Target="../media/image180.wmf"/><Relationship Id="rId2" Type="http://schemas.openxmlformats.org/officeDocument/2006/relationships/image" Target="../media/image179.wmf"/><Relationship Id="rId1" Type="http://schemas.openxmlformats.org/officeDocument/2006/relationships/image" Target="../media/image178.wmf"/></Relationships>
</file>

<file path=ppt/drawings/_rels/vmlDrawing30.vml.rels><?xml version="1.0" encoding="UTF-8" standalone="yes"?>
<Relationships xmlns="http://schemas.openxmlformats.org/package/2006/relationships"><Relationship Id="rId9" Type="http://schemas.openxmlformats.org/officeDocument/2006/relationships/image" Target="../media/image184.wmf"/><Relationship Id="rId8" Type="http://schemas.openxmlformats.org/officeDocument/2006/relationships/image" Target="../media/image183.wmf"/><Relationship Id="rId7" Type="http://schemas.openxmlformats.org/officeDocument/2006/relationships/image" Target="../media/image182.wmf"/><Relationship Id="rId6" Type="http://schemas.openxmlformats.org/officeDocument/2006/relationships/image" Target="../media/image181.wmf"/><Relationship Id="rId5" Type="http://schemas.openxmlformats.org/officeDocument/2006/relationships/image" Target="../media/image180.wmf"/><Relationship Id="rId4" Type="http://schemas.openxmlformats.org/officeDocument/2006/relationships/image" Target="../media/image179.wmf"/><Relationship Id="rId3" Type="http://schemas.openxmlformats.org/officeDocument/2006/relationships/image" Target="../media/image188.wmf"/><Relationship Id="rId2" Type="http://schemas.openxmlformats.org/officeDocument/2006/relationships/image" Target="../media/image187.wmf"/><Relationship Id="rId1" Type="http://schemas.openxmlformats.org/officeDocument/2006/relationships/image" Target="../media/image186.wmf"/></Relationships>
</file>

<file path=ppt/drawings/_rels/vmlDrawing31.vml.rels><?xml version="1.0" encoding="UTF-8" standalone="yes"?>
<Relationships xmlns="http://schemas.openxmlformats.org/package/2006/relationships"><Relationship Id="rId9" Type="http://schemas.openxmlformats.org/officeDocument/2006/relationships/image" Target="../media/image191.wmf"/><Relationship Id="rId8" Type="http://schemas.openxmlformats.org/officeDocument/2006/relationships/image" Target="../media/image190.wmf"/><Relationship Id="rId7" Type="http://schemas.openxmlformats.org/officeDocument/2006/relationships/image" Target="../media/image189.wmf"/><Relationship Id="rId6" Type="http://schemas.openxmlformats.org/officeDocument/2006/relationships/image" Target="../media/image184.wmf"/><Relationship Id="rId5" Type="http://schemas.openxmlformats.org/officeDocument/2006/relationships/image" Target="../media/image183.wmf"/><Relationship Id="rId4" Type="http://schemas.openxmlformats.org/officeDocument/2006/relationships/image" Target="../media/image182.wmf"/><Relationship Id="rId3" Type="http://schemas.openxmlformats.org/officeDocument/2006/relationships/image" Target="../media/image181.wmf"/><Relationship Id="rId2" Type="http://schemas.openxmlformats.org/officeDocument/2006/relationships/image" Target="../media/image180.wmf"/><Relationship Id="rId1" Type="http://schemas.openxmlformats.org/officeDocument/2006/relationships/image" Target="../media/image179.wmf"/></Relationships>
</file>

<file path=ppt/drawings/_rels/vmlDrawing32.vml.rels><?xml version="1.0" encoding="UTF-8" standalone="yes"?>
<Relationships xmlns="http://schemas.openxmlformats.org/package/2006/relationships"><Relationship Id="rId9" Type="http://schemas.openxmlformats.org/officeDocument/2006/relationships/image" Target="../media/image200.wmf"/><Relationship Id="rId8" Type="http://schemas.openxmlformats.org/officeDocument/2006/relationships/image" Target="../media/image199.wmf"/><Relationship Id="rId7" Type="http://schemas.openxmlformats.org/officeDocument/2006/relationships/image" Target="../media/image198.wmf"/><Relationship Id="rId6" Type="http://schemas.openxmlformats.org/officeDocument/2006/relationships/image" Target="../media/image197.wmf"/><Relationship Id="rId5" Type="http://schemas.openxmlformats.org/officeDocument/2006/relationships/image" Target="../media/image196.wmf"/><Relationship Id="rId4" Type="http://schemas.openxmlformats.org/officeDocument/2006/relationships/image" Target="../media/image195.wmf"/><Relationship Id="rId3" Type="http://schemas.openxmlformats.org/officeDocument/2006/relationships/image" Target="../media/image194.wmf"/><Relationship Id="rId2" Type="http://schemas.openxmlformats.org/officeDocument/2006/relationships/image" Target="../media/image193.wmf"/><Relationship Id="rId14" Type="http://schemas.openxmlformats.org/officeDocument/2006/relationships/image" Target="../media/image205.wmf"/><Relationship Id="rId13" Type="http://schemas.openxmlformats.org/officeDocument/2006/relationships/image" Target="../media/image204.wmf"/><Relationship Id="rId12" Type="http://schemas.openxmlformats.org/officeDocument/2006/relationships/image" Target="../media/image203.wmf"/><Relationship Id="rId11" Type="http://schemas.openxmlformats.org/officeDocument/2006/relationships/image" Target="../media/image202.wmf"/><Relationship Id="rId10" Type="http://schemas.openxmlformats.org/officeDocument/2006/relationships/image" Target="../media/image201.wmf"/><Relationship Id="rId1" Type="http://schemas.openxmlformats.org/officeDocument/2006/relationships/image" Target="../media/image192.wmf"/></Relationships>
</file>

<file path=ppt/drawings/_rels/vmlDrawing33.vml.rels><?xml version="1.0" encoding="UTF-8" standalone="yes"?>
<Relationships xmlns="http://schemas.openxmlformats.org/package/2006/relationships"><Relationship Id="rId9" Type="http://schemas.openxmlformats.org/officeDocument/2006/relationships/image" Target="../media/image212.wmf"/><Relationship Id="rId8" Type="http://schemas.openxmlformats.org/officeDocument/2006/relationships/image" Target="../media/image203.wmf"/><Relationship Id="rId7" Type="http://schemas.openxmlformats.org/officeDocument/2006/relationships/image" Target="../media/image202.wmf"/><Relationship Id="rId6" Type="http://schemas.openxmlformats.org/officeDocument/2006/relationships/image" Target="../media/image211.wmf"/><Relationship Id="rId5" Type="http://schemas.openxmlformats.org/officeDocument/2006/relationships/image" Target="../media/image210.wmf"/><Relationship Id="rId4" Type="http://schemas.openxmlformats.org/officeDocument/2006/relationships/image" Target="../media/image209.wmf"/><Relationship Id="rId3" Type="http://schemas.openxmlformats.org/officeDocument/2006/relationships/image" Target="../media/image208.wmf"/><Relationship Id="rId2" Type="http://schemas.openxmlformats.org/officeDocument/2006/relationships/image" Target="../media/image207.wmf"/><Relationship Id="rId10" Type="http://schemas.openxmlformats.org/officeDocument/2006/relationships/image" Target="../media/image205.wmf"/><Relationship Id="rId1" Type="http://schemas.openxmlformats.org/officeDocument/2006/relationships/image" Target="../media/image206.wmf"/></Relationships>
</file>

<file path=ppt/drawings/_rels/vmlDrawing34.vml.rels><?xml version="1.0" encoding="UTF-8" standalone="yes"?>
<Relationships xmlns="http://schemas.openxmlformats.org/package/2006/relationships"><Relationship Id="rId9" Type="http://schemas.openxmlformats.org/officeDocument/2006/relationships/image" Target="../media/image221.wmf"/><Relationship Id="rId8" Type="http://schemas.openxmlformats.org/officeDocument/2006/relationships/image" Target="../media/image220.wmf"/><Relationship Id="rId7" Type="http://schemas.openxmlformats.org/officeDocument/2006/relationships/image" Target="../media/image219.wmf"/><Relationship Id="rId6" Type="http://schemas.openxmlformats.org/officeDocument/2006/relationships/image" Target="../media/image218.wmf"/><Relationship Id="rId5" Type="http://schemas.openxmlformats.org/officeDocument/2006/relationships/image" Target="../media/image217.wmf"/><Relationship Id="rId4" Type="http://schemas.openxmlformats.org/officeDocument/2006/relationships/image" Target="../media/image216.wmf"/><Relationship Id="rId3" Type="http://schemas.openxmlformats.org/officeDocument/2006/relationships/image" Target="../media/image215.wmf"/><Relationship Id="rId2" Type="http://schemas.openxmlformats.org/officeDocument/2006/relationships/image" Target="../media/image214.wmf"/><Relationship Id="rId10" Type="http://schemas.openxmlformats.org/officeDocument/2006/relationships/image" Target="../media/image222.wmf"/><Relationship Id="rId1" Type="http://schemas.openxmlformats.org/officeDocument/2006/relationships/image" Target="../media/image213.wmf"/></Relationships>
</file>

<file path=ppt/drawings/_rels/vmlDrawing35.vml.rels><?xml version="1.0" encoding="UTF-8" standalone="yes"?>
<Relationships xmlns="http://schemas.openxmlformats.org/package/2006/relationships"><Relationship Id="rId7" Type="http://schemas.openxmlformats.org/officeDocument/2006/relationships/image" Target="../media/image228.wmf"/><Relationship Id="rId6" Type="http://schemas.openxmlformats.org/officeDocument/2006/relationships/image" Target="../media/image227.wmf"/><Relationship Id="rId5" Type="http://schemas.openxmlformats.org/officeDocument/2006/relationships/image" Target="../media/image226.wmf"/><Relationship Id="rId4" Type="http://schemas.openxmlformats.org/officeDocument/2006/relationships/image" Target="../media/image225.wmf"/><Relationship Id="rId3" Type="http://schemas.openxmlformats.org/officeDocument/2006/relationships/image" Target="../media/image55.wmf"/><Relationship Id="rId2" Type="http://schemas.openxmlformats.org/officeDocument/2006/relationships/image" Target="../media/image224.wmf"/><Relationship Id="rId1" Type="http://schemas.openxmlformats.org/officeDocument/2006/relationships/image" Target="../media/image223.wmf"/></Relationships>
</file>

<file path=ppt/drawings/_rels/vmlDrawing36.vml.rels><?xml version="1.0" encoding="UTF-8" standalone="yes"?>
<Relationships xmlns="http://schemas.openxmlformats.org/package/2006/relationships"><Relationship Id="rId9" Type="http://schemas.openxmlformats.org/officeDocument/2006/relationships/image" Target="../media/image237.wmf"/><Relationship Id="rId8" Type="http://schemas.openxmlformats.org/officeDocument/2006/relationships/image" Target="../media/image236.wmf"/><Relationship Id="rId7" Type="http://schemas.openxmlformats.org/officeDocument/2006/relationships/image" Target="../media/image235.wmf"/><Relationship Id="rId6" Type="http://schemas.openxmlformats.org/officeDocument/2006/relationships/image" Target="../media/image234.wmf"/><Relationship Id="rId5" Type="http://schemas.openxmlformats.org/officeDocument/2006/relationships/image" Target="../media/image233.wmf"/><Relationship Id="rId4" Type="http://schemas.openxmlformats.org/officeDocument/2006/relationships/image" Target="../media/image232.wmf"/><Relationship Id="rId3" Type="http://schemas.openxmlformats.org/officeDocument/2006/relationships/image" Target="../media/image231.wmf"/><Relationship Id="rId2" Type="http://schemas.openxmlformats.org/officeDocument/2006/relationships/image" Target="../media/image230.wmf"/><Relationship Id="rId1" Type="http://schemas.openxmlformats.org/officeDocument/2006/relationships/image" Target="../media/image229.wmf"/></Relationships>
</file>

<file path=ppt/drawings/_rels/vmlDrawing37.vml.rels><?xml version="1.0" encoding="UTF-8" standalone="yes"?>
<Relationships xmlns="http://schemas.openxmlformats.org/package/2006/relationships"><Relationship Id="rId8" Type="http://schemas.openxmlformats.org/officeDocument/2006/relationships/image" Target="../media/image234.wmf"/><Relationship Id="rId7" Type="http://schemas.openxmlformats.org/officeDocument/2006/relationships/image" Target="../media/image237.wmf"/><Relationship Id="rId6" Type="http://schemas.openxmlformats.org/officeDocument/2006/relationships/image" Target="../media/image236.wmf"/><Relationship Id="rId5" Type="http://schemas.openxmlformats.org/officeDocument/2006/relationships/image" Target="../media/image235.wmf"/><Relationship Id="rId4" Type="http://schemas.openxmlformats.org/officeDocument/2006/relationships/image" Target="../media/image241.wmf"/><Relationship Id="rId3" Type="http://schemas.openxmlformats.org/officeDocument/2006/relationships/image" Target="../media/image240.wmf"/><Relationship Id="rId2" Type="http://schemas.openxmlformats.org/officeDocument/2006/relationships/image" Target="../media/image239.wmf"/><Relationship Id="rId1" Type="http://schemas.openxmlformats.org/officeDocument/2006/relationships/image" Target="../media/image238.wmf"/></Relationships>
</file>

<file path=ppt/drawings/_rels/vmlDrawing38.vml.rels><?xml version="1.0" encoding="UTF-8" standalone="yes"?>
<Relationships xmlns="http://schemas.openxmlformats.org/package/2006/relationships"><Relationship Id="rId9" Type="http://schemas.openxmlformats.org/officeDocument/2006/relationships/image" Target="../media/image250.wmf"/><Relationship Id="rId8" Type="http://schemas.openxmlformats.org/officeDocument/2006/relationships/image" Target="../media/image249.wmf"/><Relationship Id="rId7" Type="http://schemas.openxmlformats.org/officeDocument/2006/relationships/image" Target="../media/image248.wmf"/><Relationship Id="rId6" Type="http://schemas.openxmlformats.org/officeDocument/2006/relationships/image" Target="../media/image247.wmf"/><Relationship Id="rId5" Type="http://schemas.openxmlformats.org/officeDocument/2006/relationships/image" Target="../media/image246.wmf"/><Relationship Id="rId4" Type="http://schemas.openxmlformats.org/officeDocument/2006/relationships/image" Target="../media/image245.wmf"/><Relationship Id="rId3" Type="http://schemas.openxmlformats.org/officeDocument/2006/relationships/image" Target="../media/image244.wmf"/><Relationship Id="rId2" Type="http://schemas.openxmlformats.org/officeDocument/2006/relationships/image" Target="../media/image243.wmf"/><Relationship Id="rId12" Type="http://schemas.openxmlformats.org/officeDocument/2006/relationships/image" Target="../media/image253.wmf"/><Relationship Id="rId11" Type="http://schemas.openxmlformats.org/officeDocument/2006/relationships/image" Target="../media/image252.wmf"/><Relationship Id="rId10" Type="http://schemas.openxmlformats.org/officeDocument/2006/relationships/image" Target="../media/image251.wmf"/><Relationship Id="rId1" Type="http://schemas.openxmlformats.org/officeDocument/2006/relationships/image" Target="../media/image242.wmf"/></Relationships>
</file>

<file path=ppt/drawings/_rels/vmlDrawing39.vml.rels><?xml version="1.0" encoding="UTF-8" standalone="yes"?>
<Relationships xmlns="http://schemas.openxmlformats.org/package/2006/relationships"><Relationship Id="rId9" Type="http://schemas.openxmlformats.org/officeDocument/2006/relationships/image" Target="../media/image260.wmf"/><Relationship Id="rId8" Type="http://schemas.openxmlformats.org/officeDocument/2006/relationships/image" Target="../media/image259.wmf"/><Relationship Id="rId7" Type="http://schemas.openxmlformats.org/officeDocument/2006/relationships/image" Target="../media/image258.wmf"/><Relationship Id="rId6" Type="http://schemas.openxmlformats.org/officeDocument/2006/relationships/image" Target="../media/image245.wmf"/><Relationship Id="rId5" Type="http://schemas.openxmlformats.org/officeDocument/2006/relationships/image" Target="../media/image244.wmf"/><Relationship Id="rId4" Type="http://schemas.openxmlformats.org/officeDocument/2006/relationships/image" Target="../media/image257.wmf"/><Relationship Id="rId3" Type="http://schemas.openxmlformats.org/officeDocument/2006/relationships/image" Target="../media/image256.wmf"/><Relationship Id="rId2" Type="http://schemas.openxmlformats.org/officeDocument/2006/relationships/image" Target="../media/image255.wmf"/><Relationship Id="rId10" Type="http://schemas.openxmlformats.org/officeDocument/2006/relationships/image" Target="../media/image261.wmf"/><Relationship Id="rId1" Type="http://schemas.openxmlformats.org/officeDocument/2006/relationships/image" Target="../media/image254.wmf"/></Relationships>
</file>

<file path=ppt/drawings/_rels/vmlDrawing40.vml.rels><?xml version="1.0" encoding="UTF-8" standalone="yes"?>
<Relationships xmlns="http://schemas.openxmlformats.org/package/2006/relationships"><Relationship Id="rId9" Type="http://schemas.openxmlformats.org/officeDocument/2006/relationships/image" Target="../media/image271.wmf"/><Relationship Id="rId8" Type="http://schemas.openxmlformats.org/officeDocument/2006/relationships/image" Target="../media/image270.wmf"/><Relationship Id="rId7" Type="http://schemas.openxmlformats.org/officeDocument/2006/relationships/image" Target="../media/image269.wmf"/><Relationship Id="rId6" Type="http://schemas.openxmlformats.org/officeDocument/2006/relationships/image" Target="../media/image268.wmf"/><Relationship Id="rId5" Type="http://schemas.openxmlformats.org/officeDocument/2006/relationships/image" Target="../media/image267.wmf"/><Relationship Id="rId4" Type="http://schemas.openxmlformats.org/officeDocument/2006/relationships/image" Target="../media/image266.wmf"/><Relationship Id="rId3" Type="http://schemas.openxmlformats.org/officeDocument/2006/relationships/image" Target="../media/image265.wmf"/><Relationship Id="rId2" Type="http://schemas.openxmlformats.org/officeDocument/2006/relationships/image" Target="../media/image264.wmf"/><Relationship Id="rId10" Type="http://schemas.openxmlformats.org/officeDocument/2006/relationships/image" Target="../media/image272.wmf"/><Relationship Id="rId1" Type="http://schemas.openxmlformats.org/officeDocument/2006/relationships/image" Target="../media/image263.wmf"/></Relationships>
</file>

<file path=ppt/drawings/_rels/vmlDrawing41.vml.rels><?xml version="1.0" encoding="UTF-8" standalone="yes"?>
<Relationships xmlns="http://schemas.openxmlformats.org/package/2006/relationships"><Relationship Id="rId9" Type="http://schemas.openxmlformats.org/officeDocument/2006/relationships/image" Target="../media/image281.wmf"/><Relationship Id="rId8" Type="http://schemas.openxmlformats.org/officeDocument/2006/relationships/image" Target="../media/image280.wmf"/><Relationship Id="rId7" Type="http://schemas.openxmlformats.org/officeDocument/2006/relationships/image" Target="../media/image279.wmf"/><Relationship Id="rId6" Type="http://schemas.openxmlformats.org/officeDocument/2006/relationships/image" Target="../media/image278.wmf"/><Relationship Id="rId5" Type="http://schemas.openxmlformats.org/officeDocument/2006/relationships/image" Target="../media/image277.wmf"/><Relationship Id="rId4" Type="http://schemas.openxmlformats.org/officeDocument/2006/relationships/image" Target="../media/image276.wmf"/><Relationship Id="rId3" Type="http://schemas.openxmlformats.org/officeDocument/2006/relationships/image" Target="../media/image275.wmf"/><Relationship Id="rId2" Type="http://schemas.openxmlformats.org/officeDocument/2006/relationships/image" Target="../media/image274.wmf"/><Relationship Id="rId14" Type="http://schemas.openxmlformats.org/officeDocument/2006/relationships/image" Target="../media/image286.wmf"/><Relationship Id="rId13" Type="http://schemas.openxmlformats.org/officeDocument/2006/relationships/image" Target="../media/image285.wmf"/><Relationship Id="rId12" Type="http://schemas.openxmlformats.org/officeDocument/2006/relationships/image" Target="../media/image284.wmf"/><Relationship Id="rId11" Type="http://schemas.openxmlformats.org/officeDocument/2006/relationships/image" Target="../media/image283.wmf"/><Relationship Id="rId10" Type="http://schemas.openxmlformats.org/officeDocument/2006/relationships/image" Target="../media/image282.wmf"/><Relationship Id="rId1" Type="http://schemas.openxmlformats.org/officeDocument/2006/relationships/image" Target="../media/image273.wmf"/></Relationships>
</file>

<file path=ppt/drawings/_rels/vmlDrawing42.vml.rels><?xml version="1.0" encoding="UTF-8" standalone="yes"?>
<Relationships xmlns="http://schemas.openxmlformats.org/package/2006/relationships"><Relationship Id="rId9" Type="http://schemas.openxmlformats.org/officeDocument/2006/relationships/image" Target="../media/image279.wmf"/><Relationship Id="rId8" Type="http://schemas.openxmlformats.org/officeDocument/2006/relationships/image" Target="../media/image278.wmf"/><Relationship Id="rId7" Type="http://schemas.openxmlformats.org/officeDocument/2006/relationships/image" Target="../media/image277.wmf"/><Relationship Id="rId6" Type="http://schemas.openxmlformats.org/officeDocument/2006/relationships/image" Target="../media/image276.wmf"/><Relationship Id="rId5" Type="http://schemas.openxmlformats.org/officeDocument/2006/relationships/image" Target="../media/image275.wmf"/><Relationship Id="rId4" Type="http://schemas.openxmlformats.org/officeDocument/2006/relationships/image" Target="../media/image274.wmf"/><Relationship Id="rId3" Type="http://schemas.openxmlformats.org/officeDocument/2006/relationships/image" Target="../media/image289.wmf"/><Relationship Id="rId2" Type="http://schemas.openxmlformats.org/officeDocument/2006/relationships/image" Target="../media/image288.wmf"/><Relationship Id="rId10" Type="http://schemas.openxmlformats.org/officeDocument/2006/relationships/image" Target="../media/image280.wmf"/><Relationship Id="rId1" Type="http://schemas.openxmlformats.org/officeDocument/2006/relationships/image" Target="../media/image287.wmf"/></Relationships>
</file>

<file path=ppt/drawings/_rels/vmlDrawing43.vml.rels><?xml version="1.0" encoding="UTF-8" standalone="yes"?>
<Relationships xmlns="http://schemas.openxmlformats.org/package/2006/relationships"><Relationship Id="rId8" Type="http://schemas.openxmlformats.org/officeDocument/2006/relationships/image" Target="../media/image293.wmf"/><Relationship Id="rId7" Type="http://schemas.openxmlformats.org/officeDocument/2006/relationships/image" Target="../media/image286.wmf"/><Relationship Id="rId6" Type="http://schemas.openxmlformats.org/officeDocument/2006/relationships/image" Target="../media/image285.wmf"/><Relationship Id="rId5" Type="http://schemas.openxmlformats.org/officeDocument/2006/relationships/image" Target="../media/image284.wmf"/><Relationship Id="rId4" Type="http://schemas.openxmlformats.org/officeDocument/2006/relationships/image" Target="../media/image283.wmf"/><Relationship Id="rId3" Type="http://schemas.openxmlformats.org/officeDocument/2006/relationships/image" Target="../media/image292.wmf"/><Relationship Id="rId2" Type="http://schemas.openxmlformats.org/officeDocument/2006/relationships/image" Target="../media/image291.wmf"/><Relationship Id="rId1" Type="http://schemas.openxmlformats.org/officeDocument/2006/relationships/image" Target="../media/image290.wmf"/></Relationships>
</file>

<file path=ppt/drawings/_rels/vmlDrawing44.vml.rels><?xml version="1.0" encoding="UTF-8" standalone="yes"?>
<Relationships xmlns="http://schemas.openxmlformats.org/package/2006/relationships"><Relationship Id="rId9" Type="http://schemas.openxmlformats.org/officeDocument/2006/relationships/image" Target="../media/image302.wmf"/><Relationship Id="rId8" Type="http://schemas.openxmlformats.org/officeDocument/2006/relationships/image" Target="../media/image301.wmf"/><Relationship Id="rId7" Type="http://schemas.openxmlformats.org/officeDocument/2006/relationships/image" Target="../media/image300.wmf"/><Relationship Id="rId6" Type="http://schemas.openxmlformats.org/officeDocument/2006/relationships/image" Target="../media/image299.wmf"/><Relationship Id="rId5" Type="http://schemas.openxmlformats.org/officeDocument/2006/relationships/image" Target="../media/image298.wmf"/><Relationship Id="rId4" Type="http://schemas.openxmlformats.org/officeDocument/2006/relationships/image" Target="../media/image297.wmf"/><Relationship Id="rId3" Type="http://schemas.openxmlformats.org/officeDocument/2006/relationships/image" Target="../media/image296.wmf"/><Relationship Id="rId24" Type="http://schemas.openxmlformats.org/officeDocument/2006/relationships/image" Target="../media/image317.wmf"/><Relationship Id="rId23" Type="http://schemas.openxmlformats.org/officeDocument/2006/relationships/image" Target="../media/image316.wmf"/><Relationship Id="rId22" Type="http://schemas.openxmlformats.org/officeDocument/2006/relationships/image" Target="../media/image315.wmf"/><Relationship Id="rId21" Type="http://schemas.openxmlformats.org/officeDocument/2006/relationships/image" Target="../media/image314.wmf"/><Relationship Id="rId20" Type="http://schemas.openxmlformats.org/officeDocument/2006/relationships/image" Target="../media/image313.wmf"/><Relationship Id="rId2" Type="http://schemas.openxmlformats.org/officeDocument/2006/relationships/image" Target="../media/image295.wmf"/><Relationship Id="rId19" Type="http://schemas.openxmlformats.org/officeDocument/2006/relationships/image" Target="../media/image312.wmf"/><Relationship Id="rId18" Type="http://schemas.openxmlformats.org/officeDocument/2006/relationships/image" Target="../media/image311.wmf"/><Relationship Id="rId17" Type="http://schemas.openxmlformats.org/officeDocument/2006/relationships/image" Target="../media/image310.wmf"/><Relationship Id="rId16" Type="http://schemas.openxmlformats.org/officeDocument/2006/relationships/image" Target="../media/image309.wmf"/><Relationship Id="rId15" Type="http://schemas.openxmlformats.org/officeDocument/2006/relationships/image" Target="../media/image308.wmf"/><Relationship Id="rId14" Type="http://schemas.openxmlformats.org/officeDocument/2006/relationships/image" Target="../media/image307.wmf"/><Relationship Id="rId13" Type="http://schemas.openxmlformats.org/officeDocument/2006/relationships/image" Target="../media/image306.wmf"/><Relationship Id="rId12" Type="http://schemas.openxmlformats.org/officeDocument/2006/relationships/image" Target="../media/image305.wmf"/><Relationship Id="rId11" Type="http://schemas.openxmlformats.org/officeDocument/2006/relationships/image" Target="../media/image304.wmf"/><Relationship Id="rId10" Type="http://schemas.openxmlformats.org/officeDocument/2006/relationships/image" Target="../media/image303.wmf"/><Relationship Id="rId1" Type="http://schemas.openxmlformats.org/officeDocument/2006/relationships/image" Target="../media/image294.wmf"/></Relationships>
</file>

<file path=ppt/drawings/_rels/vmlDrawing45.vml.rels><?xml version="1.0" encoding="UTF-8" standalone="yes"?>
<Relationships xmlns="http://schemas.openxmlformats.org/package/2006/relationships"><Relationship Id="rId9" Type="http://schemas.openxmlformats.org/officeDocument/2006/relationships/image" Target="../media/image326.wmf"/><Relationship Id="rId8" Type="http://schemas.openxmlformats.org/officeDocument/2006/relationships/image" Target="../media/image325.wmf"/><Relationship Id="rId7" Type="http://schemas.openxmlformats.org/officeDocument/2006/relationships/image" Target="../media/image324.wmf"/><Relationship Id="rId6" Type="http://schemas.openxmlformats.org/officeDocument/2006/relationships/image" Target="../media/image323.wmf"/><Relationship Id="rId5" Type="http://schemas.openxmlformats.org/officeDocument/2006/relationships/image" Target="../media/image322.wmf"/><Relationship Id="rId4" Type="http://schemas.openxmlformats.org/officeDocument/2006/relationships/image" Target="../media/image321.wmf"/><Relationship Id="rId3" Type="http://schemas.openxmlformats.org/officeDocument/2006/relationships/image" Target="../media/image320.wmf"/><Relationship Id="rId2" Type="http://schemas.openxmlformats.org/officeDocument/2006/relationships/image" Target="../media/image319.wmf"/><Relationship Id="rId19" Type="http://schemas.openxmlformats.org/officeDocument/2006/relationships/image" Target="../media/image336.wmf"/><Relationship Id="rId18" Type="http://schemas.openxmlformats.org/officeDocument/2006/relationships/image" Target="../media/image335.wmf"/><Relationship Id="rId17" Type="http://schemas.openxmlformats.org/officeDocument/2006/relationships/image" Target="../media/image334.wmf"/><Relationship Id="rId16" Type="http://schemas.openxmlformats.org/officeDocument/2006/relationships/image" Target="../media/image333.wmf"/><Relationship Id="rId15" Type="http://schemas.openxmlformats.org/officeDocument/2006/relationships/image" Target="../media/image332.wmf"/><Relationship Id="rId14" Type="http://schemas.openxmlformats.org/officeDocument/2006/relationships/image" Target="../media/image331.wmf"/><Relationship Id="rId13" Type="http://schemas.openxmlformats.org/officeDocument/2006/relationships/image" Target="../media/image330.wmf"/><Relationship Id="rId12" Type="http://schemas.openxmlformats.org/officeDocument/2006/relationships/image" Target="../media/image329.wmf"/><Relationship Id="rId11" Type="http://schemas.openxmlformats.org/officeDocument/2006/relationships/image" Target="../media/image328.wmf"/><Relationship Id="rId10" Type="http://schemas.openxmlformats.org/officeDocument/2006/relationships/image" Target="../media/image327.wmf"/><Relationship Id="rId1" Type="http://schemas.openxmlformats.org/officeDocument/2006/relationships/image" Target="../media/image318.wmf"/></Relationships>
</file>

<file path=ppt/drawings/_rels/vmlDrawing46.vml.rels><?xml version="1.0" encoding="UTF-8" standalone="yes"?>
<Relationships xmlns="http://schemas.openxmlformats.org/package/2006/relationships"><Relationship Id="rId9" Type="http://schemas.openxmlformats.org/officeDocument/2006/relationships/image" Target="../media/image345.wmf"/><Relationship Id="rId8" Type="http://schemas.openxmlformats.org/officeDocument/2006/relationships/image" Target="../media/image344.wmf"/><Relationship Id="rId7" Type="http://schemas.openxmlformats.org/officeDocument/2006/relationships/image" Target="../media/image343.wmf"/><Relationship Id="rId6" Type="http://schemas.openxmlformats.org/officeDocument/2006/relationships/image" Target="../media/image342.wmf"/><Relationship Id="rId5" Type="http://schemas.openxmlformats.org/officeDocument/2006/relationships/image" Target="../media/image341.wmf"/><Relationship Id="rId4" Type="http://schemas.openxmlformats.org/officeDocument/2006/relationships/image" Target="../media/image340.wmf"/><Relationship Id="rId3" Type="http://schemas.openxmlformats.org/officeDocument/2006/relationships/image" Target="../media/image339.wmf"/><Relationship Id="rId2" Type="http://schemas.openxmlformats.org/officeDocument/2006/relationships/image" Target="../media/image338.wmf"/><Relationship Id="rId1" Type="http://schemas.openxmlformats.org/officeDocument/2006/relationships/image" Target="../media/image337.wmf"/></Relationships>
</file>

<file path=ppt/drawings/_rels/vmlDrawing47.vml.rels><?xml version="1.0" encoding="UTF-8" standalone="yes"?>
<Relationships xmlns="http://schemas.openxmlformats.org/package/2006/relationships"><Relationship Id="rId2" Type="http://schemas.openxmlformats.org/officeDocument/2006/relationships/image" Target="../media/image347.wmf"/><Relationship Id="rId1" Type="http://schemas.openxmlformats.org/officeDocument/2006/relationships/image" Target="../media/image346.wmf"/></Relationships>
</file>

<file path=ppt/drawings/_rels/vmlDrawing48.vml.rels><?xml version="1.0" encoding="UTF-8" standalone="yes"?>
<Relationships xmlns="http://schemas.openxmlformats.org/package/2006/relationships"><Relationship Id="rId1" Type="http://schemas.openxmlformats.org/officeDocument/2006/relationships/image" Target="../media/image348.wmf"/></Relationships>
</file>

<file path=ppt/drawings/_rels/vmlDrawing49.vml.rels><?xml version="1.0" encoding="UTF-8" standalone="yes"?>
<Relationships xmlns="http://schemas.openxmlformats.org/package/2006/relationships"><Relationship Id="rId2" Type="http://schemas.openxmlformats.org/officeDocument/2006/relationships/image" Target="../media/image350.wmf"/><Relationship Id="rId1" Type="http://schemas.openxmlformats.org/officeDocument/2006/relationships/image" Target="../media/image349.wmf"/></Relationships>
</file>

<file path=ppt/drawings/_rels/vmlDrawing50.vml.rels><?xml version="1.0" encoding="UTF-8" standalone="yes"?>
<Relationships xmlns="http://schemas.openxmlformats.org/package/2006/relationships"><Relationship Id="rId1" Type="http://schemas.openxmlformats.org/officeDocument/2006/relationships/image" Target="../media/image351.wmf"/></Relationships>
</file>

<file path=ppt/drawings/_rels/vmlDrawing51.vml.rels><?xml version="1.0" encoding="UTF-8" standalone="yes"?>
<Relationships xmlns="http://schemas.openxmlformats.org/package/2006/relationships"><Relationship Id="rId1" Type="http://schemas.openxmlformats.org/officeDocument/2006/relationships/image" Target="../media/image352.wmf"/></Relationships>
</file>

<file path=ppt/drawings/_rels/vmlDrawing52.vml.rels><?xml version="1.0" encoding="UTF-8" standalone="yes"?>
<Relationships xmlns="http://schemas.openxmlformats.org/package/2006/relationships"><Relationship Id="rId4" Type="http://schemas.openxmlformats.org/officeDocument/2006/relationships/image" Target="../media/image356.wmf"/><Relationship Id="rId3" Type="http://schemas.openxmlformats.org/officeDocument/2006/relationships/image" Target="../media/image355.wmf"/><Relationship Id="rId2" Type="http://schemas.openxmlformats.org/officeDocument/2006/relationships/image" Target="../media/image354.wmf"/><Relationship Id="rId1" Type="http://schemas.openxmlformats.org/officeDocument/2006/relationships/image" Target="../media/image353.wmf"/></Relationships>
</file>

<file path=ppt/drawings/_rels/vmlDrawing53.vml.rels><?xml version="1.0" encoding="UTF-8" standalone="yes"?>
<Relationships xmlns="http://schemas.openxmlformats.org/package/2006/relationships"><Relationship Id="rId2" Type="http://schemas.openxmlformats.org/officeDocument/2006/relationships/image" Target="../media/image358.wmf"/><Relationship Id="rId1" Type="http://schemas.openxmlformats.org/officeDocument/2006/relationships/image" Target="../media/image357.wmf"/></Relationships>
</file>

<file path=ppt/drawings/_rels/vmlDrawing54.vml.rels><?xml version="1.0" encoding="UTF-8" standalone="yes"?>
<Relationships xmlns="http://schemas.openxmlformats.org/package/2006/relationships"><Relationship Id="rId1" Type="http://schemas.openxmlformats.org/officeDocument/2006/relationships/image" Target="../media/image359.wmf"/></Relationships>
</file>

<file path=ppt/drawings/_rels/vmlDrawing55.vml.rels><?xml version="1.0" encoding="UTF-8" standalone="yes"?>
<Relationships xmlns="http://schemas.openxmlformats.org/package/2006/relationships"><Relationship Id="rId2" Type="http://schemas.openxmlformats.org/officeDocument/2006/relationships/image" Target="../media/image361.wmf"/><Relationship Id="rId1" Type="http://schemas.openxmlformats.org/officeDocument/2006/relationships/image" Target="../media/image360.wmf"/></Relationships>
</file>

<file path=ppt/drawings/_rels/vmlDrawing56.vml.rels><?xml version="1.0" encoding="UTF-8" standalone="yes"?>
<Relationships xmlns="http://schemas.openxmlformats.org/package/2006/relationships"><Relationship Id="rId9" Type="http://schemas.openxmlformats.org/officeDocument/2006/relationships/image" Target="../media/image370.wmf"/><Relationship Id="rId8" Type="http://schemas.openxmlformats.org/officeDocument/2006/relationships/image" Target="../media/image369.wmf"/><Relationship Id="rId7" Type="http://schemas.openxmlformats.org/officeDocument/2006/relationships/image" Target="../media/image368.wmf"/><Relationship Id="rId6" Type="http://schemas.openxmlformats.org/officeDocument/2006/relationships/image" Target="../media/image367.wmf"/><Relationship Id="rId5" Type="http://schemas.openxmlformats.org/officeDocument/2006/relationships/image" Target="../media/image366.wmf"/><Relationship Id="rId4" Type="http://schemas.openxmlformats.org/officeDocument/2006/relationships/image" Target="../media/image365.wmf"/><Relationship Id="rId3" Type="http://schemas.openxmlformats.org/officeDocument/2006/relationships/image" Target="../media/image364.wmf"/><Relationship Id="rId22" Type="http://schemas.openxmlformats.org/officeDocument/2006/relationships/image" Target="../media/image383.wmf"/><Relationship Id="rId21" Type="http://schemas.openxmlformats.org/officeDocument/2006/relationships/image" Target="../media/image382.wmf"/><Relationship Id="rId20" Type="http://schemas.openxmlformats.org/officeDocument/2006/relationships/image" Target="../media/image381.wmf"/><Relationship Id="rId2" Type="http://schemas.openxmlformats.org/officeDocument/2006/relationships/image" Target="../media/image363.wmf"/><Relationship Id="rId19" Type="http://schemas.openxmlformats.org/officeDocument/2006/relationships/image" Target="../media/image380.wmf"/><Relationship Id="rId18" Type="http://schemas.openxmlformats.org/officeDocument/2006/relationships/image" Target="../media/image379.wmf"/><Relationship Id="rId17" Type="http://schemas.openxmlformats.org/officeDocument/2006/relationships/image" Target="../media/image378.wmf"/><Relationship Id="rId16" Type="http://schemas.openxmlformats.org/officeDocument/2006/relationships/image" Target="../media/image377.wmf"/><Relationship Id="rId15" Type="http://schemas.openxmlformats.org/officeDocument/2006/relationships/image" Target="../media/image376.wmf"/><Relationship Id="rId14" Type="http://schemas.openxmlformats.org/officeDocument/2006/relationships/image" Target="../media/image375.wmf"/><Relationship Id="rId13" Type="http://schemas.openxmlformats.org/officeDocument/2006/relationships/image" Target="../media/image374.wmf"/><Relationship Id="rId12" Type="http://schemas.openxmlformats.org/officeDocument/2006/relationships/image" Target="../media/image373.wmf"/><Relationship Id="rId11" Type="http://schemas.openxmlformats.org/officeDocument/2006/relationships/image" Target="../media/image372.wmf"/><Relationship Id="rId10" Type="http://schemas.openxmlformats.org/officeDocument/2006/relationships/image" Target="../media/image371.wmf"/><Relationship Id="rId1" Type="http://schemas.openxmlformats.org/officeDocument/2006/relationships/image" Target="../media/image362.wmf"/></Relationships>
</file>

<file path=ppt/drawings/_rels/vmlDrawing57.vml.rels><?xml version="1.0" encoding="UTF-8" standalone="yes"?>
<Relationships xmlns="http://schemas.openxmlformats.org/package/2006/relationships"><Relationship Id="rId6" Type="http://schemas.openxmlformats.org/officeDocument/2006/relationships/image" Target="../media/image389.wmf"/><Relationship Id="rId5" Type="http://schemas.openxmlformats.org/officeDocument/2006/relationships/image" Target="../media/image388.wmf"/><Relationship Id="rId4" Type="http://schemas.openxmlformats.org/officeDocument/2006/relationships/image" Target="../media/image387.wmf"/><Relationship Id="rId3" Type="http://schemas.openxmlformats.org/officeDocument/2006/relationships/image" Target="../media/image386.wmf"/><Relationship Id="rId2" Type="http://schemas.openxmlformats.org/officeDocument/2006/relationships/image" Target="../media/image385.wmf"/><Relationship Id="rId1" Type="http://schemas.openxmlformats.org/officeDocument/2006/relationships/image" Target="../media/image384.wmf"/></Relationships>
</file>

<file path=ppt/drawings/_rels/vmlDrawing58.vml.rels><?xml version="1.0" encoding="UTF-8" standalone="yes"?>
<Relationships xmlns="http://schemas.openxmlformats.org/package/2006/relationships"><Relationship Id="rId1" Type="http://schemas.openxmlformats.org/officeDocument/2006/relationships/image" Target="../media/image390.wmf"/></Relationships>
</file>

<file path=ppt/drawings/_rels/vmlDrawing59.vml.rels><?xml version="1.0" encoding="UTF-8" standalone="yes"?>
<Relationships xmlns="http://schemas.openxmlformats.org/package/2006/relationships"><Relationship Id="rId7" Type="http://schemas.openxmlformats.org/officeDocument/2006/relationships/image" Target="../media/image397.wmf"/><Relationship Id="rId6" Type="http://schemas.openxmlformats.org/officeDocument/2006/relationships/image" Target="../media/image396.wmf"/><Relationship Id="rId5" Type="http://schemas.openxmlformats.org/officeDocument/2006/relationships/image" Target="../media/image395.wmf"/><Relationship Id="rId4" Type="http://schemas.openxmlformats.org/officeDocument/2006/relationships/image" Target="../media/image394.wmf"/><Relationship Id="rId3" Type="http://schemas.openxmlformats.org/officeDocument/2006/relationships/image" Target="../media/image393.wmf"/><Relationship Id="rId2" Type="http://schemas.openxmlformats.org/officeDocument/2006/relationships/image" Target="../media/image392.wmf"/><Relationship Id="rId1" Type="http://schemas.openxmlformats.org/officeDocument/2006/relationships/image" Target="../media/image391.wmf"/></Relationships>
</file>

<file path=ppt/drawings/_rels/vmlDrawing60.vml.rels><?xml version="1.0" encoding="UTF-8" standalone="yes"?>
<Relationships xmlns="http://schemas.openxmlformats.org/package/2006/relationships"><Relationship Id="rId9" Type="http://schemas.openxmlformats.org/officeDocument/2006/relationships/image" Target="../media/image406.wmf"/><Relationship Id="rId8" Type="http://schemas.openxmlformats.org/officeDocument/2006/relationships/image" Target="../media/image405.wmf"/><Relationship Id="rId7" Type="http://schemas.openxmlformats.org/officeDocument/2006/relationships/image" Target="../media/image404.wmf"/><Relationship Id="rId6" Type="http://schemas.openxmlformats.org/officeDocument/2006/relationships/image" Target="../media/image403.wmf"/><Relationship Id="rId5" Type="http://schemas.openxmlformats.org/officeDocument/2006/relationships/image" Target="../media/image402.wmf"/><Relationship Id="rId4" Type="http://schemas.openxmlformats.org/officeDocument/2006/relationships/image" Target="../media/image401.wmf"/><Relationship Id="rId3" Type="http://schemas.openxmlformats.org/officeDocument/2006/relationships/image" Target="../media/image400.wmf"/><Relationship Id="rId2" Type="http://schemas.openxmlformats.org/officeDocument/2006/relationships/image" Target="../media/image399.wmf"/><Relationship Id="rId1" Type="http://schemas.openxmlformats.org/officeDocument/2006/relationships/image" Target="../media/image398.wmf"/></Relationships>
</file>

<file path=ppt/drawings/_rels/vmlDrawing61.vml.rels><?xml version="1.0" encoding="UTF-8" standalone="yes"?>
<Relationships xmlns="http://schemas.openxmlformats.org/package/2006/relationships"><Relationship Id="rId9" Type="http://schemas.openxmlformats.org/officeDocument/2006/relationships/image" Target="../media/image415.wmf"/><Relationship Id="rId8" Type="http://schemas.openxmlformats.org/officeDocument/2006/relationships/image" Target="../media/image414.wmf"/><Relationship Id="rId7" Type="http://schemas.openxmlformats.org/officeDocument/2006/relationships/image" Target="../media/image413.wmf"/><Relationship Id="rId6" Type="http://schemas.openxmlformats.org/officeDocument/2006/relationships/image" Target="../media/image412.wmf"/><Relationship Id="rId5" Type="http://schemas.openxmlformats.org/officeDocument/2006/relationships/image" Target="../media/image411.wmf"/><Relationship Id="rId4" Type="http://schemas.openxmlformats.org/officeDocument/2006/relationships/image" Target="../media/image410.wmf"/><Relationship Id="rId3" Type="http://schemas.openxmlformats.org/officeDocument/2006/relationships/image" Target="../media/image409.wmf"/><Relationship Id="rId2" Type="http://schemas.openxmlformats.org/officeDocument/2006/relationships/image" Target="../media/image408.wmf"/><Relationship Id="rId10" Type="http://schemas.openxmlformats.org/officeDocument/2006/relationships/image" Target="../media/image416.wmf"/><Relationship Id="rId1" Type="http://schemas.openxmlformats.org/officeDocument/2006/relationships/image" Target="../media/image407.wmf"/></Relationships>
</file>

<file path=ppt/drawings/_rels/vmlDrawing62.vml.rels><?xml version="1.0" encoding="UTF-8" standalone="yes"?>
<Relationships xmlns="http://schemas.openxmlformats.org/package/2006/relationships"><Relationship Id="rId7" Type="http://schemas.openxmlformats.org/officeDocument/2006/relationships/image" Target="../media/image423.wmf"/><Relationship Id="rId6" Type="http://schemas.openxmlformats.org/officeDocument/2006/relationships/image" Target="../media/image422.wmf"/><Relationship Id="rId5" Type="http://schemas.openxmlformats.org/officeDocument/2006/relationships/image" Target="../media/image421.wmf"/><Relationship Id="rId4" Type="http://schemas.openxmlformats.org/officeDocument/2006/relationships/image" Target="../media/image420.wmf"/><Relationship Id="rId3" Type="http://schemas.openxmlformats.org/officeDocument/2006/relationships/image" Target="../media/image419.wmf"/><Relationship Id="rId2" Type="http://schemas.openxmlformats.org/officeDocument/2006/relationships/image" Target="../media/image418.wmf"/><Relationship Id="rId1" Type="http://schemas.openxmlformats.org/officeDocument/2006/relationships/image" Target="../media/image417.wmf"/></Relationships>
</file>

<file path=ppt/drawings/_rels/vmlDrawing63.vml.rels><?xml version="1.0" encoding="UTF-8" standalone="yes"?>
<Relationships xmlns="http://schemas.openxmlformats.org/package/2006/relationships"><Relationship Id="rId8" Type="http://schemas.openxmlformats.org/officeDocument/2006/relationships/image" Target="../media/image431.wmf"/><Relationship Id="rId7" Type="http://schemas.openxmlformats.org/officeDocument/2006/relationships/image" Target="../media/image430.wmf"/><Relationship Id="rId6" Type="http://schemas.openxmlformats.org/officeDocument/2006/relationships/image" Target="../media/image429.wmf"/><Relationship Id="rId5" Type="http://schemas.openxmlformats.org/officeDocument/2006/relationships/image" Target="../media/image428.wmf"/><Relationship Id="rId4" Type="http://schemas.openxmlformats.org/officeDocument/2006/relationships/image" Target="../media/image427.wmf"/><Relationship Id="rId3" Type="http://schemas.openxmlformats.org/officeDocument/2006/relationships/image" Target="../media/image426.wmf"/><Relationship Id="rId2" Type="http://schemas.openxmlformats.org/officeDocument/2006/relationships/image" Target="../media/image425.wmf"/><Relationship Id="rId1" Type="http://schemas.openxmlformats.org/officeDocument/2006/relationships/image" Target="../media/image424.wmf"/></Relationships>
</file>

<file path=ppt/drawings/_rels/vmlDrawing64.vml.rels><?xml version="1.0" encoding="UTF-8" standalone="yes"?>
<Relationships xmlns="http://schemas.openxmlformats.org/package/2006/relationships"><Relationship Id="rId8" Type="http://schemas.openxmlformats.org/officeDocument/2006/relationships/image" Target="../media/image427.wmf"/><Relationship Id="rId7" Type="http://schemas.openxmlformats.org/officeDocument/2006/relationships/image" Target="../media/image426.wmf"/><Relationship Id="rId6" Type="http://schemas.openxmlformats.org/officeDocument/2006/relationships/image" Target="../media/image425.wmf"/><Relationship Id="rId5" Type="http://schemas.openxmlformats.org/officeDocument/2006/relationships/image" Target="../media/image424.wmf"/><Relationship Id="rId4" Type="http://schemas.openxmlformats.org/officeDocument/2006/relationships/image" Target="../media/image435.wmf"/><Relationship Id="rId3" Type="http://schemas.openxmlformats.org/officeDocument/2006/relationships/image" Target="../media/image434.wmf"/><Relationship Id="rId2" Type="http://schemas.openxmlformats.org/officeDocument/2006/relationships/image" Target="../media/image433.wmf"/><Relationship Id="rId1" Type="http://schemas.openxmlformats.org/officeDocument/2006/relationships/image" Target="../media/image432.wmf"/></Relationships>
</file>

<file path=ppt/drawings/_rels/vmlDrawing65.vml.rels><?xml version="1.0" encoding="UTF-8" standalone="yes"?>
<Relationships xmlns="http://schemas.openxmlformats.org/package/2006/relationships"><Relationship Id="rId1" Type="http://schemas.openxmlformats.org/officeDocument/2006/relationships/image" Target="../media/image436.wmf"/></Relationships>
</file>

<file path=ppt/drawings/_rels/vmlDrawing66.vml.rels><?xml version="1.0" encoding="UTF-8" standalone="yes"?>
<Relationships xmlns="http://schemas.openxmlformats.org/package/2006/relationships"><Relationship Id="rId9" Type="http://schemas.openxmlformats.org/officeDocument/2006/relationships/image" Target="../media/image431.wmf"/><Relationship Id="rId8" Type="http://schemas.openxmlformats.org/officeDocument/2006/relationships/image" Target="../media/image430.wmf"/><Relationship Id="rId7" Type="http://schemas.openxmlformats.org/officeDocument/2006/relationships/image" Target="../media/image429.wmf"/><Relationship Id="rId6" Type="http://schemas.openxmlformats.org/officeDocument/2006/relationships/image" Target="../media/image428.wmf"/><Relationship Id="rId5" Type="http://schemas.openxmlformats.org/officeDocument/2006/relationships/image" Target="../media/image441.wmf"/><Relationship Id="rId4" Type="http://schemas.openxmlformats.org/officeDocument/2006/relationships/image" Target="../media/image440.wmf"/><Relationship Id="rId3" Type="http://schemas.openxmlformats.org/officeDocument/2006/relationships/image" Target="../media/image439.wmf"/><Relationship Id="rId2" Type="http://schemas.openxmlformats.org/officeDocument/2006/relationships/image" Target="../media/image438.wmf"/><Relationship Id="rId1" Type="http://schemas.openxmlformats.org/officeDocument/2006/relationships/image" Target="../media/image437.wmf"/></Relationships>
</file>

<file path=ppt/drawings/_rels/vmlDrawing67.vml.rels><?xml version="1.0" encoding="UTF-8" standalone="yes"?>
<Relationships xmlns="http://schemas.openxmlformats.org/package/2006/relationships"><Relationship Id="rId4" Type="http://schemas.openxmlformats.org/officeDocument/2006/relationships/image" Target="../media/image445.wmf"/><Relationship Id="rId3" Type="http://schemas.openxmlformats.org/officeDocument/2006/relationships/image" Target="../media/image444.wmf"/><Relationship Id="rId2" Type="http://schemas.openxmlformats.org/officeDocument/2006/relationships/image" Target="../media/image443.wmf"/><Relationship Id="rId1" Type="http://schemas.openxmlformats.org/officeDocument/2006/relationships/image" Target="../media/image442.wmf"/></Relationships>
</file>

<file path=ppt/drawings/_rels/vmlDrawing68.vml.rels><?xml version="1.0" encoding="UTF-8" standalone="yes"?>
<Relationships xmlns="http://schemas.openxmlformats.org/package/2006/relationships"><Relationship Id="rId7" Type="http://schemas.openxmlformats.org/officeDocument/2006/relationships/image" Target="../media/image452.wmf"/><Relationship Id="rId6" Type="http://schemas.openxmlformats.org/officeDocument/2006/relationships/image" Target="../media/image451.wmf"/><Relationship Id="rId5" Type="http://schemas.openxmlformats.org/officeDocument/2006/relationships/image" Target="../media/image450.wmf"/><Relationship Id="rId4" Type="http://schemas.openxmlformats.org/officeDocument/2006/relationships/image" Target="../media/image449.wmf"/><Relationship Id="rId3" Type="http://schemas.openxmlformats.org/officeDocument/2006/relationships/image" Target="../media/image448.wmf"/><Relationship Id="rId2" Type="http://schemas.openxmlformats.org/officeDocument/2006/relationships/image" Target="../media/image447.wmf"/><Relationship Id="rId1" Type="http://schemas.openxmlformats.org/officeDocument/2006/relationships/image" Target="../media/image446.wmf"/></Relationships>
</file>

<file path=ppt/drawings/_rels/vmlDrawing69.vml.rels><?xml version="1.0" encoding="UTF-8" standalone="yes"?>
<Relationships xmlns="http://schemas.openxmlformats.org/package/2006/relationships"><Relationship Id="rId5" Type="http://schemas.openxmlformats.org/officeDocument/2006/relationships/image" Target="../media/image457.wmf"/><Relationship Id="rId4" Type="http://schemas.openxmlformats.org/officeDocument/2006/relationships/image" Target="../media/image456.wmf"/><Relationship Id="rId3" Type="http://schemas.openxmlformats.org/officeDocument/2006/relationships/image" Target="../media/image455.wmf"/><Relationship Id="rId2" Type="http://schemas.openxmlformats.org/officeDocument/2006/relationships/image" Target="../media/image454.wmf"/><Relationship Id="rId1" Type="http://schemas.openxmlformats.org/officeDocument/2006/relationships/image" Target="../media/image453.wmf"/></Relationships>
</file>

<file path=ppt/drawings/_rels/vmlDrawing70.vml.rels><?xml version="1.0" encoding="UTF-8" standalone="yes"?>
<Relationships xmlns="http://schemas.openxmlformats.org/package/2006/relationships"><Relationship Id="rId9" Type="http://schemas.openxmlformats.org/officeDocument/2006/relationships/image" Target="../media/image466.wmf"/><Relationship Id="rId8" Type="http://schemas.openxmlformats.org/officeDocument/2006/relationships/image" Target="../media/image465.wmf"/><Relationship Id="rId7" Type="http://schemas.openxmlformats.org/officeDocument/2006/relationships/image" Target="../media/image464.wmf"/><Relationship Id="rId6" Type="http://schemas.openxmlformats.org/officeDocument/2006/relationships/image" Target="../media/image463.wmf"/><Relationship Id="rId5" Type="http://schemas.openxmlformats.org/officeDocument/2006/relationships/image" Target="../media/image462.wmf"/><Relationship Id="rId4" Type="http://schemas.openxmlformats.org/officeDocument/2006/relationships/image" Target="../media/image461.wmf"/><Relationship Id="rId3" Type="http://schemas.openxmlformats.org/officeDocument/2006/relationships/image" Target="../media/image460.wmf"/><Relationship Id="rId2" Type="http://schemas.openxmlformats.org/officeDocument/2006/relationships/image" Target="../media/image459.wmf"/><Relationship Id="rId1" Type="http://schemas.openxmlformats.org/officeDocument/2006/relationships/image" Target="../media/image458.wmf"/></Relationships>
</file>

<file path=ppt/drawings/_rels/vmlDrawing71.vml.rels><?xml version="1.0" encoding="UTF-8" standalone="yes"?>
<Relationships xmlns="http://schemas.openxmlformats.org/package/2006/relationships"><Relationship Id="rId5" Type="http://schemas.openxmlformats.org/officeDocument/2006/relationships/image" Target="../media/image471.wmf"/><Relationship Id="rId4" Type="http://schemas.openxmlformats.org/officeDocument/2006/relationships/image" Target="../media/image470.wmf"/><Relationship Id="rId3" Type="http://schemas.openxmlformats.org/officeDocument/2006/relationships/image" Target="../media/image469.wmf"/><Relationship Id="rId2" Type="http://schemas.openxmlformats.org/officeDocument/2006/relationships/image" Target="../media/image468.wmf"/><Relationship Id="rId1" Type="http://schemas.openxmlformats.org/officeDocument/2006/relationships/image" Target="../media/image467.wmf"/></Relationships>
</file>

<file path=ppt/drawings/_rels/vmlDrawing72.vml.rels><?xml version="1.0" encoding="UTF-8" standalone="yes"?>
<Relationships xmlns="http://schemas.openxmlformats.org/package/2006/relationships"><Relationship Id="rId4" Type="http://schemas.openxmlformats.org/officeDocument/2006/relationships/image" Target="../media/image475.wmf"/><Relationship Id="rId3" Type="http://schemas.openxmlformats.org/officeDocument/2006/relationships/image" Target="../media/image474.wmf"/><Relationship Id="rId2" Type="http://schemas.openxmlformats.org/officeDocument/2006/relationships/image" Target="../media/image473.wmf"/><Relationship Id="rId1" Type="http://schemas.openxmlformats.org/officeDocument/2006/relationships/image" Target="../media/image472.wmf"/></Relationships>
</file>

<file path=ppt/drawings/_rels/vmlDrawing73.vml.rels><?xml version="1.0" encoding="UTF-8" standalone="yes"?>
<Relationships xmlns="http://schemas.openxmlformats.org/package/2006/relationships"><Relationship Id="rId3" Type="http://schemas.openxmlformats.org/officeDocument/2006/relationships/image" Target="../media/image478.wmf"/><Relationship Id="rId2" Type="http://schemas.openxmlformats.org/officeDocument/2006/relationships/image" Target="../media/image477.wmf"/><Relationship Id="rId1" Type="http://schemas.openxmlformats.org/officeDocument/2006/relationships/image" Target="../media/image476.wmf"/></Relationships>
</file>

<file path=ppt/drawings/_rels/vmlDrawing74.vml.rels><?xml version="1.0" encoding="UTF-8" standalone="yes"?>
<Relationships xmlns="http://schemas.openxmlformats.org/package/2006/relationships"><Relationship Id="rId4" Type="http://schemas.openxmlformats.org/officeDocument/2006/relationships/image" Target="../media/image482.wmf"/><Relationship Id="rId3" Type="http://schemas.openxmlformats.org/officeDocument/2006/relationships/image" Target="../media/image481.wmf"/><Relationship Id="rId2" Type="http://schemas.openxmlformats.org/officeDocument/2006/relationships/image" Target="../media/image480.wmf"/><Relationship Id="rId1" Type="http://schemas.openxmlformats.org/officeDocument/2006/relationships/image" Target="../media/image479.wmf"/></Relationships>
</file>

<file path=ppt/drawings/_rels/vmlDrawing75.vml.rels><?xml version="1.0" encoding="UTF-8" standalone="yes"?>
<Relationships xmlns="http://schemas.openxmlformats.org/package/2006/relationships"><Relationship Id="rId6" Type="http://schemas.openxmlformats.org/officeDocument/2006/relationships/image" Target="../media/image488.wmf"/><Relationship Id="rId5" Type="http://schemas.openxmlformats.org/officeDocument/2006/relationships/image" Target="../media/image487.wmf"/><Relationship Id="rId4" Type="http://schemas.openxmlformats.org/officeDocument/2006/relationships/image" Target="../media/image486.wmf"/><Relationship Id="rId3" Type="http://schemas.openxmlformats.org/officeDocument/2006/relationships/image" Target="../media/image485.wmf"/><Relationship Id="rId2" Type="http://schemas.openxmlformats.org/officeDocument/2006/relationships/image" Target="../media/image484.wmf"/><Relationship Id="rId1" Type="http://schemas.openxmlformats.org/officeDocument/2006/relationships/image" Target="../media/image483.wmf"/></Relationships>
</file>

<file path=ppt/drawings/_rels/vmlDrawing76.vml.rels><?xml version="1.0" encoding="UTF-8" standalone="yes"?>
<Relationships xmlns="http://schemas.openxmlformats.org/package/2006/relationships"><Relationship Id="rId9" Type="http://schemas.openxmlformats.org/officeDocument/2006/relationships/image" Target="../media/image488.wmf"/><Relationship Id="rId8" Type="http://schemas.openxmlformats.org/officeDocument/2006/relationships/image" Target="../media/image496.wmf"/><Relationship Id="rId7" Type="http://schemas.openxmlformats.org/officeDocument/2006/relationships/image" Target="../media/image495.wmf"/><Relationship Id="rId6" Type="http://schemas.openxmlformats.org/officeDocument/2006/relationships/image" Target="../media/image494.wmf"/><Relationship Id="rId5" Type="http://schemas.openxmlformats.org/officeDocument/2006/relationships/image" Target="../media/image493.wmf"/><Relationship Id="rId4" Type="http://schemas.openxmlformats.org/officeDocument/2006/relationships/image" Target="../media/image492.wmf"/><Relationship Id="rId3" Type="http://schemas.openxmlformats.org/officeDocument/2006/relationships/image" Target="../media/image491.wmf"/><Relationship Id="rId2" Type="http://schemas.openxmlformats.org/officeDocument/2006/relationships/image" Target="../media/image490.wmf"/><Relationship Id="rId1" Type="http://schemas.openxmlformats.org/officeDocument/2006/relationships/image" Target="../media/image489.wmf"/></Relationships>
</file>

<file path=ppt/drawings/_rels/vmlDrawing77.vml.rels><?xml version="1.0" encoding="UTF-8" standalone="yes"?>
<Relationships xmlns="http://schemas.openxmlformats.org/package/2006/relationships"><Relationship Id="rId6" Type="http://schemas.openxmlformats.org/officeDocument/2006/relationships/image" Target="../media/image502.wmf"/><Relationship Id="rId5" Type="http://schemas.openxmlformats.org/officeDocument/2006/relationships/image" Target="../media/image501.wmf"/><Relationship Id="rId4" Type="http://schemas.openxmlformats.org/officeDocument/2006/relationships/image" Target="../media/image500.wmf"/><Relationship Id="rId3" Type="http://schemas.openxmlformats.org/officeDocument/2006/relationships/image" Target="../media/image499.wmf"/><Relationship Id="rId2" Type="http://schemas.openxmlformats.org/officeDocument/2006/relationships/image" Target="../media/image498.wmf"/><Relationship Id="rId1" Type="http://schemas.openxmlformats.org/officeDocument/2006/relationships/image" Target="../media/image497.wmf"/></Relationship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showMasterSp="0">
  <p:cSld name="标题幻灯片">
    <p:bg>
      <p:bgPr>
        <a:solidFill>
          <a:schemeClr val="bg1"/>
        </a:solidFill>
        <a:effectLst/>
      </p:bgPr>
    </p:bg>
    <p:spTree>
      <p:nvGrpSpPr>
        <p:cNvPr id="1" name=""/>
        <p:cNvGrpSpPr/>
        <p:nvPr/>
      </p:nvGrpSpPr>
      <p:grpSpPr>
        <a:xfrm>
          <a:off x="0" y="0"/>
          <a:ext cx="0" cy="0"/>
          <a:chOff x="0" y="0"/>
          <a:chExt cx="0" cy="0"/>
        </a:xfrm>
      </p:grpSpPr>
      <p:pic>
        <p:nvPicPr>
          <p:cNvPr id="80898" name="Picture 2" descr="333"/>
          <p:cNvPicPr>
            <a:picLocks noChangeAspect="1"/>
          </p:cNvPicPr>
          <p:nvPr userDrawn="1"/>
        </p:nvPicPr>
        <p:blipFill>
          <a:blip r:embed="rId2"/>
          <a:srcRect b="493"/>
          <a:stretch>
            <a:fillRect/>
          </a:stretch>
        </p:blipFill>
        <p:spPr>
          <a:xfrm>
            <a:off x="0" y="0"/>
            <a:ext cx="9180513" cy="6884988"/>
          </a:xfrm>
          <a:prstGeom prst="rect">
            <a:avLst/>
          </a:prstGeom>
          <a:noFill/>
          <a:ln w="9525">
            <a:noFill/>
          </a:ln>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a:prstGeom prst="rect">
            <a:avLst/>
          </a:prstGeom>
        </p:spPr>
        <p:txBody>
          <a:bodyPr/>
          <a:lstStyle/>
          <a:p>
            <a:r>
              <a:rPr lang="zh-CN" altLang="en-US" noProof="1" smtClean="0"/>
              <a:t>单击此处编辑母版标题样式</a:t>
            </a:r>
            <a:endParaRPr lang="zh-CN" altLang="en-US" noProof="1"/>
          </a:p>
        </p:txBody>
      </p:sp>
      <p:sp>
        <p:nvSpPr>
          <p:cNvPr id="3" name="内容占位符 2"/>
          <p:cNvSpPr>
            <a:spLocks noGrp="1"/>
          </p:cNvSpPr>
          <p:nvPr>
            <p:ph idx="1"/>
          </p:nvPr>
        </p:nvSpPr>
        <p:spPr>
          <a:xfrm>
            <a:off x="457200" y="1600200"/>
            <a:ext cx="8229600" cy="4525963"/>
          </a:xfrm>
          <a:prstGeom prst="rect">
            <a:avLst/>
          </a:prstGeom>
        </p:spPr>
        <p:txBody>
          <a:bodyPr/>
          <a:lstStyle/>
          <a:p>
            <a:pPr lvl="0"/>
            <a:r>
              <a:rPr lang="zh-CN" altLang="en-US" noProof="1" smtClean="0"/>
              <a:t>单击此处编辑母版文本样式</a:t>
            </a:r>
            <a:endParaRPr lang="zh-CN" altLang="en-US" noProof="1" smtClean="0"/>
          </a:p>
          <a:p>
            <a:pPr lvl="1"/>
            <a:r>
              <a:rPr lang="zh-CN" altLang="en-US" noProof="1" smtClean="0"/>
              <a:t>第二级</a:t>
            </a:r>
            <a:endParaRPr lang="zh-CN" altLang="en-US" noProof="1" smtClean="0"/>
          </a:p>
          <a:p>
            <a:pPr lvl="2"/>
            <a:r>
              <a:rPr lang="zh-CN" altLang="en-US" noProof="1" smtClean="0"/>
              <a:t>第三级</a:t>
            </a:r>
            <a:endParaRPr lang="zh-CN" altLang="en-US" noProof="1" smtClean="0"/>
          </a:p>
          <a:p>
            <a:pPr lvl="3"/>
            <a:r>
              <a:rPr lang="zh-CN" altLang="en-US" noProof="1" smtClean="0"/>
              <a:t>第四级</a:t>
            </a:r>
            <a:endParaRPr lang="zh-CN" altLang="en-US" noProof="1" smtClean="0"/>
          </a:p>
          <a:p>
            <a:pPr lvl="4"/>
            <a:r>
              <a:rPr lang="zh-CN" altLang="en-US" noProof="1" smtClean="0"/>
              <a:t>第五级</a:t>
            </a:r>
            <a:endParaRPr lang="zh-CN" altLang="en-US" noProof="1"/>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a:prstGeom prst="rect">
            <a:avLst/>
          </a:prstGeom>
        </p:spPr>
        <p:txBody>
          <a:bodyPr anchor="t"/>
          <a:lstStyle>
            <a:lvl1pPr algn="l">
              <a:defRPr sz="4000" b="1" cap="all"/>
            </a:lvl1pPr>
          </a:lstStyle>
          <a:p>
            <a:r>
              <a:rPr lang="zh-CN" altLang="en-US" noProof="1" smtClean="0"/>
              <a:t>单击此处编辑母版标题样式</a:t>
            </a:r>
            <a:endParaRPr lang="zh-CN" altLang="en-US" noProof="1"/>
          </a:p>
        </p:txBody>
      </p:sp>
      <p:sp>
        <p:nvSpPr>
          <p:cNvPr id="3" name="文本占位符 2"/>
          <p:cNvSpPr>
            <a:spLocks noGrp="1"/>
          </p:cNvSpPr>
          <p:nvPr>
            <p:ph type="body" idx="1"/>
          </p:nvPr>
        </p:nvSpPr>
        <p:spPr>
          <a:xfrm>
            <a:off x="722313" y="2906713"/>
            <a:ext cx="7772400" cy="1500187"/>
          </a:xfrm>
          <a:prstGeom prst="rect">
            <a:avLst/>
          </a:prstGeo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noProof="1" smtClean="0"/>
              <a:t>单击此处编辑母版文本样式</a:t>
            </a:r>
            <a:endParaRPr lang="zh-CN" altLang="en-US" noProof="1" smtClean="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a:prstGeom prst="rect">
            <a:avLst/>
          </a:prstGeom>
        </p:spPr>
        <p:txBody>
          <a:bodyPr/>
          <a:lstStyle/>
          <a:p>
            <a:r>
              <a:rPr lang="zh-CN" altLang="en-US" noProof="1" smtClean="0"/>
              <a:t>单击此处编辑母版标题样式</a:t>
            </a:r>
            <a:endParaRPr lang="zh-CN" altLang="en-US" noProof="1"/>
          </a:p>
        </p:txBody>
      </p:sp>
      <p:sp>
        <p:nvSpPr>
          <p:cNvPr id="3" name="内容占位符 2"/>
          <p:cNvSpPr>
            <a:spLocks noGrp="1"/>
          </p:cNvSpPr>
          <p:nvPr>
            <p:ph sz="half" idx="1"/>
          </p:nvPr>
        </p:nvSpPr>
        <p:spPr>
          <a:xfrm>
            <a:off x="457200" y="1600200"/>
            <a:ext cx="4038600" cy="4525963"/>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noProof="1" smtClean="0"/>
              <a:t>单击此处编辑母版文本样式</a:t>
            </a:r>
            <a:endParaRPr lang="zh-CN" altLang="en-US" noProof="1" smtClean="0"/>
          </a:p>
          <a:p>
            <a:pPr lvl="1"/>
            <a:r>
              <a:rPr lang="zh-CN" altLang="en-US" noProof="1" smtClean="0"/>
              <a:t>第二级</a:t>
            </a:r>
            <a:endParaRPr lang="zh-CN" altLang="en-US" noProof="1" smtClean="0"/>
          </a:p>
          <a:p>
            <a:pPr lvl="2"/>
            <a:r>
              <a:rPr lang="zh-CN" altLang="en-US" noProof="1" smtClean="0"/>
              <a:t>第三级</a:t>
            </a:r>
            <a:endParaRPr lang="zh-CN" altLang="en-US" noProof="1" smtClean="0"/>
          </a:p>
          <a:p>
            <a:pPr lvl="3"/>
            <a:r>
              <a:rPr lang="zh-CN" altLang="en-US" noProof="1" smtClean="0"/>
              <a:t>第四级</a:t>
            </a:r>
            <a:endParaRPr lang="zh-CN" altLang="en-US" noProof="1" smtClean="0"/>
          </a:p>
          <a:p>
            <a:pPr lvl="4"/>
            <a:r>
              <a:rPr lang="zh-CN" altLang="en-US" noProof="1" smtClean="0"/>
              <a:t>第五级</a:t>
            </a:r>
            <a:endParaRPr lang="zh-CN" altLang="en-US" noProof="1"/>
          </a:p>
        </p:txBody>
      </p:sp>
      <p:sp>
        <p:nvSpPr>
          <p:cNvPr id="4" name="内容占位符 3"/>
          <p:cNvSpPr>
            <a:spLocks noGrp="1"/>
          </p:cNvSpPr>
          <p:nvPr>
            <p:ph sz="half" idx="2"/>
          </p:nvPr>
        </p:nvSpPr>
        <p:spPr>
          <a:xfrm>
            <a:off x="4648200" y="1600200"/>
            <a:ext cx="4038600" cy="4525963"/>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noProof="1" smtClean="0"/>
              <a:t>单击此处编辑母版文本样式</a:t>
            </a:r>
            <a:endParaRPr lang="zh-CN" altLang="en-US" noProof="1" smtClean="0"/>
          </a:p>
          <a:p>
            <a:pPr lvl="1"/>
            <a:r>
              <a:rPr lang="zh-CN" altLang="en-US" noProof="1" smtClean="0"/>
              <a:t>第二级</a:t>
            </a:r>
            <a:endParaRPr lang="zh-CN" altLang="en-US" noProof="1" smtClean="0"/>
          </a:p>
          <a:p>
            <a:pPr lvl="2"/>
            <a:r>
              <a:rPr lang="zh-CN" altLang="en-US" noProof="1" smtClean="0"/>
              <a:t>第三级</a:t>
            </a:r>
            <a:endParaRPr lang="zh-CN" altLang="en-US" noProof="1" smtClean="0"/>
          </a:p>
          <a:p>
            <a:pPr lvl="3"/>
            <a:r>
              <a:rPr lang="zh-CN" altLang="en-US" noProof="1" smtClean="0"/>
              <a:t>第四级</a:t>
            </a:r>
            <a:endParaRPr lang="zh-CN" altLang="en-US" noProof="1" smtClean="0"/>
          </a:p>
          <a:p>
            <a:pPr lvl="4"/>
            <a:r>
              <a:rPr lang="zh-CN" altLang="en-US" noProof="1" smtClean="0"/>
              <a:t>第五级</a:t>
            </a:r>
            <a:endParaRPr lang="zh-CN" altLang="en-US" noProof="1"/>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a:prstGeom prst="rect">
            <a:avLst/>
          </a:prstGeom>
        </p:spPr>
        <p:txBody>
          <a:bodyPr/>
          <a:lstStyle>
            <a:lvl1pPr>
              <a:defRPr/>
            </a:lvl1pPr>
          </a:lstStyle>
          <a:p>
            <a:r>
              <a:rPr lang="zh-CN" altLang="en-US" noProof="1" smtClean="0"/>
              <a:t>单击此处编辑母版标题样式</a:t>
            </a:r>
            <a:endParaRPr lang="zh-CN" altLang="en-US" noProof="1"/>
          </a:p>
        </p:txBody>
      </p:sp>
      <p:sp>
        <p:nvSpPr>
          <p:cNvPr id="3" name="文本占位符 2"/>
          <p:cNvSpPr>
            <a:spLocks noGrp="1"/>
          </p:cNvSpPr>
          <p:nvPr>
            <p:ph type="body" idx="1"/>
          </p:nvPr>
        </p:nvSpPr>
        <p:spPr>
          <a:xfrm>
            <a:off x="457200" y="1535113"/>
            <a:ext cx="4040188" cy="63976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noProof="1" smtClean="0"/>
              <a:t>单击此处编辑母版文本样式</a:t>
            </a:r>
            <a:endParaRPr lang="zh-CN" altLang="en-US" noProof="1" smtClean="0"/>
          </a:p>
        </p:txBody>
      </p:sp>
      <p:sp>
        <p:nvSpPr>
          <p:cNvPr id="4" name="内容占位符 3"/>
          <p:cNvSpPr>
            <a:spLocks noGrp="1"/>
          </p:cNvSpPr>
          <p:nvPr>
            <p:ph sz="half" idx="2"/>
          </p:nvPr>
        </p:nvSpPr>
        <p:spPr>
          <a:xfrm>
            <a:off x="457200" y="2174875"/>
            <a:ext cx="4040188" cy="3951288"/>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noProof="1" smtClean="0"/>
              <a:t>单击此处编辑母版文本样式</a:t>
            </a:r>
            <a:endParaRPr lang="zh-CN" altLang="en-US" noProof="1" smtClean="0"/>
          </a:p>
          <a:p>
            <a:pPr lvl="1"/>
            <a:r>
              <a:rPr lang="zh-CN" altLang="en-US" noProof="1" smtClean="0"/>
              <a:t>第二级</a:t>
            </a:r>
            <a:endParaRPr lang="zh-CN" altLang="en-US" noProof="1" smtClean="0"/>
          </a:p>
          <a:p>
            <a:pPr lvl="2"/>
            <a:r>
              <a:rPr lang="zh-CN" altLang="en-US" noProof="1" smtClean="0"/>
              <a:t>第三级</a:t>
            </a:r>
            <a:endParaRPr lang="zh-CN" altLang="en-US" noProof="1" smtClean="0"/>
          </a:p>
          <a:p>
            <a:pPr lvl="3"/>
            <a:r>
              <a:rPr lang="zh-CN" altLang="en-US" noProof="1" smtClean="0"/>
              <a:t>第四级</a:t>
            </a:r>
            <a:endParaRPr lang="zh-CN" altLang="en-US" noProof="1" smtClean="0"/>
          </a:p>
          <a:p>
            <a:pPr lvl="4"/>
            <a:r>
              <a:rPr lang="zh-CN" altLang="en-US" noProof="1" smtClean="0"/>
              <a:t>第五级</a:t>
            </a:r>
            <a:endParaRPr lang="zh-CN" altLang="en-US" noProof="1"/>
          </a:p>
        </p:txBody>
      </p:sp>
      <p:sp>
        <p:nvSpPr>
          <p:cNvPr id="5" name="文本占位符 4"/>
          <p:cNvSpPr>
            <a:spLocks noGrp="1"/>
          </p:cNvSpPr>
          <p:nvPr>
            <p:ph type="body" sz="quarter" idx="3"/>
          </p:nvPr>
        </p:nvSpPr>
        <p:spPr>
          <a:xfrm>
            <a:off x="4645025" y="1535113"/>
            <a:ext cx="4041775" cy="63976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noProof="1" smtClean="0"/>
              <a:t>单击此处编辑母版文本样式</a:t>
            </a:r>
            <a:endParaRPr lang="zh-CN" altLang="en-US" noProof="1" smtClean="0"/>
          </a:p>
        </p:txBody>
      </p:sp>
      <p:sp>
        <p:nvSpPr>
          <p:cNvPr id="6" name="内容占位符 5"/>
          <p:cNvSpPr>
            <a:spLocks noGrp="1"/>
          </p:cNvSpPr>
          <p:nvPr>
            <p:ph sz="quarter" idx="4"/>
          </p:nvPr>
        </p:nvSpPr>
        <p:spPr>
          <a:xfrm>
            <a:off x="4645025" y="2174875"/>
            <a:ext cx="4041775" cy="3951288"/>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noProof="1" smtClean="0"/>
              <a:t>单击此处编辑母版文本样式</a:t>
            </a:r>
            <a:endParaRPr lang="zh-CN" altLang="en-US" noProof="1" smtClean="0"/>
          </a:p>
          <a:p>
            <a:pPr lvl="1"/>
            <a:r>
              <a:rPr lang="zh-CN" altLang="en-US" noProof="1" smtClean="0"/>
              <a:t>第二级</a:t>
            </a:r>
            <a:endParaRPr lang="zh-CN" altLang="en-US" noProof="1" smtClean="0"/>
          </a:p>
          <a:p>
            <a:pPr lvl="2"/>
            <a:r>
              <a:rPr lang="zh-CN" altLang="en-US" noProof="1" smtClean="0"/>
              <a:t>第三级</a:t>
            </a:r>
            <a:endParaRPr lang="zh-CN" altLang="en-US" noProof="1" smtClean="0"/>
          </a:p>
          <a:p>
            <a:pPr lvl="3"/>
            <a:r>
              <a:rPr lang="zh-CN" altLang="en-US" noProof="1" smtClean="0"/>
              <a:t>第四级</a:t>
            </a:r>
            <a:endParaRPr lang="zh-CN" altLang="en-US" noProof="1" smtClean="0"/>
          </a:p>
          <a:p>
            <a:pPr lvl="4"/>
            <a:r>
              <a:rPr lang="zh-CN" altLang="en-US" noProof="1" smtClean="0"/>
              <a:t>第五级</a:t>
            </a:r>
            <a:endParaRPr lang="zh-CN" altLang="en-US" noProof="1"/>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a:prstGeom prst="rect">
            <a:avLst/>
          </a:prstGeom>
        </p:spPr>
        <p:txBody>
          <a:bodyPr/>
          <a:lstStyle/>
          <a:p>
            <a:r>
              <a:rPr lang="zh-CN" altLang="en-US" noProof="1" smtClean="0"/>
              <a:t>单击此处编辑母版标题样式</a:t>
            </a:r>
            <a:endParaRPr lang="zh-CN" altLang="en-US" noProof="1"/>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a:prstGeom prst="rect">
            <a:avLst/>
          </a:prstGeom>
        </p:spPr>
        <p:txBody>
          <a:bodyPr anchor="b"/>
          <a:lstStyle>
            <a:lvl1pPr algn="l">
              <a:defRPr sz="2000" b="1"/>
            </a:lvl1pPr>
          </a:lstStyle>
          <a:p>
            <a:r>
              <a:rPr lang="zh-CN" altLang="en-US" noProof="1" smtClean="0"/>
              <a:t>单击此处编辑母版标题样式</a:t>
            </a:r>
            <a:endParaRPr lang="zh-CN" altLang="en-US" noProof="1"/>
          </a:p>
        </p:txBody>
      </p:sp>
      <p:sp>
        <p:nvSpPr>
          <p:cNvPr id="3" name="内容占位符 2"/>
          <p:cNvSpPr>
            <a:spLocks noGrp="1"/>
          </p:cNvSpPr>
          <p:nvPr>
            <p:ph idx="1"/>
          </p:nvPr>
        </p:nvSpPr>
        <p:spPr>
          <a:xfrm>
            <a:off x="3575050" y="273050"/>
            <a:ext cx="5111750" cy="5853113"/>
          </a:xfrm>
          <a:prstGeom prst="rect">
            <a:avLst/>
          </a:prstGeo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noProof="1" smtClean="0"/>
              <a:t>单击此处编辑母版文本样式</a:t>
            </a:r>
            <a:endParaRPr lang="zh-CN" altLang="en-US" noProof="1" smtClean="0"/>
          </a:p>
          <a:p>
            <a:pPr lvl="1"/>
            <a:r>
              <a:rPr lang="zh-CN" altLang="en-US" noProof="1" smtClean="0"/>
              <a:t>第二级</a:t>
            </a:r>
            <a:endParaRPr lang="zh-CN" altLang="en-US" noProof="1" smtClean="0"/>
          </a:p>
          <a:p>
            <a:pPr lvl="2"/>
            <a:r>
              <a:rPr lang="zh-CN" altLang="en-US" noProof="1" smtClean="0"/>
              <a:t>第三级</a:t>
            </a:r>
            <a:endParaRPr lang="zh-CN" altLang="en-US" noProof="1" smtClean="0"/>
          </a:p>
          <a:p>
            <a:pPr lvl="3"/>
            <a:r>
              <a:rPr lang="zh-CN" altLang="en-US" noProof="1" smtClean="0"/>
              <a:t>第四级</a:t>
            </a:r>
            <a:endParaRPr lang="zh-CN" altLang="en-US" noProof="1" smtClean="0"/>
          </a:p>
          <a:p>
            <a:pPr lvl="4"/>
            <a:r>
              <a:rPr lang="zh-CN" altLang="en-US" noProof="1" smtClean="0"/>
              <a:t>第五级</a:t>
            </a:r>
            <a:endParaRPr lang="zh-CN" altLang="en-US" noProof="1"/>
          </a:p>
        </p:txBody>
      </p:sp>
      <p:sp>
        <p:nvSpPr>
          <p:cNvPr id="4" name="文本占位符 3"/>
          <p:cNvSpPr>
            <a:spLocks noGrp="1"/>
          </p:cNvSpPr>
          <p:nvPr>
            <p:ph type="body" sz="half" idx="2"/>
          </p:nvPr>
        </p:nvSpPr>
        <p:spPr>
          <a:xfrm>
            <a:off x="457200" y="1435100"/>
            <a:ext cx="3008313" cy="4691063"/>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noProof="1" smtClean="0"/>
              <a:t>单击此处编辑母版文本样式</a:t>
            </a:r>
            <a:endParaRPr lang="zh-CN" altLang="en-US" noProof="1" smtClean="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a:prstGeom prst="rect">
            <a:avLst/>
          </a:prstGeom>
        </p:spPr>
        <p:txBody>
          <a:bodyPr anchor="b"/>
          <a:lstStyle>
            <a:lvl1pPr algn="l">
              <a:defRPr sz="2000" b="1"/>
            </a:lvl1pPr>
          </a:lstStyle>
          <a:p>
            <a:r>
              <a:rPr lang="zh-CN" altLang="en-US" noProof="1" smtClean="0"/>
              <a:t>单击此处编辑母版标题样式</a:t>
            </a:r>
            <a:endParaRPr lang="zh-CN" altLang="en-US" noProof="1"/>
          </a:p>
        </p:txBody>
      </p:sp>
      <p:sp>
        <p:nvSpPr>
          <p:cNvPr id="3" name="图片占位符 2"/>
          <p:cNvSpPr>
            <a:spLocks noGrp="1"/>
          </p:cNvSpPr>
          <p:nvPr>
            <p:ph type="pic" idx="1"/>
          </p:nvPr>
        </p:nvSpPr>
        <p:spPr>
          <a:xfrm>
            <a:off x="1792288" y="612775"/>
            <a:ext cx="5486400" cy="4114800"/>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marL="0" marR="0" lvl="0" indent="0" algn="l" defTabSz="914400" rtl="0" eaLnBrk="1" fontAlgn="base" latinLnBrk="0" hangingPunct="1">
              <a:lnSpc>
                <a:spcPct val="100000"/>
              </a:lnSpc>
              <a:spcBef>
                <a:spcPct val="20000"/>
              </a:spcBef>
              <a:spcAft>
                <a:spcPct val="0"/>
              </a:spcAft>
              <a:buClrTx/>
              <a:buSzTx/>
              <a:buFontTx/>
              <a:buNone/>
              <a:defRPr/>
            </a:pPr>
            <a:endParaRPr kumimoji="0" lang="zh-CN" altLang="en-US" sz="3200" b="0" i="0" u="none" strike="noStrike" kern="0" cap="none" spc="0" normalizeH="0" baseline="0" noProof="0" smtClean="0">
              <a:ln>
                <a:noFill/>
              </a:ln>
              <a:solidFill>
                <a:schemeClr val="tx1"/>
              </a:solidFill>
              <a:effectLst/>
              <a:uLnTx/>
              <a:uFillTx/>
              <a:latin typeface="+mn-lt"/>
              <a:ea typeface="+mn-ea"/>
              <a:cs typeface="+mn-cs"/>
            </a:endParaRPr>
          </a:p>
        </p:txBody>
      </p:sp>
      <p:sp>
        <p:nvSpPr>
          <p:cNvPr id="4" name="文本占位符 3"/>
          <p:cNvSpPr>
            <a:spLocks noGrp="1"/>
          </p:cNvSpPr>
          <p:nvPr>
            <p:ph type="body" sz="half" idx="2"/>
          </p:nvPr>
        </p:nvSpPr>
        <p:spPr>
          <a:xfrm>
            <a:off x="1792288" y="5367338"/>
            <a:ext cx="5486400" cy="804862"/>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noProof="1" smtClean="0"/>
              <a:t>单击此处编辑母版文本样式</a:t>
            </a:r>
            <a:endParaRPr lang="zh-CN" altLang="en-US" noProof="1" smtClean="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a:prstGeom prst="rect">
            <a:avLst/>
          </a:prstGeom>
        </p:spPr>
        <p:txBody>
          <a:bodyPr/>
          <a:lstStyle/>
          <a:p>
            <a:r>
              <a:rPr lang="zh-CN" altLang="en-US" noProof="1" smtClean="0"/>
              <a:t>单击此处编辑母版标题样式</a:t>
            </a:r>
            <a:endParaRPr lang="zh-CN" altLang="en-US" noProof="1"/>
          </a:p>
        </p:txBody>
      </p:sp>
      <p:sp>
        <p:nvSpPr>
          <p:cNvPr id="3" name="竖排文字占位符 2"/>
          <p:cNvSpPr>
            <a:spLocks noGrp="1"/>
          </p:cNvSpPr>
          <p:nvPr>
            <p:ph type="body" orient="vert" idx="1"/>
          </p:nvPr>
        </p:nvSpPr>
        <p:spPr>
          <a:xfrm>
            <a:off x="457200" y="1600200"/>
            <a:ext cx="8229600" cy="4525963"/>
          </a:xfrm>
          <a:prstGeom prst="rect">
            <a:avLst/>
          </a:prstGeom>
        </p:spPr>
        <p:txBody>
          <a:bodyPr vert="eaVert"/>
          <a:lstStyle/>
          <a:p>
            <a:pPr lvl="0"/>
            <a:r>
              <a:rPr lang="zh-CN" altLang="en-US" noProof="1" smtClean="0"/>
              <a:t>单击此处编辑母版文本样式</a:t>
            </a:r>
            <a:endParaRPr lang="zh-CN" altLang="en-US" noProof="1" smtClean="0"/>
          </a:p>
          <a:p>
            <a:pPr lvl="1"/>
            <a:r>
              <a:rPr lang="zh-CN" altLang="en-US" noProof="1" smtClean="0"/>
              <a:t>第二级</a:t>
            </a:r>
            <a:endParaRPr lang="zh-CN" altLang="en-US" noProof="1" smtClean="0"/>
          </a:p>
          <a:p>
            <a:pPr lvl="2"/>
            <a:r>
              <a:rPr lang="zh-CN" altLang="en-US" noProof="1" smtClean="0"/>
              <a:t>第三级</a:t>
            </a:r>
            <a:endParaRPr lang="zh-CN" altLang="en-US" noProof="1" smtClean="0"/>
          </a:p>
          <a:p>
            <a:pPr lvl="3"/>
            <a:r>
              <a:rPr lang="zh-CN" altLang="en-US" noProof="1" smtClean="0"/>
              <a:t>第四级</a:t>
            </a:r>
            <a:endParaRPr lang="zh-CN" altLang="en-US" noProof="1" smtClean="0"/>
          </a:p>
          <a:p>
            <a:pPr lvl="4"/>
            <a:r>
              <a:rPr lang="zh-CN" altLang="en-US" noProof="1" smtClean="0"/>
              <a:t>第五级</a:t>
            </a:r>
            <a:endParaRPr lang="zh-CN" altLang="en-US" noProof="1"/>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274638"/>
            <a:ext cx="2057400" cy="5851525"/>
          </a:xfrm>
          <a:prstGeom prst="rect">
            <a:avLst/>
          </a:prstGeom>
        </p:spPr>
        <p:txBody>
          <a:bodyPr vert="eaVert"/>
          <a:lstStyle/>
          <a:p>
            <a:r>
              <a:rPr lang="zh-CN" altLang="en-US" noProof="1" smtClean="0"/>
              <a:t>单击此处编辑母版标题样式</a:t>
            </a:r>
            <a:endParaRPr lang="zh-CN" altLang="en-US" noProof="1"/>
          </a:p>
        </p:txBody>
      </p:sp>
      <p:sp>
        <p:nvSpPr>
          <p:cNvPr id="3" name="竖排文字占位符 2"/>
          <p:cNvSpPr>
            <a:spLocks noGrp="1"/>
          </p:cNvSpPr>
          <p:nvPr>
            <p:ph type="body" orient="vert" idx="1"/>
          </p:nvPr>
        </p:nvSpPr>
        <p:spPr>
          <a:xfrm>
            <a:off x="457200" y="274638"/>
            <a:ext cx="6019800" cy="5851525"/>
          </a:xfrm>
          <a:prstGeom prst="rect">
            <a:avLst/>
          </a:prstGeom>
        </p:spPr>
        <p:txBody>
          <a:bodyPr vert="eaVert"/>
          <a:lstStyle/>
          <a:p>
            <a:pPr lvl="0"/>
            <a:r>
              <a:rPr lang="zh-CN" altLang="en-US" noProof="1" smtClean="0"/>
              <a:t>单击此处编辑母版文本样式</a:t>
            </a:r>
            <a:endParaRPr lang="zh-CN" altLang="en-US" noProof="1" smtClean="0"/>
          </a:p>
          <a:p>
            <a:pPr lvl="1"/>
            <a:r>
              <a:rPr lang="zh-CN" altLang="en-US" noProof="1" smtClean="0"/>
              <a:t>第二级</a:t>
            </a:r>
            <a:endParaRPr lang="zh-CN" altLang="en-US" noProof="1" smtClean="0"/>
          </a:p>
          <a:p>
            <a:pPr lvl="2"/>
            <a:r>
              <a:rPr lang="zh-CN" altLang="en-US" noProof="1" smtClean="0"/>
              <a:t>第三级</a:t>
            </a:r>
            <a:endParaRPr lang="zh-CN" altLang="en-US" noProof="1" smtClean="0"/>
          </a:p>
          <a:p>
            <a:pPr lvl="3"/>
            <a:r>
              <a:rPr lang="zh-CN" altLang="en-US" noProof="1" smtClean="0"/>
              <a:t>第四级</a:t>
            </a:r>
            <a:endParaRPr lang="zh-CN" altLang="en-US" noProof="1" smtClean="0"/>
          </a:p>
          <a:p>
            <a:pPr lvl="4"/>
            <a:r>
              <a:rPr lang="zh-CN" altLang="en-US" noProof="1" smtClean="0"/>
              <a:t>第五级</a:t>
            </a:r>
            <a:endParaRPr lang="zh-CN" altLang="en-US" noProof="1"/>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3" Type="http://schemas.openxmlformats.org/officeDocument/2006/relationships/theme" Target="../theme/theme1.xml"/><Relationship Id="rId12" Type="http://schemas.openxmlformats.org/officeDocument/2006/relationships/image" Target="../media/image1.png"/><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p:pic>
        <p:nvPicPr>
          <p:cNvPr id="79874" name="Picture 8" descr="333"/>
          <p:cNvPicPr>
            <a:picLocks noChangeAspect="1"/>
          </p:cNvPicPr>
          <p:nvPr userDrawn="1"/>
        </p:nvPicPr>
        <p:blipFill>
          <a:blip r:embed="rId12"/>
          <a:srcRect b="493"/>
          <a:stretch>
            <a:fillRect/>
          </a:stretch>
        </p:blipFill>
        <p:spPr>
          <a:xfrm>
            <a:off x="0" y="0"/>
            <a:ext cx="9180513" cy="6884988"/>
          </a:xfrm>
          <a:prstGeom prst="rect">
            <a:avLst/>
          </a:prstGeom>
          <a:noFill/>
          <a:ln w="9525">
            <a:noFill/>
          </a:ln>
        </p:spPr>
      </p:pic>
      <p:sp>
        <p:nvSpPr>
          <p:cNvPr id="79875" name="WordArt 9"/>
          <p:cNvSpPr>
            <a:spLocks noTextEdit="1"/>
          </p:cNvSpPr>
          <p:nvPr userDrawn="1"/>
        </p:nvSpPr>
        <p:spPr>
          <a:xfrm>
            <a:off x="5140325" y="90488"/>
            <a:ext cx="2744788" cy="314325"/>
          </a:xfrm>
          <a:prstGeom prst="rect">
            <a:avLst/>
          </a:prstGeom>
        </p:spPr>
        <p:txBody>
          <a:bodyPr wrap="none" fromWordArt="1">
            <a:prstTxWarp prst="textPlain">
              <a:avLst>
                <a:gd name="adj" fmla="val 50037"/>
              </a:avLst>
            </a:prstTxWarp>
            <a:normAutofit/>
          </a:bodyPr>
          <a:p>
            <a:pPr algn="ctr"/>
            <a:r>
              <a:rPr lang="zh-CN" altLang="en-US" sz="2400" b="1">
                <a:gradFill rotWithShape="1">
                  <a:gsLst>
                    <a:gs pos="0">
                      <a:srgbClr val="AAAAAA"/>
                    </a:gs>
                    <a:gs pos="100000">
                      <a:srgbClr val="FFFFFF"/>
                    </a:gs>
                  </a:gsLst>
                  <a:lin ang="5400000" scaled="1"/>
                  <a:tileRect/>
                </a:gradFill>
                <a:effectLst>
                  <a:outerShdw dist="45791" dir="3378595" algn="ctr" rotWithShape="0">
                    <a:srgbClr val="4D4D4D">
                      <a:alpha val="79999"/>
                    </a:srgbClr>
                  </a:outerShdw>
                </a:effectLst>
                <a:latin typeface="华文行楷" panose="02010800040101010101" pitchFamily="2" charset="-122"/>
                <a:ea typeface="华文行楷" panose="02010800040101010101" pitchFamily="2" charset="-122"/>
              </a:rPr>
              <a:t>正弦稳态电路的分析</a:t>
            </a:r>
            <a:endParaRPr lang="zh-CN" altLang="en-US" sz="2400" b="1">
              <a:gradFill rotWithShape="1">
                <a:gsLst>
                  <a:gs pos="0">
                    <a:srgbClr val="AAAAAA"/>
                  </a:gs>
                  <a:gs pos="100000">
                    <a:srgbClr val="FFFFFF"/>
                  </a:gs>
                </a:gsLst>
                <a:lin ang="5400000" scaled="1"/>
                <a:tileRect/>
              </a:gradFill>
              <a:effectLst>
                <a:outerShdw dist="45791" dir="3378595" algn="ctr" rotWithShape="0">
                  <a:srgbClr val="4D4D4D">
                    <a:alpha val="79999"/>
                  </a:srgbClr>
                </a:outerShdw>
              </a:effectLst>
              <a:latin typeface="华文行楷" panose="02010800040101010101" pitchFamily="2" charset="-122"/>
              <a:ea typeface="华文行楷" panose="02010800040101010101" pitchFamily="2" charset="-122"/>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lvl1pPr algn="ctr" rtl="0" fontAlgn="base">
        <a:spcBef>
          <a:spcPct val="0"/>
        </a:spcBef>
        <a:spcAft>
          <a:spcPct val="0"/>
        </a:spcAft>
        <a:defRPr sz="4400">
          <a:solidFill>
            <a:schemeClr val="tx2"/>
          </a:solidFill>
          <a:latin typeface="+mj-lt"/>
          <a:ea typeface="+mj-ea"/>
          <a:cs typeface="+mj-cs"/>
        </a:defRPr>
      </a:lvl1pPr>
      <a:lvl2pPr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2pPr>
      <a:lvl3pPr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3pPr>
      <a:lvl4pPr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4pPr>
      <a:lvl5pPr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5pPr>
      <a:lvl6pPr marL="4572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6pPr>
      <a:lvl7pPr marL="9144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7pPr>
      <a:lvl8pPr marL="13716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8pPr>
      <a:lvl9pPr marL="18288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9pPr>
    </p:titleStyle>
    <p:bodyStyle>
      <a:lvl1pPr marL="342900" indent="-342900" algn="l" rtl="0" fontAlgn="base">
        <a:spcBef>
          <a:spcPct val="20000"/>
        </a:spcBef>
        <a:spcAft>
          <a:spcPct val="0"/>
        </a:spcAft>
        <a:buChar char="•"/>
        <a:defRPr sz="3200">
          <a:solidFill>
            <a:schemeClr val="tx1"/>
          </a:solidFill>
          <a:latin typeface="+mn-lt"/>
          <a:ea typeface="+mn-ea"/>
          <a:cs typeface="+mn-cs"/>
        </a:defRPr>
      </a:lvl1pPr>
      <a:lvl2pPr marL="742950" indent="-285750" algn="l" rtl="0" fontAlgn="base">
        <a:spcBef>
          <a:spcPct val="20000"/>
        </a:spcBef>
        <a:spcAft>
          <a:spcPct val="0"/>
        </a:spcAft>
        <a:buChar char="–"/>
        <a:defRPr sz="2800">
          <a:solidFill>
            <a:schemeClr val="tx1"/>
          </a:solidFill>
          <a:latin typeface="+mn-lt"/>
          <a:ea typeface="+mn-ea"/>
        </a:defRPr>
      </a:lvl2pPr>
      <a:lvl3pPr marL="1143000" indent="-228600" algn="l" rtl="0" fontAlgn="base">
        <a:spcBef>
          <a:spcPct val="20000"/>
        </a:spcBef>
        <a:spcAft>
          <a:spcPct val="0"/>
        </a:spcAft>
        <a:buChar char="•"/>
        <a:defRPr sz="2400">
          <a:solidFill>
            <a:schemeClr val="tx1"/>
          </a:solidFill>
          <a:latin typeface="+mn-lt"/>
          <a:ea typeface="+mn-ea"/>
        </a:defRPr>
      </a:lvl3pPr>
      <a:lvl4pPr marL="1600200" indent="-228600" algn="l" rtl="0" fontAlgn="base">
        <a:spcBef>
          <a:spcPct val="20000"/>
        </a:spcBef>
        <a:spcAft>
          <a:spcPct val="0"/>
        </a:spcAft>
        <a:buChar char="–"/>
        <a:defRPr sz="2000">
          <a:solidFill>
            <a:schemeClr val="tx1"/>
          </a:solidFill>
          <a:latin typeface="+mn-lt"/>
          <a:ea typeface="+mn-ea"/>
        </a:defRPr>
      </a:lvl4pPr>
      <a:lvl5pPr marL="2057400" indent="-228600" algn="l" rtl="0" fontAlgn="base">
        <a:spcBef>
          <a:spcPct val="20000"/>
        </a:spcBef>
        <a:spcAft>
          <a:spcPct val="0"/>
        </a:spcAft>
        <a:buChar char="»"/>
        <a:defRPr sz="2000">
          <a:solidFill>
            <a:schemeClr val="tx1"/>
          </a:solidFill>
          <a:latin typeface="+mn-lt"/>
          <a:ea typeface="+mn-ea"/>
        </a:defRPr>
      </a:lvl5pPr>
      <a:lvl6pPr marL="2514600" indent="-228600" algn="l" rtl="0" fontAlgn="base">
        <a:spcBef>
          <a:spcPct val="20000"/>
        </a:spcBef>
        <a:spcAft>
          <a:spcPct val="0"/>
        </a:spcAft>
        <a:buChar char="»"/>
        <a:defRPr sz="2000">
          <a:solidFill>
            <a:schemeClr val="tx1"/>
          </a:solidFill>
          <a:latin typeface="+mn-lt"/>
          <a:ea typeface="+mn-ea"/>
        </a:defRPr>
      </a:lvl6pPr>
      <a:lvl7pPr marL="2971800" indent="-228600" algn="l" rtl="0" fontAlgn="base">
        <a:spcBef>
          <a:spcPct val="20000"/>
        </a:spcBef>
        <a:spcAft>
          <a:spcPct val="0"/>
        </a:spcAft>
        <a:buChar char="»"/>
        <a:defRPr sz="2000">
          <a:solidFill>
            <a:schemeClr val="tx1"/>
          </a:solidFill>
          <a:latin typeface="+mn-lt"/>
          <a:ea typeface="+mn-ea"/>
        </a:defRPr>
      </a:lvl7pPr>
      <a:lvl8pPr marL="3429000" indent="-228600" algn="l" rtl="0" fontAlgn="base">
        <a:spcBef>
          <a:spcPct val="20000"/>
        </a:spcBef>
        <a:spcAft>
          <a:spcPct val="0"/>
        </a:spcAft>
        <a:buChar char="»"/>
        <a:defRPr sz="2000">
          <a:solidFill>
            <a:schemeClr val="tx1"/>
          </a:solidFill>
          <a:latin typeface="+mn-lt"/>
          <a:ea typeface="+mn-ea"/>
        </a:defRPr>
      </a:lvl8pPr>
      <a:lvl9pPr marL="3886200" indent="-228600" algn="l" rtl="0" fontAlgn="base">
        <a:spcBef>
          <a:spcPct val="20000"/>
        </a:spcBef>
        <a:spcAft>
          <a:spcPct val="0"/>
        </a:spcAft>
        <a:buChar char="»"/>
        <a:defRPr sz="2000">
          <a:solidFill>
            <a:schemeClr val="tx1"/>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9" Type="http://schemas.openxmlformats.org/officeDocument/2006/relationships/slide" Target="slide82.xml"/><Relationship Id="rId8" Type="http://schemas.openxmlformats.org/officeDocument/2006/relationships/slide" Target="slide78.xml"/><Relationship Id="rId7" Type="http://schemas.openxmlformats.org/officeDocument/2006/relationships/slide" Target="slide55.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slide" Target="slide32.xml"/><Relationship Id="rId3" Type="http://schemas.openxmlformats.org/officeDocument/2006/relationships/image" Target="../media/image3.png"/><Relationship Id="rId2" Type="http://schemas.openxmlformats.org/officeDocument/2006/relationships/slide" Target="slide2.xml"/><Relationship Id="rId12" Type="http://schemas.openxmlformats.org/officeDocument/2006/relationships/slideLayout" Target="../slideLayouts/slideLayout1.xml"/><Relationship Id="rId11" Type="http://schemas.openxmlformats.org/officeDocument/2006/relationships/slide" Target="slide29.xml"/><Relationship Id="rId10" Type="http://schemas.openxmlformats.org/officeDocument/2006/relationships/slide" Target="slide3.xml"/><Relationship Id="rId1" Type="http://schemas.openxmlformats.org/officeDocument/2006/relationships/image" Target="../media/image2.png"/></Relationships>
</file>

<file path=ppt/slides/_rels/slide2.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6.png"/></Relationships>
</file>

<file path=ppt/slides/_rels/slide3.xml.rels><?xml version="1.0" encoding="UTF-8" standalone="yes"?>
<Relationships xmlns="http://schemas.openxmlformats.org/package/2006/relationships"><Relationship Id="rId9" Type="http://schemas.openxmlformats.org/officeDocument/2006/relationships/oleObject" Target="../embeddings/oleObject5.bin"/><Relationship Id="rId8" Type="http://schemas.openxmlformats.org/officeDocument/2006/relationships/image" Target="../media/image10.wmf"/><Relationship Id="rId7" Type="http://schemas.openxmlformats.org/officeDocument/2006/relationships/oleObject" Target="../embeddings/oleObject4.bin"/><Relationship Id="rId6" Type="http://schemas.openxmlformats.org/officeDocument/2006/relationships/image" Target="../media/image9.wmf"/><Relationship Id="rId5" Type="http://schemas.openxmlformats.org/officeDocument/2006/relationships/oleObject" Target="../embeddings/oleObject3.bin"/><Relationship Id="rId4" Type="http://schemas.openxmlformats.org/officeDocument/2006/relationships/image" Target="../media/image8.wmf"/><Relationship Id="rId3" Type="http://schemas.openxmlformats.org/officeDocument/2006/relationships/oleObject" Target="../embeddings/oleObject2.bin"/><Relationship Id="rId2" Type="http://schemas.openxmlformats.org/officeDocument/2006/relationships/image" Target="../media/image7.wmf"/><Relationship Id="rId18" Type="http://schemas.openxmlformats.org/officeDocument/2006/relationships/vmlDrawing" Target="../drawings/vmlDrawing1.vml"/><Relationship Id="rId17" Type="http://schemas.openxmlformats.org/officeDocument/2006/relationships/slideLayout" Target="../slideLayouts/slideLayout7.xml"/><Relationship Id="rId16" Type="http://schemas.openxmlformats.org/officeDocument/2006/relationships/image" Target="../media/image14.wmf"/><Relationship Id="rId15" Type="http://schemas.openxmlformats.org/officeDocument/2006/relationships/oleObject" Target="../embeddings/oleObject7.bin"/><Relationship Id="rId14" Type="http://schemas.openxmlformats.org/officeDocument/2006/relationships/image" Target="../media/image6.png"/><Relationship Id="rId13" Type="http://schemas.openxmlformats.org/officeDocument/2006/relationships/image" Target="../media/image13.jpeg"/><Relationship Id="rId12" Type="http://schemas.openxmlformats.org/officeDocument/2006/relationships/image" Target="../media/image12.wmf"/><Relationship Id="rId11" Type="http://schemas.openxmlformats.org/officeDocument/2006/relationships/oleObject" Target="../embeddings/oleObject6.bin"/><Relationship Id="rId10" Type="http://schemas.openxmlformats.org/officeDocument/2006/relationships/image" Target="../media/image11.wmf"/><Relationship Id="rId1" Type="http://schemas.openxmlformats.org/officeDocument/2006/relationships/oleObject" Target="../embeddings/oleObject1.bin"/></Relationships>
</file>

<file path=ppt/slides/_rels/slide4.xml.rels><?xml version="1.0" encoding="UTF-8" standalone="yes"?>
<Relationships xmlns="http://schemas.openxmlformats.org/package/2006/relationships"><Relationship Id="rId9" Type="http://schemas.openxmlformats.org/officeDocument/2006/relationships/oleObject" Target="../embeddings/oleObject12.bin"/><Relationship Id="rId8" Type="http://schemas.openxmlformats.org/officeDocument/2006/relationships/image" Target="../media/image18.wmf"/><Relationship Id="rId7" Type="http://schemas.openxmlformats.org/officeDocument/2006/relationships/oleObject" Target="../embeddings/oleObject11.bin"/><Relationship Id="rId6" Type="http://schemas.openxmlformats.org/officeDocument/2006/relationships/image" Target="../media/image17.wmf"/><Relationship Id="rId5" Type="http://schemas.openxmlformats.org/officeDocument/2006/relationships/oleObject" Target="../embeddings/oleObject10.bin"/><Relationship Id="rId4" Type="http://schemas.openxmlformats.org/officeDocument/2006/relationships/image" Target="../media/image16.wmf"/><Relationship Id="rId3" Type="http://schemas.openxmlformats.org/officeDocument/2006/relationships/oleObject" Target="../embeddings/oleObject9.bin"/><Relationship Id="rId22" Type="http://schemas.openxmlformats.org/officeDocument/2006/relationships/vmlDrawing" Target="../drawings/vmlDrawing2.vml"/><Relationship Id="rId21" Type="http://schemas.openxmlformats.org/officeDocument/2006/relationships/slideLayout" Target="../slideLayouts/slideLayout7.xml"/><Relationship Id="rId20" Type="http://schemas.openxmlformats.org/officeDocument/2006/relationships/image" Target="../media/image24.wmf"/><Relationship Id="rId2" Type="http://schemas.openxmlformats.org/officeDocument/2006/relationships/image" Target="../media/image15.wmf"/><Relationship Id="rId19" Type="http://schemas.openxmlformats.org/officeDocument/2006/relationships/oleObject" Target="../embeddings/oleObject16.bin"/><Relationship Id="rId18" Type="http://schemas.openxmlformats.org/officeDocument/2006/relationships/image" Target="../media/image23.wmf"/><Relationship Id="rId17" Type="http://schemas.openxmlformats.org/officeDocument/2006/relationships/oleObject" Target="../embeddings/oleObject15.bin"/><Relationship Id="rId16" Type="http://schemas.openxmlformats.org/officeDocument/2006/relationships/image" Target="../media/image22.png"/><Relationship Id="rId15" Type="http://schemas.openxmlformats.org/officeDocument/2006/relationships/image" Target="../media/image21.wmf"/><Relationship Id="rId14" Type="http://schemas.openxmlformats.org/officeDocument/2006/relationships/oleObject" Target="../embeddings/oleObject14.bin"/><Relationship Id="rId13" Type="http://schemas.openxmlformats.org/officeDocument/2006/relationships/image" Target="../media/image20.wmf"/><Relationship Id="rId12" Type="http://schemas.openxmlformats.org/officeDocument/2006/relationships/oleObject" Target="../embeddings/oleObject13.bin"/><Relationship Id="rId11" Type="http://schemas.openxmlformats.org/officeDocument/2006/relationships/image" Target="../media/image6.png"/><Relationship Id="rId10" Type="http://schemas.openxmlformats.org/officeDocument/2006/relationships/image" Target="../media/image19.wmf"/><Relationship Id="rId1" Type="http://schemas.openxmlformats.org/officeDocument/2006/relationships/oleObject" Target="../embeddings/oleObject8.bin"/></Relationships>
</file>

<file path=ppt/slides/_rels/slide5.xml.rels><?xml version="1.0" encoding="UTF-8" standalone="yes"?>
<Relationships xmlns="http://schemas.openxmlformats.org/package/2006/relationships"><Relationship Id="rId9" Type="http://schemas.openxmlformats.org/officeDocument/2006/relationships/image" Target="../media/image28.wmf"/><Relationship Id="rId8" Type="http://schemas.openxmlformats.org/officeDocument/2006/relationships/oleObject" Target="../embeddings/oleObject20.bin"/><Relationship Id="rId7" Type="http://schemas.openxmlformats.org/officeDocument/2006/relationships/image" Target="../media/image6.png"/><Relationship Id="rId6" Type="http://schemas.openxmlformats.org/officeDocument/2006/relationships/image" Target="../media/image27.wmf"/><Relationship Id="rId5" Type="http://schemas.openxmlformats.org/officeDocument/2006/relationships/oleObject" Target="../embeddings/oleObject19.bin"/><Relationship Id="rId4" Type="http://schemas.openxmlformats.org/officeDocument/2006/relationships/image" Target="../media/image26.wmf"/><Relationship Id="rId3" Type="http://schemas.openxmlformats.org/officeDocument/2006/relationships/oleObject" Target="../embeddings/oleObject18.bin"/><Relationship Id="rId23" Type="http://schemas.openxmlformats.org/officeDocument/2006/relationships/vmlDrawing" Target="../drawings/vmlDrawing3.vml"/><Relationship Id="rId22" Type="http://schemas.openxmlformats.org/officeDocument/2006/relationships/slideLayout" Target="../slideLayouts/slideLayout7.xml"/><Relationship Id="rId21" Type="http://schemas.openxmlformats.org/officeDocument/2006/relationships/image" Target="../media/image34.wmf"/><Relationship Id="rId20" Type="http://schemas.openxmlformats.org/officeDocument/2006/relationships/oleObject" Target="../embeddings/oleObject26.bin"/><Relationship Id="rId2" Type="http://schemas.openxmlformats.org/officeDocument/2006/relationships/image" Target="../media/image25.wmf"/><Relationship Id="rId19" Type="http://schemas.openxmlformats.org/officeDocument/2006/relationships/image" Target="../media/image33.wmf"/><Relationship Id="rId18" Type="http://schemas.openxmlformats.org/officeDocument/2006/relationships/oleObject" Target="../embeddings/oleObject25.bin"/><Relationship Id="rId17" Type="http://schemas.openxmlformats.org/officeDocument/2006/relationships/image" Target="../media/image32.wmf"/><Relationship Id="rId16" Type="http://schemas.openxmlformats.org/officeDocument/2006/relationships/oleObject" Target="../embeddings/oleObject24.bin"/><Relationship Id="rId15" Type="http://schemas.openxmlformats.org/officeDocument/2006/relationships/image" Target="../media/image31.wmf"/><Relationship Id="rId14" Type="http://schemas.openxmlformats.org/officeDocument/2006/relationships/oleObject" Target="../embeddings/oleObject23.bin"/><Relationship Id="rId13" Type="http://schemas.openxmlformats.org/officeDocument/2006/relationships/image" Target="../media/image30.wmf"/><Relationship Id="rId12" Type="http://schemas.openxmlformats.org/officeDocument/2006/relationships/oleObject" Target="../embeddings/oleObject22.bin"/><Relationship Id="rId11" Type="http://schemas.openxmlformats.org/officeDocument/2006/relationships/image" Target="../media/image29.wmf"/><Relationship Id="rId10" Type="http://schemas.openxmlformats.org/officeDocument/2006/relationships/oleObject" Target="../embeddings/oleObject21.bin"/><Relationship Id="rId1" Type="http://schemas.openxmlformats.org/officeDocument/2006/relationships/oleObject" Target="../embeddings/oleObject17.bin"/></Relationships>
</file>

<file path=ppt/slides/_rels/slide6.xml.rels><?xml version="1.0" encoding="UTF-8" standalone="yes"?>
<Relationships xmlns="http://schemas.openxmlformats.org/package/2006/relationships"><Relationship Id="rId7" Type="http://schemas.openxmlformats.org/officeDocument/2006/relationships/vmlDrawing" Target="../drawings/vmlDrawing4.vml"/><Relationship Id="rId6" Type="http://schemas.openxmlformats.org/officeDocument/2006/relationships/slideLayout" Target="../slideLayouts/slideLayout7.xml"/><Relationship Id="rId5" Type="http://schemas.openxmlformats.org/officeDocument/2006/relationships/image" Target="../media/image6.png"/><Relationship Id="rId4" Type="http://schemas.openxmlformats.org/officeDocument/2006/relationships/image" Target="../media/image36.wmf"/><Relationship Id="rId3" Type="http://schemas.openxmlformats.org/officeDocument/2006/relationships/oleObject" Target="../embeddings/oleObject28.bin"/><Relationship Id="rId2" Type="http://schemas.openxmlformats.org/officeDocument/2006/relationships/image" Target="../media/image35.wmf"/><Relationship Id="rId1" Type="http://schemas.openxmlformats.org/officeDocument/2006/relationships/oleObject" Target="../embeddings/oleObject27.bin"/></Relationships>
</file>

<file path=ppt/slides/_rels/slide7.xml.rels><?xml version="1.0" encoding="UTF-8" standalone="yes"?>
<Relationships xmlns="http://schemas.openxmlformats.org/package/2006/relationships"><Relationship Id="rId9" Type="http://schemas.openxmlformats.org/officeDocument/2006/relationships/image" Target="../media/image40.wmf"/><Relationship Id="rId8" Type="http://schemas.openxmlformats.org/officeDocument/2006/relationships/oleObject" Target="../embeddings/oleObject32.bin"/><Relationship Id="rId7" Type="http://schemas.openxmlformats.org/officeDocument/2006/relationships/image" Target="../media/image39.wmf"/><Relationship Id="rId6" Type="http://schemas.openxmlformats.org/officeDocument/2006/relationships/oleObject" Target="../embeddings/oleObject31.bin"/><Relationship Id="rId5" Type="http://schemas.openxmlformats.org/officeDocument/2006/relationships/image" Target="../media/image38.wmf"/><Relationship Id="rId4" Type="http://schemas.openxmlformats.org/officeDocument/2006/relationships/oleObject" Target="../embeddings/oleObject30.bin"/><Relationship Id="rId3" Type="http://schemas.openxmlformats.org/officeDocument/2006/relationships/image" Target="../media/image6.png"/><Relationship Id="rId21" Type="http://schemas.openxmlformats.org/officeDocument/2006/relationships/vmlDrawing" Target="../drawings/vmlDrawing5.vml"/><Relationship Id="rId20" Type="http://schemas.openxmlformats.org/officeDocument/2006/relationships/slideLayout" Target="../slideLayouts/slideLayout7.xml"/><Relationship Id="rId2" Type="http://schemas.openxmlformats.org/officeDocument/2006/relationships/image" Target="../media/image37.wmf"/><Relationship Id="rId19" Type="http://schemas.openxmlformats.org/officeDocument/2006/relationships/image" Target="../media/image45.wmf"/><Relationship Id="rId18" Type="http://schemas.openxmlformats.org/officeDocument/2006/relationships/oleObject" Target="../embeddings/oleObject37.bin"/><Relationship Id="rId17" Type="http://schemas.openxmlformats.org/officeDocument/2006/relationships/image" Target="../media/image44.wmf"/><Relationship Id="rId16" Type="http://schemas.openxmlformats.org/officeDocument/2006/relationships/oleObject" Target="../embeddings/oleObject36.bin"/><Relationship Id="rId15" Type="http://schemas.openxmlformats.org/officeDocument/2006/relationships/image" Target="../media/image43.wmf"/><Relationship Id="rId14" Type="http://schemas.openxmlformats.org/officeDocument/2006/relationships/oleObject" Target="../embeddings/oleObject35.bin"/><Relationship Id="rId13" Type="http://schemas.openxmlformats.org/officeDocument/2006/relationships/image" Target="../media/image42.wmf"/><Relationship Id="rId12" Type="http://schemas.openxmlformats.org/officeDocument/2006/relationships/oleObject" Target="../embeddings/oleObject34.bin"/><Relationship Id="rId11" Type="http://schemas.openxmlformats.org/officeDocument/2006/relationships/image" Target="../media/image41.wmf"/><Relationship Id="rId10" Type="http://schemas.openxmlformats.org/officeDocument/2006/relationships/oleObject" Target="../embeddings/oleObject33.bin"/><Relationship Id="rId1" Type="http://schemas.openxmlformats.org/officeDocument/2006/relationships/oleObject" Target="../embeddings/oleObject29.bin"/></Relationships>
</file>

<file path=ppt/slides/_rels/slide8.xml.rels><?xml version="1.0" encoding="UTF-8" standalone="yes"?>
<Relationships xmlns="http://schemas.openxmlformats.org/package/2006/relationships"><Relationship Id="rId9" Type="http://schemas.openxmlformats.org/officeDocument/2006/relationships/oleObject" Target="../embeddings/oleObject42.bin"/><Relationship Id="rId8" Type="http://schemas.openxmlformats.org/officeDocument/2006/relationships/image" Target="../media/image49.wmf"/><Relationship Id="rId7" Type="http://schemas.openxmlformats.org/officeDocument/2006/relationships/oleObject" Target="../embeddings/oleObject41.bin"/><Relationship Id="rId6" Type="http://schemas.openxmlformats.org/officeDocument/2006/relationships/image" Target="../media/image48.wmf"/><Relationship Id="rId5" Type="http://schemas.openxmlformats.org/officeDocument/2006/relationships/oleObject" Target="../embeddings/oleObject40.bin"/><Relationship Id="rId4" Type="http://schemas.openxmlformats.org/officeDocument/2006/relationships/image" Target="../media/image47.wmf"/><Relationship Id="rId34" Type="http://schemas.openxmlformats.org/officeDocument/2006/relationships/vmlDrawing" Target="../drawings/vmlDrawing6.vml"/><Relationship Id="rId33" Type="http://schemas.openxmlformats.org/officeDocument/2006/relationships/slideLayout" Target="../slideLayouts/slideLayout7.xml"/><Relationship Id="rId32" Type="http://schemas.openxmlformats.org/officeDocument/2006/relationships/image" Target="../media/image57.wmf"/><Relationship Id="rId31" Type="http://schemas.openxmlformats.org/officeDocument/2006/relationships/oleObject" Target="../embeddings/oleObject55.bin"/><Relationship Id="rId30" Type="http://schemas.openxmlformats.org/officeDocument/2006/relationships/image" Target="../media/image56.wmf"/><Relationship Id="rId3" Type="http://schemas.openxmlformats.org/officeDocument/2006/relationships/oleObject" Target="../embeddings/oleObject39.bin"/><Relationship Id="rId29" Type="http://schemas.openxmlformats.org/officeDocument/2006/relationships/oleObject" Target="../embeddings/oleObject54.bin"/><Relationship Id="rId28" Type="http://schemas.openxmlformats.org/officeDocument/2006/relationships/oleObject" Target="../embeddings/oleObject53.bin"/><Relationship Id="rId27" Type="http://schemas.openxmlformats.org/officeDocument/2006/relationships/oleObject" Target="../embeddings/oleObject52.bin"/><Relationship Id="rId26" Type="http://schemas.openxmlformats.org/officeDocument/2006/relationships/image" Target="../media/image38.wmf"/><Relationship Id="rId25" Type="http://schemas.openxmlformats.org/officeDocument/2006/relationships/oleObject" Target="../embeddings/oleObject51.bin"/><Relationship Id="rId24" Type="http://schemas.openxmlformats.org/officeDocument/2006/relationships/oleObject" Target="../embeddings/oleObject50.bin"/><Relationship Id="rId23" Type="http://schemas.openxmlformats.org/officeDocument/2006/relationships/oleObject" Target="../embeddings/oleObject49.bin"/><Relationship Id="rId22" Type="http://schemas.openxmlformats.org/officeDocument/2006/relationships/oleObject" Target="../embeddings/oleObject48.bin"/><Relationship Id="rId21" Type="http://schemas.openxmlformats.org/officeDocument/2006/relationships/image" Target="../media/image55.wmf"/><Relationship Id="rId20" Type="http://schemas.openxmlformats.org/officeDocument/2006/relationships/oleObject" Target="../embeddings/oleObject47.bin"/><Relationship Id="rId2" Type="http://schemas.openxmlformats.org/officeDocument/2006/relationships/image" Target="../media/image46.wmf"/><Relationship Id="rId19" Type="http://schemas.openxmlformats.org/officeDocument/2006/relationships/image" Target="../media/image54.wmf"/><Relationship Id="rId18" Type="http://schemas.openxmlformats.org/officeDocument/2006/relationships/oleObject" Target="../embeddings/oleObject46.bin"/><Relationship Id="rId17" Type="http://schemas.openxmlformats.org/officeDocument/2006/relationships/image" Target="../media/image53.wmf"/><Relationship Id="rId16" Type="http://schemas.openxmlformats.org/officeDocument/2006/relationships/oleObject" Target="../embeddings/oleObject45.bin"/><Relationship Id="rId15" Type="http://schemas.openxmlformats.org/officeDocument/2006/relationships/image" Target="../media/image52.wmf"/><Relationship Id="rId14" Type="http://schemas.openxmlformats.org/officeDocument/2006/relationships/oleObject" Target="../embeddings/oleObject44.bin"/><Relationship Id="rId13" Type="http://schemas.openxmlformats.org/officeDocument/2006/relationships/image" Target="../media/image51.wmf"/><Relationship Id="rId12" Type="http://schemas.openxmlformats.org/officeDocument/2006/relationships/oleObject" Target="../embeddings/oleObject43.bin"/><Relationship Id="rId11" Type="http://schemas.openxmlformats.org/officeDocument/2006/relationships/image" Target="../media/image6.png"/><Relationship Id="rId10" Type="http://schemas.openxmlformats.org/officeDocument/2006/relationships/image" Target="../media/image50.wmf"/><Relationship Id="rId1" Type="http://schemas.openxmlformats.org/officeDocument/2006/relationships/oleObject" Target="../embeddings/oleObject38.bin"/></Relationships>
</file>

<file path=ppt/slides/_rels/slide9.xml.rels><?xml version="1.0" encoding="UTF-8" standalone="yes"?>
<Relationships xmlns="http://schemas.openxmlformats.org/package/2006/relationships"><Relationship Id="rId9" Type="http://schemas.openxmlformats.org/officeDocument/2006/relationships/oleObject" Target="../embeddings/oleObject60.bin"/><Relationship Id="rId8" Type="http://schemas.openxmlformats.org/officeDocument/2006/relationships/image" Target="../media/image61.wmf"/><Relationship Id="rId7" Type="http://schemas.openxmlformats.org/officeDocument/2006/relationships/oleObject" Target="../embeddings/oleObject59.bin"/><Relationship Id="rId6" Type="http://schemas.openxmlformats.org/officeDocument/2006/relationships/image" Target="../media/image60.wmf"/><Relationship Id="rId5" Type="http://schemas.openxmlformats.org/officeDocument/2006/relationships/oleObject" Target="../embeddings/oleObject58.bin"/><Relationship Id="rId4" Type="http://schemas.openxmlformats.org/officeDocument/2006/relationships/image" Target="../media/image59.wmf"/><Relationship Id="rId3" Type="http://schemas.openxmlformats.org/officeDocument/2006/relationships/oleObject" Target="../embeddings/oleObject57.bin"/><Relationship Id="rId29" Type="http://schemas.openxmlformats.org/officeDocument/2006/relationships/vmlDrawing" Target="../drawings/vmlDrawing7.vml"/><Relationship Id="rId28" Type="http://schemas.openxmlformats.org/officeDocument/2006/relationships/slideLayout" Target="../slideLayouts/slideLayout7.xml"/><Relationship Id="rId27" Type="http://schemas.openxmlformats.org/officeDocument/2006/relationships/image" Target="../media/image64.wmf"/><Relationship Id="rId26" Type="http://schemas.openxmlformats.org/officeDocument/2006/relationships/oleObject" Target="../embeddings/oleObject68.bin"/><Relationship Id="rId25" Type="http://schemas.openxmlformats.org/officeDocument/2006/relationships/image" Target="../media/image63.wmf"/><Relationship Id="rId24" Type="http://schemas.openxmlformats.org/officeDocument/2006/relationships/oleObject" Target="../embeddings/oleObject67.bin"/><Relationship Id="rId23" Type="http://schemas.openxmlformats.org/officeDocument/2006/relationships/image" Target="../media/image33.wmf"/><Relationship Id="rId22" Type="http://schemas.openxmlformats.org/officeDocument/2006/relationships/oleObject" Target="../embeddings/oleObject66.bin"/><Relationship Id="rId21" Type="http://schemas.openxmlformats.org/officeDocument/2006/relationships/image" Target="../media/image32.wmf"/><Relationship Id="rId20" Type="http://schemas.openxmlformats.org/officeDocument/2006/relationships/oleObject" Target="../embeddings/oleObject65.bin"/><Relationship Id="rId2" Type="http://schemas.openxmlformats.org/officeDocument/2006/relationships/image" Target="../media/image58.wmf"/><Relationship Id="rId19" Type="http://schemas.openxmlformats.org/officeDocument/2006/relationships/image" Target="../media/image31.wmf"/><Relationship Id="rId18" Type="http://schemas.openxmlformats.org/officeDocument/2006/relationships/oleObject" Target="../embeddings/oleObject64.bin"/><Relationship Id="rId17" Type="http://schemas.openxmlformats.org/officeDocument/2006/relationships/image" Target="../media/image30.wmf"/><Relationship Id="rId16" Type="http://schemas.openxmlformats.org/officeDocument/2006/relationships/oleObject" Target="../embeddings/oleObject63.bin"/><Relationship Id="rId15" Type="http://schemas.openxmlformats.org/officeDocument/2006/relationships/image" Target="../media/image29.wmf"/><Relationship Id="rId14" Type="http://schemas.openxmlformats.org/officeDocument/2006/relationships/oleObject" Target="../embeddings/oleObject62.bin"/><Relationship Id="rId13" Type="http://schemas.openxmlformats.org/officeDocument/2006/relationships/image" Target="../media/image28.wmf"/><Relationship Id="rId12" Type="http://schemas.openxmlformats.org/officeDocument/2006/relationships/oleObject" Target="../embeddings/oleObject61.bin"/><Relationship Id="rId11" Type="http://schemas.openxmlformats.org/officeDocument/2006/relationships/image" Target="../media/image6.png"/><Relationship Id="rId10" Type="http://schemas.openxmlformats.org/officeDocument/2006/relationships/image" Target="../media/image62.wmf"/><Relationship Id="rId1" Type="http://schemas.openxmlformats.org/officeDocument/2006/relationships/oleObject" Target="../embeddings/oleObject56.bin"/></Relationships>
</file>

<file path=ppt/slides/_rels/slide10.xml.rels><?xml version="1.0" encoding="UTF-8" standalone="yes"?>
<Relationships xmlns="http://schemas.openxmlformats.org/package/2006/relationships"><Relationship Id="rId9" Type="http://schemas.openxmlformats.org/officeDocument/2006/relationships/image" Target="../media/image6.png"/><Relationship Id="rId8" Type="http://schemas.openxmlformats.org/officeDocument/2006/relationships/image" Target="../media/image68.wmf"/><Relationship Id="rId7" Type="http://schemas.openxmlformats.org/officeDocument/2006/relationships/oleObject" Target="../embeddings/oleObject72.bin"/><Relationship Id="rId6" Type="http://schemas.openxmlformats.org/officeDocument/2006/relationships/image" Target="../media/image67.wmf"/><Relationship Id="rId5" Type="http://schemas.openxmlformats.org/officeDocument/2006/relationships/oleObject" Target="../embeddings/oleObject71.bin"/><Relationship Id="rId4" Type="http://schemas.openxmlformats.org/officeDocument/2006/relationships/image" Target="../media/image66.wmf"/><Relationship Id="rId3" Type="http://schemas.openxmlformats.org/officeDocument/2006/relationships/oleObject" Target="../embeddings/oleObject70.bin"/><Relationship Id="rId2" Type="http://schemas.openxmlformats.org/officeDocument/2006/relationships/image" Target="../media/image65.wmf"/><Relationship Id="rId19" Type="http://schemas.openxmlformats.org/officeDocument/2006/relationships/vmlDrawing" Target="../drawings/vmlDrawing8.vml"/><Relationship Id="rId18" Type="http://schemas.openxmlformats.org/officeDocument/2006/relationships/slideLayout" Target="../slideLayouts/slideLayout7.xml"/><Relationship Id="rId17" Type="http://schemas.openxmlformats.org/officeDocument/2006/relationships/image" Target="../media/image72.wmf"/><Relationship Id="rId16" Type="http://schemas.openxmlformats.org/officeDocument/2006/relationships/oleObject" Target="../embeddings/oleObject76.bin"/><Relationship Id="rId15" Type="http://schemas.openxmlformats.org/officeDocument/2006/relationships/image" Target="../media/image71.wmf"/><Relationship Id="rId14" Type="http://schemas.openxmlformats.org/officeDocument/2006/relationships/oleObject" Target="../embeddings/oleObject75.bin"/><Relationship Id="rId13" Type="http://schemas.openxmlformats.org/officeDocument/2006/relationships/image" Target="../media/image70.wmf"/><Relationship Id="rId12" Type="http://schemas.openxmlformats.org/officeDocument/2006/relationships/oleObject" Target="../embeddings/oleObject74.bin"/><Relationship Id="rId11" Type="http://schemas.openxmlformats.org/officeDocument/2006/relationships/image" Target="../media/image69.wmf"/><Relationship Id="rId10" Type="http://schemas.openxmlformats.org/officeDocument/2006/relationships/oleObject" Target="../embeddings/oleObject73.bin"/><Relationship Id="rId1" Type="http://schemas.openxmlformats.org/officeDocument/2006/relationships/oleObject" Target="../embeddings/oleObject69.bin"/></Relationships>
</file>

<file path=ppt/slides/_rels/slide11.xml.rels><?xml version="1.0" encoding="UTF-8" standalone="yes"?>
<Relationships xmlns="http://schemas.openxmlformats.org/package/2006/relationships"><Relationship Id="rId9" Type="http://schemas.openxmlformats.org/officeDocument/2006/relationships/oleObject" Target="../embeddings/oleObject80.bin"/><Relationship Id="rId8" Type="http://schemas.openxmlformats.org/officeDocument/2006/relationships/image" Target="../media/image75.wmf"/><Relationship Id="rId7" Type="http://schemas.openxmlformats.org/officeDocument/2006/relationships/oleObject" Target="../embeddings/oleObject79.bin"/><Relationship Id="rId6" Type="http://schemas.openxmlformats.org/officeDocument/2006/relationships/image" Target="../media/image74.wmf"/><Relationship Id="rId5" Type="http://schemas.openxmlformats.org/officeDocument/2006/relationships/oleObject" Target="../embeddings/oleObject78.bin"/><Relationship Id="rId4" Type="http://schemas.openxmlformats.org/officeDocument/2006/relationships/image" Target="../media/image73.wmf"/><Relationship Id="rId3" Type="http://schemas.openxmlformats.org/officeDocument/2006/relationships/oleObject" Target="../embeddings/oleObject77.bin"/><Relationship Id="rId2" Type="http://schemas.openxmlformats.org/officeDocument/2006/relationships/image" Target="../media/image22.png"/><Relationship Id="rId14" Type="http://schemas.openxmlformats.org/officeDocument/2006/relationships/vmlDrawing" Target="../drawings/vmlDrawing9.vml"/><Relationship Id="rId13" Type="http://schemas.openxmlformats.org/officeDocument/2006/relationships/slideLayout" Target="../slideLayouts/slideLayout7.xml"/><Relationship Id="rId12" Type="http://schemas.openxmlformats.org/officeDocument/2006/relationships/image" Target="../media/image77.wmf"/><Relationship Id="rId11" Type="http://schemas.openxmlformats.org/officeDocument/2006/relationships/oleObject" Target="../embeddings/oleObject81.bin"/><Relationship Id="rId10" Type="http://schemas.openxmlformats.org/officeDocument/2006/relationships/image" Target="../media/image76.wmf"/><Relationship Id="rId1" Type="http://schemas.openxmlformats.org/officeDocument/2006/relationships/image" Target="../media/image6.png"/></Relationships>
</file>

<file path=ppt/slides/_rels/slide12.xml.rels><?xml version="1.0" encoding="UTF-8" standalone="yes"?>
<Relationships xmlns="http://schemas.openxmlformats.org/package/2006/relationships"><Relationship Id="rId9" Type="http://schemas.openxmlformats.org/officeDocument/2006/relationships/image" Target="../media/image7.wmf"/><Relationship Id="rId8" Type="http://schemas.openxmlformats.org/officeDocument/2006/relationships/oleObject" Target="../embeddings/oleObject85.bin"/><Relationship Id="rId7" Type="http://schemas.openxmlformats.org/officeDocument/2006/relationships/image" Target="../media/image80.wmf"/><Relationship Id="rId6" Type="http://schemas.openxmlformats.org/officeDocument/2006/relationships/oleObject" Target="../embeddings/oleObject84.bin"/><Relationship Id="rId5" Type="http://schemas.openxmlformats.org/officeDocument/2006/relationships/image" Target="../media/image6.png"/><Relationship Id="rId4" Type="http://schemas.openxmlformats.org/officeDocument/2006/relationships/image" Target="../media/image79.wmf"/><Relationship Id="rId3" Type="http://schemas.openxmlformats.org/officeDocument/2006/relationships/oleObject" Target="../embeddings/oleObject83.bin"/><Relationship Id="rId2" Type="http://schemas.openxmlformats.org/officeDocument/2006/relationships/image" Target="../media/image78.wmf"/><Relationship Id="rId17" Type="http://schemas.openxmlformats.org/officeDocument/2006/relationships/vmlDrawing" Target="../drawings/vmlDrawing10.vml"/><Relationship Id="rId16" Type="http://schemas.openxmlformats.org/officeDocument/2006/relationships/slideLayout" Target="../slideLayouts/slideLayout7.xml"/><Relationship Id="rId15" Type="http://schemas.openxmlformats.org/officeDocument/2006/relationships/image" Target="../media/image10.wmf"/><Relationship Id="rId14" Type="http://schemas.openxmlformats.org/officeDocument/2006/relationships/oleObject" Target="../embeddings/oleObject88.bin"/><Relationship Id="rId13" Type="http://schemas.openxmlformats.org/officeDocument/2006/relationships/image" Target="../media/image9.wmf"/><Relationship Id="rId12" Type="http://schemas.openxmlformats.org/officeDocument/2006/relationships/oleObject" Target="../embeddings/oleObject87.bin"/><Relationship Id="rId11" Type="http://schemas.openxmlformats.org/officeDocument/2006/relationships/image" Target="../media/image8.wmf"/><Relationship Id="rId10" Type="http://schemas.openxmlformats.org/officeDocument/2006/relationships/oleObject" Target="../embeddings/oleObject86.bin"/><Relationship Id="rId1" Type="http://schemas.openxmlformats.org/officeDocument/2006/relationships/oleObject" Target="../embeddings/oleObject82.bin"/></Relationships>
</file>

<file path=ppt/slides/_rels/slide13.xml.rels><?xml version="1.0" encoding="UTF-8" standalone="yes"?>
<Relationships xmlns="http://schemas.openxmlformats.org/package/2006/relationships"><Relationship Id="rId9" Type="http://schemas.openxmlformats.org/officeDocument/2006/relationships/image" Target="../media/image6.png"/><Relationship Id="rId8" Type="http://schemas.openxmlformats.org/officeDocument/2006/relationships/image" Target="../media/image84.wmf"/><Relationship Id="rId7" Type="http://schemas.openxmlformats.org/officeDocument/2006/relationships/oleObject" Target="../embeddings/oleObject92.bin"/><Relationship Id="rId6" Type="http://schemas.openxmlformats.org/officeDocument/2006/relationships/image" Target="../media/image83.wmf"/><Relationship Id="rId5" Type="http://schemas.openxmlformats.org/officeDocument/2006/relationships/oleObject" Target="../embeddings/oleObject91.bin"/><Relationship Id="rId4" Type="http://schemas.openxmlformats.org/officeDocument/2006/relationships/image" Target="../media/image82.wmf"/><Relationship Id="rId3" Type="http://schemas.openxmlformats.org/officeDocument/2006/relationships/oleObject" Target="../embeddings/oleObject90.bin"/><Relationship Id="rId24" Type="http://schemas.openxmlformats.org/officeDocument/2006/relationships/vmlDrawing" Target="../drawings/vmlDrawing11.vml"/><Relationship Id="rId23" Type="http://schemas.openxmlformats.org/officeDocument/2006/relationships/slideLayout" Target="../slideLayouts/slideLayout7.xml"/><Relationship Id="rId22" Type="http://schemas.openxmlformats.org/officeDocument/2006/relationships/image" Target="../media/image24.wmf"/><Relationship Id="rId21" Type="http://schemas.openxmlformats.org/officeDocument/2006/relationships/oleObject" Target="../embeddings/oleObject98.bin"/><Relationship Id="rId20" Type="http://schemas.openxmlformats.org/officeDocument/2006/relationships/image" Target="../media/image23.wmf"/><Relationship Id="rId2" Type="http://schemas.openxmlformats.org/officeDocument/2006/relationships/image" Target="../media/image81.wmf"/><Relationship Id="rId19" Type="http://schemas.openxmlformats.org/officeDocument/2006/relationships/oleObject" Target="../embeddings/oleObject97.bin"/><Relationship Id="rId18" Type="http://schemas.openxmlformats.org/officeDocument/2006/relationships/image" Target="../media/image21.wmf"/><Relationship Id="rId17" Type="http://schemas.openxmlformats.org/officeDocument/2006/relationships/oleObject" Target="../embeddings/oleObject96.bin"/><Relationship Id="rId16" Type="http://schemas.openxmlformats.org/officeDocument/2006/relationships/image" Target="../media/image20.wmf"/><Relationship Id="rId15" Type="http://schemas.openxmlformats.org/officeDocument/2006/relationships/oleObject" Target="../embeddings/oleObject95.bin"/><Relationship Id="rId14" Type="http://schemas.openxmlformats.org/officeDocument/2006/relationships/image" Target="../media/image19.wmf"/><Relationship Id="rId13" Type="http://schemas.openxmlformats.org/officeDocument/2006/relationships/oleObject" Target="../embeddings/oleObject94.bin"/><Relationship Id="rId12" Type="http://schemas.openxmlformats.org/officeDocument/2006/relationships/image" Target="../media/image18.wmf"/><Relationship Id="rId11" Type="http://schemas.openxmlformats.org/officeDocument/2006/relationships/oleObject" Target="../embeddings/oleObject93.bin"/><Relationship Id="rId10" Type="http://schemas.openxmlformats.org/officeDocument/2006/relationships/image" Target="../media/image22.png"/><Relationship Id="rId1" Type="http://schemas.openxmlformats.org/officeDocument/2006/relationships/oleObject" Target="../embeddings/oleObject89.bin"/></Relationships>
</file>

<file path=ppt/slides/_rels/slide14.xml.rels><?xml version="1.0" encoding="UTF-8" standalone="yes"?>
<Relationships xmlns="http://schemas.openxmlformats.org/package/2006/relationships"><Relationship Id="rId9" Type="http://schemas.openxmlformats.org/officeDocument/2006/relationships/oleObject" Target="../embeddings/oleObject103.bin"/><Relationship Id="rId8" Type="http://schemas.openxmlformats.org/officeDocument/2006/relationships/image" Target="../media/image88.wmf"/><Relationship Id="rId7" Type="http://schemas.openxmlformats.org/officeDocument/2006/relationships/oleObject" Target="../embeddings/oleObject102.bin"/><Relationship Id="rId6" Type="http://schemas.openxmlformats.org/officeDocument/2006/relationships/image" Target="../media/image87.wmf"/><Relationship Id="rId5" Type="http://schemas.openxmlformats.org/officeDocument/2006/relationships/oleObject" Target="../embeddings/oleObject101.bin"/><Relationship Id="rId4" Type="http://schemas.openxmlformats.org/officeDocument/2006/relationships/image" Target="../media/image86.wmf"/><Relationship Id="rId3" Type="http://schemas.openxmlformats.org/officeDocument/2006/relationships/oleObject" Target="../embeddings/oleObject100.bin"/><Relationship Id="rId27" Type="http://schemas.openxmlformats.org/officeDocument/2006/relationships/vmlDrawing" Target="../drawings/vmlDrawing12.vml"/><Relationship Id="rId26" Type="http://schemas.openxmlformats.org/officeDocument/2006/relationships/slideLayout" Target="../slideLayouts/slideLayout7.xml"/><Relationship Id="rId25" Type="http://schemas.openxmlformats.org/officeDocument/2006/relationships/image" Target="../media/image96.wmf"/><Relationship Id="rId24" Type="http://schemas.openxmlformats.org/officeDocument/2006/relationships/oleObject" Target="../embeddings/oleObject110.bin"/><Relationship Id="rId23" Type="http://schemas.openxmlformats.org/officeDocument/2006/relationships/image" Target="../media/image95.wmf"/><Relationship Id="rId22" Type="http://schemas.openxmlformats.org/officeDocument/2006/relationships/oleObject" Target="../embeddings/oleObject109.bin"/><Relationship Id="rId21" Type="http://schemas.openxmlformats.org/officeDocument/2006/relationships/image" Target="../media/image94.wmf"/><Relationship Id="rId20" Type="http://schemas.openxmlformats.org/officeDocument/2006/relationships/oleObject" Target="../embeddings/oleObject108.bin"/><Relationship Id="rId2" Type="http://schemas.openxmlformats.org/officeDocument/2006/relationships/image" Target="../media/image85.wmf"/><Relationship Id="rId19" Type="http://schemas.openxmlformats.org/officeDocument/2006/relationships/image" Target="../media/image93.wmf"/><Relationship Id="rId18" Type="http://schemas.openxmlformats.org/officeDocument/2006/relationships/oleObject" Target="../embeddings/oleObject107.bin"/><Relationship Id="rId17" Type="http://schemas.openxmlformats.org/officeDocument/2006/relationships/image" Target="../media/image92.wmf"/><Relationship Id="rId16" Type="http://schemas.openxmlformats.org/officeDocument/2006/relationships/oleObject" Target="../embeddings/oleObject106.bin"/><Relationship Id="rId15" Type="http://schemas.openxmlformats.org/officeDocument/2006/relationships/image" Target="../media/image91.wmf"/><Relationship Id="rId14" Type="http://schemas.openxmlformats.org/officeDocument/2006/relationships/oleObject" Target="../embeddings/oleObject105.bin"/><Relationship Id="rId13" Type="http://schemas.openxmlformats.org/officeDocument/2006/relationships/image" Target="../media/image90.wmf"/><Relationship Id="rId12" Type="http://schemas.openxmlformats.org/officeDocument/2006/relationships/oleObject" Target="../embeddings/oleObject104.bin"/><Relationship Id="rId11" Type="http://schemas.openxmlformats.org/officeDocument/2006/relationships/image" Target="../media/image6.png"/><Relationship Id="rId10" Type="http://schemas.openxmlformats.org/officeDocument/2006/relationships/image" Target="../media/image89.wmf"/><Relationship Id="rId1" Type="http://schemas.openxmlformats.org/officeDocument/2006/relationships/oleObject" Target="../embeddings/oleObject99.bin"/></Relationships>
</file>

<file path=ppt/slides/_rels/slide15.xml.rels><?xml version="1.0" encoding="UTF-8" standalone="yes"?>
<Relationships xmlns="http://schemas.openxmlformats.org/package/2006/relationships"><Relationship Id="rId7" Type="http://schemas.openxmlformats.org/officeDocument/2006/relationships/vmlDrawing" Target="../drawings/vmlDrawing13.vml"/><Relationship Id="rId6" Type="http://schemas.openxmlformats.org/officeDocument/2006/relationships/slideLayout" Target="../slideLayouts/slideLayout7.xml"/><Relationship Id="rId5" Type="http://schemas.openxmlformats.org/officeDocument/2006/relationships/image" Target="../media/image6.png"/><Relationship Id="rId4" Type="http://schemas.openxmlformats.org/officeDocument/2006/relationships/image" Target="../media/image98.wmf"/><Relationship Id="rId3" Type="http://schemas.openxmlformats.org/officeDocument/2006/relationships/oleObject" Target="../embeddings/oleObject112.bin"/><Relationship Id="rId2" Type="http://schemas.openxmlformats.org/officeDocument/2006/relationships/image" Target="../media/image97.wmf"/><Relationship Id="rId1" Type="http://schemas.openxmlformats.org/officeDocument/2006/relationships/oleObject" Target="../embeddings/oleObject111.bin"/></Relationships>
</file>

<file path=ppt/slides/_rels/slide16.xml.rels><?xml version="1.0" encoding="UTF-8" standalone="yes"?>
<Relationships xmlns="http://schemas.openxmlformats.org/package/2006/relationships"><Relationship Id="rId9" Type="http://schemas.openxmlformats.org/officeDocument/2006/relationships/oleObject" Target="../embeddings/oleObject117.bin"/><Relationship Id="rId8" Type="http://schemas.openxmlformats.org/officeDocument/2006/relationships/image" Target="../media/image102.wmf"/><Relationship Id="rId7" Type="http://schemas.openxmlformats.org/officeDocument/2006/relationships/oleObject" Target="../embeddings/oleObject116.bin"/><Relationship Id="rId6" Type="http://schemas.openxmlformats.org/officeDocument/2006/relationships/image" Target="../media/image101.wmf"/><Relationship Id="rId5" Type="http://schemas.openxmlformats.org/officeDocument/2006/relationships/oleObject" Target="../embeddings/oleObject115.bin"/><Relationship Id="rId4" Type="http://schemas.openxmlformats.org/officeDocument/2006/relationships/image" Target="../media/image100.wmf"/><Relationship Id="rId3" Type="http://schemas.openxmlformats.org/officeDocument/2006/relationships/oleObject" Target="../embeddings/oleObject114.bin"/><Relationship Id="rId2" Type="http://schemas.openxmlformats.org/officeDocument/2006/relationships/image" Target="../media/image99.wmf"/><Relationship Id="rId18" Type="http://schemas.openxmlformats.org/officeDocument/2006/relationships/vmlDrawing" Target="../drawings/vmlDrawing14.vml"/><Relationship Id="rId17" Type="http://schemas.openxmlformats.org/officeDocument/2006/relationships/slideLayout" Target="../slideLayouts/slideLayout7.xml"/><Relationship Id="rId16" Type="http://schemas.openxmlformats.org/officeDocument/2006/relationships/image" Target="../media/image105.wmf"/><Relationship Id="rId15" Type="http://schemas.openxmlformats.org/officeDocument/2006/relationships/oleObject" Target="../embeddings/oleObject119.bin"/><Relationship Id="rId14" Type="http://schemas.openxmlformats.org/officeDocument/2006/relationships/image" Target="../media/image22.png"/><Relationship Id="rId13" Type="http://schemas.openxmlformats.org/officeDocument/2006/relationships/image" Target="../media/image6.png"/><Relationship Id="rId12" Type="http://schemas.openxmlformats.org/officeDocument/2006/relationships/image" Target="../media/image104.wmf"/><Relationship Id="rId11" Type="http://schemas.openxmlformats.org/officeDocument/2006/relationships/oleObject" Target="../embeddings/oleObject118.bin"/><Relationship Id="rId10" Type="http://schemas.openxmlformats.org/officeDocument/2006/relationships/image" Target="../media/image103.wmf"/><Relationship Id="rId1" Type="http://schemas.openxmlformats.org/officeDocument/2006/relationships/oleObject" Target="../embeddings/oleObject113.bin"/></Relationships>
</file>

<file path=ppt/slides/_rels/slide17.xml.rels><?xml version="1.0" encoding="UTF-8" standalone="yes"?>
<Relationships xmlns="http://schemas.openxmlformats.org/package/2006/relationships"><Relationship Id="rId9" Type="http://schemas.openxmlformats.org/officeDocument/2006/relationships/oleObject" Target="../embeddings/oleObject124.bin"/><Relationship Id="rId8" Type="http://schemas.openxmlformats.org/officeDocument/2006/relationships/image" Target="../media/image109.wmf"/><Relationship Id="rId7" Type="http://schemas.openxmlformats.org/officeDocument/2006/relationships/oleObject" Target="../embeddings/oleObject123.bin"/><Relationship Id="rId6" Type="http://schemas.openxmlformats.org/officeDocument/2006/relationships/image" Target="../media/image108.wmf"/><Relationship Id="rId5" Type="http://schemas.openxmlformats.org/officeDocument/2006/relationships/oleObject" Target="../embeddings/oleObject122.bin"/><Relationship Id="rId4" Type="http://schemas.openxmlformats.org/officeDocument/2006/relationships/image" Target="../media/image107.wmf"/><Relationship Id="rId3" Type="http://schemas.openxmlformats.org/officeDocument/2006/relationships/oleObject" Target="../embeddings/oleObject121.bin"/><Relationship Id="rId25" Type="http://schemas.openxmlformats.org/officeDocument/2006/relationships/vmlDrawing" Target="../drawings/vmlDrawing15.vml"/><Relationship Id="rId24" Type="http://schemas.openxmlformats.org/officeDocument/2006/relationships/slideLayout" Target="../slideLayouts/slideLayout7.xml"/><Relationship Id="rId23" Type="http://schemas.openxmlformats.org/officeDocument/2006/relationships/image" Target="../media/image116.wmf"/><Relationship Id="rId22" Type="http://schemas.openxmlformats.org/officeDocument/2006/relationships/oleObject" Target="../embeddings/oleObject130.bin"/><Relationship Id="rId21" Type="http://schemas.openxmlformats.org/officeDocument/2006/relationships/image" Target="../media/image115.wmf"/><Relationship Id="rId20" Type="http://schemas.openxmlformats.org/officeDocument/2006/relationships/oleObject" Target="../embeddings/oleObject129.bin"/><Relationship Id="rId2" Type="http://schemas.openxmlformats.org/officeDocument/2006/relationships/image" Target="../media/image106.wmf"/><Relationship Id="rId19" Type="http://schemas.openxmlformats.org/officeDocument/2006/relationships/image" Target="../media/image114.wmf"/><Relationship Id="rId18" Type="http://schemas.openxmlformats.org/officeDocument/2006/relationships/oleObject" Target="../embeddings/oleObject128.bin"/><Relationship Id="rId17" Type="http://schemas.openxmlformats.org/officeDocument/2006/relationships/image" Target="../media/image113.wmf"/><Relationship Id="rId16" Type="http://schemas.openxmlformats.org/officeDocument/2006/relationships/oleObject" Target="../embeddings/oleObject127.bin"/><Relationship Id="rId15" Type="http://schemas.openxmlformats.org/officeDocument/2006/relationships/image" Target="../media/image112.wmf"/><Relationship Id="rId14" Type="http://schemas.openxmlformats.org/officeDocument/2006/relationships/oleObject" Target="../embeddings/oleObject126.bin"/><Relationship Id="rId13" Type="http://schemas.openxmlformats.org/officeDocument/2006/relationships/image" Target="../media/image6.png"/><Relationship Id="rId12" Type="http://schemas.openxmlformats.org/officeDocument/2006/relationships/image" Target="../media/image111.wmf"/><Relationship Id="rId11" Type="http://schemas.openxmlformats.org/officeDocument/2006/relationships/oleObject" Target="../embeddings/oleObject125.bin"/><Relationship Id="rId10" Type="http://schemas.openxmlformats.org/officeDocument/2006/relationships/image" Target="../media/image110.wmf"/><Relationship Id="rId1" Type="http://schemas.openxmlformats.org/officeDocument/2006/relationships/oleObject" Target="../embeddings/oleObject120.bin"/></Relationships>
</file>

<file path=ppt/slides/_rels/slide18.xml.rels><?xml version="1.0" encoding="UTF-8" standalone="yes"?>
<Relationships xmlns="http://schemas.openxmlformats.org/package/2006/relationships"><Relationship Id="rId9" Type="http://schemas.openxmlformats.org/officeDocument/2006/relationships/image" Target="../media/image117.wmf"/><Relationship Id="rId8" Type="http://schemas.openxmlformats.org/officeDocument/2006/relationships/oleObject" Target="../embeddings/oleObject134.bin"/><Relationship Id="rId7" Type="http://schemas.openxmlformats.org/officeDocument/2006/relationships/image" Target="../media/image56.wmf"/><Relationship Id="rId6" Type="http://schemas.openxmlformats.org/officeDocument/2006/relationships/oleObject" Target="../embeddings/oleObject133.bin"/><Relationship Id="rId5" Type="http://schemas.openxmlformats.org/officeDocument/2006/relationships/image" Target="../media/image53.wmf"/><Relationship Id="rId4" Type="http://schemas.openxmlformats.org/officeDocument/2006/relationships/oleObject" Target="../embeddings/oleObject132.bin"/><Relationship Id="rId3" Type="http://schemas.openxmlformats.org/officeDocument/2006/relationships/image" Target="../media/image55.wmf"/><Relationship Id="rId25" Type="http://schemas.openxmlformats.org/officeDocument/2006/relationships/vmlDrawing" Target="../drawings/vmlDrawing16.vml"/><Relationship Id="rId24" Type="http://schemas.openxmlformats.org/officeDocument/2006/relationships/slideLayout" Target="../slideLayouts/slideLayout7.xml"/><Relationship Id="rId23" Type="http://schemas.openxmlformats.org/officeDocument/2006/relationships/image" Target="../media/image124.wmf"/><Relationship Id="rId22" Type="http://schemas.openxmlformats.org/officeDocument/2006/relationships/oleObject" Target="../embeddings/oleObject141.bin"/><Relationship Id="rId21" Type="http://schemas.openxmlformats.org/officeDocument/2006/relationships/image" Target="../media/image123.wmf"/><Relationship Id="rId20" Type="http://schemas.openxmlformats.org/officeDocument/2006/relationships/oleObject" Target="../embeddings/oleObject140.bin"/><Relationship Id="rId2" Type="http://schemas.openxmlformats.org/officeDocument/2006/relationships/oleObject" Target="../embeddings/oleObject131.bin"/><Relationship Id="rId19" Type="http://schemas.openxmlformats.org/officeDocument/2006/relationships/image" Target="../media/image122.wmf"/><Relationship Id="rId18" Type="http://schemas.openxmlformats.org/officeDocument/2006/relationships/oleObject" Target="../embeddings/oleObject139.bin"/><Relationship Id="rId17" Type="http://schemas.openxmlformats.org/officeDocument/2006/relationships/image" Target="../media/image121.wmf"/><Relationship Id="rId16" Type="http://schemas.openxmlformats.org/officeDocument/2006/relationships/oleObject" Target="../embeddings/oleObject138.bin"/><Relationship Id="rId15" Type="http://schemas.openxmlformats.org/officeDocument/2006/relationships/image" Target="../media/image120.wmf"/><Relationship Id="rId14" Type="http://schemas.openxmlformats.org/officeDocument/2006/relationships/oleObject" Target="../embeddings/oleObject137.bin"/><Relationship Id="rId13" Type="http://schemas.openxmlformats.org/officeDocument/2006/relationships/image" Target="../media/image119.wmf"/><Relationship Id="rId12" Type="http://schemas.openxmlformats.org/officeDocument/2006/relationships/oleObject" Target="../embeddings/oleObject136.bin"/><Relationship Id="rId11" Type="http://schemas.openxmlformats.org/officeDocument/2006/relationships/image" Target="../media/image118.wmf"/><Relationship Id="rId10" Type="http://schemas.openxmlformats.org/officeDocument/2006/relationships/oleObject" Target="../embeddings/oleObject135.bin"/><Relationship Id="rId1" Type="http://schemas.openxmlformats.org/officeDocument/2006/relationships/image" Target="../media/image6.png"/></Relationships>
</file>

<file path=ppt/slides/_rels/slide19.xml.rels><?xml version="1.0" encoding="UTF-8" standalone="yes"?>
<Relationships xmlns="http://schemas.openxmlformats.org/package/2006/relationships"><Relationship Id="rId9" Type="http://schemas.openxmlformats.org/officeDocument/2006/relationships/oleObject" Target="../embeddings/oleObject145.bin"/><Relationship Id="rId8" Type="http://schemas.openxmlformats.org/officeDocument/2006/relationships/image" Target="../media/image22.png"/><Relationship Id="rId7" Type="http://schemas.openxmlformats.org/officeDocument/2006/relationships/image" Target="../media/image6.png"/><Relationship Id="rId6" Type="http://schemas.openxmlformats.org/officeDocument/2006/relationships/image" Target="../media/image127.wmf"/><Relationship Id="rId5" Type="http://schemas.openxmlformats.org/officeDocument/2006/relationships/oleObject" Target="../embeddings/oleObject144.bin"/><Relationship Id="rId4" Type="http://schemas.openxmlformats.org/officeDocument/2006/relationships/image" Target="../media/image126.wmf"/><Relationship Id="rId3" Type="http://schemas.openxmlformats.org/officeDocument/2006/relationships/oleObject" Target="../embeddings/oleObject143.bin"/><Relationship Id="rId2" Type="http://schemas.openxmlformats.org/officeDocument/2006/relationships/image" Target="../media/image125.wmf"/><Relationship Id="rId14" Type="http://schemas.openxmlformats.org/officeDocument/2006/relationships/vmlDrawing" Target="../drawings/vmlDrawing17.vml"/><Relationship Id="rId13" Type="http://schemas.openxmlformats.org/officeDocument/2006/relationships/slideLayout" Target="../slideLayouts/slideLayout7.xml"/><Relationship Id="rId12" Type="http://schemas.openxmlformats.org/officeDocument/2006/relationships/image" Target="../media/image129.wmf"/><Relationship Id="rId11" Type="http://schemas.openxmlformats.org/officeDocument/2006/relationships/oleObject" Target="../embeddings/oleObject146.bin"/><Relationship Id="rId10" Type="http://schemas.openxmlformats.org/officeDocument/2006/relationships/image" Target="../media/image128.wmf"/><Relationship Id="rId1" Type="http://schemas.openxmlformats.org/officeDocument/2006/relationships/oleObject" Target="../embeddings/oleObject142.bin"/></Relationships>
</file>

<file path=ppt/slides/_rels/slide20.xml.rels><?xml version="1.0" encoding="UTF-8" standalone="yes"?>
<Relationships xmlns="http://schemas.openxmlformats.org/package/2006/relationships"><Relationship Id="rId5" Type="http://schemas.openxmlformats.org/officeDocument/2006/relationships/vmlDrawing" Target="../drawings/vmlDrawing18.vml"/><Relationship Id="rId4" Type="http://schemas.openxmlformats.org/officeDocument/2006/relationships/slideLayout" Target="../slideLayouts/slideLayout7.xml"/><Relationship Id="rId3" Type="http://schemas.openxmlformats.org/officeDocument/2006/relationships/image" Target="../media/image130.wmf"/><Relationship Id="rId2" Type="http://schemas.openxmlformats.org/officeDocument/2006/relationships/oleObject" Target="../embeddings/oleObject147.bin"/><Relationship Id="rId1" Type="http://schemas.openxmlformats.org/officeDocument/2006/relationships/image" Target="../media/image6.png"/></Relationships>
</file>

<file path=ppt/slides/_rels/slide21.xml.rels><?xml version="1.0" encoding="UTF-8" standalone="yes"?>
<Relationships xmlns="http://schemas.openxmlformats.org/package/2006/relationships"><Relationship Id="rId9" Type="http://schemas.openxmlformats.org/officeDocument/2006/relationships/image" Target="../media/image134.wmf"/><Relationship Id="rId8" Type="http://schemas.openxmlformats.org/officeDocument/2006/relationships/oleObject" Target="../embeddings/oleObject151.bin"/><Relationship Id="rId7" Type="http://schemas.openxmlformats.org/officeDocument/2006/relationships/image" Target="../media/image6.png"/><Relationship Id="rId6" Type="http://schemas.openxmlformats.org/officeDocument/2006/relationships/image" Target="../media/image133.wmf"/><Relationship Id="rId5" Type="http://schemas.openxmlformats.org/officeDocument/2006/relationships/oleObject" Target="../embeddings/oleObject150.bin"/><Relationship Id="rId4" Type="http://schemas.openxmlformats.org/officeDocument/2006/relationships/image" Target="../media/image132.wmf"/><Relationship Id="rId3" Type="http://schemas.openxmlformats.org/officeDocument/2006/relationships/oleObject" Target="../embeddings/oleObject149.bin"/><Relationship Id="rId2" Type="http://schemas.openxmlformats.org/officeDocument/2006/relationships/image" Target="../media/image131.wmf"/><Relationship Id="rId13" Type="http://schemas.openxmlformats.org/officeDocument/2006/relationships/vmlDrawing" Target="../drawings/vmlDrawing19.vml"/><Relationship Id="rId12" Type="http://schemas.openxmlformats.org/officeDocument/2006/relationships/slideLayout" Target="../slideLayouts/slideLayout7.xml"/><Relationship Id="rId11" Type="http://schemas.openxmlformats.org/officeDocument/2006/relationships/image" Target="../media/image135.wmf"/><Relationship Id="rId10" Type="http://schemas.openxmlformats.org/officeDocument/2006/relationships/oleObject" Target="../embeddings/oleObject152.bin"/><Relationship Id="rId1" Type="http://schemas.openxmlformats.org/officeDocument/2006/relationships/oleObject" Target="../embeddings/oleObject148.bin"/></Relationships>
</file>

<file path=ppt/slides/_rels/slide22.xml.rels><?xml version="1.0" encoding="UTF-8" standalone="yes"?>
<Relationships xmlns="http://schemas.openxmlformats.org/package/2006/relationships"><Relationship Id="rId9" Type="http://schemas.openxmlformats.org/officeDocument/2006/relationships/oleObject" Target="../embeddings/oleObject156.bin"/><Relationship Id="rId8" Type="http://schemas.openxmlformats.org/officeDocument/2006/relationships/image" Target="../media/image138.wmf"/><Relationship Id="rId7" Type="http://schemas.openxmlformats.org/officeDocument/2006/relationships/oleObject" Target="../embeddings/oleObject155.bin"/><Relationship Id="rId6" Type="http://schemas.openxmlformats.org/officeDocument/2006/relationships/image" Target="../media/image137.wmf"/><Relationship Id="rId5" Type="http://schemas.openxmlformats.org/officeDocument/2006/relationships/oleObject" Target="../embeddings/oleObject154.bin"/><Relationship Id="rId4" Type="http://schemas.openxmlformats.org/officeDocument/2006/relationships/image" Target="../media/image136.wmf"/><Relationship Id="rId3" Type="http://schemas.openxmlformats.org/officeDocument/2006/relationships/oleObject" Target="../embeddings/oleObject153.bin"/><Relationship Id="rId2" Type="http://schemas.openxmlformats.org/officeDocument/2006/relationships/image" Target="../media/image22.png"/><Relationship Id="rId12" Type="http://schemas.openxmlformats.org/officeDocument/2006/relationships/vmlDrawing" Target="../drawings/vmlDrawing20.vml"/><Relationship Id="rId11" Type="http://schemas.openxmlformats.org/officeDocument/2006/relationships/slideLayout" Target="../slideLayouts/slideLayout7.xml"/><Relationship Id="rId10" Type="http://schemas.openxmlformats.org/officeDocument/2006/relationships/image" Target="../media/image139.wmf"/><Relationship Id="rId1" Type="http://schemas.openxmlformats.org/officeDocument/2006/relationships/image" Target="../media/image6.png"/></Relationships>
</file>

<file path=ppt/slides/_rels/slide23.xml.rels><?xml version="1.0" encoding="UTF-8" standalone="yes"?>
<Relationships xmlns="http://schemas.openxmlformats.org/package/2006/relationships"><Relationship Id="rId8" Type="http://schemas.openxmlformats.org/officeDocument/2006/relationships/vmlDrawing" Target="../drawings/vmlDrawing21.vml"/><Relationship Id="rId7" Type="http://schemas.openxmlformats.org/officeDocument/2006/relationships/slideLayout" Target="../slideLayouts/slideLayout7.xml"/><Relationship Id="rId6" Type="http://schemas.openxmlformats.org/officeDocument/2006/relationships/image" Target="../media/image141.wmf"/><Relationship Id="rId5" Type="http://schemas.openxmlformats.org/officeDocument/2006/relationships/oleObject" Target="../embeddings/oleObject158.bin"/><Relationship Id="rId4" Type="http://schemas.openxmlformats.org/officeDocument/2006/relationships/image" Target="../media/image140.wmf"/><Relationship Id="rId3" Type="http://schemas.openxmlformats.org/officeDocument/2006/relationships/oleObject" Target="../embeddings/oleObject157.bin"/><Relationship Id="rId2" Type="http://schemas.openxmlformats.org/officeDocument/2006/relationships/image" Target="../media/image22.png"/><Relationship Id="rId1" Type="http://schemas.openxmlformats.org/officeDocument/2006/relationships/image" Target="../media/image6.png"/></Relationships>
</file>

<file path=ppt/slides/_rels/slide24.xml.rels><?xml version="1.0" encoding="UTF-8" standalone="yes"?>
<Relationships xmlns="http://schemas.openxmlformats.org/package/2006/relationships"><Relationship Id="rId9" Type="http://schemas.openxmlformats.org/officeDocument/2006/relationships/image" Target="../media/image145.wmf"/><Relationship Id="rId8" Type="http://schemas.openxmlformats.org/officeDocument/2006/relationships/oleObject" Target="../embeddings/oleObject162.bin"/><Relationship Id="rId7" Type="http://schemas.openxmlformats.org/officeDocument/2006/relationships/image" Target="../media/image6.png"/><Relationship Id="rId6" Type="http://schemas.openxmlformats.org/officeDocument/2006/relationships/image" Target="../media/image144.wmf"/><Relationship Id="rId5" Type="http://schemas.openxmlformats.org/officeDocument/2006/relationships/oleObject" Target="../embeddings/oleObject161.bin"/><Relationship Id="rId4" Type="http://schemas.openxmlformats.org/officeDocument/2006/relationships/image" Target="../media/image143.wmf"/><Relationship Id="rId3" Type="http://schemas.openxmlformats.org/officeDocument/2006/relationships/oleObject" Target="../embeddings/oleObject160.bin"/><Relationship Id="rId2" Type="http://schemas.openxmlformats.org/officeDocument/2006/relationships/image" Target="../media/image142.wmf"/><Relationship Id="rId17" Type="http://schemas.openxmlformats.org/officeDocument/2006/relationships/vmlDrawing" Target="../drawings/vmlDrawing22.vml"/><Relationship Id="rId16" Type="http://schemas.openxmlformats.org/officeDocument/2006/relationships/slideLayout" Target="../slideLayouts/slideLayout7.xml"/><Relationship Id="rId15" Type="http://schemas.openxmlformats.org/officeDocument/2006/relationships/image" Target="../media/image148.wmf"/><Relationship Id="rId14" Type="http://schemas.openxmlformats.org/officeDocument/2006/relationships/oleObject" Target="../embeddings/oleObject165.bin"/><Relationship Id="rId13" Type="http://schemas.openxmlformats.org/officeDocument/2006/relationships/image" Target="../media/image147.wmf"/><Relationship Id="rId12" Type="http://schemas.openxmlformats.org/officeDocument/2006/relationships/oleObject" Target="../embeddings/oleObject164.bin"/><Relationship Id="rId11" Type="http://schemas.openxmlformats.org/officeDocument/2006/relationships/image" Target="../media/image146.wmf"/><Relationship Id="rId10" Type="http://schemas.openxmlformats.org/officeDocument/2006/relationships/oleObject" Target="../embeddings/oleObject163.bin"/><Relationship Id="rId1" Type="http://schemas.openxmlformats.org/officeDocument/2006/relationships/oleObject" Target="../embeddings/oleObject159.bin"/></Relationships>
</file>

<file path=ppt/slides/_rels/slide25.xml.rels><?xml version="1.0" encoding="UTF-8" standalone="yes"?>
<Relationships xmlns="http://schemas.openxmlformats.org/package/2006/relationships"><Relationship Id="rId9" Type="http://schemas.openxmlformats.org/officeDocument/2006/relationships/image" Target="../media/image6.png"/><Relationship Id="rId8" Type="http://schemas.openxmlformats.org/officeDocument/2006/relationships/image" Target="../media/image152.wmf"/><Relationship Id="rId7" Type="http://schemas.openxmlformats.org/officeDocument/2006/relationships/oleObject" Target="../embeddings/oleObject169.bin"/><Relationship Id="rId6" Type="http://schemas.openxmlformats.org/officeDocument/2006/relationships/image" Target="../media/image151.wmf"/><Relationship Id="rId5" Type="http://schemas.openxmlformats.org/officeDocument/2006/relationships/oleObject" Target="../embeddings/oleObject168.bin"/><Relationship Id="rId4" Type="http://schemas.openxmlformats.org/officeDocument/2006/relationships/image" Target="../media/image150.wmf"/><Relationship Id="rId3" Type="http://schemas.openxmlformats.org/officeDocument/2006/relationships/oleObject" Target="../embeddings/oleObject167.bin"/><Relationship Id="rId2" Type="http://schemas.openxmlformats.org/officeDocument/2006/relationships/image" Target="../media/image149.wmf"/><Relationship Id="rId19" Type="http://schemas.openxmlformats.org/officeDocument/2006/relationships/vmlDrawing" Target="../drawings/vmlDrawing23.vml"/><Relationship Id="rId18" Type="http://schemas.openxmlformats.org/officeDocument/2006/relationships/slideLayout" Target="../slideLayouts/slideLayout7.xml"/><Relationship Id="rId17" Type="http://schemas.openxmlformats.org/officeDocument/2006/relationships/image" Target="../media/image154.wmf"/><Relationship Id="rId16" Type="http://schemas.openxmlformats.org/officeDocument/2006/relationships/oleObject" Target="../embeddings/oleObject173.bin"/><Relationship Id="rId15" Type="http://schemas.openxmlformats.org/officeDocument/2006/relationships/image" Target="../media/image153.wmf"/><Relationship Id="rId14" Type="http://schemas.openxmlformats.org/officeDocument/2006/relationships/oleObject" Target="../embeddings/oleObject172.bin"/><Relationship Id="rId13" Type="http://schemas.openxmlformats.org/officeDocument/2006/relationships/image" Target="../media/image148.wmf"/><Relationship Id="rId12" Type="http://schemas.openxmlformats.org/officeDocument/2006/relationships/oleObject" Target="../embeddings/oleObject171.bin"/><Relationship Id="rId11" Type="http://schemas.openxmlformats.org/officeDocument/2006/relationships/image" Target="../media/image147.wmf"/><Relationship Id="rId10" Type="http://schemas.openxmlformats.org/officeDocument/2006/relationships/oleObject" Target="../embeddings/oleObject170.bin"/><Relationship Id="rId1" Type="http://schemas.openxmlformats.org/officeDocument/2006/relationships/oleObject" Target="../embeddings/oleObject166.bin"/></Relationships>
</file>

<file path=ppt/slides/_rels/slide26.xml.rels><?xml version="1.0" encoding="UTF-8" standalone="yes"?>
<Relationships xmlns="http://schemas.openxmlformats.org/package/2006/relationships"><Relationship Id="rId9" Type="http://schemas.openxmlformats.org/officeDocument/2006/relationships/vmlDrawing" Target="../drawings/vmlDrawing24.vml"/><Relationship Id="rId8" Type="http://schemas.openxmlformats.org/officeDocument/2006/relationships/slideLayout" Target="../slideLayouts/slideLayout7.xml"/><Relationship Id="rId7" Type="http://schemas.openxmlformats.org/officeDocument/2006/relationships/image" Target="../media/image6.png"/><Relationship Id="rId6" Type="http://schemas.openxmlformats.org/officeDocument/2006/relationships/image" Target="../media/image157.wmf"/><Relationship Id="rId5" Type="http://schemas.openxmlformats.org/officeDocument/2006/relationships/oleObject" Target="../embeddings/oleObject176.bin"/><Relationship Id="rId4" Type="http://schemas.openxmlformats.org/officeDocument/2006/relationships/image" Target="../media/image156.wmf"/><Relationship Id="rId3" Type="http://schemas.openxmlformats.org/officeDocument/2006/relationships/oleObject" Target="../embeddings/oleObject175.bin"/><Relationship Id="rId2" Type="http://schemas.openxmlformats.org/officeDocument/2006/relationships/image" Target="../media/image155.wmf"/><Relationship Id="rId1" Type="http://schemas.openxmlformats.org/officeDocument/2006/relationships/oleObject" Target="../embeddings/oleObject174.bin"/></Relationships>
</file>

<file path=ppt/slides/_rels/slide27.xml.rels><?xml version="1.0" encoding="UTF-8" standalone="yes"?>
<Relationships xmlns="http://schemas.openxmlformats.org/package/2006/relationships"><Relationship Id="rId5" Type="http://schemas.openxmlformats.org/officeDocument/2006/relationships/vmlDrawing" Target="../drawings/vmlDrawing25.vml"/><Relationship Id="rId4" Type="http://schemas.openxmlformats.org/officeDocument/2006/relationships/slideLayout" Target="../slideLayouts/slideLayout7.xml"/><Relationship Id="rId3" Type="http://schemas.openxmlformats.org/officeDocument/2006/relationships/image" Target="../media/image158.wmf"/><Relationship Id="rId2" Type="http://schemas.openxmlformats.org/officeDocument/2006/relationships/oleObject" Target="../embeddings/oleObject177.bin"/><Relationship Id="rId1" Type="http://schemas.openxmlformats.org/officeDocument/2006/relationships/image" Target="../media/image6.png"/></Relationships>
</file>

<file path=ppt/slides/_rels/slide28.xml.rels><?xml version="1.0" encoding="UTF-8" standalone="yes"?>
<Relationships xmlns="http://schemas.openxmlformats.org/package/2006/relationships"><Relationship Id="rId9" Type="http://schemas.openxmlformats.org/officeDocument/2006/relationships/oleObject" Target="../embeddings/oleObject182.bin"/><Relationship Id="rId8" Type="http://schemas.openxmlformats.org/officeDocument/2006/relationships/image" Target="../media/image162.wmf"/><Relationship Id="rId7" Type="http://schemas.openxmlformats.org/officeDocument/2006/relationships/oleObject" Target="../embeddings/oleObject181.bin"/><Relationship Id="rId6" Type="http://schemas.openxmlformats.org/officeDocument/2006/relationships/image" Target="../media/image161.wmf"/><Relationship Id="rId5" Type="http://schemas.openxmlformats.org/officeDocument/2006/relationships/oleObject" Target="../embeddings/oleObject180.bin"/><Relationship Id="rId4" Type="http://schemas.openxmlformats.org/officeDocument/2006/relationships/image" Target="../media/image160.wmf"/><Relationship Id="rId3" Type="http://schemas.openxmlformats.org/officeDocument/2006/relationships/oleObject" Target="../embeddings/oleObject179.bin"/><Relationship Id="rId2" Type="http://schemas.openxmlformats.org/officeDocument/2006/relationships/image" Target="../media/image159.wmf"/><Relationship Id="rId15" Type="http://schemas.openxmlformats.org/officeDocument/2006/relationships/vmlDrawing" Target="../drawings/vmlDrawing26.vml"/><Relationship Id="rId14" Type="http://schemas.openxmlformats.org/officeDocument/2006/relationships/slideLayout" Target="../slideLayouts/slideLayout7.xml"/><Relationship Id="rId13" Type="http://schemas.openxmlformats.org/officeDocument/2006/relationships/image" Target="../media/image6.png"/><Relationship Id="rId12" Type="http://schemas.openxmlformats.org/officeDocument/2006/relationships/image" Target="../media/image164.wmf"/><Relationship Id="rId11" Type="http://schemas.openxmlformats.org/officeDocument/2006/relationships/oleObject" Target="../embeddings/oleObject183.bin"/><Relationship Id="rId10" Type="http://schemas.openxmlformats.org/officeDocument/2006/relationships/image" Target="../media/image163.wmf"/><Relationship Id="rId1" Type="http://schemas.openxmlformats.org/officeDocument/2006/relationships/oleObject" Target="../embeddings/oleObject178.bin"/></Relationships>
</file>

<file path=ppt/slides/_rels/slide29.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6.png"/></Relationships>
</file>

<file path=ppt/slides/_rels/slide30.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6.png"/></Relationships>
</file>

<file path=ppt/slides/_rels/slide31.xml.rels><?xml version="1.0" encoding="UTF-8" standalone="yes"?>
<Relationships xmlns="http://schemas.openxmlformats.org/package/2006/relationships"><Relationship Id="rId9" Type="http://schemas.openxmlformats.org/officeDocument/2006/relationships/oleObject" Target="../embeddings/oleObject188.bin"/><Relationship Id="rId8" Type="http://schemas.openxmlformats.org/officeDocument/2006/relationships/image" Target="../media/image168.wmf"/><Relationship Id="rId7" Type="http://schemas.openxmlformats.org/officeDocument/2006/relationships/oleObject" Target="../embeddings/oleObject187.bin"/><Relationship Id="rId6" Type="http://schemas.openxmlformats.org/officeDocument/2006/relationships/image" Target="../media/image167.wmf"/><Relationship Id="rId5" Type="http://schemas.openxmlformats.org/officeDocument/2006/relationships/oleObject" Target="../embeddings/oleObject186.bin"/><Relationship Id="rId4" Type="http://schemas.openxmlformats.org/officeDocument/2006/relationships/image" Target="../media/image166.wmf"/><Relationship Id="rId3" Type="http://schemas.openxmlformats.org/officeDocument/2006/relationships/oleObject" Target="../embeddings/oleObject185.bin"/><Relationship Id="rId25" Type="http://schemas.openxmlformats.org/officeDocument/2006/relationships/vmlDrawing" Target="../drawings/vmlDrawing27.vml"/><Relationship Id="rId24" Type="http://schemas.openxmlformats.org/officeDocument/2006/relationships/slideLayout" Target="../slideLayouts/slideLayout7.xml"/><Relationship Id="rId23" Type="http://schemas.openxmlformats.org/officeDocument/2006/relationships/image" Target="../media/image175.wmf"/><Relationship Id="rId22" Type="http://schemas.openxmlformats.org/officeDocument/2006/relationships/oleObject" Target="../embeddings/oleObject194.bin"/><Relationship Id="rId21" Type="http://schemas.openxmlformats.org/officeDocument/2006/relationships/image" Target="../media/image174.wmf"/><Relationship Id="rId20" Type="http://schemas.openxmlformats.org/officeDocument/2006/relationships/oleObject" Target="../embeddings/oleObject193.bin"/><Relationship Id="rId2" Type="http://schemas.openxmlformats.org/officeDocument/2006/relationships/image" Target="../media/image165.wmf"/><Relationship Id="rId19" Type="http://schemas.openxmlformats.org/officeDocument/2006/relationships/image" Target="../media/image173.wmf"/><Relationship Id="rId18" Type="http://schemas.openxmlformats.org/officeDocument/2006/relationships/oleObject" Target="../embeddings/oleObject192.bin"/><Relationship Id="rId17" Type="http://schemas.openxmlformats.org/officeDocument/2006/relationships/image" Target="../media/image172.wmf"/><Relationship Id="rId16" Type="http://schemas.openxmlformats.org/officeDocument/2006/relationships/oleObject" Target="../embeddings/oleObject191.bin"/><Relationship Id="rId15" Type="http://schemas.openxmlformats.org/officeDocument/2006/relationships/image" Target="../media/image171.wmf"/><Relationship Id="rId14" Type="http://schemas.openxmlformats.org/officeDocument/2006/relationships/oleObject" Target="../embeddings/oleObject190.bin"/><Relationship Id="rId13" Type="http://schemas.openxmlformats.org/officeDocument/2006/relationships/image" Target="../media/image170.wmf"/><Relationship Id="rId12" Type="http://schemas.openxmlformats.org/officeDocument/2006/relationships/oleObject" Target="../embeddings/oleObject189.bin"/><Relationship Id="rId11" Type="http://schemas.openxmlformats.org/officeDocument/2006/relationships/image" Target="../media/image6.png"/><Relationship Id="rId10" Type="http://schemas.openxmlformats.org/officeDocument/2006/relationships/image" Target="../media/image169.wmf"/><Relationship Id="rId1" Type="http://schemas.openxmlformats.org/officeDocument/2006/relationships/oleObject" Target="../embeddings/oleObject184.bin"/></Relationships>
</file>

<file path=ppt/slides/_rels/slide32.xml.rels><?xml version="1.0" encoding="UTF-8" standalone="yes"?>
<Relationships xmlns="http://schemas.openxmlformats.org/package/2006/relationships"><Relationship Id="rId7" Type="http://schemas.openxmlformats.org/officeDocument/2006/relationships/vmlDrawing" Target="../drawings/vmlDrawing28.vml"/><Relationship Id="rId6" Type="http://schemas.openxmlformats.org/officeDocument/2006/relationships/slideLayout" Target="../slideLayouts/slideLayout7.xml"/><Relationship Id="rId5" Type="http://schemas.openxmlformats.org/officeDocument/2006/relationships/image" Target="../media/image6.png"/><Relationship Id="rId4" Type="http://schemas.openxmlformats.org/officeDocument/2006/relationships/image" Target="../media/image177.wmf"/><Relationship Id="rId3" Type="http://schemas.openxmlformats.org/officeDocument/2006/relationships/oleObject" Target="../embeddings/oleObject196.bin"/><Relationship Id="rId2" Type="http://schemas.openxmlformats.org/officeDocument/2006/relationships/image" Target="../media/image176.wmf"/><Relationship Id="rId1" Type="http://schemas.openxmlformats.org/officeDocument/2006/relationships/oleObject" Target="../embeddings/oleObject195.bin"/></Relationships>
</file>

<file path=ppt/slides/_rels/slide33.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image" Target="../media/image22.png"/><Relationship Id="rId1" Type="http://schemas.openxmlformats.org/officeDocument/2006/relationships/image" Target="../media/image6.png"/></Relationships>
</file>

<file path=ppt/slides/_rels/slide34.xml.rels><?xml version="1.0" encoding="UTF-8" standalone="yes"?>
<Relationships xmlns="http://schemas.openxmlformats.org/package/2006/relationships"><Relationship Id="rId9" Type="http://schemas.openxmlformats.org/officeDocument/2006/relationships/image" Target="../media/image181.wmf"/><Relationship Id="rId8" Type="http://schemas.openxmlformats.org/officeDocument/2006/relationships/oleObject" Target="../embeddings/oleObject200.bin"/><Relationship Id="rId7" Type="http://schemas.openxmlformats.org/officeDocument/2006/relationships/image" Target="../media/image180.wmf"/><Relationship Id="rId6" Type="http://schemas.openxmlformats.org/officeDocument/2006/relationships/oleObject" Target="../embeddings/oleObject199.bin"/><Relationship Id="rId5" Type="http://schemas.openxmlformats.org/officeDocument/2006/relationships/image" Target="../media/image179.wmf"/><Relationship Id="rId4" Type="http://schemas.openxmlformats.org/officeDocument/2006/relationships/oleObject" Target="../embeddings/oleObject198.bin"/><Relationship Id="rId3" Type="http://schemas.openxmlformats.org/officeDocument/2006/relationships/image" Target="../media/image6.png"/><Relationship Id="rId2" Type="http://schemas.openxmlformats.org/officeDocument/2006/relationships/image" Target="../media/image178.wmf"/><Relationship Id="rId19" Type="http://schemas.openxmlformats.org/officeDocument/2006/relationships/vmlDrawing" Target="../drawings/vmlDrawing29.vml"/><Relationship Id="rId18" Type="http://schemas.openxmlformats.org/officeDocument/2006/relationships/slideLayout" Target="../slideLayouts/slideLayout7.xml"/><Relationship Id="rId17" Type="http://schemas.openxmlformats.org/officeDocument/2006/relationships/image" Target="../media/image185.wmf"/><Relationship Id="rId16" Type="http://schemas.openxmlformats.org/officeDocument/2006/relationships/oleObject" Target="../embeddings/oleObject204.bin"/><Relationship Id="rId15" Type="http://schemas.openxmlformats.org/officeDocument/2006/relationships/image" Target="../media/image184.wmf"/><Relationship Id="rId14" Type="http://schemas.openxmlformats.org/officeDocument/2006/relationships/oleObject" Target="../embeddings/oleObject203.bin"/><Relationship Id="rId13" Type="http://schemas.openxmlformats.org/officeDocument/2006/relationships/image" Target="../media/image183.wmf"/><Relationship Id="rId12" Type="http://schemas.openxmlformats.org/officeDocument/2006/relationships/oleObject" Target="../embeddings/oleObject202.bin"/><Relationship Id="rId11" Type="http://schemas.openxmlformats.org/officeDocument/2006/relationships/image" Target="../media/image182.wmf"/><Relationship Id="rId10" Type="http://schemas.openxmlformats.org/officeDocument/2006/relationships/oleObject" Target="../embeddings/oleObject201.bin"/><Relationship Id="rId1" Type="http://schemas.openxmlformats.org/officeDocument/2006/relationships/oleObject" Target="../embeddings/oleObject197.bin"/></Relationships>
</file>

<file path=ppt/slides/_rels/slide35.xml.rels><?xml version="1.0" encoding="UTF-8" standalone="yes"?>
<Relationships xmlns="http://schemas.openxmlformats.org/package/2006/relationships"><Relationship Id="rId9" Type="http://schemas.openxmlformats.org/officeDocument/2006/relationships/image" Target="../media/image179.wmf"/><Relationship Id="rId8" Type="http://schemas.openxmlformats.org/officeDocument/2006/relationships/oleObject" Target="../embeddings/oleObject208.bin"/><Relationship Id="rId7" Type="http://schemas.openxmlformats.org/officeDocument/2006/relationships/image" Target="../media/image188.wmf"/><Relationship Id="rId6" Type="http://schemas.openxmlformats.org/officeDocument/2006/relationships/oleObject" Target="../embeddings/oleObject207.bin"/><Relationship Id="rId5" Type="http://schemas.openxmlformats.org/officeDocument/2006/relationships/image" Target="../media/image187.wmf"/><Relationship Id="rId4" Type="http://schemas.openxmlformats.org/officeDocument/2006/relationships/oleObject" Target="../embeddings/oleObject206.bin"/><Relationship Id="rId3" Type="http://schemas.openxmlformats.org/officeDocument/2006/relationships/image" Target="../media/image6.png"/><Relationship Id="rId21" Type="http://schemas.openxmlformats.org/officeDocument/2006/relationships/vmlDrawing" Target="../drawings/vmlDrawing30.vml"/><Relationship Id="rId20" Type="http://schemas.openxmlformats.org/officeDocument/2006/relationships/slideLayout" Target="../slideLayouts/slideLayout7.xml"/><Relationship Id="rId2" Type="http://schemas.openxmlformats.org/officeDocument/2006/relationships/image" Target="../media/image186.wmf"/><Relationship Id="rId19" Type="http://schemas.openxmlformats.org/officeDocument/2006/relationships/image" Target="../media/image184.wmf"/><Relationship Id="rId18" Type="http://schemas.openxmlformats.org/officeDocument/2006/relationships/oleObject" Target="../embeddings/oleObject213.bin"/><Relationship Id="rId17" Type="http://schemas.openxmlformats.org/officeDocument/2006/relationships/image" Target="../media/image183.wmf"/><Relationship Id="rId16" Type="http://schemas.openxmlformats.org/officeDocument/2006/relationships/oleObject" Target="../embeddings/oleObject212.bin"/><Relationship Id="rId15" Type="http://schemas.openxmlformats.org/officeDocument/2006/relationships/image" Target="../media/image182.wmf"/><Relationship Id="rId14" Type="http://schemas.openxmlformats.org/officeDocument/2006/relationships/oleObject" Target="../embeddings/oleObject211.bin"/><Relationship Id="rId13" Type="http://schemas.openxmlformats.org/officeDocument/2006/relationships/image" Target="../media/image181.wmf"/><Relationship Id="rId12" Type="http://schemas.openxmlformats.org/officeDocument/2006/relationships/oleObject" Target="../embeddings/oleObject210.bin"/><Relationship Id="rId11" Type="http://schemas.openxmlformats.org/officeDocument/2006/relationships/image" Target="../media/image180.wmf"/><Relationship Id="rId10" Type="http://schemas.openxmlformats.org/officeDocument/2006/relationships/oleObject" Target="../embeddings/oleObject209.bin"/><Relationship Id="rId1" Type="http://schemas.openxmlformats.org/officeDocument/2006/relationships/oleObject" Target="../embeddings/oleObject205.bin"/></Relationships>
</file>

<file path=ppt/slides/_rels/slide36.xml.rels><?xml version="1.0" encoding="UTF-8" standalone="yes"?>
<Relationships xmlns="http://schemas.openxmlformats.org/package/2006/relationships"><Relationship Id="rId9" Type="http://schemas.openxmlformats.org/officeDocument/2006/relationships/image" Target="../media/image182.wmf"/><Relationship Id="rId8" Type="http://schemas.openxmlformats.org/officeDocument/2006/relationships/oleObject" Target="../embeddings/oleObject217.bin"/><Relationship Id="rId7" Type="http://schemas.openxmlformats.org/officeDocument/2006/relationships/image" Target="../media/image181.wmf"/><Relationship Id="rId6" Type="http://schemas.openxmlformats.org/officeDocument/2006/relationships/oleObject" Target="../embeddings/oleObject216.bin"/><Relationship Id="rId5" Type="http://schemas.openxmlformats.org/officeDocument/2006/relationships/image" Target="../media/image180.wmf"/><Relationship Id="rId4" Type="http://schemas.openxmlformats.org/officeDocument/2006/relationships/oleObject" Target="../embeddings/oleObject215.bin"/><Relationship Id="rId3" Type="http://schemas.openxmlformats.org/officeDocument/2006/relationships/image" Target="../media/image179.wmf"/><Relationship Id="rId21" Type="http://schemas.openxmlformats.org/officeDocument/2006/relationships/vmlDrawing" Target="../drawings/vmlDrawing31.vml"/><Relationship Id="rId20" Type="http://schemas.openxmlformats.org/officeDocument/2006/relationships/slideLayout" Target="../slideLayouts/slideLayout7.xml"/><Relationship Id="rId2" Type="http://schemas.openxmlformats.org/officeDocument/2006/relationships/oleObject" Target="../embeddings/oleObject214.bin"/><Relationship Id="rId19" Type="http://schemas.openxmlformats.org/officeDocument/2006/relationships/image" Target="../media/image191.wmf"/><Relationship Id="rId18" Type="http://schemas.openxmlformats.org/officeDocument/2006/relationships/oleObject" Target="../embeddings/oleObject222.bin"/><Relationship Id="rId17" Type="http://schemas.openxmlformats.org/officeDocument/2006/relationships/image" Target="../media/image190.wmf"/><Relationship Id="rId16" Type="http://schemas.openxmlformats.org/officeDocument/2006/relationships/oleObject" Target="../embeddings/oleObject221.bin"/><Relationship Id="rId15" Type="http://schemas.openxmlformats.org/officeDocument/2006/relationships/image" Target="../media/image189.wmf"/><Relationship Id="rId14" Type="http://schemas.openxmlformats.org/officeDocument/2006/relationships/oleObject" Target="../embeddings/oleObject220.bin"/><Relationship Id="rId13" Type="http://schemas.openxmlformats.org/officeDocument/2006/relationships/image" Target="../media/image184.wmf"/><Relationship Id="rId12" Type="http://schemas.openxmlformats.org/officeDocument/2006/relationships/oleObject" Target="../embeddings/oleObject219.bin"/><Relationship Id="rId11" Type="http://schemas.openxmlformats.org/officeDocument/2006/relationships/image" Target="../media/image183.wmf"/><Relationship Id="rId10" Type="http://schemas.openxmlformats.org/officeDocument/2006/relationships/oleObject" Target="../embeddings/oleObject218.bin"/><Relationship Id="rId1" Type="http://schemas.openxmlformats.org/officeDocument/2006/relationships/image" Target="../media/image6.png"/></Relationships>
</file>

<file path=ppt/slides/_rels/slide37.xml.rels><?xml version="1.0" encoding="UTF-8" standalone="yes"?>
<Relationships xmlns="http://schemas.openxmlformats.org/package/2006/relationships"><Relationship Id="rId9" Type="http://schemas.openxmlformats.org/officeDocument/2006/relationships/oleObject" Target="../embeddings/oleObject227.bin"/><Relationship Id="rId8" Type="http://schemas.openxmlformats.org/officeDocument/2006/relationships/image" Target="../media/image195.wmf"/><Relationship Id="rId7" Type="http://schemas.openxmlformats.org/officeDocument/2006/relationships/oleObject" Target="../embeddings/oleObject226.bin"/><Relationship Id="rId6" Type="http://schemas.openxmlformats.org/officeDocument/2006/relationships/image" Target="../media/image194.wmf"/><Relationship Id="rId5" Type="http://schemas.openxmlformats.org/officeDocument/2006/relationships/oleObject" Target="../embeddings/oleObject225.bin"/><Relationship Id="rId4" Type="http://schemas.openxmlformats.org/officeDocument/2006/relationships/image" Target="../media/image193.wmf"/><Relationship Id="rId31" Type="http://schemas.openxmlformats.org/officeDocument/2006/relationships/vmlDrawing" Target="../drawings/vmlDrawing32.vml"/><Relationship Id="rId30" Type="http://schemas.openxmlformats.org/officeDocument/2006/relationships/slideLayout" Target="../slideLayouts/slideLayout7.xml"/><Relationship Id="rId3" Type="http://schemas.openxmlformats.org/officeDocument/2006/relationships/oleObject" Target="../embeddings/oleObject224.bin"/><Relationship Id="rId29" Type="http://schemas.openxmlformats.org/officeDocument/2006/relationships/image" Target="../media/image205.wmf"/><Relationship Id="rId28" Type="http://schemas.openxmlformats.org/officeDocument/2006/relationships/oleObject" Target="../embeddings/oleObject236.bin"/><Relationship Id="rId27" Type="http://schemas.openxmlformats.org/officeDocument/2006/relationships/image" Target="../media/image204.wmf"/><Relationship Id="rId26" Type="http://schemas.openxmlformats.org/officeDocument/2006/relationships/oleObject" Target="../embeddings/oleObject235.bin"/><Relationship Id="rId25" Type="http://schemas.openxmlformats.org/officeDocument/2006/relationships/image" Target="../media/image203.wmf"/><Relationship Id="rId24" Type="http://schemas.openxmlformats.org/officeDocument/2006/relationships/oleObject" Target="../embeddings/oleObject234.bin"/><Relationship Id="rId23" Type="http://schemas.openxmlformats.org/officeDocument/2006/relationships/image" Target="../media/image202.wmf"/><Relationship Id="rId22" Type="http://schemas.openxmlformats.org/officeDocument/2006/relationships/oleObject" Target="../embeddings/oleObject233.bin"/><Relationship Id="rId21" Type="http://schemas.openxmlformats.org/officeDocument/2006/relationships/image" Target="../media/image201.wmf"/><Relationship Id="rId20" Type="http://schemas.openxmlformats.org/officeDocument/2006/relationships/oleObject" Target="../embeddings/oleObject232.bin"/><Relationship Id="rId2" Type="http://schemas.openxmlformats.org/officeDocument/2006/relationships/image" Target="../media/image192.wmf"/><Relationship Id="rId19" Type="http://schemas.openxmlformats.org/officeDocument/2006/relationships/image" Target="../media/image200.wmf"/><Relationship Id="rId18" Type="http://schemas.openxmlformats.org/officeDocument/2006/relationships/oleObject" Target="../embeddings/oleObject231.bin"/><Relationship Id="rId17" Type="http://schemas.openxmlformats.org/officeDocument/2006/relationships/image" Target="../media/image6.png"/><Relationship Id="rId16" Type="http://schemas.openxmlformats.org/officeDocument/2006/relationships/image" Target="../media/image199.wmf"/><Relationship Id="rId15" Type="http://schemas.openxmlformats.org/officeDocument/2006/relationships/oleObject" Target="../embeddings/oleObject230.bin"/><Relationship Id="rId14" Type="http://schemas.openxmlformats.org/officeDocument/2006/relationships/image" Target="../media/image198.wmf"/><Relationship Id="rId13" Type="http://schemas.openxmlformats.org/officeDocument/2006/relationships/oleObject" Target="../embeddings/oleObject229.bin"/><Relationship Id="rId12" Type="http://schemas.openxmlformats.org/officeDocument/2006/relationships/image" Target="../media/image197.wmf"/><Relationship Id="rId11" Type="http://schemas.openxmlformats.org/officeDocument/2006/relationships/oleObject" Target="../embeddings/oleObject228.bin"/><Relationship Id="rId10" Type="http://schemas.openxmlformats.org/officeDocument/2006/relationships/image" Target="../media/image196.wmf"/><Relationship Id="rId1" Type="http://schemas.openxmlformats.org/officeDocument/2006/relationships/oleObject" Target="../embeddings/oleObject223.bin"/></Relationships>
</file>

<file path=ppt/slides/_rels/slide38.xml.rels><?xml version="1.0" encoding="UTF-8" standalone="yes"?>
<Relationships xmlns="http://schemas.openxmlformats.org/package/2006/relationships"><Relationship Id="rId9" Type="http://schemas.openxmlformats.org/officeDocument/2006/relationships/oleObject" Target="../embeddings/oleObject241.bin"/><Relationship Id="rId8" Type="http://schemas.openxmlformats.org/officeDocument/2006/relationships/image" Target="../media/image209.wmf"/><Relationship Id="rId7" Type="http://schemas.openxmlformats.org/officeDocument/2006/relationships/oleObject" Target="../embeddings/oleObject240.bin"/><Relationship Id="rId6" Type="http://schemas.openxmlformats.org/officeDocument/2006/relationships/image" Target="../media/image208.wmf"/><Relationship Id="rId5" Type="http://schemas.openxmlformats.org/officeDocument/2006/relationships/oleObject" Target="../embeddings/oleObject239.bin"/><Relationship Id="rId4" Type="http://schemas.openxmlformats.org/officeDocument/2006/relationships/image" Target="../media/image207.wmf"/><Relationship Id="rId3" Type="http://schemas.openxmlformats.org/officeDocument/2006/relationships/oleObject" Target="../embeddings/oleObject238.bin"/><Relationship Id="rId23" Type="http://schemas.openxmlformats.org/officeDocument/2006/relationships/vmlDrawing" Target="../drawings/vmlDrawing33.vml"/><Relationship Id="rId22" Type="http://schemas.openxmlformats.org/officeDocument/2006/relationships/slideLayout" Target="../slideLayouts/slideLayout7.xml"/><Relationship Id="rId21" Type="http://schemas.openxmlformats.org/officeDocument/2006/relationships/image" Target="../media/image205.wmf"/><Relationship Id="rId20" Type="http://schemas.openxmlformats.org/officeDocument/2006/relationships/oleObject" Target="../embeddings/oleObject246.bin"/><Relationship Id="rId2" Type="http://schemas.openxmlformats.org/officeDocument/2006/relationships/image" Target="../media/image206.wmf"/><Relationship Id="rId19" Type="http://schemas.openxmlformats.org/officeDocument/2006/relationships/image" Target="../media/image212.wmf"/><Relationship Id="rId18" Type="http://schemas.openxmlformats.org/officeDocument/2006/relationships/oleObject" Target="../embeddings/oleObject245.bin"/><Relationship Id="rId17" Type="http://schemas.openxmlformats.org/officeDocument/2006/relationships/image" Target="../media/image203.wmf"/><Relationship Id="rId16" Type="http://schemas.openxmlformats.org/officeDocument/2006/relationships/oleObject" Target="../embeddings/oleObject244.bin"/><Relationship Id="rId15" Type="http://schemas.openxmlformats.org/officeDocument/2006/relationships/image" Target="../media/image202.wmf"/><Relationship Id="rId14" Type="http://schemas.openxmlformats.org/officeDocument/2006/relationships/oleObject" Target="../embeddings/oleObject243.bin"/><Relationship Id="rId13" Type="http://schemas.openxmlformats.org/officeDocument/2006/relationships/image" Target="../media/image6.png"/><Relationship Id="rId12" Type="http://schemas.openxmlformats.org/officeDocument/2006/relationships/image" Target="../media/image211.wmf"/><Relationship Id="rId11" Type="http://schemas.openxmlformats.org/officeDocument/2006/relationships/oleObject" Target="../embeddings/oleObject242.bin"/><Relationship Id="rId10" Type="http://schemas.openxmlformats.org/officeDocument/2006/relationships/image" Target="../media/image210.wmf"/><Relationship Id="rId1" Type="http://schemas.openxmlformats.org/officeDocument/2006/relationships/oleObject" Target="../embeddings/oleObject237.bin"/></Relationships>
</file>

<file path=ppt/slides/_rels/slide39.xml.rels><?xml version="1.0" encoding="UTF-8" standalone="yes"?>
<Relationships xmlns="http://schemas.openxmlformats.org/package/2006/relationships"><Relationship Id="rId9" Type="http://schemas.openxmlformats.org/officeDocument/2006/relationships/image" Target="../media/image216.wmf"/><Relationship Id="rId8" Type="http://schemas.openxmlformats.org/officeDocument/2006/relationships/oleObject" Target="../embeddings/oleObject250.bin"/><Relationship Id="rId7" Type="http://schemas.openxmlformats.org/officeDocument/2006/relationships/image" Target="../media/image6.png"/><Relationship Id="rId6" Type="http://schemas.openxmlformats.org/officeDocument/2006/relationships/image" Target="../media/image215.wmf"/><Relationship Id="rId5" Type="http://schemas.openxmlformats.org/officeDocument/2006/relationships/oleObject" Target="../embeddings/oleObject249.bin"/><Relationship Id="rId4" Type="http://schemas.openxmlformats.org/officeDocument/2006/relationships/image" Target="../media/image214.wmf"/><Relationship Id="rId3" Type="http://schemas.openxmlformats.org/officeDocument/2006/relationships/oleObject" Target="../embeddings/oleObject248.bin"/><Relationship Id="rId23" Type="http://schemas.openxmlformats.org/officeDocument/2006/relationships/vmlDrawing" Target="../drawings/vmlDrawing34.vml"/><Relationship Id="rId22" Type="http://schemas.openxmlformats.org/officeDocument/2006/relationships/slideLayout" Target="../slideLayouts/slideLayout7.xml"/><Relationship Id="rId21" Type="http://schemas.openxmlformats.org/officeDocument/2006/relationships/image" Target="../media/image222.wmf"/><Relationship Id="rId20" Type="http://schemas.openxmlformats.org/officeDocument/2006/relationships/oleObject" Target="../embeddings/oleObject256.bin"/><Relationship Id="rId2" Type="http://schemas.openxmlformats.org/officeDocument/2006/relationships/image" Target="../media/image213.wmf"/><Relationship Id="rId19" Type="http://schemas.openxmlformats.org/officeDocument/2006/relationships/image" Target="../media/image221.wmf"/><Relationship Id="rId18" Type="http://schemas.openxmlformats.org/officeDocument/2006/relationships/oleObject" Target="../embeddings/oleObject255.bin"/><Relationship Id="rId17" Type="http://schemas.openxmlformats.org/officeDocument/2006/relationships/image" Target="../media/image220.wmf"/><Relationship Id="rId16" Type="http://schemas.openxmlformats.org/officeDocument/2006/relationships/oleObject" Target="../embeddings/oleObject254.bin"/><Relationship Id="rId15" Type="http://schemas.openxmlformats.org/officeDocument/2006/relationships/image" Target="../media/image219.wmf"/><Relationship Id="rId14" Type="http://schemas.openxmlformats.org/officeDocument/2006/relationships/oleObject" Target="../embeddings/oleObject253.bin"/><Relationship Id="rId13" Type="http://schemas.openxmlformats.org/officeDocument/2006/relationships/image" Target="../media/image218.wmf"/><Relationship Id="rId12" Type="http://schemas.openxmlformats.org/officeDocument/2006/relationships/oleObject" Target="../embeddings/oleObject252.bin"/><Relationship Id="rId11" Type="http://schemas.openxmlformats.org/officeDocument/2006/relationships/image" Target="../media/image217.wmf"/><Relationship Id="rId10" Type="http://schemas.openxmlformats.org/officeDocument/2006/relationships/oleObject" Target="../embeddings/oleObject251.bin"/><Relationship Id="rId1" Type="http://schemas.openxmlformats.org/officeDocument/2006/relationships/oleObject" Target="../embeddings/oleObject247.bin"/></Relationships>
</file>

<file path=ppt/slides/_rels/slide40.xml.rels><?xml version="1.0" encoding="UTF-8" standalone="yes"?>
<Relationships xmlns="http://schemas.openxmlformats.org/package/2006/relationships"><Relationship Id="rId9" Type="http://schemas.openxmlformats.org/officeDocument/2006/relationships/image" Target="../media/image225.wmf"/><Relationship Id="rId8" Type="http://schemas.openxmlformats.org/officeDocument/2006/relationships/oleObject" Target="../embeddings/oleObject260.bin"/><Relationship Id="rId7" Type="http://schemas.openxmlformats.org/officeDocument/2006/relationships/image" Target="../media/image55.wmf"/><Relationship Id="rId6" Type="http://schemas.openxmlformats.org/officeDocument/2006/relationships/oleObject" Target="../embeddings/oleObject259.bin"/><Relationship Id="rId5" Type="http://schemas.openxmlformats.org/officeDocument/2006/relationships/image" Target="../media/image224.wmf"/><Relationship Id="rId4" Type="http://schemas.openxmlformats.org/officeDocument/2006/relationships/oleObject" Target="../embeddings/oleObject258.bin"/><Relationship Id="rId3" Type="http://schemas.openxmlformats.org/officeDocument/2006/relationships/image" Target="../media/image6.png"/><Relationship Id="rId2" Type="http://schemas.openxmlformats.org/officeDocument/2006/relationships/image" Target="../media/image223.wmf"/><Relationship Id="rId17" Type="http://schemas.openxmlformats.org/officeDocument/2006/relationships/vmlDrawing" Target="../drawings/vmlDrawing35.vml"/><Relationship Id="rId16" Type="http://schemas.openxmlformats.org/officeDocument/2006/relationships/slideLayout" Target="../slideLayouts/slideLayout7.xml"/><Relationship Id="rId15" Type="http://schemas.openxmlformats.org/officeDocument/2006/relationships/image" Target="../media/image228.wmf"/><Relationship Id="rId14" Type="http://schemas.openxmlformats.org/officeDocument/2006/relationships/oleObject" Target="../embeddings/oleObject263.bin"/><Relationship Id="rId13" Type="http://schemas.openxmlformats.org/officeDocument/2006/relationships/image" Target="../media/image227.wmf"/><Relationship Id="rId12" Type="http://schemas.openxmlformats.org/officeDocument/2006/relationships/oleObject" Target="../embeddings/oleObject262.bin"/><Relationship Id="rId11" Type="http://schemas.openxmlformats.org/officeDocument/2006/relationships/image" Target="../media/image226.wmf"/><Relationship Id="rId10" Type="http://schemas.openxmlformats.org/officeDocument/2006/relationships/oleObject" Target="../embeddings/oleObject261.bin"/><Relationship Id="rId1" Type="http://schemas.openxmlformats.org/officeDocument/2006/relationships/oleObject" Target="../embeddings/oleObject257.bin"/></Relationships>
</file>

<file path=ppt/slides/_rels/slide41.xml.rels><?xml version="1.0" encoding="UTF-8" standalone="yes"?>
<Relationships xmlns="http://schemas.openxmlformats.org/package/2006/relationships"><Relationship Id="rId9" Type="http://schemas.openxmlformats.org/officeDocument/2006/relationships/image" Target="../media/image232.wmf"/><Relationship Id="rId8" Type="http://schemas.openxmlformats.org/officeDocument/2006/relationships/oleObject" Target="../embeddings/oleObject267.bin"/><Relationship Id="rId7" Type="http://schemas.openxmlformats.org/officeDocument/2006/relationships/image" Target="../media/image231.wmf"/><Relationship Id="rId6" Type="http://schemas.openxmlformats.org/officeDocument/2006/relationships/oleObject" Target="../embeddings/oleObject266.bin"/><Relationship Id="rId5" Type="http://schemas.openxmlformats.org/officeDocument/2006/relationships/image" Target="../media/image230.wmf"/><Relationship Id="rId4" Type="http://schemas.openxmlformats.org/officeDocument/2006/relationships/oleObject" Target="../embeddings/oleObject265.bin"/><Relationship Id="rId3" Type="http://schemas.openxmlformats.org/officeDocument/2006/relationships/image" Target="../media/image6.png"/><Relationship Id="rId22" Type="http://schemas.openxmlformats.org/officeDocument/2006/relationships/vmlDrawing" Target="../drawings/vmlDrawing36.vml"/><Relationship Id="rId21" Type="http://schemas.openxmlformats.org/officeDocument/2006/relationships/slideLayout" Target="../slideLayouts/slideLayout7.xml"/><Relationship Id="rId20" Type="http://schemas.openxmlformats.org/officeDocument/2006/relationships/oleObject" Target="../embeddings/oleObject273.bin"/><Relationship Id="rId2" Type="http://schemas.openxmlformats.org/officeDocument/2006/relationships/image" Target="../media/image229.wmf"/><Relationship Id="rId19" Type="http://schemas.openxmlformats.org/officeDocument/2006/relationships/image" Target="../media/image237.wmf"/><Relationship Id="rId18" Type="http://schemas.openxmlformats.org/officeDocument/2006/relationships/oleObject" Target="../embeddings/oleObject272.bin"/><Relationship Id="rId17" Type="http://schemas.openxmlformats.org/officeDocument/2006/relationships/image" Target="../media/image236.wmf"/><Relationship Id="rId16" Type="http://schemas.openxmlformats.org/officeDocument/2006/relationships/oleObject" Target="../embeddings/oleObject271.bin"/><Relationship Id="rId15" Type="http://schemas.openxmlformats.org/officeDocument/2006/relationships/image" Target="../media/image235.wmf"/><Relationship Id="rId14" Type="http://schemas.openxmlformats.org/officeDocument/2006/relationships/oleObject" Target="../embeddings/oleObject270.bin"/><Relationship Id="rId13" Type="http://schemas.openxmlformats.org/officeDocument/2006/relationships/image" Target="../media/image234.wmf"/><Relationship Id="rId12" Type="http://schemas.openxmlformats.org/officeDocument/2006/relationships/oleObject" Target="../embeddings/oleObject269.bin"/><Relationship Id="rId11" Type="http://schemas.openxmlformats.org/officeDocument/2006/relationships/image" Target="../media/image233.wmf"/><Relationship Id="rId10" Type="http://schemas.openxmlformats.org/officeDocument/2006/relationships/oleObject" Target="../embeddings/oleObject268.bin"/><Relationship Id="rId1" Type="http://schemas.openxmlformats.org/officeDocument/2006/relationships/oleObject" Target="../embeddings/oleObject264.bin"/></Relationships>
</file>

<file path=ppt/slides/_rels/slide42.xml.rels><?xml version="1.0" encoding="UTF-8" standalone="yes"?>
<Relationships xmlns="http://schemas.openxmlformats.org/package/2006/relationships"><Relationship Id="rId9" Type="http://schemas.openxmlformats.org/officeDocument/2006/relationships/image" Target="../media/image241.wmf"/><Relationship Id="rId8" Type="http://schemas.openxmlformats.org/officeDocument/2006/relationships/oleObject" Target="../embeddings/oleObject277.bin"/><Relationship Id="rId7" Type="http://schemas.openxmlformats.org/officeDocument/2006/relationships/image" Target="../media/image240.wmf"/><Relationship Id="rId6" Type="http://schemas.openxmlformats.org/officeDocument/2006/relationships/oleObject" Target="../embeddings/oleObject276.bin"/><Relationship Id="rId5" Type="http://schemas.openxmlformats.org/officeDocument/2006/relationships/image" Target="../media/image239.wmf"/><Relationship Id="rId4" Type="http://schemas.openxmlformats.org/officeDocument/2006/relationships/oleObject" Target="../embeddings/oleObject275.bin"/><Relationship Id="rId3" Type="http://schemas.openxmlformats.org/officeDocument/2006/relationships/image" Target="../media/image6.png"/><Relationship Id="rId2" Type="http://schemas.openxmlformats.org/officeDocument/2006/relationships/image" Target="../media/image238.wmf"/><Relationship Id="rId19" Type="http://schemas.openxmlformats.org/officeDocument/2006/relationships/vmlDrawing" Target="../drawings/vmlDrawing37.vml"/><Relationship Id="rId18" Type="http://schemas.openxmlformats.org/officeDocument/2006/relationships/slideLayout" Target="../slideLayouts/slideLayout7.xml"/><Relationship Id="rId17" Type="http://schemas.openxmlformats.org/officeDocument/2006/relationships/image" Target="../media/image234.wmf"/><Relationship Id="rId16" Type="http://schemas.openxmlformats.org/officeDocument/2006/relationships/oleObject" Target="../embeddings/oleObject281.bin"/><Relationship Id="rId15" Type="http://schemas.openxmlformats.org/officeDocument/2006/relationships/image" Target="../media/image237.wmf"/><Relationship Id="rId14" Type="http://schemas.openxmlformats.org/officeDocument/2006/relationships/oleObject" Target="../embeddings/oleObject280.bin"/><Relationship Id="rId13" Type="http://schemas.openxmlformats.org/officeDocument/2006/relationships/image" Target="../media/image236.wmf"/><Relationship Id="rId12" Type="http://schemas.openxmlformats.org/officeDocument/2006/relationships/oleObject" Target="../embeddings/oleObject279.bin"/><Relationship Id="rId11" Type="http://schemas.openxmlformats.org/officeDocument/2006/relationships/image" Target="../media/image235.wmf"/><Relationship Id="rId10" Type="http://schemas.openxmlformats.org/officeDocument/2006/relationships/oleObject" Target="../embeddings/oleObject278.bin"/><Relationship Id="rId1" Type="http://schemas.openxmlformats.org/officeDocument/2006/relationships/oleObject" Target="../embeddings/oleObject274.bin"/></Relationships>
</file>

<file path=ppt/slides/_rels/slide43.xml.rels><?xml version="1.0" encoding="UTF-8" standalone="yes"?>
<Relationships xmlns="http://schemas.openxmlformats.org/package/2006/relationships"><Relationship Id="rId9" Type="http://schemas.openxmlformats.org/officeDocument/2006/relationships/image" Target="../media/image245.wmf"/><Relationship Id="rId8" Type="http://schemas.openxmlformats.org/officeDocument/2006/relationships/oleObject" Target="../embeddings/oleObject285.bin"/><Relationship Id="rId7" Type="http://schemas.openxmlformats.org/officeDocument/2006/relationships/image" Target="../media/image244.wmf"/><Relationship Id="rId6" Type="http://schemas.openxmlformats.org/officeDocument/2006/relationships/oleObject" Target="../embeddings/oleObject284.bin"/><Relationship Id="rId5" Type="http://schemas.openxmlformats.org/officeDocument/2006/relationships/image" Target="../media/image6.png"/><Relationship Id="rId4" Type="http://schemas.openxmlformats.org/officeDocument/2006/relationships/image" Target="../media/image243.wmf"/><Relationship Id="rId3" Type="http://schemas.openxmlformats.org/officeDocument/2006/relationships/oleObject" Target="../embeddings/oleObject283.bin"/><Relationship Id="rId27" Type="http://schemas.openxmlformats.org/officeDocument/2006/relationships/vmlDrawing" Target="../drawings/vmlDrawing38.vml"/><Relationship Id="rId26" Type="http://schemas.openxmlformats.org/officeDocument/2006/relationships/slideLayout" Target="../slideLayouts/slideLayout7.xml"/><Relationship Id="rId25" Type="http://schemas.openxmlformats.org/officeDocument/2006/relationships/image" Target="../media/image253.wmf"/><Relationship Id="rId24" Type="http://schemas.openxmlformats.org/officeDocument/2006/relationships/oleObject" Target="../embeddings/oleObject293.bin"/><Relationship Id="rId23" Type="http://schemas.openxmlformats.org/officeDocument/2006/relationships/image" Target="../media/image252.wmf"/><Relationship Id="rId22" Type="http://schemas.openxmlformats.org/officeDocument/2006/relationships/oleObject" Target="../embeddings/oleObject292.bin"/><Relationship Id="rId21" Type="http://schemas.openxmlformats.org/officeDocument/2006/relationships/image" Target="../media/image251.wmf"/><Relationship Id="rId20" Type="http://schemas.openxmlformats.org/officeDocument/2006/relationships/oleObject" Target="../embeddings/oleObject291.bin"/><Relationship Id="rId2" Type="http://schemas.openxmlformats.org/officeDocument/2006/relationships/image" Target="../media/image242.wmf"/><Relationship Id="rId19" Type="http://schemas.openxmlformats.org/officeDocument/2006/relationships/image" Target="../media/image250.wmf"/><Relationship Id="rId18" Type="http://schemas.openxmlformats.org/officeDocument/2006/relationships/oleObject" Target="../embeddings/oleObject290.bin"/><Relationship Id="rId17" Type="http://schemas.openxmlformats.org/officeDocument/2006/relationships/image" Target="../media/image249.wmf"/><Relationship Id="rId16" Type="http://schemas.openxmlformats.org/officeDocument/2006/relationships/oleObject" Target="../embeddings/oleObject289.bin"/><Relationship Id="rId15" Type="http://schemas.openxmlformats.org/officeDocument/2006/relationships/image" Target="../media/image248.wmf"/><Relationship Id="rId14" Type="http://schemas.openxmlformats.org/officeDocument/2006/relationships/oleObject" Target="../embeddings/oleObject288.bin"/><Relationship Id="rId13" Type="http://schemas.openxmlformats.org/officeDocument/2006/relationships/image" Target="../media/image247.wmf"/><Relationship Id="rId12" Type="http://schemas.openxmlformats.org/officeDocument/2006/relationships/oleObject" Target="../embeddings/oleObject287.bin"/><Relationship Id="rId11" Type="http://schemas.openxmlformats.org/officeDocument/2006/relationships/image" Target="../media/image246.wmf"/><Relationship Id="rId10" Type="http://schemas.openxmlformats.org/officeDocument/2006/relationships/oleObject" Target="../embeddings/oleObject286.bin"/><Relationship Id="rId1" Type="http://schemas.openxmlformats.org/officeDocument/2006/relationships/oleObject" Target="../embeddings/oleObject282.bin"/></Relationships>
</file>

<file path=ppt/slides/_rels/slide44.xml.rels><?xml version="1.0" encoding="UTF-8" standalone="yes"?>
<Relationships xmlns="http://schemas.openxmlformats.org/package/2006/relationships"><Relationship Id="rId9" Type="http://schemas.openxmlformats.org/officeDocument/2006/relationships/image" Target="../media/image257.wmf"/><Relationship Id="rId8" Type="http://schemas.openxmlformats.org/officeDocument/2006/relationships/oleObject" Target="../embeddings/oleObject297.bin"/><Relationship Id="rId7" Type="http://schemas.openxmlformats.org/officeDocument/2006/relationships/image" Target="../media/image256.wmf"/><Relationship Id="rId6" Type="http://schemas.openxmlformats.org/officeDocument/2006/relationships/oleObject" Target="../embeddings/oleObject296.bin"/><Relationship Id="rId5" Type="http://schemas.openxmlformats.org/officeDocument/2006/relationships/image" Target="../media/image6.png"/><Relationship Id="rId4" Type="http://schemas.openxmlformats.org/officeDocument/2006/relationships/image" Target="../media/image255.wmf"/><Relationship Id="rId3" Type="http://schemas.openxmlformats.org/officeDocument/2006/relationships/oleObject" Target="../embeddings/oleObject295.bin"/><Relationship Id="rId23" Type="http://schemas.openxmlformats.org/officeDocument/2006/relationships/vmlDrawing" Target="../drawings/vmlDrawing39.vml"/><Relationship Id="rId22" Type="http://schemas.openxmlformats.org/officeDocument/2006/relationships/slideLayout" Target="../slideLayouts/slideLayout7.xml"/><Relationship Id="rId21" Type="http://schemas.openxmlformats.org/officeDocument/2006/relationships/image" Target="../media/image261.wmf"/><Relationship Id="rId20" Type="http://schemas.openxmlformats.org/officeDocument/2006/relationships/oleObject" Target="../embeddings/oleObject303.bin"/><Relationship Id="rId2" Type="http://schemas.openxmlformats.org/officeDocument/2006/relationships/image" Target="../media/image254.wmf"/><Relationship Id="rId19" Type="http://schemas.openxmlformats.org/officeDocument/2006/relationships/image" Target="../media/image260.wmf"/><Relationship Id="rId18" Type="http://schemas.openxmlformats.org/officeDocument/2006/relationships/oleObject" Target="../embeddings/oleObject302.bin"/><Relationship Id="rId17" Type="http://schemas.openxmlformats.org/officeDocument/2006/relationships/image" Target="../media/image259.wmf"/><Relationship Id="rId16" Type="http://schemas.openxmlformats.org/officeDocument/2006/relationships/oleObject" Target="../embeddings/oleObject301.bin"/><Relationship Id="rId15" Type="http://schemas.openxmlformats.org/officeDocument/2006/relationships/image" Target="../media/image258.wmf"/><Relationship Id="rId14" Type="http://schemas.openxmlformats.org/officeDocument/2006/relationships/oleObject" Target="../embeddings/oleObject300.bin"/><Relationship Id="rId13" Type="http://schemas.openxmlformats.org/officeDocument/2006/relationships/image" Target="../media/image245.wmf"/><Relationship Id="rId12" Type="http://schemas.openxmlformats.org/officeDocument/2006/relationships/oleObject" Target="../embeddings/oleObject299.bin"/><Relationship Id="rId11" Type="http://schemas.openxmlformats.org/officeDocument/2006/relationships/image" Target="../media/image244.wmf"/><Relationship Id="rId10" Type="http://schemas.openxmlformats.org/officeDocument/2006/relationships/oleObject" Target="../embeddings/oleObject298.bin"/><Relationship Id="rId1" Type="http://schemas.openxmlformats.org/officeDocument/2006/relationships/oleObject" Target="../embeddings/oleObject294.bin"/></Relationships>
</file>

<file path=ppt/slides/_rels/slide45.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image" Target="../media/image262.jpeg"/><Relationship Id="rId1" Type="http://schemas.openxmlformats.org/officeDocument/2006/relationships/image" Target="../media/image6.png"/></Relationships>
</file>

<file path=ppt/slides/_rels/slide46.xml.rels><?xml version="1.0" encoding="UTF-8" standalone="yes"?>
<Relationships xmlns="http://schemas.openxmlformats.org/package/2006/relationships"><Relationship Id="rId9" Type="http://schemas.openxmlformats.org/officeDocument/2006/relationships/oleObject" Target="../embeddings/oleObject308.bin"/><Relationship Id="rId8" Type="http://schemas.openxmlformats.org/officeDocument/2006/relationships/image" Target="../media/image266.wmf"/><Relationship Id="rId7" Type="http://schemas.openxmlformats.org/officeDocument/2006/relationships/oleObject" Target="../embeddings/oleObject307.bin"/><Relationship Id="rId6" Type="http://schemas.openxmlformats.org/officeDocument/2006/relationships/image" Target="../media/image265.wmf"/><Relationship Id="rId5" Type="http://schemas.openxmlformats.org/officeDocument/2006/relationships/oleObject" Target="../embeddings/oleObject306.bin"/><Relationship Id="rId4" Type="http://schemas.openxmlformats.org/officeDocument/2006/relationships/image" Target="../media/image264.wmf"/><Relationship Id="rId3" Type="http://schemas.openxmlformats.org/officeDocument/2006/relationships/oleObject" Target="../embeddings/oleObject305.bin"/><Relationship Id="rId23" Type="http://schemas.openxmlformats.org/officeDocument/2006/relationships/vmlDrawing" Target="../drawings/vmlDrawing40.vml"/><Relationship Id="rId22" Type="http://schemas.openxmlformats.org/officeDocument/2006/relationships/slideLayout" Target="../slideLayouts/slideLayout7.xml"/><Relationship Id="rId21" Type="http://schemas.openxmlformats.org/officeDocument/2006/relationships/image" Target="../media/image272.wmf"/><Relationship Id="rId20" Type="http://schemas.openxmlformats.org/officeDocument/2006/relationships/oleObject" Target="../embeddings/oleObject313.bin"/><Relationship Id="rId2" Type="http://schemas.openxmlformats.org/officeDocument/2006/relationships/image" Target="../media/image263.wmf"/><Relationship Id="rId19" Type="http://schemas.openxmlformats.org/officeDocument/2006/relationships/image" Target="../media/image271.wmf"/><Relationship Id="rId18" Type="http://schemas.openxmlformats.org/officeDocument/2006/relationships/oleObject" Target="../embeddings/oleObject312.bin"/><Relationship Id="rId17" Type="http://schemas.openxmlformats.org/officeDocument/2006/relationships/image" Target="../media/image270.wmf"/><Relationship Id="rId16" Type="http://schemas.openxmlformats.org/officeDocument/2006/relationships/oleObject" Target="../embeddings/oleObject311.bin"/><Relationship Id="rId15" Type="http://schemas.openxmlformats.org/officeDocument/2006/relationships/image" Target="../media/image269.wmf"/><Relationship Id="rId14" Type="http://schemas.openxmlformats.org/officeDocument/2006/relationships/oleObject" Target="../embeddings/oleObject310.bin"/><Relationship Id="rId13" Type="http://schemas.openxmlformats.org/officeDocument/2006/relationships/image" Target="../media/image6.png"/><Relationship Id="rId12" Type="http://schemas.openxmlformats.org/officeDocument/2006/relationships/image" Target="../media/image268.wmf"/><Relationship Id="rId11" Type="http://schemas.openxmlformats.org/officeDocument/2006/relationships/oleObject" Target="../embeddings/oleObject309.bin"/><Relationship Id="rId10" Type="http://schemas.openxmlformats.org/officeDocument/2006/relationships/image" Target="../media/image267.wmf"/><Relationship Id="rId1" Type="http://schemas.openxmlformats.org/officeDocument/2006/relationships/oleObject" Target="../embeddings/oleObject304.bin"/></Relationships>
</file>

<file path=ppt/slides/_rels/slide47.xml.rels><?xml version="1.0" encoding="UTF-8" standalone="yes"?>
<Relationships xmlns="http://schemas.openxmlformats.org/package/2006/relationships"><Relationship Id="rId9" Type="http://schemas.openxmlformats.org/officeDocument/2006/relationships/image" Target="../media/image276.wmf"/><Relationship Id="rId8" Type="http://schemas.openxmlformats.org/officeDocument/2006/relationships/oleObject" Target="../embeddings/oleObject317.bin"/><Relationship Id="rId7" Type="http://schemas.openxmlformats.org/officeDocument/2006/relationships/image" Target="../media/image275.wmf"/><Relationship Id="rId6" Type="http://schemas.openxmlformats.org/officeDocument/2006/relationships/oleObject" Target="../embeddings/oleObject316.bin"/><Relationship Id="rId5" Type="http://schemas.openxmlformats.org/officeDocument/2006/relationships/image" Target="../media/image274.wmf"/><Relationship Id="rId4" Type="http://schemas.openxmlformats.org/officeDocument/2006/relationships/oleObject" Target="../embeddings/oleObject315.bin"/><Relationship Id="rId31" Type="http://schemas.openxmlformats.org/officeDocument/2006/relationships/vmlDrawing" Target="../drawings/vmlDrawing41.vml"/><Relationship Id="rId30" Type="http://schemas.openxmlformats.org/officeDocument/2006/relationships/slideLayout" Target="../slideLayouts/slideLayout7.xml"/><Relationship Id="rId3" Type="http://schemas.openxmlformats.org/officeDocument/2006/relationships/image" Target="../media/image6.png"/><Relationship Id="rId29" Type="http://schemas.openxmlformats.org/officeDocument/2006/relationships/image" Target="../media/image286.wmf"/><Relationship Id="rId28" Type="http://schemas.openxmlformats.org/officeDocument/2006/relationships/oleObject" Target="../embeddings/oleObject327.bin"/><Relationship Id="rId27" Type="http://schemas.openxmlformats.org/officeDocument/2006/relationships/image" Target="../media/image285.wmf"/><Relationship Id="rId26" Type="http://schemas.openxmlformats.org/officeDocument/2006/relationships/oleObject" Target="../embeddings/oleObject326.bin"/><Relationship Id="rId25" Type="http://schemas.openxmlformats.org/officeDocument/2006/relationships/image" Target="../media/image284.wmf"/><Relationship Id="rId24" Type="http://schemas.openxmlformats.org/officeDocument/2006/relationships/oleObject" Target="../embeddings/oleObject325.bin"/><Relationship Id="rId23" Type="http://schemas.openxmlformats.org/officeDocument/2006/relationships/image" Target="../media/image283.wmf"/><Relationship Id="rId22" Type="http://schemas.openxmlformats.org/officeDocument/2006/relationships/oleObject" Target="../embeddings/oleObject324.bin"/><Relationship Id="rId21" Type="http://schemas.openxmlformats.org/officeDocument/2006/relationships/image" Target="../media/image282.wmf"/><Relationship Id="rId20" Type="http://schemas.openxmlformats.org/officeDocument/2006/relationships/oleObject" Target="../embeddings/oleObject323.bin"/><Relationship Id="rId2" Type="http://schemas.openxmlformats.org/officeDocument/2006/relationships/image" Target="../media/image273.wmf"/><Relationship Id="rId19" Type="http://schemas.openxmlformats.org/officeDocument/2006/relationships/image" Target="../media/image281.wmf"/><Relationship Id="rId18" Type="http://schemas.openxmlformats.org/officeDocument/2006/relationships/oleObject" Target="../embeddings/oleObject322.bin"/><Relationship Id="rId17" Type="http://schemas.openxmlformats.org/officeDocument/2006/relationships/image" Target="../media/image280.wmf"/><Relationship Id="rId16" Type="http://schemas.openxmlformats.org/officeDocument/2006/relationships/oleObject" Target="../embeddings/oleObject321.bin"/><Relationship Id="rId15" Type="http://schemas.openxmlformats.org/officeDocument/2006/relationships/image" Target="../media/image279.wmf"/><Relationship Id="rId14" Type="http://schemas.openxmlformats.org/officeDocument/2006/relationships/oleObject" Target="../embeddings/oleObject320.bin"/><Relationship Id="rId13" Type="http://schemas.openxmlformats.org/officeDocument/2006/relationships/image" Target="../media/image278.wmf"/><Relationship Id="rId12" Type="http://schemas.openxmlformats.org/officeDocument/2006/relationships/oleObject" Target="../embeddings/oleObject319.bin"/><Relationship Id="rId11" Type="http://schemas.openxmlformats.org/officeDocument/2006/relationships/image" Target="../media/image277.wmf"/><Relationship Id="rId10" Type="http://schemas.openxmlformats.org/officeDocument/2006/relationships/oleObject" Target="../embeddings/oleObject318.bin"/><Relationship Id="rId1" Type="http://schemas.openxmlformats.org/officeDocument/2006/relationships/oleObject" Target="../embeddings/oleObject314.bin"/></Relationships>
</file>

<file path=ppt/slides/_rels/slide48.xml.rels><?xml version="1.0" encoding="UTF-8" standalone="yes"?>
<Relationships xmlns="http://schemas.openxmlformats.org/package/2006/relationships"><Relationship Id="rId9" Type="http://schemas.openxmlformats.org/officeDocument/2006/relationships/image" Target="../media/image274.wmf"/><Relationship Id="rId8" Type="http://schemas.openxmlformats.org/officeDocument/2006/relationships/oleObject" Target="../embeddings/oleObject331.bin"/><Relationship Id="rId7" Type="http://schemas.openxmlformats.org/officeDocument/2006/relationships/image" Target="../media/image6.png"/><Relationship Id="rId6" Type="http://schemas.openxmlformats.org/officeDocument/2006/relationships/image" Target="../media/image289.wmf"/><Relationship Id="rId5" Type="http://schemas.openxmlformats.org/officeDocument/2006/relationships/oleObject" Target="../embeddings/oleObject330.bin"/><Relationship Id="rId4" Type="http://schemas.openxmlformats.org/officeDocument/2006/relationships/image" Target="../media/image288.wmf"/><Relationship Id="rId3" Type="http://schemas.openxmlformats.org/officeDocument/2006/relationships/oleObject" Target="../embeddings/oleObject329.bin"/><Relationship Id="rId23" Type="http://schemas.openxmlformats.org/officeDocument/2006/relationships/vmlDrawing" Target="../drawings/vmlDrawing42.vml"/><Relationship Id="rId22" Type="http://schemas.openxmlformats.org/officeDocument/2006/relationships/slideLayout" Target="../slideLayouts/slideLayout7.xml"/><Relationship Id="rId21" Type="http://schemas.openxmlformats.org/officeDocument/2006/relationships/image" Target="../media/image280.wmf"/><Relationship Id="rId20" Type="http://schemas.openxmlformats.org/officeDocument/2006/relationships/oleObject" Target="../embeddings/oleObject337.bin"/><Relationship Id="rId2" Type="http://schemas.openxmlformats.org/officeDocument/2006/relationships/image" Target="../media/image287.wmf"/><Relationship Id="rId19" Type="http://schemas.openxmlformats.org/officeDocument/2006/relationships/image" Target="../media/image279.wmf"/><Relationship Id="rId18" Type="http://schemas.openxmlformats.org/officeDocument/2006/relationships/oleObject" Target="../embeddings/oleObject336.bin"/><Relationship Id="rId17" Type="http://schemas.openxmlformats.org/officeDocument/2006/relationships/image" Target="../media/image278.wmf"/><Relationship Id="rId16" Type="http://schemas.openxmlformats.org/officeDocument/2006/relationships/oleObject" Target="../embeddings/oleObject335.bin"/><Relationship Id="rId15" Type="http://schemas.openxmlformats.org/officeDocument/2006/relationships/image" Target="../media/image277.wmf"/><Relationship Id="rId14" Type="http://schemas.openxmlformats.org/officeDocument/2006/relationships/oleObject" Target="../embeddings/oleObject334.bin"/><Relationship Id="rId13" Type="http://schemas.openxmlformats.org/officeDocument/2006/relationships/image" Target="../media/image276.wmf"/><Relationship Id="rId12" Type="http://schemas.openxmlformats.org/officeDocument/2006/relationships/oleObject" Target="../embeddings/oleObject333.bin"/><Relationship Id="rId11" Type="http://schemas.openxmlformats.org/officeDocument/2006/relationships/image" Target="../media/image275.wmf"/><Relationship Id="rId10" Type="http://schemas.openxmlformats.org/officeDocument/2006/relationships/oleObject" Target="../embeddings/oleObject332.bin"/><Relationship Id="rId1" Type="http://schemas.openxmlformats.org/officeDocument/2006/relationships/oleObject" Target="../embeddings/oleObject328.bin"/></Relationships>
</file>

<file path=ppt/slides/_rels/slide49.xml.rels><?xml version="1.0" encoding="UTF-8" standalone="yes"?>
<Relationships xmlns="http://schemas.openxmlformats.org/package/2006/relationships"><Relationship Id="rId9" Type="http://schemas.openxmlformats.org/officeDocument/2006/relationships/image" Target="../media/image283.wmf"/><Relationship Id="rId8" Type="http://schemas.openxmlformats.org/officeDocument/2006/relationships/oleObject" Target="../embeddings/oleObject341.bin"/><Relationship Id="rId7" Type="http://schemas.openxmlformats.org/officeDocument/2006/relationships/image" Target="../media/image6.png"/><Relationship Id="rId6" Type="http://schemas.openxmlformats.org/officeDocument/2006/relationships/image" Target="../media/image292.wmf"/><Relationship Id="rId5" Type="http://schemas.openxmlformats.org/officeDocument/2006/relationships/oleObject" Target="../embeddings/oleObject340.bin"/><Relationship Id="rId4" Type="http://schemas.openxmlformats.org/officeDocument/2006/relationships/image" Target="../media/image291.wmf"/><Relationship Id="rId3" Type="http://schemas.openxmlformats.org/officeDocument/2006/relationships/oleObject" Target="../embeddings/oleObject339.bin"/><Relationship Id="rId2" Type="http://schemas.openxmlformats.org/officeDocument/2006/relationships/image" Target="../media/image290.wmf"/><Relationship Id="rId19" Type="http://schemas.openxmlformats.org/officeDocument/2006/relationships/vmlDrawing" Target="../drawings/vmlDrawing43.vml"/><Relationship Id="rId18" Type="http://schemas.openxmlformats.org/officeDocument/2006/relationships/slideLayout" Target="../slideLayouts/slideLayout7.xml"/><Relationship Id="rId17" Type="http://schemas.openxmlformats.org/officeDocument/2006/relationships/image" Target="../media/image293.wmf"/><Relationship Id="rId16" Type="http://schemas.openxmlformats.org/officeDocument/2006/relationships/oleObject" Target="../embeddings/oleObject345.bin"/><Relationship Id="rId15" Type="http://schemas.openxmlformats.org/officeDocument/2006/relationships/image" Target="../media/image286.wmf"/><Relationship Id="rId14" Type="http://schemas.openxmlformats.org/officeDocument/2006/relationships/oleObject" Target="../embeddings/oleObject344.bin"/><Relationship Id="rId13" Type="http://schemas.openxmlformats.org/officeDocument/2006/relationships/image" Target="../media/image285.wmf"/><Relationship Id="rId12" Type="http://schemas.openxmlformats.org/officeDocument/2006/relationships/oleObject" Target="../embeddings/oleObject343.bin"/><Relationship Id="rId11" Type="http://schemas.openxmlformats.org/officeDocument/2006/relationships/image" Target="../media/image284.wmf"/><Relationship Id="rId10" Type="http://schemas.openxmlformats.org/officeDocument/2006/relationships/oleObject" Target="../embeddings/oleObject342.bin"/><Relationship Id="rId1" Type="http://schemas.openxmlformats.org/officeDocument/2006/relationships/oleObject" Target="../embeddings/oleObject338.bin"/></Relationships>
</file>

<file path=ppt/slides/_rels/slide50.xml.rels><?xml version="1.0" encoding="UTF-8" standalone="yes"?>
<Relationships xmlns="http://schemas.openxmlformats.org/package/2006/relationships"><Relationship Id="rId9" Type="http://schemas.openxmlformats.org/officeDocument/2006/relationships/oleObject" Target="../embeddings/oleObject350.bin"/><Relationship Id="rId8" Type="http://schemas.openxmlformats.org/officeDocument/2006/relationships/image" Target="../media/image297.wmf"/><Relationship Id="rId7" Type="http://schemas.openxmlformats.org/officeDocument/2006/relationships/oleObject" Target="../embeddings/oleObject349.bin"/><Relationship Id="rId6" Type="http://schemas.openxmlformats.org/officeDocument/2006/relationships/image" Target="../media/image296.wmf"/><Relationship Id="rId51" Type="http://schemas.openxmlformats.org/officeDocument/2006/relationships/vmlDrawing" Target="../drawings/vmlDrawing44.vml"/><Relationship Id="rId50" Type="http://schemas.openxmlformats.org/officeDocument/2006/relationships/slideLayout" Target="../slideLayouts/slideLayout7.xml"/><Relationship Id="rId5" Type="http://schemas.openxmlformats.org/officeDocument/2006/relationships/oleObject" Target="../embeddings/oleObject348.bin"/><Relationship Id="rId49" Type="http://schemas.openxmlformats.org/officeDocument/2006/relationships/image" Target="../media/image317.wmf"/><Relationship Id="rId48" Type="http://schemas.openxmlformats.org/officeDocument/2006/relationships/oleObject" Target="../embeddings/oleObject369.bin"/><Relationship Id="rId47" Type="http://schemas.openxmlformats.org/officeDocument/2006/relationships/image" Target="../media/image316.wmf"/><Relationship Id="rId46" Type="http://schemas.openxmlformats.org/officeDocument/2006/relationships/oleObject" Target="../embeddings/oleObject368.bin"/><Relationship Id="rId45" Type="http://schemas.openxmlformats.org/officeDocument/2006/relationships/image" Target="../media/image315.wmf"/><Relationship Id="rId44" Type="http://schemas.openxmlformats.org/officeDocument/2006/relationships/oleObject" Target="../embeddings/oleObject367.bin"/><Relationship Id="rId43" Type="http://schemas.openxmlformats.org/officeDocument/2006/relationships/image" Target="../media/image314.wmf"/><Relationship Id="rId42" Type="http://schemas.openxmlformats.org/officeDocument/2006/relationships/oleObject" Target="../embeddings/oleObject366.bin"/><Relationship Id="rId41" Type="http://schemas.openxmlformats.org/officeDocument/2006/relationships/image" Target="../media/image313.wmf"/><Relationship Id="rId40" Type="http://schemas.openxmlformats.org/officeDocument/2006/relationships/oleObject" Target="../embeddings/oleObject365.bin"/><Relationship Id="rId4" Type="http://schemas.openxmlformats.org/officeDocument/2006/relationships/image" Target="../media/image295.wmf"/><Relationship Id="rId39" Type="http://schemas.openxmlformats.org/officeDocument/2006/relationships/image" Target="../media/image312.wmf"/><Relationship Id="rId38" Type="http://schemas.openxmlformats.org/officeDocument/2006/relationships/oleObject" Target="../embeddings/oleObject364.bin"/><Relationship Id="rId37" Type="http://schemas.openxmlformats.org/officeDocument/2006/relationships/image" Target="../media/image311.wmf"/><Relationship Id="rId36" Type="http://schemas.openxmlformats.org/officeDocument/2006/relationships/oleObject" Target="../embeddings/oleObject363.bin"/><Relationship Id="rId35" Type="http://schemas.openxmlformats.org/officeDocument/2006/relationships/image" Target="../media/image6.png"/><Relationship Id="rId34" Type="http://schemas.openxmlformats.org/officeDocument/2006/relationships/image" Target="../media/image310.wmf"/><Relationship Id="rId33" Type="http://schemas.openxmlformats.org/officeDocument/2006/relationships/oleObject" Target="../embeddings/oleObject362.bin"/><Relationship Id="rId32" Type="http://schemas.openxmlformats.org/officeDocument/2006/relationships/image" Target="../media/image309.wmf"/><Relationship Id="rId31" Type="http://schemas.openxmlformats.org/officeDocument/2006/relationships/oleObject" Target="../embeddings/oleObject361.bin"/><Relationship Id="rId30" Type="http://schemas.openxmlformats.org/officeDocument/2006/relationships/image" Target="../media/image308.wmf"/><Relationship Id="rId3" Type="http://schemas.openxmlformats.org/officeDocument/2006/relationships/oleObject" Target="../embeddings/oleObject347.bin"/><Relationship Id="rId29" Type="http://schemas.openxmlformats.org/officeDocument/2006/relationships/oleObject" Target="../embeddings/oleObject360.bin"/><Relationship Id="rId28" Type="http://schemas.openxmlformats.org/officeDocument/2006/relationships/image" Target="../media/image307.wmf"/><Relationship Id="rId27" Type="http://schemas.openxmlformats.org/officeDocument/2006/relationships/oleObject" Target="../embeddings/oleObject359.bin"/><Relationship Id="rId26" Type="http://schemas.openxmlformats.org/officeDocument/2006/relationships/image" Target="../media/image306.wmf"/><Relationship Id="rId25" Type="http://schemas.openxmlformats.org/officeDocument/2006/relationships/oleObject" Target="../embeddings/oleObject358.bin"/><Relationship Id="rId24" Type="http://schemas.openxmlformats.org/officeDocument/2006/relationships/image" Target="../media/image305.wmf"/><Relationship Id="rId23" Type="http://schemas.openxmlformats.org/officeDocument/2006/relationships/oleObject" Target="../embeddings/oleObject357.bin"/><Relationship Id="rId22" Type="http://schemas.openxmlformats.org/officeDocument/2006/relationships/image" Target="../media/image304.wmf"/><Relationship Id="rId21" Type="http://schemas.openxmlformats.org/officeDocument/2006/relationships/oleObject" Target="../embeddings/oleObject356.bin"/><Relationship Id="rId20" Type="http://schemas.openxmlformats.org/officeDocument/2006/relationships/image" Target="../media/image303.wmf"/><Relationship Id="rId2" Type="http://schemas.openxmlformats.org/officeDocument/2006/relationships/image" Target="../media/image294.wmf"/><Relationship Id="rId19" Type="http://schemas.openxmlformats.org/officeDocument/2006/relationships/oleObject" Target="../embeddings/oleObject355.bin"/><Relationship Id="rId18" Type="http://schemas.openxmlformats.org/officeDocument/2006/relationships/image" Target="../media/image302.wmf"/><Relationship Id="rId17" Type="http://schemas.openxmlformats.org/officeDocument/2006/relationships/oleObject" Target="../embeddings/oleObject354.bin"/><Relationship Id="rId16" Type="http://schemas.openxmlformats.org/officeDocument/2006/relationships/image" Target="../media/image301.wmf"/><Relationship Id="rId15" Type="http://schemas.openxmlformats.org/officeDocument/2006/relationships/oleObject" Target="../embeddings/oleObject353.bin"/><Relationship Id="rId14" Type="http://schemas.openxmlformats.org/officeDocument/2006/relationships/image" Target="../media/image300.wmf"/><Relationship Id="rId13" Type="http://schemas.openxmlformats.org/officeDocument/2006/relationships/oleObject" Target="../embeddings/oleObject352.bin"/><Relationship Id="rId12" Type="http://schemas.openxmlformats.org/officeDocument/2006/relationships/image" Target="../media/image299.wmf"/><Relationship Id="rId11" Type="http://schemas.openxmlformats.org/officeDocument/2006/relationships/oleObject" Target="../embeddings/oleObject351.bin"/><Relationship Id="rId10" Type="http://schemas.openxmlformats.org/officeDocument/2006/relationships/image" Target="../media/image298.wmf"/><Relationship Id="rId1" Type="http://schemas.openxmlformats.org/officeDocument/2006/relationships/oleObject" Target="../embeddings/oleObject346.bin"/></Relationships>
</file>

<file path=ppt/slides/_rels/slide51.xml.rels><?xml version="1.0" encoding="UTF-8" standalone="yes"?>
<Relationships xmlns="http://schemas.openxmlformats.org/package/2006/relationships"><Relationship Id="rId9" Type="http://schemas.openxmlformats.org/officeDocument/2006/relationships/image" Target="../media/image321.wmf"/><Relationship Id="rId8" Type="http://schemas.openxmlformats.org/officeDocument/2006/relationships/oleObject" Target="../embeddings/oleObject373.bin"/><Relationship Id="rId7" Type="http://schemas.openxmlformats.org/officeDocument/2006/relationships/image" Target="../media/image320.wmf"/><Relationship Id="rId6" Type="http://schemas.openxmlformats.org/officeDocument/2006/relationships/oleObject" Target="../embeddings/oleObject372.bin"/><Relationship Id="rId5" Type="http://schemas.openxmlformats.org/officeDocument/2006/relationships/image" Target="../media/image319.wmf"/><Relationship Id="rId41" Type="http://schemas.openxmlformats.org/officeDocument/2006/relationships/vmlDrawing" Target="../drawings/vmlDrawing45.vml"/><Relationship Id="rId40" Type="http://schemas.openxmlformats.org/officeDocument/2006/relationships/slideLayout" Target="../slideLayouts/slideLayout7.xml"/><Relationship Id="rId4" Type="http://schemas.openxmlformats.org/officeDocument/2006/relationships/oleObject" Target="../embeddings/oleObject371.bin"/><Relationship Id="rId39" Type="http://schemas.openxmlformats.org/officeDocument/2006/relationships/image" Target="../media/image336.wmf"/><Relationship Id="rId38" Type="http://schemas.openxmlformats.org/officeDocument/2006/relationships/oleObject" Target="../embeddings/oleObject388.bin"/><Relationship Id="rId37" Type="http://schemas.openxmlformats.org/officeDocument/2006/relationships/image" Target="../media/image335.wmf"/><Relationship Id="rId36" Type="http://schemas.openxmlformats.org/officeDocument/2006/relationships/oleObject" Target="../embeddings/oleObject387.bin"/><Relationship Id="rId35" Type="http://schemas.openxmlformats.org/officeDocument/2006/relationships/image" Target="../media/image334.wmf"/><Relationship Id="rId34" Type="http://schemas.openxmlformats.org/officeDocument/2006/relationships/oleObject" Target="../embeddings/oleObject386.bin"/><Relationship Id="rId33" Type="http://schemas.openxmlformats.org/officeDocument/2006/relationships/image" Target="../media/image333.wmf"/><Relationship Id="rId32" Type="http://schemas.openxmlformats.org/officeDocument/2006/relationships/oleObject" Target="../embeddings/oleObject385.bin"/><Relationship Id="rId31" Type="http://schemas.openxmlformats.org/officeDocument/2006/relationships/image" Target="../media/image332.wmf"/><Relationship Id="rId30" Type="http://schemas.openxmlformats.org/officeDocument/2006/relationships/oleObject" Target="../embeddings/oleObject384.bin"/><Relationship Id="rId3" Type="http://schemas.openxmlformats.org/officeDocument/2006/relationships/image" Target="../media/image6.png"/><Relationship Id="rId29" Type="http://schemas.openxmlformats.org/officeDocument/2006/relationships/image" Target="../media/image331.wmf"/><Relationship Id="rId28" Type="http://schemas.openxmlformats.org/officeDocument/2006/relationships/oleObject" Target="../embeddings/oleObject383.bin"/><Relationship Id="rId27" Type="http://schemas.openxmlformats.org/officeDocument/2006/relationships/image" Target="../media/image330.wmf"/><Relationship Id="rId26" Type="http://schemas.openxmlformats.org/officeDocument/2006/relationships/oleObject" Target="../embeddings/oleObject382.bin"/><Relationship Id="rId25" Type="http://schemas.openxmlformats.org/officeDocument/2006/relationships/image" Target="../media/image329.wmf"/><Relationship Id="rId24" Type="http://schemas.openxmlformats.org/officeDocument/2006/relationships/oleObject" Target="../embeddings/oleObject381.bin"/><Relationship Id="rId23" Type="http://schemas.openxmlformats.org/officeDocument/2006/relationships/image" Target="../media/image328.wmf"/><Relationship Id="rId22" Type="http://schemas.openxmlformats.org/officeDocument/2006/relationships/oleObject" Target="../embeddings/oleObject380.bin"/><Relationship Id="rId21" Type="http://schemas.openxmlformats.org/officeDocument/2006/relationships/image" Target="../media/image327.wmf"/><Relationship Id="rId20" Type="http://schemas.openxmlformats.org/officeDocument/2006/relationships/oleObject" Target="../embeddings/oleObject379.bin"/><Relationship Id="rId2" Type="http://schemas.openxmlformats.org/officeDocument/2006/relationships/image" Target="../media/image318.wmf"/><Relationship Id="rId19" Type="http://schemas.openxmlformats.org/officeDocument/2006/relationships/image" Target="../media/image326.wmf"/><Relationship Id="rId18" Type="http://schemas.openxmlformats.org/officeDocument/2006/relationships/oleObject" Target="../embeddings/oleObject378.bin"/><Relationship Id="rId17" Type="http://schemas.openxmlformats.org/officeDocument/2006/relationships/image" Target="../media/image325.wmf"/><Relationship Id="rId16" Type="http://schemas.openxmlformats.org/officeDocument/2006/relationships/oleObject" Target="../embeddings/oleObject377.bin"/><Relationship Id="rId15" Type="http://schemas.openxmlformats.org/officeDocument/2006/relationships/image" Target="../media/image324.wmf"/><Relationship Id="rId14" Type="http://schemas.openxmlformats.org/officeDocument/2006/relationships/oleObject" Target="../embeddings/oleObject376.bin"/><Relationship Id="rId13" Type="http://schemas.openxmlformats.org/officeDocument/2006/relationships/image" Target="../media/image323.wmf"/><Relationship Id="rId12" Type="http://schemas.openxmlformats.org/officeDocument/2006/relationships/oleObject" Target="../embeddings/oleObject375.bin"/><Relationship Id="rId11" Type="http://schemas.openxmlformats.org/officeDocument/2006/relationships/image" Target="../media/image322.wmf"/><Relationship Id="rId10" Type="http://schemas.openxmlformats.org/officeDocument/2006/relationships/oleObject" Target="../embeddings/oleObject374.bin"/><Relationship Id="rId1" Type="http://schemas.openxmlformats.org/officeDocument/2006/relationships/oleObject" Target="../embeddings/oleObject370.bin"/></Relationships>
</file>

<file path=ppt/slides/_rels/slide52.xml.rels><?xml version="1.0" encoding="UTF-8" standalone="yes"?>
<Relationships xmlns="http://schemas.openxmlformats.org/package/2006/relationships"><Relationship Id="rId9" Type="http://schemas.openxmlformats.org/officeDocument/2006/relationships/oleObject" Target="../embeddings/oleObject393.bin"/><Relationship Id="rId8" Type="http://schemas.openxmlformats.org/officeDocument/2006/relationships/image" Target="../media/image340.wmf"/><Relationship Id="rId7" Type="http://schemas.openxmlformats.org/officeDocument/2006/relationships/oleObject" Target="../embeddings/oleObject392.bin"/><Relationship Id="rId6" Type="http://schemas.openxmlformats.org/officeDocument/2006/relationships/image" Target="../media/image339.wmf"/><Relationship Id="rId5" Type="http://schemas.openxmlformats.org/officeDocument/2006/relationships/oleObject" Target="../embeddings/oleObject391.bin"/><Relationship Id="rId4" Type="http://schemas.openxmlformats.org/officeDocument/2006/relationships/image" Target="../media/image338.wmf"/><Relationship Id="rId3" Type="http://schemas.openxmlformats.org/officeDocument/2006/relationships/oleObject" Target="../embeddings/oleObject390.bin"/><Relationship Id="rId21" Type="http://schemas.openxmlformats.org/officeDocument/2006/relationships/vmlDrawing" Target="../drawings/vmlDrawing46.vml"/><Relationship Id="rId20" Type="http://schemas.openxmlformats.org/officeDocument/2006/relationships/slideLayout" Target="../slideLayouts/slideLayout7.xml"/><Relationship Id="rId2" Type="http://schemas.openxmlformats.org/officeDocument/2006/relationships/image" Target="../media/image337.wmf"/><Relationship Id="rId19" Type="http://schemas.openxmlformats.org/officeDocument/2006/relationships/image" Target="../media/image345.wmf"/><Relationship Id="rId18" Type="http://schemas.openxmlformats.org/officeDocument/2006/relationships/oleObject" Target="../embeddings/oleObject397.bin"/><Relationship Id="rId17" Type="http://schemas.openxmlformats.org/officeDocument/2006/relationships/image" Target="../media/image344.wmf"/><Relationship Id="rId16" Type="http://schemas.openxmlformats.org/officeDocument/2006/relationships/oleObject" Target="../embeddings/oleObject396.bin"/><Relationship Id="rId15" Type="http://schemas.openxmlformats.org/officeDocument/2006/relationships/image" Target="../media/image343.wmf"/><Relationship Id="rId14" Type="http://schemas.openxmlformats.org/officeDocument/2006/relationships/oleObject" Target="../embeddings/oleObject395.bin"/><Relationship Id="rId13" Type="http://schemas.openxmlformats.org/officeDocument/2006/relationships/image" Target="../media/image342.wmf"/><Relationship Id="rId12" Type="http://schemas.openxmlformats.org/officeDocument/2006/relationships/oleObject" Target="../embeddings/oleObject394.bin"/><Relationship Id="rId11" Type="http://schemas.openxmlformats.org/officeDocument/2006/relationships/image" Target="../media/image6.png"/><Relationship Id="rId10" Type="http://schemas.openxmlformats.org/officeDocument/2006/relationships/image" Target="../media/image341.wmf"/><Relationship Id="rId1" Type="http://schemas.openxmlformats.org/officeDocument/2006/relationships/oleObject" Target="../embeddings/oleObject389.bin"/></Relationships>
</file>

<file path=ppt/slides/_rels/slide53.xml.rels><?xml version="1.0" encoding="UTF-8" standalone="yes"?>
<Relationships xmlns="http://schemas.openxmlformats.org/package/2006/relationships"><Relationship Id="rId9" Type="http://schemas.openxmlformats.org/officeDocument/2006/relationships/vmlDrawing" Target="../drawings/vmlDrawing47.vml"/><Relationship Id="rId8" Type="http://schemas.openxmlformats.org/officeDocument/2006/relationships/slideLayout" Target="../slideLayouts/slideLayout7.xml"/><Relationship Id="rId7" Type="http://schemas.openxmlformats.org/officeDocument/2006/relationships/image" Target="../media/image22.png"/><Relationship Id="rId6" Type="http://schemas.openxmlformats.org/officeDocument/2006/relationships/image" Target="../media/image6.png"/><Relationship Id="rId5" Type="http://schemas.openxmlformats.org/officeDocument/2006/relationships/image" Target="../media/image13.jpeg"/><Relationship Id="rId4" Type="http://schemas.openxmlformats.org/officeDocument/2006/relationships/image" Target="../media/image347.wmf"/><Relationship Id="rId3" Type="http://schemas.openxmlformats.org/officeDocument/2006/relationships/oleObject" Target="../embeddings/oleObject399.bin"/><Relationship Id="rId2" Type="http://schemas.openxmlformats.org/officeDocument/2006/relationships/image" Target="../media/image346.wmf"/><Relationship Id="rId1" Type="http://schemas.openxmlformats.org/officeDocument/2006/relationships/oleObject" Target="../embeddings/oleObject398.bin"/></Relationships>
</file>

<file path=ppt/slides/_rels/slide54.xml.rels><?xml version="1.0" encoding="UTF-8" standalone="yes"?>
<Relationships xmlns="http://schemas.openxmlformats.org/package/2006/relationships"><Relationship Id="rId6" Type="http://schemas.openxmlformats.org/officeDocument/2006/relationships/vmlDrawing" Target="../drawings/vmlDrawing48.vml"/><Relationship Id="rId5" Type="http://schemas.openxmlformats.org/officeDocument/2006/relationships/slideLayout" Target="../slideLayouts/slideLayout7.xml"/><Relationship Id="rId4" Type="http://schemas.openxmlformats.org/officeDocument/2006/relationships/image" Target="../media/image348.wmf"/><Relationship Id="rId3" Type="http://schemas.openxmlformats.org/officeDocument/2006/relationships/oleObject" Target="../embeddings/oleObject400.bin"/><Relationship Id="rId2" Type="http://schemas.openxmlformats.org/officeDocument/2006/relationships/image" Target="../media/image6.png"/><Relationship Id="rId1" Type="http://schemas.openxmlformats.org/officeDocument/2006/relationships/image" Target="../media/image13.jpeg"/></Relationships>
</file>

<file path=ppt/slides/_rels/slide55.xml.rels><?xml version="1.0" encoding="UTF-8" standalone="yes"?>
<Relationships xmlns="http://schemas.openxmlformats.org/package/2006/relationships"><Relationship Id="rId7" Type="http://schemas.openxmlformats.org/officeDocument/2006/relationships/vmlDrawing" Target="../drawings/vmlDrawing49.vml"/><Relationship Id="rId6" Type="http://schemas.openxmlformats.org/officeDocument/2006/relationships/slideLayout" Target="../slideLayouts/slideLayout7.xml"/><Relationship Id="rId5" Type="http://schemas.openxmlformats.org/officeDocument/2006/relationships/image" Target="../media/image6.png"/><Relationship Id="rId4" Type="http://schemas.openxmlformats.org/officeDocument/2006/relationships/image" Target="../media/image350.wmf"/><Relationship Id="rId3" Type="http://schemas.openxmlformats.org/officeDocument/2006/relationships/oleObject" Target="../embeddings/oleObject402.bin"/><Relationship Id="rId2" Type="http://schemas.openxmlformats.org/officeDocument/2006/relationships/image" Target="../media/image349.wmf"/><Relationship Id="rId1" Type="http://schemas.openxmlformats.org/officeDocument/2006/relationships/oleObject" Target="../embeddings/oleObject401.bin"/></Relationships>
</file>

<file path=ppt/slides/_rels/slide56.xml.rels><?xml version="1.0" encoding="UTF-8" standalone="yes"?>
<Relationships xmlns="http://schemas.openxmlformats.org/package/2006/relationships"><Relationship Id="rId5" Type="http://schemas.openxmlformats.org/officeDocument/2006/relationships/vmlDrawing" Target="../drawings/vmlDrawing50.vml"/><Relationship Id="rId4" Type="http://schemas.openxmlformats.org/officeDocument/2006/relationships/slideLayout" Target="../slideLayouts/slideLayout7.xml"/><Relationship Id="rId3" Type="http://schemas.openxmlformats.org/officeDocument/2006/relationships/image" Target="../media/image6.png"/><Relationship Id="rId2" Type="http://schemas.openxmlformats.org/officeDocument/2006/relationships/image" Target="../media/image351.wmf"/><Relationship Id="rId1" Type="http://schemas.openxmlformats.org/officeDocument/2006/relationships/oleObject" Target="../embeddings/oleObject403.bin"/></Relationships>
</file>

<file path=ppt/slides/_rels/slide57.xml.rels><?xml version="1.0" encoding="UTF-8" standalone="yes"?>
<Relationships xmlns="http://schemas.openxmlformats.org/package/2006/relationships"><Relationship Id="rId5" Type="http://schemas.openxmlformats.org/officeDocument/2006/relationships/vmlDrawing" Target="../drawings/vmlDrawing51.vml"/><Relationship Id="rId4" Type="http://schemas.openxmlformats.org/officeDocument/2006/relationships/slideLayout" Target="../slideLayouts/slideLayout7.xml"/><Relationship Id="rId3" Type="http://schemas.openxmlformats.org/officeDocument/2006/relationships/image" Target="../media/image6.png"/><Relationship Id="rId2" Type="http://schemas.openxmlformats.org/officeDocument/2006/relationships/image" Target="../media/image352.wmf"/><Relationship Id="rId1" Type="http://schemas.openxmlformats.org/officeDocument/2006/relationships/oleObject" Target="../embeddings/oleObject404.bin"/></Relationships>
</file>

<file path=ppt/slides/_rels/slide58.xml.rels><?xml version="1.0" encoding="UTF-8" standalone="yes"?>
<Relationships xmlns="http://schemas.openxmlformats.org/package/2006/relationships"><Relationship Id="rId9" Type="http://schemas.openxmlformats.org/officeDocument/2006/relationships/image" Target="../media/image6.png"/><Relationship Id="rId8" Type="http://schemas.openxmlformats.org/officeDocument/2006/relationships/image" Target="../media/image356.wmf"/><Relationship Id="rId7" Type="http://schemas.openxmlformats.org/officeDocument/2006/relationships/oleObject" Target="../embeddings/oleObject408.bin"/><Relationship Id="rId6" Type="http://schemas.openxmlformats.org/officeDocument/2006/relationships/image" Target="../media/image355.wmf"/><Relationship Id="rId5" Type="http://schemas.openxmlformats.org/officeDocument/2006/relationships/oleObject" Target="../embeddings/oleObject407.bin"/><Relationship Id="rId4" Type="http://schemas.openxmlformats.org/officeDocument/2006/relationships/image" Target="../media/image354.wmf"/><Relationship Id="rId3" Type="http://schemas.openxmlformats.org/officeDocument/2006/relationships/oleObject" Target="../embeddings/oleObject406.bin"/><Relationship Id="rId2" Type="http://schemas.openxmlformats.org/officeDocument/2006/relationships/image" Target="../media/image353.wmf"/><Relationship Id="rId11" Type="http://schemas.openxmlformats.org/officeDocument/2006/relationships/vmlDrawing" Target="../drawings/vmlDrawing52.vml"/><Relationship Id="rId10" Type="http://schemas.openxmlformats.org/officeDocument/2006/relationships/slideLayout" Target="../slideLayouts/slideLayout7.xml"/><Relationship Id="rId1" Type="http://schemas.openxmlformats.org/officeDocument/2006/relationships/oleObject" Target="../embeddings/oleObject405.bin"/></Relationships>
</file>

<file path=ppt/slides/_rels/slide59.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image" Target="../media/image22.png"/><Relationship Id="rId1" Type="http://schemas.openxmlformats.org/officeDocument/2006/relationships/image" Target="../media/image6.png"/></Relationships>
</file>

<file path=ppt/slides/_rels/slide60.xml.rels><?xml version="1.0" encoding="UTF-8" standalone="yes"?>
<Relationships xmlns="http://schemas.openxmlformats.org/package/2006/relationships"><Relationship Id="rId7" Type="http://schemas.openxmlformats.org/officeDocument/2006/relationships/vmlDrawing" Target="../drawings/vmlDrawing53.vml"/><Relationship Id="rId6" Type="http://schemas.openxmlformats.org/officeDocument/2006/relationships/slideLayout" Target="../slideLayouts/slideLayout7.xml"/><Relationship Id="rId5" Type="http://schemas.openxmlformats.org/officeDocument/2006/relationships/image" Target="../media/image6.png"/><Relationship Id="rId4" Type="http://schemas.openxmlformats.org/officeDocument/2006/relationships/image" Target="../media/image358.wmf"/><Relationship Id="rId3" Type="http://schemas.openxmlformats.org/officeDocument/2006/relationships/oleObject" Target="../embeddings/oleObject410.bin"/><Relationship Id="rId2" Type="http://schemas.openxmlformats.org/officeDocument/2006/relationships/image" Target="../media/image357.wmf"/><Relationship Id="rId1" Type="http://schemas.openxmlformats.org/officeDocument/2006/relationships/oleObject" Target="../embeddings/oleObject409.bin"/></Relationships>
</file>

<file path=ppt/slides/_rels/slide61.xml.rels><?xml version="1.0" encoding="UTF-8" standalone="yes"?>
<Relationships xmlns="http://schemas.openxmlformats.org/package/2006/relationships"><Relationship Id="rId5" Type="http://schemas.openxmlformats.org/officeDocument/2006/relationships/vmlDrawing" Target="../drawings/vmlDrawing54.vml"/><Relationship Id="rId4" Type="http://schemas.openxmlformats.org/officeDocument/2006/relationships/slideLayout" Target="../slideLayouts/slideLayout7.xml"/><Relationship Id="rId3" Type="http://schemas.openxmlformats.org/officeDocument/2006/relationships/image" Target="../media/image6.png"/><Relationship Id="rId2" Type="http://schemas.openxmlformats.org/officeDocument/2006/relationships/image" Target="../media/image359.wmf"/><Relationship Id="rId1" Type="http://schemas.openxmlformats.org/officeDocument/2006/relationships/oleObject" Target="../embeddings/oleObject411.bin"/></Relationships>
</file>

<file path=ppt/slides/_rels/slide62.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6.png"/></Relationships>
</file>

<file path=ppt/slides/_rels/slide63.xml.rels><?xml version="1.0" encoding="UTF-8" standalone="yes"?>
<Relationships xmlns="http://schemas.openxmlformats.org/package/2006/relationships"><Relationship Id="rId7" Type="http://schemas.openxmlformats.org/officeDocument/2006/relationships/vmlDrawing" Target="../drawings/vmlDrawing55.vml"/><Relationship Id="rId6" Type="http://schemas.openxmlformats.org/officeDocument/2006/relationships/slideLayout" Target="../slideLayouts/slideLayout7.xml"/><Relationship Id="rId5" Type="http://schemas.openxmlformats.org/officeDocument/2006/relationships/image" Target="../media/image6.png"/><Relationship Id="rId4" Type="http://schemas.openxmlformats.org/officeDocument/2006/relationships/image" Target="../media/image361.wmf"/><Relationship Id="rId3" Type="http://schemas.openxmlformats.org/officeDocument/2006/relationships/oleObject" Target="../embeddings/oleObject413.bin"/><Relationship Id="rId2" Type="http://schemas.openxmlformats.org/officeDocument/2006/relationships/image" Target="../media/image360.wmf"/><Relationship Id="rId1" Type="http://schemas.openxmlformats.org/officeDocument/2006/relationships/oleObject" Target="../embeddings/oleObject412.bin"/></Relationships>
</file>

<file path=ppt/slides/_rels/slide64.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6.png"/></Relationships>
</file>

<file path=ppt/slides/_rels/slide65.xml.rels><?xml version="1.0" encoding="UTF-8" standalone="yes"?>
<Relationships xmlns="http://schemas.openxmlformats.org/package/2006/relationships"><Relationship Id="rId9" Type="http://schemas.openxmlformats.org/officeDocument/2006/relationships/oleObject" Target="../embeddings/oleObject418.bin"/><Relationship Id="rId8" Type="http://schemas.openxmlformats.org/officeDocument/2006/relationships/image" Target="../media/image365.wmf"/><Relationship Id="rId7" Type="http://schemas.openxmlformats.org/officeDocument/2006/relationships/oleObject" Target="../embeddings/oleObject417.bin"/><Relationship Id="rId6" Type="http://schemas.openxmlformats.org/officeDocument/2006/relationships/image" Target="../media/image364.wmf"/><Relationship Id="rId5" Type="http://schemas.openxmlformats.org/officeDocument/2006/relationships/oleObject" Target="../embeddings/oleObject416.bin"/><Relationship Id="rId47" Type="http://schemas.openxmlformats.org/officeDocument/2006/relationships/vmlDrawing" Target="../drawings/vmlDrawing56.vml"/><Relationship Id="rId46" Type="http://schemas.openxmlformats.org/officeDocument/2006/relationships/slideLayout" Target="../slideLayouts/slideLayout7.xml"/><Relationship Id="rId45" Type="http://schemas.openxmlformats.org/officeDocument/2006/relationships/image" Target="../media/image383.wmf"/><Relationship Id="rId44" Type="http://schemas.openxmlformats.org/officeDocument/2006/relationships/oleObject" Target="../embeddings/oleObject435.bin"/><Relationship Id="rId43" Type="http://schemas.openxmlformats.org/officeDocument/2006/relationships/image" Target="../media/image382.wmf"/><Relationship Id="rId42" Type="http://schemas.openxmlformats.org/officeDocument/2006/relationships/oleObject" Target="../embeddings/oleObject434.bin"/><Relationship Id="rId41" Type="http://schemas.openxmlformats.org/officeDocument/2006/relationships/image" Target="../media/image381.wmf"/><Relationship Id="rId40" Type="http://schemas.openxmlformats.org/officeDocument/2006/relationships/oleObject" Target="../embeddings/oleObject433.bin"/><Relationship Id="rId4" Type="http://schemas.openxmlformats.org/officeDocument/2006/relationships/image" Target="../media/image363.wmf"/><Relationship Id="rId39" Type="http://schemas.openxmlformats.org/officeDocument/2006/relationships/image" Target="../media/image380.wmf"/><Relationship Id="rId38" Type="http://schemas.openxmlformats.org/officeDocument/2006/relationships/oleObject" Target="../embeddings/oleObject432.bin"/><Relationship Id="rId37" Type="http://schemas.openxmlformats.org/officeDocument/2006/relationships/image" Target="../media/image379.wmf"/><Relationship Id="rId36" Type="http://schemas.openxmlformats.org/officeDocument/2006/relationships/oleObject" Target="../embeddings/oleObject431.bin"/><Relationship Id="rId35" Type="http://schemas.openxmlformats.org/officeDocument/2006/relationships/image" Target="../media/image378.wmf"/><Relationship Id="rId34" Type="http://schemas.openxmlformats.org/officeDocument/2006/relationships/oleObject" Target="../embeddings/oleObject430.bin"/><Relationship Id="rId33" Type="http://schemas.openxmlformats.org/officeDocument/2006/relationships/image" Target="../media/image377.wmf"/><Relationship Id="rId32" Type="http://schemas.openxmlformats.org/officeDocument/2006/relationships/oleObject" Target="../embeddings/oleObject429.bin"/><Relationship Id="rId31" Type="http://schemas.openxmlformats.org/officeDocument/2006/relationships/image" Target="../media/image376.wmf"/><Relationship Id="rId30" Type="http://schemas.openxmlformats.org/officeDocument/2006/relationships/oleObject" Target="../embeddings/oleObject428.bin"/><Relationship Id="rId3" Type="http://schemas.openxmlformats.org/officeDocument/2006/relationships/oleObject" Target="../embeddings/oleObject415.bin"/><Relationship Id="rId29" Type="http://schemas.openxmlformats.org/officeDocument/2006/relationships/image" Target="../media/image6.png"/><Relationship Id="rId28" Type="http://schemas.openxmlformats.org/officeDocument/2006/relationships/image" Target="../media/image375.wmf"/><Relationship Id="rId27" Type="http://schemas.openxmlformats.org/officeDocument/2006/relationships/oleObject" Target="../embeddings/oleObject427.bin"/><Relationship Id="rId26" Type="http://schemas.openxmlformats.org/officeDocument/2006/relationships/image" Target="../media/image374.wmf"/><Relationship Id="rId25" Type="http://schemas.openxmlformats.org/officeDocument/2006/relationships/oleObject" Target="../embeddings/oleObject426.bin"/><Relationship Id="rId24" Type="http://schemas.openxmlformats.org/officeDocument/2006/relationships/image" Target="../media/image373.wmf"/><Relationship Id="rId23" Type="http://schemas.openxmlformats.org/officeDocument/2006/relationships/oleObject" Target="../embeddings/oleObject425.bin"/><Relationship Id="rId22" Type="http://schemas.openxmlformats.org/officeDocument/2006/relationships/image" Target="../media/image372.wmf"/><Relationship Id="rId21" Type="http://schemas.openxmlformats.org/officeDocument/2006/relationships/oleObject" Target="../embeddings/oleObject424.bin"/><Relationship Id="rId20" Type="http://schemas.openxmlformats.org/officeDocument/2006/relationships/image" Target="../media/image371.wmf"/><Relationship Id="rId2" Type="http://schemas.openxmlformats.org/officeDocument/2006/relationships/image" Target="../media/image362.wmf"/><Relationship Id="rId19" Type="http://schemas.openxmlformats.org/officeDocument/2006/relationships/oleObject" Target="../embeddings/oleObject423.bin"/><Relationship Id="rId18" Type="http://schemas.openxmlformats.org/officeDocument/2006/relationships/image" Target="../media/image370.wmf"/><Relationship Id="rId17" Type="http://schemas.openxmlformats.org/officeDocument/2006/relationships/oleObject" Target="../embeddings/oleObject422.bin"/><Relationship Id="rId16" Type="http://schemas.openxmlformats.org/officeDocument/2006/relationships/image" Target="../media/image369.wmf"/><Relationship Id="rId15" Type="http://schemas.openxmlformats.org/officeDocument/2006/relationships/oleObject" Target="../embeddings/oleObject421.bin"/><Relationship Id="rId14" Type="http://schemas.openxmlformats.org/officeDocument/2006/relationships/image" Target="../media/image368.wmf"/><Relationship Id="rId13" Type="http://schemas.openxmlformats.org/officeDocument/2006/relationships/oleObject" Target="../embeddings/oleObject420.bin"/><Relationship Id="rId12" Type="http://schemas.openxmlformats.org/officeDocument/2006/relationships/image" Target="../media/image367.wmf"/><Relationship Id="rId11" Type="http://schemas.openxmlformats.org/officeDocument/2006/relationships/oleObject" Target="../embeddings/oleObject419.bin"/><Relationship Id="rId10" Type="http://schemas.openxmlformats.org/officeDocument/2006/relationships/image" Target="../media/image366.wmf"/><Relationship Id="rId1" Type="http://schemas.openxmlformats.org/officeDocument/2006/relationships/oleObject" Target="../embeddings/oleObject414.bin"/></Relationships>
</file>

<file path=ppt/slides/_rels/slide66.xml.rels><?xml version="1.0" encoding="UTF-8" standalone="yes"?>
<Relationships xmlns="http://schemas.openxmlformats.org/package/2006/relationships"><Relationship Id="rId9" Type="http://schemas.openxmlformats.org/officeDocument/2006/relationships/oleObject" Target="../embeddings/oleObject440.bin"/><Relationship Id="rId8" Type="http://schemas.openxmlformats.org/officeDocument/2006/relationships/image" Target="../media/image387.wmf"/><Relationship Id="rId7" Type="http://schemas.openxmlformats.org/officeDocument/2006/relationships/oleObject" Target="../embeddings/oleObject439.bin"/><Relationship Id="rId6" Type="http://schemas.openxmlformats.org/officeDocument/2006/relationships/image" Target="../media/image386.wmf"/><Relationship Id="rId5" Type="http://schemas.openxmlformats.org/officeDocument/2006/relationships/oleObject" Target="../embeddings/oleObject438.bin"/><Relationship Id="rId4" Type="http://schemas.openxmlformats.org/officeDocument/2006/relationships/image" Target="../media/image385.wmf"/><Relationship Id="rId3" Type="http://schemas.openxmlformats.org/officeDocument/2006/relationships/oleObject" Target="../embeddings/oleObject437.bin"/><Relationship Id="rId2" Type="http://schemas.openxmlformats.org/officeDocument/2006/relationships/image" Target="../media/image384.wmf"/><Relationship Id="rId15" Type="http://schemas.openxmlformats.org/officeDocument/2006/relationships/vmlDrawing" Target="../drawings/vmlDrawing57.vml"/><Relationship Id="rId14" Type="http://schemas.openxmlformats.org/officeDocument/2006/relationships/slideLayout" Target="../slideLayouts/slideLayout7.xml"/><Relationship Id="rId13" Type="http://schemas.openxmlformats.org/officeDocument/2006/relationships/image" Target="../media/image6.png"/><Relationship Id="rId12" Type="http://schemas.openxmlformats.org/officeDocument/2006/relationships/image" Target="../media/image389.wmf"/><Relationship Id="rId11" Type="http://schemas.openxmlformats.org/officeDocument/2006/relationships/oleObject" Target="../embeddings/oleObject441.bin"/><Relationship Id="rId10" Type="http://schemas.openxmlformats.org/officeDocument/2006/relationships/image" Target="../media/image388.wmf"/><Relationship Id="rId1" Type="http://schemas.openxmlformats.org/officeDocument/2006/relationships/oleObject" Target="../embeddings/oleObject436.bin"/></Relationships>
</file>

<file path=ppt/slides/_rels/slide67.xml.rels><?xml version="1.0" encoding="UTF-8" standalone="yes"?>
<Relationships xmlns="http://schemas.openxmlformats.org/package/2006/relationships"><Relationship Id="rId5" Type="http://schemas.openxmlformats.org/officeDocument/2006/relationships/vmlDrawing" Target="../drawings/vmlDrawing58.vml"/><Relationship Id="rId4" Type="http://schemas.openxmlformats.org/officeDocument/2006/relationships/slideLayout" Target="../slideLayouts/slideLayout7.xml"/><Relationship Id="rId3" Type="http://schemas.openxmlformats.org/officeDocument/2006/relationships/image" Target="../media/image6.png"/><Relationship Id="rId2" Type="http://schemas.openxmlformats.org/officeDocument/2006/relationships/image" Target="../media/image390.wmf"/><Relationship Id="rId1" Type="http://schemas.openxmlformats.org/officeDocument/2006/relationships/oleObject" Target="../embeddings/oleObject442.bin"/></Relationships>
</file>

<file path=ppt/slides/_rels/slide68.xml.rels><?xml version="1.0" encoding="UTF-8" standalone="yes"?>
<Relationships xmlns="http://schemas.openxmlformats.org/package/2006/relationships"><Relationship Id="rId9" Type="http://schemas.openxmlformats.org/officeDocument/2006/relationships/oleObject" Target="../embeddings/oleObject447.bin"/><Relationship Id="rId8" Type="http://schemas.openxmlformats.org/officeDocument/2006/relationships/image" Target="../media/image394.wmf"/><Relationship Id="rId7" Type="http://schemas.openxmlformats.org/officeDocument/2006/relationships/oleObject" Target="../embeddings/oleObject446.bin"/><Relationship Id="rId6" Type="http://schemas.openxmlformats.org/officeDocument/2006/relationships/image" Target="../media/image393.wmf"/><Relationship Id="rId5" Type="http://schemas.openxmlformats.org/officeDocument/2006/relationships/oleObject" Target="../embeddings/oleObject445.bin"/><Relationship Id="rId4" Type="http://schemas.openxmlformats.org/officeDocument/2006/relationships/image" Target="../media/image392.wmf"/><Relationship Id="rId3" Type="http://schemas.openxmlformats.org/officeDocument/2006/relationships/oleObject" Target="../embeddings/oleObject444.bin"/><Relationship Id="rId2" Type="http://schemas.openxmlformats.org/officeDocument/2006/relationships/image" Target="../media/image391.wmf"/><Relationship Id="rId18" Type="http://schemas.openxmlformats.org/officeDocument/2006/relationships/vmlDrawing" Target="../drawings/vmlDrawing59.vml"/><Relationship Id="rId17" Type="http://schemas.openxmlformats.org/officeDocument/2006/relationships/slideLayout" Target="../slideLayouts/slideLayout7.xml"/><Relationship Id="rId16" Type="http://schemas.openxmlformats.org/officeDocument/2006/relationships/image" Target="../media/image262.jpeg"/><Relationship Id="rId15" Type="http://schemas.openxmlformats.org/officeDocument/2006/relationships/image" Target="../media/image397.wmf"/><Relationship Id="rId14" Type="http://schemas.openxmlformats.org/officeDocument/2006/relationships/oleObject" Target="../embeddings/oleObject449.bin"/><Relationship Id="rId13" Type="http://schemas.openxmlformats.org/officeDocument/2006/relationships/image" Target="../media/image396.wmf"/><Relationship Id="rId12" Type="http://schemas.openxmlformats.org/officeDocument/2006/relationships/oleObject" Target="../embeddings/oleObject448.bin"/><Relationship Id="rId11" Type="http://schemas.openxmlformats.org/officeDocument/2006/relationships/image" Target="../media/image6.png"/><Relationship Id="rId10" Type="http://schemas.openxmlformats.org/officeDocument/2006/relationships/image" Target="../media/image395.wmf"/><Relationship Id="rId1" Type="http://schemas.openxmlformats.org/officeDocument/2006/relationships/oleObject" Target="../embeddings/oleObject443.bin"/></Relationships>
</file>

<file path=ppt/slides/_rels/slide69.xml.rels><?xml version="1.0" encoding="UTF-8" standalone="yes"?>
<Relationships xmlns="http://schemas.openxmlformats.org/package/2006/relationships"><Relationship Id="rId9" Type="http://schemas.openxmlformats.org/officeDocument/2006/relationships/oleObject" Target="../embeddings/oleObject454.bin"/><Relationship Id="rId8" Type="http://schemas.openxmlformats.org/officeDocument/2006/relationships/image" Target="../media/image401.wmf"/><Relationship Id="rId7" Type="http://schemas.openxmlformats.org/officeDocument/2006/relationships/oleObject" Target="../embeddings/oleObject453.bin"/><Relationship Id="rId6" Type="http://schemas.openxmlformats.org/officeDocument/2006/relationships/image" Target="../media/image400.wmf"/><Relationship Id="rId5" Type="http://schemas.openxmlformats.org/officeDocument/2006/relationships/oleObject" Target="../embeddings/oleObject452.bin"/><Relationship Id="rId4" Type="http://schemas.openxmlformats.org/officeDocument/2006/relationships/image" Target="../media/image399.wmf"/><Relationship Id="rId3" Type="http://schemas.openxmlformats.org/officeDocument/2006/relationships/oleObject" Target="../embeddings/oleObject451.bin"/><Relationship Id="rId21" Type="http://schemas.openxmlformats.org/officeDocument/2006/relationships/vmlDrawing" Target="../drawings/vmlDrawing60.vml"/><Relationship Id="rId20" Type="http://schemas.openxmlformats.org/officeDocument/2006/relationships/slideLayout" Target="../slideLayouts/slideLayout7.xml"/><Relationship Id="rId2" Type="http://schemas.openxmlformats.org/officeDocument/2006/relationships/image" Target="../media/image398.wmf"/><Relationship Id="rId19" Type="http://schemas.openxmlformats.org/officeDocument/2006/relationships/image" Target="../media/image6.png"/><Relationship Id="rId18" Type="http://schemas.openxmlformats.org/officeDocument/2006/relationships/image" Target="../media/image406.wmf"/><Relationship Id="rId17" Type="http://schemas.openxmlformats.org/officeDocument/2006/relationships/oleObject" Target="../embeddings/oleObject458.bin"/><Relationship Id="rId16" Type="http://schemas.openxmlformats.org/officeDocument/2006/relationships/image" Target="../media/image405.wmf"/><Relationship Id="rId15" Type="http://schemas.openxmlformats.org/officeDocument/2006/relationships/oleObject" Target="../embeddings/oleObject457.bin"/><Relationship Id="rId14" Type="http://schemas.openxmlformats.org/officeDocument/2006/relationships/image" Target="../media/image404.wmf"/><Relationship Id="rId13" Type="http://schemas.openxmlformats.org/officeDocument/2006/relationships/oleObject" Target="../embeddings/oleObject456.bin"/><Relationship Id="rId12" Type="http://schemas.openxmlformats.org/officeDocument/2006/relationships/image" Target="../media/image403.wmf"/><Relationship Id="rId11" Type="http://schemas.openxmlformats.org/officeDocument/2006/relationships/oleObject" Target="../embeddings/oleObject455.bin"/><Relationship Id="rId10" Type="http://schemas.openxmlformats.org/officeDocument/2006/relationships/image" Target="../media/image402.wmf"/><Relationship Id="rId1" Type="http://schemas.openxmlformats.org/officeDocument/2006/relationships/oleObject" Target="../embeddings/oleObject450.bin"/></Relationships>
</file>

<file path=ppt/slides/_rels/slide70.xml.rels><?xml version="1.0" encoding="UTF-8" standalone="yes"?>
<Relationships xmlns="http://schemas.openxmlformats.org/package/2006/relationships"><Relationship Id="rId9" Type="http://schemas.openxmlformats.org/officeDocument/2006/relationships/oleObject" Target="../embeddings/oleObject462.bin"/><Relationship Id="rId8" Type="http://schemas.openxmlformats.org/officeDocument/2006/relationships/image" Target="../media/image262.jpeg"/><Relationship Id="rId7" Type="http://schemas.openxmlformats.org/officeDocument/2006/relationships/image" Target="../media/image6.png"/><Relationship Id="rId6" Type="http://schemas.openxmlformats.org/officeDocument/2006/relationships/image" Target="../media/image409.wmf"/><Relationship Id="rId5" Type="http://schemas.openxmlformats.org/officeDocument/2006/relationships/oleObject" Target="../embeddings/oleObject461.bin"/><Relationship Id="rId4" Type="http://schemas.openxmlformats.org/officeDocument/2006/relationships/image" Target="../media/image408.wmf"/><Relationship Id="rId3" Type="http://schemas.openxmlformats.org/officeDocument/2006/relationships/oleObject" Target="../embeddings/oleObject460.bin"/><Relationship Id="rId24" Type="http://schemas.openxmlformats.org/officeDocument/2006/relationships/vmlDrawing" Target="../drawings/vmlDrawing61.vml"/><Relationship Id="rId23" Type="http://schemas.openxmlformats.org/officeDocument/2006/relationships/slideLayout" Target="../slideLayouts/slideLayout7.xml"/><Relationship Id="rId22" Type="http://schemas.openxmlformats.org/officeDocument/2006/relationships/image" Target="../media/image416.wmf"/><Relationship Id="rId21" Type="http://schemas.openxmlformats.org/officeDocument/2006/relationships/oleObject" Target="../embeddings/oleObject468.bin"/><Relationship Id="rId20" Type="http://schemas.openxmlformats.org/officeDocument/2006/relationships/image" Target="../media/image415.wmf"/><Relationship Id="rId2" Type="http://schemas.openxmlformats.org/officeDocument/2006/relationships/image" Target="../media/image407.wmf"/><Relationship Id="rId19" Type="http://schemas.openxmlformats.org/officeDocument/2006/relationships/oleObject" Target="../embeddings/oleObject467.bin"/><Relationship Id="rId18" Type="http://schemas.openxmlformats.org/officeDocument/2006/relationships/image" Target="../media/image414.wmf"/><Relationship Id="rId17" Type="http://schemas.openxmlformats.org/officeDocument/2006/relationships/oleObject" Target="../embeddings/oleObject466.bin"/><Relationship Id="rId16" Type="http://schemas.openxmlformats.org/officeDocument/2006/relationships/image" Target="../media/image413.wmf"/><Relationship Id="rId15" Type="http://schemas.openxmlformats.org/officeDocument/2006/relationships/oleObject" Target="../embeddings/oleObject465.bin"/><Relationship Id="rId14" Type="http://schemas.openxmlformats.org/officeDocument/2006/relationships/image" Target="../media/image412.wmf"/><Relationship Id="rId13" Type="http://schemas.openxmlformats.org/officeDocument/2006/relationships/oleObject" Target="../embeddings/oleObject464.bin"/><Relationship Id="rId12" Type="http://schemas.openxmlformats.org/officeDocument/2006/relationships/image" Target="../media/image411.wmf"/><Relationship Id="rId11" Type="http://schemas.openxmlformats.org/officeDocument/2006/relationships/oleObject" Target="../embeddings/oleObject463.bin"/><Relationship Id="rId10" Type="http://schemas.openxmlformats.org/officeDocument/2006/relationships/image" Target="../media/image410.wmf"/><Relationship Id="rId1" Type="http://schemas.openxmlformats.org/officeDocument/2006/relationships/oleObject" Target="../embeddings/oleObject459.bin"/></Relationships>
</file>

<file path=ppt/slides/_rels/slide71.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6.png"/></Relationships>
</file>

<file path=ppt/slides/_rels/slide72.xml.rels><?xml version="1.0" encoding="UTF-8" standalone="yes"?>
<Relationships xmlns="http://schemas.openxmlformats.org/package/2006/relationships"><Relationship Id="rId9" Type="http://schemas.openxmlformats.org/officeDocument/2006/relationships/oleObject" Target="../embeddings/oleObject473.bin"/><Relationship Id="rId8" Type="http://schemas.openxmlformats.org/officeDocument/2006/relationships/image" Target="../media/image420.wmf"/><Relationship Id="rId7" Type="http://schemas.openxmlformats.org/officeDocument/2006/relationships/oleObject" Target="../embeddings/oleObject472.bin"/><Relationship Id="rId6" Type="http://schemas.openxmlformats.org/officeDocument/2006/relationships/image" Target="../media/image419.wmf"/><Relationship Id="rId5" Type="http://schemas.openxmlformats.org/officeDocument/2006/relationships/oleObject" Target="../embeddings/oleObject471.bin"/><Relationship Id="rId4" Type="http://schemas.openxmlformats.org/officeDocument/2006/relationships/image" Target="../media/image418.wmf"/><Relationship Id="rId3" Type="http://schemas.openxmlformats.org/officeDocument/2006/relationships/oleObject" Target="../embeddings/oleObject470.bin"/><Relationship Id="rId2" Type="http://schemas.openxmlformats.org/officeDocument/2006/relationships/image" Target="../media/image417.wmf"/><Relationship Id="rId17" Type="http://schemas.openxmlformats.org/officeDocument/2006/relationships/vmlDrawing" Target="../drawings/vmlDrawing62.vml"/><Relationship Id="rId16" Type="http://schemas.openxmlformats.org/officeDocument/2006/relationships/slideLayout" Target="../slideLayouts/slideLayout7.xml"/><Relationship Id="rId15" Type="http://schemas.openxmlformats.org/officeDocument/2006/relationships/image" Target="../media/image6.png"/><Relationship Id="rId14" Type="http://schemas.openxmlformats.org/officeDocument/2006/relationships/image" Target="../media/image423.wmf"/><Relationship Id="rId13" Type="http://schemas.openxmlformats.org/officeDocument/2006/relationships/oleObject" Target="../embeddings/oleObject475.bin"/><Relationship Id="rId12" Type="http://schemas.openxmlformats.org/officeDocument/2006/relationships/image" Target="../media/image422.wmf"/><Relationship Id="rId11" Type="http://schemas.openxmlformats.org/officeDocument/2006/relationships/oleObject" Target="../embeddings/oleObject474.bin"/><Relationship Id="rId10" Type="http://schemas.openxmlformats.org/officeDocument/2006/relationships/image" Target="../media/image421.wmf"/><Relationship Id="rId1" Type="http://schemas.openxmlformats.org/officeDocument/2006/relationships/oleObject" Target="../embeddings/oleObject469.bin"/></Relationships>
</file>

<file path=ppt/slides/_rels/slide73.xml.rels><?xml version="1.0" encoding="UTF-8" standalone="yes"?>
<Relationships xmlns="http://schemas.openxmlformats.org/package/2006/relationships"><Relationship Id="rId9" Type="http://schemas.openxmlformats.org/officeDocument/2006/relationships/image" Target="../media/image6.png"/><Relationship Id="rId8" Type="http://schemas.openxmlformats.org/officeDocument/2006/relationships/image" Target="../media/image427.wmf"/><Relationship Id="rId7" Type="http://schemas.openxmlformats.org/officeDocument/2006/relationships/oleObject" Target="../embeddings/oleObject479.bin"/><Relationship Id="rId6" Type="http://schemas.openxmlformats.org/officeDocument/2006/relationships/image" Target="../media/image426.wmf"/><Relationship Id="rId5" Type="http://schemas.openxmlformats.org/officeDocument/2006/relationships/oleObject" Target="../embeddings/oleObject478.bin"/><Relationship Id="rId4" Type="http://schemas.openxmlformats.org/officeDocument/2006/relationships/image" Target="../media/image425.wmf"/><Relationship Id="rId3" Type="http://schemas.openxmlformats.org/officeDocument/2006/relationships/oleObject" Target="../embeddings/oleObject477.bin"/><Relationship Id="rId2" Type="http://schemas.openxmlformats.org/officeDocument/2006/relationships/image" Target="../media/image424.wmf"/><Relationship Id="rId19" Type="http://schemas.openxmlformats.org/officeDocument/2006/relationships/vmlDrawing" Target="../drawings/vmlDrawing63.vml"/><Relationship Id="rId18" Type="http://schemas.openxmlformats.org/officeDocument/2006/relationships/slideLayout" Target="../slideLayouts/slideLayout7.xml"/><Relationship Id="rId17" Type="http://schemas.openxmlformats.org/officeDocument/2006/relationships/image" Target="../media/image431.wmf"/><Relationship Id="rId16" Type="http://schemas.openxmlformats.org/officeDocument/2006/relationships/oleObject" Target="../embeddings/oleObject483.bin"/><Relationship Id="rId15" Type="http://schemas.openxmlformats.org/officeDocument/2006/relationships/image" Target="../media/image430.wmf"/><Relationship Id="rId14" Type="http://schemas.openxmlformats.org/officeDocument/2006/relationships/oleObject" Target="../embeddings/oleObject482.bin"/><Relationship Id="rId13" Type="http://schemas.openxmlformats.org/officeDocument/2006/relationships/image" Target="../media/image429.wmf"/><Relationship Id="rId12" Type="http://schemas.openxmlformats.org/officeDocument/2006/relationships/oleObject" Target="../embeddings/oleObject481.bin"/><Relationship Id="rId11" Type="http://schemas.openxmlformats.org/officeDocument/2006/relationships/image" Target="../media/image428.wmf"/><Relationship Id="rId10" Type="http://schemas.openxmlformats.org/officeDocument/2006/relationships/oleObject" Target="../embeddings/oleObject480.bin"/><Relationship Id="rId1" Type="http://schemas.openxmlformats.org/officeDocument/2006/relationships/oleObject" Target="../embeddings/oleObject476.bin"/></Relationships>
</file>

<file path=ppt/slides/_rels/slide74.xml.rels><?xml version="1.0" encoding="UTF-8" standalone="yes"?>
<Relationships xmlns="http://schemas.openxmlformats.org/package/2006/relationships"><Relationship Id="rId9" Type="http://schemas.openxmlformats.org/officeDocument/2006/relationships/image" Target="../media/image6.png"/><Relationship Id="rId8" Type="http://schemas.openxmlformats.org/officeDocument/2006/relationships/image" Target="../media/image435.wmf"/><Relationship Id="rId7" Type="http://schemas.openxmlformats.org/officeDocument/2006/relationships/oleObject" Target="../embeddings/oleObject487.bin"/><Relationship Id="rId6" Type="http://schemas.openxmlformats.org/officeDocument/2006/relationships/image" Target="../media/image434.wmf"/><Relationship Id="rId5" Type="http://schemas.openxmlformats.org/officeDocument/2006/relationships/oleObject" Target="../embeddings/oleObject486.bin"/><Relationship Id="rId4" Type="http://schemas.openxmlformats.org/officeDocument/2006/relationships/image" Target="../media/image433.wmf"/><Relationship Id="rId3" Type="http://schemas.openxmlformats.org/officeDocument/2006/relationships/oleObject" Target="../embeddings/oleObject485.bin"/><Relationship Id="rId2" Type="http://schemas.openxmlformats.org/officeDocument/2006/relationships/image" Target="../media/image432.wmf"/><Relationship Id="rId19" Type="http://schemas.openxmlformats.org/officeDocument/2006/relationships/vmlDrawing" Target="../drawings/vmlDrawing64.vml"/><Relationship Id="rId18" Type="http://schemas.openxmlformats.org/officeDocument/2006/relationships/slideLayout" Target="../slideLayouts/slideLayout7.xml"/><Relationship Id="rId17" Type="http://schemas.openxmlformats.org/officeDocument/2006/relationships/image" Target="../media/image427.wmf"/><Relationship Id="rId16" Type="http://schemas.openxmlformats.org/officeDocument/2006/relationships/oleObject" Target="../embeddings/oleObject491.bin"/><Relationship Id="rId15" Type="http://schemas.openxmlformats.org/officeDocument/2006/relationships/image" Target="../media/image426.wmf"/><Relationship Id="rId14" Type="http://schemas.openxmlformats.org/officeDocument/2006/relationships/oleObject" Target="../embeddings/oleObject490.bin"/><Relationship Id="rId13" Type="http://schemas.openxmlformats.org/officeDocument/2006/relationships/image" Target="../media/image425.wmf"/><Relationship Id="rId12" Type="http://schemas.openxmlformats.org/officeDocument/2006/relationships/oleObject" Target="../embeddings/oleObject489.bin"/><Relationship Id="rId11" Type="http://schemas.openxmlformats.org/officeDocument/2006/relationships/image" Target="../media/image424.wmf"/><Relationship Id="rId10" Type="http://schemas.openxmlformats.org/officeDocument/2006/relationships/oleObject" Target="../embeddings/oleObject488.bin"/><Relationship Id="rId1" Type="http://schemas.openxmlformats.org/officeDocument/2006/relationships/oleObject" Target="../embeddings/oleObject484.bin"/></Relationships>
</file>

<file path=ppt/slides/_rels/slide75.xml.rels><?xml version="1.0" encoding="UTF-8" standalone="yes"?>
<Relationships xmlns="http://schemas.openxmlformats.org/package/2006/relationships"><Relationship Id="rId5" Type="http://schemas.openxmlformats.org/officeDocument/2006/relationships/vmlDrawing" Target="../drawings/vmlDrawing65.vml"/><Relationship Id="rId4" Type="http://schemas.openxmlformats.org/officeDocument/2006/relationships/slideLayout" Target="../slideLayouts/slideLayout7.xml"/><Relationship Id="rId3" Type="http://schemas.openxmlformats.org/officeDocument/2006/relationships/image" Target="../media/image6.png"/><Relationship Id="rId2" Type="http://schemas.openxmlformats.org/officeDocument/2006/relationships/image" Target="../media/image436.wmf"/><Relationship Id="rId1" Type="http://schemas.openxmlformats.org/officeDocument/2006/relationships/oleObject" Target="../embeddings/oleObject492.bin"/></Relationships>
</file>

<file path=ppt/slides/_rels/slide76.xml.rels><?xml version="1.0" encoding="UTF-8" standalone="yes"?>
<Relationships xmlns="http://schemas.openxmlformats.org/package/2006/relationships"><Relationship Id="rId9" Type="http://schemas.openxmlformats.org/officeDocument/2006/relationships/oleObject" Target="../embeddings/oleObject497.bin"/><Relationship Id="rId8" Type="http://schemas.openxmlformats.org/officeDocument/2006/relationships/image" Target="../media/image440.wmf"/><Relationship Id="rId7" Type="http://schemas.openxmlformats.org/officeDocument/2006/relationships/oleObject" Target="../embeddings/oleObject496.bin"/><Relationship Id="rId6" Type="http://schemas.openxmlformats.org/officeDocument/2006/relationships/image" Target="../media/image439.wmf"/><Relationship Id="rId5" Type="http://schemas.openxmlformats.org/officeDocument/2006/relationships/oleObject" Target="../embeddings/oleObject495.bin"/><Relationship Id="rId4" Type="http://schemas.openxmlformats.org/officeDocument/2006/relationships/image" Target="../media/image438.wmf"/><Relationship Id="rId3" Type="http://schemas.openxmlformats.org/officeDocument/2006/relationships/oleObject" Target="../embeddings/oleObject494.bin"/><Relationship Id="rId21" Type="http://schemas.openxmlformats.org/officeDocument/2006/relationships/vmlDrawing" Target="../drawings/vmlDrawing66.vml"/><Relationship Id="rId20" Type="http://schemas.openxmlformats.org/officeDocument/2006/relationships/slideLayout" Target="../slideLayouts/slideLayout7.xml"/><Relationship Id="rId2" Type="http://schemas.openxmlformats.org/officeDocument/2006/relationships/image" Target="../media/image437.wmf"/><Relationship Id="rId19" Type="http://schemas.openxmlformats.org/officeDocument/2006/relationships/image" Target="../media/image431.wmf"/><Relationship Id="rId18" Type="http://schemas.openxmlformats.org/officeDocument/2006/relationships/oleObject" Target="../embeddings/oleObject501.bin"/><Relationship Id="rId17" Type="http://schemas.openxmlformats.org/officeDocument/2006/relationships/image" Target="../media/image430.wmf"/><Relationship Id="rId16" Type="http://schemas.openxmlformats.org/officeDocument/2006/relationships/oleObject" Target="../embeddings/oleObject500.bin"/><Relationship Id="rId15" Type="http://schemas.openxmlformats.org/officeDocument/2006/relationships/image" Target="../media/image429.wmf"/><Relationship Id="rId14" Type="http://schemas.openxmlformats.org/officeDocument/2006/relationships/oleObject" Target="../embeddings/oleObject499.bin"/><Relationship Id="rId13" Type="http://schemas.openxmlformats.org/officeDocument/2006/relationships/image" Target="../media/image428.wmf"/><Relationship Id="rId12" Type="http://schemas.openxmlformats.org/officeDocument/2006/relationships/oleObject" Target="../embeddings/oleObject498.bin"/><Relationship Id="rId11" Type="http://schemas.openxmlformats.org/officeDocument/2006/relationships/image" Target="../media/image6.png"/><Relationship Id="rId10" Type="http://schemas.openxmlformats.org/officeDocument/2006/relationships/image" Target="../media/image441.wmf"/><Relationship Id="rId1" Type="http://schemas.openxmlformats.org/officeDocument/2006/relationships/oleObject" Target="../embeddings/oleObject493.bin"/></Relationships>
</file>

<file path=ppt/slides/_rels/slide77.xml.rels><?xml version="1.0" encoding="UTF-8" standalone="yes"?>
<Relationships xmlns="http://schemas.openxmlformats.org/package/2006/relationships"><Relationship Id="rId9" Type="http://schemas.openxmlformats.org/officeDocument/2006/relationships/image" Target="../media/image6.png"/><Relationship Id="rId8" Type="http://schemas.openxmlformats.org/officeDocument/2006/relationships/image" Target="../media/image445.wmf"/><Relationship Id="rId7" Type="http://schemas.openxmlformats.org/officeDocument/2006/relationships/oleObject" Target="../embeddings/oleObject505.bin"/><Relationship Id="rId6" Type="http://schemas.openxmlformats.org/officeDocument/2006/relationships/image" Target="../media/image444.wmf"/><Relationship Id="rId5" Type="http://schemas.openxmlformats.org/officeDocument/2006/relationships/oleObject" Target="../embeddings/oleObject504.bin"/><Relationship Id="rId4" Type="http://schemas.openxmlformats.org/officeDocument/2006/relationships/image" Target="../media/image443.wmf"/><Relationship Id="rId3" Type="http://schemas.openxmlformats.org/officeDocument/2006/relationships/oleObject" Target="../embeddings/oleObject503.bin"/><Relationship Id="rId2" Type="http://schemas.openxmlformats.org/officeDocument/2006/relationships/image" Target="../media/image442.wmf"/><Relationship Id="rId12" Type="http://schemas.openxmlformats.org/officeDocument/2006/relationships/vmlDrawing" Target="../drawings/vmlDrawing67.vml"/><Relationship Id="rId11" Type="http://schemas.openxmlformats.org/officeDocument/2006/relationships/slideLayout" Target="../slideLayouts/slideLayout7.xml"/><Relationship Id="rId10" Type="http://schemas.openxmlformats.org/officeDocument/2006/relationships/image" Target="../media/image22.png"/><Relationship Id="rId1" Type="http://schemas.openxmlformats.org/officeDocument/2006/relationships/oleObject" Target="../embeddings/oleObject502.bin"/></Relationships>
</file>

<file path=ppt/slides/_rels/slide78.xml.rels><?xml version="1.0" encoding="UTF-8" standalone="yes"?>
<Relationships xmlns="http://schemas.openxmlformats.org/package/2006/relationships"><Relationship Id="rId9" Type="http://schemas.openxmlformats.org/officeDocument/2006/relationships/oleObject" Target="../embeddings/oleObject510.bin"/><Relationship Id="rId8" Type="http://schemas.openxmlformats.org/officeDocument/2006/relationships/image" Target="../media/image449.wmf"/><Relationship Id="rId7" Type="http://schemas.openxmlformats.org/officeDocument/2006/relationships/oleObject" Target="../embeddings/oleObject509.bin"/><Relationship Id="rId6" Type="http://schemas.openxmlformats.org/officeDocument/2006/relationships/image" Target="../media/image448.wmf"/><Relationship Id="rId5" Type="http://schemas.openxmlformats.org/officeDocument/2006/relationships/oleObject" Target="../embeddings/oleObject508.bin"/><Relationship Id="rId4" Type="http://schemas.openxmlformats.org/officeDocument/2006/relationships/image" Target="../media/image447.wmf"/><Relationship Id="rId3" Type="http://schemas.openxmlformats.org/officeDocument/2006/relationships/oleObject" Target="../embeddings/oleObject507.bin"/><Relationship Id="rId2" Type="http://schemas.openxmlformats.org/officeDocument/2006/relationships/image" Target="../media/image446.wmf"/><Relationship Id="rId17" Type="http://schemas.openxmlformats.org/officeDocument/2006/relationships/vmlDrawing" Target="../drawings/vmlDrawing68.vml"/><Relationship Id="rId16" Type="http://schemas.openxmlformats.org/officeDocument/2006/relationships/slideLayout" Target="../slideLayouts/slideLayout7.xml"/><Relationship Id="rId15" Type="http://schemas.openxmlformats.org/officeDocument/2006/relationships/image" Target="../media/image452.wmf"/><Relationship Id="rId14" Type="http://schemas.openxmlformats.org/officeDocument/2006/relationships/oleObject" Target="../embeddings/oleObject512.bin"/><Relationship Id="rId13" Type="http://schemas.openxmlformats.org/officeDocument/2006/relationships/image" Target="../media/image6.png"/><Relationship Id="rId12" Type="http://schemas.openxmlformats.org/officeDocument/2006/relationships/image" Target="../media/image451.wmf"/><Relationship Id="rId11" Type="http://schemas.openxmlformats.org/officeDocument/2006/relationships/oleObject" Target="../embeddings/oleObject511.bin"/><Relationship Id="rId10" Type="http://schemas.openxmlformats.org/officeDocument/2006/relationships/image" Target="../media/image450.wmf"/><Relationship Id="rId1" Type="http://schemas.openxmlformats.org/officeDocument/2006/relationships/oleObject" Target="../embeddings/oleObject506.bin"/></Relationships>
</file>

<file path=ppt/slides/_rels/slide79.xml.rels><?xml version="1.0" encoding="UTF-8" standalone="yes"?>
<Relationships xmlns="http://schemas.openxmlformats.org/package/2006/relationships"><Relationship Id="rId9" Type="http://schemas.openxmlformats.org/officeDocument/2006/relationships/oleObject" Target="../embeddings/oleObject516.bin"/><Relationship Id="rId8" Type="http://schemas.openxmlformats.org/officeDocument/2006/relationships/image" Target="../media/image455.wmf"/><Relationship Id="rId7" Type="http://schemas.openxmlformats.org/officeDocument/2006/relationships/oleObject" Target="../embeddings/oleObject515.bin"/><Relationship Id="rId6" Type="http://schemas.openxmlformats.org/officeDocument/2006/relationships/image" Target="../media/image454.wmf"/><Relationship Id="rId5" Type="http://schemas.openxmlformats.org/officeDocument/2006/relationships/oleObject" Target="../embeddings/oleObject514.bin"/><Relationship Id="rId4" Type="http://schemas.openxmlformats.org/officeDocument/2006/relationships/image" Target="../media/image22.png"/><Relationship Id="rId3" Type="http://schemas.openxmlformats.org/officeDocument/2006/relationships/image" Target="../media/image6.png"/><Relationship Id="rId2" Type="http://schemas.openxmlformats.org/officeDocument/2006/relationships/image" Target="../media/image453.wmf"/><Relationship Id="rId14" Type="http://schemas.openxmlformats.org/officeDocument/2006/relationships/vmlDrawing" Target="../drawings/vmlDrawing69.vml"/><Relationship Id="rId13" Type="http://schemas.openxmlformats.org/officeDocument/2006/relationships/slideLayout" Target="../slideLayouts/slideLayout7.xml"/><Relationship Id="rId12" Type="http://schemas.openxmlformats.org/officeDocument/2006/relationships/image" Target="../media/image457.wmf"/><Relationship Id="rId11" Type="http://schemas.openxmlformats.org/officeDocument/2006/relationships/oleObject" Target="../embeddings/oleObject517.bin"/><Relationship Id="rId10" Type="http://schemas.openxmlformats.org/officeDocument/2006/relationships/image" Target="../media/image456.wmf"/><Relationship Id="rId1" Type="http://schemas.openxmlformats.org/officeDocument/2006/relationships/oleObject" Target="../embeddings/oleObject513.bin"/></Relationships>
</file>

<file path=ppt/slides/_rels/slide80.xml.rels><?xml version="1.0" encoding="UTF-8" standalone="yes"?>
<Relationships xmlns="http://schemas.openxmlformats.org/package/2006/relationships"><Relationship Id="rId9" Type="http://schemas.openxmlformats.org/officeDocument/2006/relationships/image" Target="../media/image6.png"/><Relationship Id="rId8" Type="http://schemas.openxmlformats.org/officeDocument/2006/relationships/image" Target="../media/image461.wmf"/><Relationship Id="rId7" Type="http://schemas.openxmlformats.org/officeDocument/2006/relationships/oleObject" Target="../embeddings/oleObject521.bin"/><Relationship Id="rId6" Type="http://schemas.openxmlformats.org/officeDocument/2006/relationships/image" Target="../media/image460.wmf"/><Relationship Id="rId5" Type="http://schemas.openxmlformats.org/officeDocument/2006/relationships/oleObject" Target="../embeddings/oleObject520.bin"/><Relationship Id="rId4" Type="http://schemas.openxmlformats.org/officeDocument/2006/relationships/image" Target="../media/image459.wmf"/><Relationship Id="rId3" Type="http://schemas.openxmlformats.org/officeDocument/2006/relationships/oleObject" Target="../embeddings/oleObject519.bin"/><Relationship Id="rId21" Type="http://schemas.openxmlformats.org/officeDocument/2006/relationships/vmlDrawing" Target="../drawings/vmlDrawing70.vml"/><Relationship Id="rId20" Type="http://schemas.openxmlformats.org/officeDocument/2006/relationships/slideLayout" Target="../slideLayouts/slideLayout7.xml"/><Relationship Id="rId2" Type="http://schemas.openxmlformats.org/officeDocument/2006/relationships/image" Target="../media/image458.wmf"/><Relationship Id="rId19" Type="http://schemas.openxmlformats.org/officeDocument/2006/relationships/image" Target="../media/image466.wmf"/><Relationship Id="rId18" Type="http://schemas.openxmlformats.org/officeDocument/2006/relationships/oleObject" Target="../embeddings/oleObject526.bin"/><Relationship Id="rId17" Type="http://schemas.openxmlformats.org/officeDocument/2006/relationships/image" Target="../media/image465.wmf"/><Relationship Id="rId16" Type="http://schemas.openxmlformats.org/officeDocument/2006/relationships/oleObject" Target="../embeddings/oleObject525.bin"/><Relationship Id="rId15" Type="http://schemas.openxmlformats.org/officeDocument/2006/relationships/image" Target="../media/image464.wmf"/><Relationship Id="rId14" Type="http://schemas.openxmlformats.org/officeDocument/2006/relationships/oleObject" Target="../embeddings/oleObject524.bin"/><Relationship Id="rId13" Type="http://schemas.openxmlformats.org/officeDocument/2006/relationships/image" Target="../media/image463.wmf"/><Relationship Id="rId12" Type="http://schemas.openxmlformats.org/officeDocument/2006/relationships/oleObject" Target="../embeddings/oleObject523.bin"/><Relationship Id="rId11" Type="http://schemas.openxmlformats.org/officeDocument/2006/relationships/image" Target="../media/image462.wmf"/><Relationship Id="rId10" Type="http://schemas.openxmlformats.org/officeDocument/2006/relationships/oleObject" Target="../embeddings/oleObject522.bin"/><Relationship Id="rId1" Type="http://schemas.openxmlformats.org/officeDocument/2006/relationships/oleObject" Target="../embeddings/oleObject518.bin"/></Relationships>
</file>

<file path=ppt/slides/_rels/slide81.xml.rels><?xml version="1.0" encoding="UTF-8" standalone="yes"?>
<Relationships xmlns="http://schemas.openxmlformats.org/package/2006/relationships"><Relationship Id="rId9" Type="http://schemas.openxmlformats.org/officeDocument/2006/relationships/image" Target="../media/image470.wmf"/><Relationship Id="rId8" Type="http://schemas.openxmlformats.org/officeDocument/2006/relationships/oleObject" Target="../embeddings/oleObject530.bin"/><Relationship Id="rId7" Type="http://schemas.openxmlformats.org/officeDocument/2006/relationships/image" Target="../media/image469.wmf"/><Relationship Id="rId6" Type="http://schemas.openxmlformats.org/officeDocument/2006/relationships/oleObject" Target="../embeddings/oleObject529.bin"/><Relationship Id="rId5" Type="http://schemas.openxmlformats.org/officeDocument/2006/relationships/image" Target="../media/image6.png"/><Relationship Id="rId4" Type="http://schemas.openxmlformats.org/officeDocument/2006/relationships/image" Target="../media/image468.wmf"/><Relationship Id="rId3" Type="http://schemas.openxmlformats.org/officeDocument/2006/relationships/oleObject" Target="../embeddings/oleObject528.bin"/><Relationship Id="rId2" Type="http://schemas.openxmlformats.org/officeDocument/2006/relationships/image" Target="../media/image467.wmf"/><Relationship Id="rId13" Type="http://schemas.openxmlformats.org/officeDocument/2006/relationships/vmlDrawing" Target="../drawings/vmlDrawing71.vml"/><Relationship Id="rId12" Type="http://schemas.openxmlformats.org/officeDocument/2006/relationships/slideLayout" Target="../slideLayouts/slideLayout7.xml"/><Relationship Id="rId11" Type="http://schemas.openxmlformats.org/officeDocument/2006/relationships/image" Target="../media/image471.wmf"/><Relationship Id="rId10" Type="http://schemas.openxmlformats.org/officeDocument/2006/relationships/oleObject" Target="../embeddings/oleObject531.bin"/><Relationship Id="rId1" Type="http://schemas.openxmlformats.org/officeDocument/2006/relationships/oleObject" Target="../embeddings/oleObject527.bin"/></Relationships>
</file>

<file path=ppt/slides/_rels/slide82.xml.rels><?xml version="1.0" encoding="UTF-8" standalone="yes"?>
<Relationships xmlns="http://schemas.openxmlformats.org/package/2006/relationships"><Relationship Id="rId9" Type="http://schemas.openxmlformats.org/officeDocument/2006/relationships/image" Target="../media/image475.wmf"/><Relationship Id="rId8" Type="http://schemas.openxmlformats.org/officeDocument/2006/relationships/oleObject" Target="../embeddings/oleObject535.bin"/><Relationship Id="rId7" Type="http://schemas.openxmlformats.org/officeDocument/2006/relationships/image" Target="../media/image474.wmf"/><Relationship Id="rId6" Type="http://schemas.openxmlformats.org/officeDocument/2006/relationships/oleObject" Target="../embeddings/oleObject534.bin"/><Relationship Id="rId5" Type="http://schemas.openxmlformats.org/officeDocument/2006/relationships/image" Target="../media/image6.png"/><Relationship Id="rId4" Type="http://schemas.openxmlformats.org/officeDocument/2006/relationships/image" Target="../media/image473.wmf"/><Relationship Id="rId3" Type="http://schemas.openxmlformats.org/officeDocument/2006/relationships/oleObject" Target="../embeddings/oleObject533.bin"/><Relationship Id="rId2" Type="http://schemas.openxmlformats.org/officeDocument/2006/relationships/image" Target="../media/image472.wmf"/><Relationship Id="rId11" Type="http://schemas.openxmlformats.org/officeDocument/2006/relationships/vmlDrawing" Target="../drawings/vmlDrawing72.vml"/><Relationship Id="rId10" Type="http://schemas.openxmlformats.org/officeDocument/2006/relationships/slideLayout" Target="../slideLayouts/slideLayout7.xml"/><Relationship Id="rId1" Type="http://schemas.openxmlformats.org/officeDocument/2006/relationships/oleObject" Target="../embeddings/oleObject532.bin"/></Relationships>
</file>

<file path=ppt/slides/_rels/slide83.xml.rels><?xml version="1.0" encoding="UTF-8" standalone="yes"?>
<Relationships xmlns="http://schemas.openxmlformats.org/package/2006/relationships"><Relationship Id="rId9" Type="http://schemas.openxmlformats.org/officeDocument/2006/relationships/slideLayout" Target="../slideLayouts/slideLayout7.xml"/><Relationship Id="rId8" Type="http://schemas.openxmlformats.org/officeDocument/2006/relationships/image" Target="../media/image22.png"/><Relationship Id="rId7" Type="http://schemas.openxmlformats.org/officeDocument/2006/relationships/image" Target="../media/image6.png"/><Relationship Id="rId6" Type="http://schemas.openxmlformats.org/officeDocument/2006/relationships/image" Target="../media/image478.wmf"/><Relationship Id="rId5" Type="http://schemas.openxmlformats.org/officeDocument/2006/relationships/oleObject" Target="../embeddings/oleObject538.bin"/><Relationship Id="rId4" Type="http://schemas.openxmlformats.org/officeDocument/2006/relationships/image" Target="../media/image477.wmf"/><Relationship Id="rId3" Type="http://schemas.openxmlformats.org/officeDocument/2006/relationships/oleObject" Target="../embeddings/oleObject537.bin"/><Relationship Id="rId2" Type="http://schemas.openxmlformats.org/officeDocument/2006/relationships/image" Target="../media/image476.wmf"/><Relationship Id="rId10" Type="http://schemas.openxmlformats.org/officeDocument/2006/relationships/vmlDrawing" Target="../drawings/vmlDrawing73.vml"/><Relationship Id="rId1" Type="http://schemas.openxmlformats.org/officeDocument/2006/relationships/oleObject" Target="../embeddings/oleObject536.bin"/></Relationships>
</file>

<file path=ppt/slides/_rels/slide84.xml.rels><?xml version="1.0" encoding="UTF-8" standalone="yes"?>
<Relationships xmlns="http://schemas.openxmlformats.org/package/2006/relationships"><Relationship Id="rId9" Type="http://schemas.openxmlformats.org/officeDocument/2006/relationships/image" Target="../media/image6.png"/><Relationship Id="rId8" Type="http://schemas.openxmlformats.org/officeDocument/2006/relationships/image" Target="../media/image482.wmf"/><Relationship Id="rId7" Type="http://schemas.openxmlformats.org/officeDocument/2006/relationships/oleObject" Target="../embeddings/oleObject542.bin"/><Relationship Id="rId6" Type="http://schemas.openxmlformats.org/officeDocument/2006/relationships/image" Target="../media/image481.wmf"/><Relationship Id="rId5" Type="http://schemas.openxmlformats.org/officeDocument/2006/relationships/oleObject" Target="../embeddings/oleObject541.bin"/><Relationship Id="rId4" Type="http://schemas.openxmlformats.org/officeDocument/2006/relationships/image" Target="../media/image480.wmf"/><Relationship Id="rId3" Type="http://schemas.openxmlformats.org/officeDocument/2006/relationships/oleObject" Target="../embeddings/oleObject540.bin"/><Relationship Id="rId2" Type="http://schemas.openxmlformats.org/officeDocument/2006/relationships/image" Target="../media/image479.wmf"/><Relationship Id="rId11" Type="http://schemas.openxmlformats.org/officeDocument/2006/relationships/vmlDrawing" Target="../drawings/vmlDrawing74.vml"/><Relationship Id="rId10" Type="http://schemas.openxmlformats.org/officeDocument/2006/relationships/slideLayout" Target="../slideLayouts/slideLayout7.xml"/><Relationship Id="rId1" Type="http://schemas.openxmlformats.org/officeDocument/2006/relationships/oleObject" Target="../embeddings/oleObject539.bin"/></Relationships>
</file>

<file path=ppt/slides/_rels/slide85.xml.rels><?xml version="1.0" encoding="UTF-8" standalone="yes"?>
<Relationships xmlns="http://schemas.openxmlformats.org/package/2006/relationships"><Relationship Id="rId9" Type="http://schemas.openxmlformats.org/officeDocument/2006/relationships/image" Target="../media/image486.wmf"/><Relationship Id="rId8" Type="http://schemas.openxmlformats.org/officeDocument/2006/relationships/oleObject" Target="../embeddings/oleObject546.bin"/><Relationship Id="rId7" Type="http://schemas.openxmlformats.org/officeDocument/2006/relationships/image" Target="../media/image485.wmf"/><Relationship Id="rId6" Type="http://schemas.openxmlformats.org/officeDocument/2006/relationships/oleObject" Target="../embeddings/oleObject545.bin"/><Relationship Id="rId5" Type="http://schemas.openxmlformats.org/officeDocument/2006/relationships/image" Target="../media/image6.png"/><Relationship Id="rId4" Type="http://schemas.openxmlformats.org/officeDocument/2006/relationships/image" Target="../media/image484.wmf"/><Relationship Id="rId3" Type="http://schemas.openxmlformats.org/officeDocument/2006/relationships/oleObject" Target="../embeddings/oleObject544.bin"/><Relationship Id="rId2" Type="http://schemas.openxmlformats.org/officeDocument/2006/relationships/image" Target="../media/image483.wmf"/><Relationship Id="rId15" Type="http://schemas.openxmlformats.org/officeDocument/2006/relationships/vmlDrawing" Target="../drawings/vmlDrawing75.vml"/><Relationship Id="rId14" Type="http://schemas.openxmlformats.org/officeDocument/2006/relationships/slideLayout" Target="../slideLayouts/slideLayout7.xml"/><Relationship Id="rId13" Type="http://schemas.openxmlformats.org/officeDocument/2006/relationships/image" Target="../media/image488.wmf"/><Relationship Id="rId12" Type="http://schemas.openxmlformats.org/officeDocument/2006/relationships/oleObject" Target="../embeddings/oleObject548.bin"/><Relationship Id="rId11" Type="http://schemas.openxmlformats.org/officeDocument/2006/relationships/image" Target="../media/image487.wmf"/><Relationship Id="rId10" Type="http://schemas.openxmlformats.org/officeDocument/2006/relationships/oleObject" Target="../embeddings/oleObject547.bin"/><Relationship Id="rId1" Type="http://schemas.openxmlformats.org/officeDocument/2006/relationships/oleObject" Target="../embeddings/oleObject543.bin"/></Relationships>
</file>

<file path=ppt/slides/_rels/slide86.xml.rels><?xml version="1.0" encoding="UTF-8" standalone="yes"?>
<Relationships xmlns="http://schemas.openxmlformats.org/package/2006/relationships"><Relationship Id="rId9" Type="http://schemas.openxmlformats.org/officeDocument/2006/relationships/image" Target="../media/image492.wmf"/><Relationship Id="rId8" Type="http://schemas.openxmlformats.org/officeDocument/2006/relationships/oleObject" Target="../embeddings/oleObject552.bin"/><Relationship Id="rId7" Type="http://schemas.openxmlformats.org/officeDocument/2006/relationships/image" Target="../media/image491.wmf"/><Relationship Id="rId6" Type="http://schemas.openxmlformats.org/officeDocument/2006/relationships/oleObject" Target="../embeddings/oleObject551.bin"/><Relationship Id="rId5" Type="http://schemas.openxmlformats.org/officeDocument/2006/relationships/image" Target="../media/image6.png"/><Relationship Id="rId4" Type="http://schemas.openxmlformats.org/officeDocument/2006/relationships/image" Target="../media/image490.wmf"/><Relationship Id="rId3" Type="http://schemas.openxmlformats.org/officeDocument/2006/relationships/oleObject" Target="../embeddings/oleObject550.bin"/><Relationship Id="rId22" Type="http://schemas.openxmlformats.org/officeDocument/2006/relationships/vmlDrawing" Target="../drawings/vmlDrawing76.vml"/><Relationship Id="rId21" Type="http://schemas.openxmlformats.org/officeDocument/2006/relationships/slideLayout" Target="../slideLayouts/slideLayout7.xml"/><Relationship Id="rId20" Type="http://schemas.openxmlformats.org/officeDocument/2006/relationships/oleObject" Target="../embeddings/oleObject558.bin"/><Relationship Id="rId2" Type="http://schemas.openxmlformats.org/officeDocument/2006/relationships/image" Target="../media/image489.wmf"/><Relationship Id="rId19" Type="http://schemas.openxmlformats.org/officeDocument/2006/relationships/image" Target="../media/image488.wmf"/><Relationship Id="rId18" Type="http://schemas.openxmlformats.org/officeDocument/2006/relationships/oleObject" Target="../embeddings/oleObject557.bin"/><Relationship Id="rId17" Type="http://schemas.openxmlformats.org/officeDocument/2006/relationships/image" Target="../media/image496.wmf"/><Relationship Id="rId16" Type="http://schemas.openxmlformats.org/officeDocument/2006/relationships/oleObject" Target="../embeddings/oleObject556.bin"/><Relationship Id="rId15" Type="http://schemas.openxmlformats.org/officeDocument/2006/relationships/image" Target="../media/image495.wmf"/><Relationship Id="rId14" Type="http://schemas.openxmlformats.org/officeDocument/2006/relationships/oleObject" Target="../embeddings/oleObject555.bin"/><Relationship Id="rId13" Type="http://schemas.openxmlformats.org/officeDocument/2006/relationships/image" Target="../media/image494.wmf"/><Relationship Id="rId12" Type="http://schemas.openxmlformats.org/officeDocument/2006/relationships/oleObject" Target="../embeddings/oleObject554.bin"/><Relationship Id="rId11" Type="http://schemas.openxmlformats.org/officeDocument/2006/relationships/image" Target="../media/image493.wmf"/><Relationship Id="rId10" Type="http://schemas.openxmlformats.org/officeDocument/2006/relationships/oleObject" Target="../embeddings/oleObject553.bin"/><Relationship Id="rId1" Type="http://schemas.openxmlformats.org/officeDocument/2006/relationships/oleObject" Target="../embeddings/oleObject549.bin"/></Relationships>
</file>

<file path=ppt/slides/_rels/slide87.xml.rels><?xml version="1.0" encoding="UTF-8" standalone="yes"?>
<Relationships xmlns="http://schemas.openxmlformats.org/package/2006/relationships"><Relationship Id="rId9" Type="http://schemas.openxmlformats.org/officeDocument/2006/relationships/image" Target="../media/image500.wmf"/><Relationship Id="rId8" Type="http://schemas.openxmlformats.org/officeDocument/2006/relationships/oleObject" Target="../embeddings/oleObject562.bin"/><Relationship Id="rId7" Type="http://schemas.openxmlformats.org/officeDocument/2006/relationships/image" Target="../media/image6.png"/><Relationship Id="rId6" Type="http://schemas.openxmlformats.org/officeDocument/2006/relationships/image" Target="../media/image499.wmf"/><Relationship Id="rId5" Type="http://schemas.openxmlformats.org/officeDocument/2006/relationships/oleObject" Target="../embeddings/oleObject561.bin"/><Relationship Id="rId4" Type="http://schemas.openxmlformats.org/officeDocument/2006/relationships/image" Target="../media/image498.wmf"/><Relationship Id="rId3" Type="http://schemas.openxmlformats.org/officeDocument/2006/relationships/oleObject" Target="../embeddings/oleObject560.bin"/><Relationship Id="rId2" Type="http://schemas.openxmlformats.org/officeDocument/2006/relationships/image" Target="../media/image497.wmf"/><Relationship Id="rId16" Type="http://schemas.openxmlformats.org/officeDocument/2006/relationships/vmlDrawing" Target="../drawings/vmlDrawing77.vml"/><Relationship Id="rId15" Type="http://schemas.openxmlformats.org/officeDocument/2006/relationships/slideLayout" Target="../slideLayouts/slideLayout7.xml"/><Relationship Id="rId14" Type="http://schemas.openxmlformats.org/officeDocument/2006/relationships/oleObject" Target="../embeddings/oleObject565.bin"/><Relationship Id="rId13" Type="http://schemas.openxmlformats.org/officeDocument/2006/relationships/image" Target="../media/image502.wmf"/><Relationship Id="rId12" Type="http://schemas.openxmlformats.org/officeDocument/2006/relationships/oleObject" Target="../embeddings/oleObject564.bin"/><Relationship Id="rId11" Type="http://schemas.openxmlformats.org/officeDocument/2006/relationships/image" Target="../media/image501.wmf"/><Relationship Id="rId10" Type="http://schemas.openxmlformats.org/officeDocument/2006/relationships/oleObject" Target="../embeddings/oleObject563.bin"/><Relationship Id="rId1" Type="http://schemas.openxmlformats.org/officeDocument/2006/relationships/oleObject" Target="../embeddings/oleObject559.bin"/></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97988" name="Text Box 4"/>
          <p:cNvSpPr txBox="1"/>
          <p:nvPr/>
        </p:nvSpPr>
        <p:spPr>
          <a:xfrm>
            <a:off x="755650" y="404813"/>
            <a:ext cx="7993063" cy="823912"/>
          </a:xfrm>
          <a:prstGeom prst="rect">
            <a:avLst/>
          </a:prstGeom>
          <a:noFill/>
          <a:ln w="9525">
            <a:noFill/>
          </a:ln>
          <a:effectLst>
            <a:prstShdw prst="shdw17" dist="17961" dir="2699999">
              <a:srgbClr val="7A8E99"/>
            </a:prstShdw>
          </a:effectLst>
        </p:spPr>
        <p:txBody>
          <a:bodyPr>
            <a:spAutoFit/>
          </a:bodyPr>
          <a:p>
            <a:r>
              <a:rPr lang="zh-CN" altLang="zh-CN" sz="4800" dirty="0">
                <a:solidFill>
                  <a:schemeClr val="bg1"/>
                </a:solidFill>
                <a:latin typeface="隶书" panose="02010509060101010101" pitchFamily="49" charset="-122"/>
                <a:ea typeface="隶书" panose="02010509060101010101" pitchFamily="49" charset="-122"/>
              </a:rPr>
              <a:t>第</a:t>
            </a:r>
            <a:r>
              <a:rPr lang="zh-CN" altLang="en-US" sz="4800" dirty="0">
                <a:solidFill>
                  <a:schemeClr val="bg1"/>
                </a:solidFill>
                <a:latin typeface="隶书" panose="02010509060101010101" pitchFamily="49" charset="-122"/>
                <a:ea typeface="隶书" panose="02010509060101010101" pitchFamily="49" charset="-122"/>
              </a:rPr>
              <a:t>九</a:t>
            </a:r>
            <a:r>
              <a:rPr lang="zh-CN" altLang="zh-CN" sz="4800" dirty="0">
                <a:solidFill>
                  <a:schemeClr val="bg1"/>
                </a:solidFill>
                <a:latin typeface="隶书" panose="02010509060101010101" pitchFamily="49" charset="-122"/>
                <a:ea typeface="隶书" panose="02010509060101010101" pitchFamily="49" charset="-122"/>
              </a:rPr>
              <a:t>章</a:t>
            </a:r>
            <a:r>
              <a:rPr lang="zh-CN" altLang="en-US" sz="4800" dirty="0">
                <a:solidFill>
                  <a:schemeClr val="bg1"/>
                </a:solidFill>
                <a:latin typeface="隶书" panose="02010509060101010101" pitchFamily="49" charset="-122"/>
                <a:ea typeface="隶书" panose="02010509060101010101" pitchFamily="49" charset="-122"/>
              </a:rPr>
              <a:t> </a:t>
            </a:r>
            <a:r>
              <a:rPr lang="zh-CN" altLang="zh-CN" sz="4800" dirty="0">
                <a:solidFill>
                  <a:schemeClr val="bg1"/>
                </a:solidFill>
                <a:latin typeface="隶书" panose="02010509060101010101" pitchFamily="49" charset="-122"/>
                <a:ea typeface="隶书" panose="02010509060101010101" pitchFamily="49" charset="-122"/>
              </a:rPr>
              <a:t>正弦稳态</a:t>
            </a:r>
            <a:r>
              <a:rPr lang="zh-CN" altLang="en-US" sz="4800" dirty="0">
                <a:solidFill>
                  <a:schemeClr val="bg1"/>
                </a:solidFill>
                <a:latin typeface="隶书" panose="02010509060101010101" pitchFamily="49" charset="-122"/>
                <a:ea typeface="隶书" panose="02010509060101010101" pitchFamily="49" charset="-122"/>
              </a:rPr>
              <a:t>电路的</a:t>
            </a:r>
            <a:r>
              <a:rPr lang="zh-CN" altLang="zh-CN" sz="4800" dirty="0">
                <a:solidFill>
                  <a:schemeClr val="bg1"/>
                </a:solidFill>
                <a:latin typeface="隶书" panose="02010509060101010101" pitchFamily="49" charset="-122"/>
                <a:ea typeface="隶书" panose="02010509060101010101" pitchFamily="49" charset="-122"/>
              </a:rPr>
              <a:t>分析 </a:t>
            </a:r>
            <a:endParaRPr lang="zh-CN" altLang="en-US" sz="4800" dirty="0">
              <a:solidFill>
                <a:schemeClr val="bg1"/>
              </a:solidFill>
              <a:latin typeface="隶书" panose="02010509060101010101" pitchFamily="49" charset="-122"/>
              <a:ea typeface="隶书" panose="02010509060101010101" pitchFamily="49" charset="-122"/>
            </a:endParaRPr>
          </a:p>
        </p:txBody>
      </p:sp>
      <p:grpSp>
        <p:nvGrpSpPr>
          <p:cNvPr id="2" name="Group 5"/>
          <p:cNvGrpSpPr/>
          <p:nvPr/>
        </p:nvGrpSpPr>
        <p:grpSpPr>
          <a:xfrm>
            <a:off x="7596188" y="6021388"/>
            <a:ext cx="1368425" cy="647700"/>
            <a:chOff x="2971" y="3113"/>
            <a:chExt cx="1043" cy="499"/>
          </a:xfrm>
        </p:grpSpPr>
        <p:sp>
          <p:nvSpPr>
            <p:cNvPr id="81958" name="Oval 6"/>
            <p:cNvSpPr/>
            <p:nvPr/>
          </p:nvSpPr>
          <p:spPr>
            <a:xfrm>
              <a:off x="2971" y="3113"/>
              <a:ext cx="1043" cy="499"/>
            </a:xfrm>
            <a:prstGeom prst="ellipse">
              <a:avLst/>
            </a:prstGeom>
            <a:gradFill rotWithShape="0">
              <a:gsLst>
                <a:gs pos="0">
                  <a:srgbClr val="3366FF"/>
                </a:gs>
                <a:gs pos="50000">
                  <a:srgbClr val="7799FF"/>
                </a:gs>
                <a:gs pos="100000">
                  <a:srgbClr val="3366FF"/>
                </a:gs>
              </a:gsLst>
              <a:lin ang="5400000" scaled="1"/>
              <a:tileRect/>
            </a:gradFill>
            <a:ln w="28575" cap="sq" cmpd="sng">
              <a:solidFill>
                <a:srgbClr val="0033CC"/>
              </a:solidFill>
              <a:prstDash val="solid"/>
              <a:headEnd type="none" w="med" len="med"/>
              <a:tailEnd type="none" w="med" len="med"/>
            </a:ln>
            <a:effectLst>
              <a:prstShdw prst="shdw17" dist="17961" dir="2699999">
                <a:schemeClr val="bg2"/>
              </a:prstShdw>
            </a:effectLst>
          </p:spPr>
          <p:txBody>
            <a:bodyPr wrap="none" anchor="ctr" anchorCtr="0"/>
            <a:p>
              <a:endParaRPr lang="zh-CN" altLang="en-US" dirty="0">
                <a:latin typeface="楷体_GB2312" pitchFamily="49" charset="-122"/>
              </a:endParaRPr>
            </a:p>
          </p:txBody>
        </p:sp>
        <p:sp>
          <p:nvSpPr>
            <p:cNvPr id="81959" name="Oval 7">
              <a:hlinkClick r:id="" action="ppaction://hlinkshowjump?jump=endshow"/>
            </p:cNvPr>
            <p:cNvSpPr/>
            <p:nvPr/>
          </p:nvSpPr>
          <p:spPr>
            <a:xfrm>
              <a:off x="3016" y="3158"/>
              <a:ext cx="953" cy="408"/>
            </a:xfrm>
            <a:prstGeom prst="ellipse">
              <a:avLst/>
            </a:prstGeom>
            <a:gradFill rotWithShape="0">
              <a:gsLst>
                <a:gs pos="0">
                  <a:srgbClr val="0033CC"/>
                </a:gs>
                <a:gs pos="50000">
                  <a:srgbClr val="87DAED"/>
                </a:gs>
                <a:gs pos="100000">
                  <a:srgbClr val="0033CC"/>
                </a:gs>
              </a:gsLst>
              <a:lin ang="5400000" scaled="1"/>
              <a:tileRect/>
            </a:gradFill>
            <a:ln w="28575" cap="sq" cmpd="sng">
              <a:solidFill>
                <a:srgbClr val="0033CC"/>
              </a:solidFill>
              <a:prstDash val="solid"/>
              <a:headEnd type="none" w="med" len="med"/>
              <a:tailEnd type="none" w="med" len="med"/>
            </a:ln>
            <a:effectLst>
              <a:prstShdw prst="shdw17" dist="17961" dir="2699999">
                <a:schemeClr val="bg2"/>
              </a:prstShdw>
            </a:effectLst>
          </p:spPr>
          <p:txBody>
            <a:bodyPr wrap="none" anchor="ctr" anchorCtr="0"/>
            <a:p>
              <a:pPr algn="ctr"/>
              <a:r>
                <a:rPr lang="zh-CN" altLang="en-US" dirty="0">
                  <a:solidFill>
                    <a:srgbClr val="CC0000"/>
                  </a:solidFill>
                  <a:latin typeface="Arial" panose="020B0604020202020204" pitchFamily="34" charset="0"/>
                  <a:ea typeface="隶书" panose="02010509060101010101" pitchFamily="49" charset="-122"/>
                </a:rPr>
                <a:t>首 页</a:t>
              </a:r>
              <a:endParaRPr lang="zh-CN" altLang="en-US" dirty="0">
                <a:solidFill>
                  <a:srgbClr val="CC0000"/>
                </a:solidFill>
                <a:latin typeface="Arial" panose="020B0604020202020204" pitchFamily="34" charset="0"/>
                <a:ea typeface="隶书" panose="02010509060101010101" pitchFamily="49" charset="-122"/>
              </a:endParaRPr>
            </a:p>
          </p:txBody>
        </p:sp>
      </p:grpSp>
      <p:grpSp>
        <p:nvGrpSpPr>
          <p:cNvPr id="3" name="Group 8"/>
          <p:cNvGrpSpPr/>
          <p:nvPr/>
        </p:nvGrpSpPr>
        <p:grpSpPr>
          <a:xfrm>
            <a:off x="3203575" y="1268413"/>
            <a:ext cx="3024188" cy="1079500"/>
            <a:chOff x="1928" y="890"/>
            <a:chExt cx="1905" cy="680"/>
          </a:xfrm>
        </p:grpSpPr>
        <p:pic>
          <p:nvPicPr>
            <p:cNvPr id="81955" name="Picture 9" descr="GEL Oval MS-blue"/>
            <p:cNvPicPr preferRelativeResize="0"/>
            <p:nvPr/>
          </p:nvPicPr>
          <p:blipFill>
            <a:blip r:embed="rId1"/>
            <a:stretch>
              <a:fillRect/>
            </a:stretch>
          </p:blipFill>
          <p:spPr>
            <a:xfrm>
              <a:off x="1928" y="890"/>
              <a:ext cx="1905" cy="680"/>
            </a:xfrm>
            <a:prstGeom prst="rect">
              <a:avLst/>
            </a:prstGeom>
            <a:noFill/>
            <a:ln w="9525">
              <a:noFill/>
            </a:ln>
          </p:spPr>
        </p:pic>
        <p:pic>
          <p:nvPicPr>
            <p:cNvPr id="81956" name="Picture 10" descr="GEL Oval MS-yellow">
              <a:hlinkClick r:id="rId2" action="ppaction://hlinksldjump"/>
            </p:cNvPr>
            <p:cNvPicPr/>
            <p:nvPr/>
          </p:nvPicPr>
          <p:blipFill>
            <a:blip r:embed="rId3"/>
            <a:stretch>
              <a:fillRect/>
            </a:stretch>
          </p:blipFill>
          <p:spPr>
            <a:xfrm>
              <a:off x="2018" y="981"/>
              <a:ext cx="1715" cy="499"/>
            </a:xfrm>
            <a:prstGeom prst="rect">
              <a:avLst/>
            </a:prstGeom>
            <a:noFill/>
            <a:ln w="9525">
              <a:noFill/>
            </a:ln>
          </p:spPr>
        </p:pic>
        <p:sp>
          <p:nvSpPr>
            <p:cNvPr id="81957" name="Text Box 11" descr="斜纹布">
              <a:hlinkClick r:id="rId2" action="ppaction://hlinksldjump"/>
            </p:cNvPr>
            <p:cNvSpPr txBox="1"/>
            <p:nvPr/>
          </p:nvSpPr>
          <p:spPr>
            <a:xfrm>
              <a:off x="2291" y="1062"/>
              <a:ext cx="1238" cy="365"/>
            </a:xfrm>
            <a:prstGeom prst="rect">
              <a:avLst/>
            </a:prstGeom>
            <a:noFill/>
            <a:ln w="28575">
              <a:noFill/>
            </a:ln>
            <a:effectLst>
              <a:prstShdw prst="shdw17" dist="17961" dir="2699999">
                <a:schemeClr val="bg2"/>
              </a:prstShdw>
            </a:effectLst>
          </p:spPr>
          <p:txBody>
            <a:bodyPr>
              <a:spAutoFit/>
            </a:bodyPr>
            <a:p>
              <a:pPr algn="ctr">
                <a:spcBef>
                  <a:spcPct val="50000"/>
                </a:spcBef>
              </a:pPr>
              <a:r>
                <a:rPr lang="zh-CN" altLang="en-US" sz="3200" dirty="0">
                  <a:solidFill>
                    <a:srgbClr val="CC0000"/>
                  </a:solidFill>
                  <a:latin typeface="Times New Roman" panose="02020603050405020304" pitchFamily="18" charset="0"/>
                </a:rPr>
                <a:t>本章内容</a:t>
              </a:r>
              <a:endParaRPr lang="zh-CN" altLang="en-US" sz="3200" dirty="0">
                <a:solidFill>
                  <a:srgbClr val="CC0000"/>
                </a:solidFill>
                <a:latin typeface="Times New Roman" panose="02020603050405020304" pitchFamily="18" charset="0"/>
              </a:endParaRPr>
            </a:p>
          </p:txBody>
        </p:sp>
      </p:grpSp>
      <p:grpSp>
        <p:nvGrpSpPr>
          <p:cNvPr id="4" name="Group 12"/>
          <p:cNvGrpSpPr/>
          <p:nvPr/>
        </p:nvGrpSpPr>
        <p:grpSpPr>
          <a:xfrm>
            <a:off x="1763713" y="3571875"/>
            <a:ext cx="5921375" cy="577850"/>
            <a:chOff x="1100" y="2296"/>
            <a:chExt cx="3730" cy="364"/>
          </a:xfrm>
        </p:grpSpPr>
        <p:pic>
          <p:nvPicPr>
            <p:cNvPr id="81951" name="Picture 13" descr="GEL Rounded Rectangle aquamarine">
              <a:hlinkClick r:id="rId4" action="ppaction://hlinksldjump"/>
            </p:cNvPr>
            <p:cNvPicPr/>
            <p:nvPr/>
          </p:nvPicPr>
          <p:blipFill>
            <a:blip r:embed="rId5"/>
            <a:stretch>
              <a:fillRect/>
            </a:stretch>
          </p:blipFill>
          <p:spPr>
            <a:xfrm>
              <a:off x="1871" y="2306"/>
              <a:ext cx="2959" cy="354"/>
            </a:xfrm>
            <a:prstGeom prst="rect">
              <a:avLst/>
            </a:prstGeom>
            <a:noFill/>
            <a:ln w="9525">
              <a:noFill/>
            </a:ln>
          </p:spPr>
        </p:pic>
        <p:sp>
          <p:nvSpPr>
            <p:cNvPr id="81952" name="Text Box 14">
              <a:hlinkClick r:id="rId4" action="ppaction://hlinksldjump"/>
            </p:cNvPr>
            <p:cNvSpPr txBox="1"/>
            <p:nvPr/>
          </p:nvSpPr>
          <p:spPr>
            <a:xfrm>
              <a:off x="2053" y="2296"/>
              <a:ext cx="2721" cy="327"/>
            </a:xfrm>
            <a:prstGeom prst="rect">
              <a:avLst/>
            </a:prstGeom>
            <a:noFill/>
            <a:ln w="9525">
              <a:noFill/>
            </a:ln>
          </p:spPr>
          <p:txBody>
            <a:bodyPr>
              <a:spAutoFit/>
            </a:bodyPr>
            <a:p>
              <a:pPr>
                <a:spcBef>
                  <a:spcPct val="50000"/>
                </a:spcBef>
              </a:pPr>
              <a:r>
                <a:rPr lang="zh-CN" altLang="en-US" dirty="0">
                  <a:solidFill>
                    <a:srgbClr val="CC0000"/>
                  </a:solidFill>
                  <a:latin typeface="Times New Roman" panose="02020603050405020304" pitchFamily="18" charset="0"/>
                  <a:ea typeface="隶书" panose="02010509060101010101" pitchFamily="49" charset="-122"/>
                </a:rPr>
                <a:t>正弦稳态电路的分析</a:t>
              </a:r>
              <a:endParaRPr lang="zh-CN" altLang="en-US" dirty="0">
                <a:solidFill>
                  <a:srgbClr val="CC0000"/>
                </a:solidFill>
                <a:latin typeface="Times New Roman" panose="02020603050405020304" pitchFamily="18" charset="0"/>
                <a:ea typeface="隶书" panose="02010509060101010101" pitchFamily="49" charset="-122"/>
              </a:endParaRPr>
            </a:p>
          </p:txBody>
        </p:sp>
        <p:pic>
          <p:nvPicPr>
            <p:cNvPr id="81953" name="Picture 15" descr="GEL Rounded Rectangle aquamarine">
              <a:hlinkClick r:id="rId4" action="ppaction://hlinksldjump"/>
            </p:cNvPr>
            <p:cNvPicPr/>
            <p:nvPr/>
          </p:nvPicPr>
          <p:blipFill>
            <a:blip r:embed="rId6"/>
            <a:stretch>
              <a:fillRect/>
            </a:stretch>
          </p:blipFill>
          <p:spPr>
            <a:xfrm>
              <a:off x="1100" y="2306"/>
              <a:ext cx="862" cy="354"/>
            </a:xfrm>
            <a:prstGeom prst="rect">
              <a:avLst/>
            </a:prstGeom>
            <a:noFill/>
            <a:ln w="9525">
              <a:noFill/>
            </a:ln>
          </p:spPr>
        </p:pic>
        <p:sp>
          <p:nvSpPr>
            <p:cNvPr id="81954" name="Text Box 16">
              <a:hlinkClick r:id="rId4" action="ppaction://hlinksldjump"/>
            </p:cNvPr>
            <p:cNvSpPr txBox="1"/>
            <p:nvPr/>
          </p:nvSpPr>
          <p:spPr>
            <a:xfrm>
              <a:off x="1327" y="2332"/>
              <a:ext cx="627" cy="327"/>
            </a:xfrm>
            <a:prstGeom prst="rect">
              <a:avLst/>
            </a:prstGeom>
            <a:noFill/>
            <a:ln w="9525">
              <a:noFill/>
            </a:ln>
          </p:spPr>
          <p:txBody>
            <a:bodyPr>
              <a:spAutoFit/>
            </a:bodyPr>
            <a:p>
              <a:pPr>
                <a:spcBef>
                  <a:spcPct val="50000"/>
                </a:spcBef>
              </a:pPr>
              <a:r>
                <a:rPr lang="en-US" altLang="zh-CN" dirty="0">
                  <a:solidFill>
                    <a:srgbClr val="CC0000"/>
                  </a:solidFill>
                  <a:latin typeface="Times New Roman" panose="02020603050405020304" pitchFamily="18" charset="0"/>
                </a:rPr>
                <a:t>9-3</a:t>
              </a:r>
              <a:endParaRPr lang="en-US" altLang="zh-CN" dirty="0">
                <a:solidFill>
                  <a:srgbClr val="CC0000"/>
                </a:solidFill>
                <a:latin typeface="Times New Roman" panose="02020603050405020304" pitchFamily="18" charset="0"/>
              </a:endParaRPr>
            </a:p>
          </p:txBody>
        </p:sp>
      </p:grpSp>
      <p:grpSp>
        <p:nvGrpSpPr>
          <p:cNvPr id="5" name="Group 17"/>
          <p:cNvGrpSpPr/>
          <p:nvPr/>
        </p:nvGrpSpPr>
        <p:grpSpPr>
          <a:xfrm>
            <a:off x="1763713" y="4146550"/>
            <a:ext cx="5921375" cy="577850"/>
            <a:chOff x="1100" y="2658"/>
            <a:chExt cx="3730" cy="364"/>
          </a:xfrm>
        </p:grpSpPr>
        <p:pic>
          <p:nvPicPr>
            <p:cNvPr id="81947" name="Picture 18" descr="GEL Rounded Rectangle aquamarine">
              <a:hlinkClick r:id="rId7" action="ppaction://hlinksldjump"/>
            </p:cNvPr>
            <p:cNvPicPr/>
            <p:nvPr/>
          </p:nvPicPr>
          <p:blipFill>
            <a:blip r:embed="rId5"/>
            <a:stretch>
              <a:fillRect/>
            </a:stretch>
          </p:blipFill>
          <p:spPr>
            <a:xfrm>
              <a:off x="1871" y="2668"/>
              <a:ext cx="2959" cy="354"/>
            </a:xfrm>
            <a:prstGeom prst="rect">
              <a:avLst/>
            </a:prstGeom>
            <a:noFill/>
            <a:ln w="9525">
              <a:noFill/>
            </a:ln>
          </p:spPr>
        </p:pic>
        <p:sp>
          <p:nvSpPr>
            <p:cNvPr id="81948" name="Text Box 19">
              <a:hlinkClick r:id="rId7" action="ppaction://hlinksldjump"/>
            </p:cNvPr>
            <p:cNvSpPr txBox="1"/>
            <p:nvPr/>
          </p:nvSpPr>
          <p:spPr>
            <a:xfrm>
              <a:off x="2053" y="2658"/>
              <a:ext cx="2721" cy="327"/>
            </a:xfrm>
            <a:prstGeom prst="rect">
              <a:avLst/>
            </a:prstGeom>
            <a:noFill/>
            <a:ln w="9525">
              <a:noFill/>
            </a:ln>
          </p:spPr>
          <p:txBody>
            <a:bodyPr>
              <a:spAutoFit/>
            </a:bodyPr>
            <a:p>
              <a:pPr>
                <a:spcBef>
                  <a:spcPct val="50000"/>
                </a:spcBef>
              </a:pPr>
              <a:r>
                <a:rPr lang="zh-CN" altLang="en-US" dirty="0">
                  <a:solidFill>
                    <a:srgbClr val="CC0000"/>
                  </a:solidFill>
                  <a:latin typeface="Times New Roman" panose="02020603050405020304" pitchFamily="18" charset="0"/>
                  <a:ea typeface="隶书" panose="02010509060101010101" pitchFamily="49" charset="-122"/>
                </a:rPr>
                <a:t>正弦稳态电路的功率</a:t>
              </a:r>
              <a:endParaRPr lang="zh-CN" altLang="en-US" dirty="0">
                <a:solidFill>
                  <a:srgbClr val="CC0000"/>
                </a:solidFill>
                <a:latin typeface="Times New Roman" panose="02020603050405020304" pitchFamily="18" charset="0"/>
                <a:ea typeface="隶书" panose="02010509060101010101" pitchFamily="49" charset="-122"/>
              </a:endParaRPr>
            </a:p>
          </p:txBody>
        </p:sp>
        <p:pic>
          <p:nvPicPr>
            <p:cNvPr id="81949" name="Picture 20" descr="GEL Rounded Rectangle aquamarine">
              <a:hlinkClick r:id="rId7" action="ppaction://hlinksldjump"/>
            </p:cNvPr>
            <p:cNvPicPr/>
            <p:nvPr/>
          </p:nvPicPr>
          <p:blipFill>
            <a:blip r:embed="rId6"/>
            <a:stretch>
              <a:fillRect/>
            </a:stretch>
          </p:blipFill>
          <p:spPr>
            <a:xfrm>
              <a:off x="1100" y="2668"/>
              <a:ext cx="862" cy="354"/>
            </a:xfrm>
            <a:prstGeom prst="rect">
              <a:avLst/>
            </a:prstGeom>
            <a:noFill/>
            <a:ln w="9525">
              <a:noFill/>
            </a:ln>
          </p:spPr>
        </p:pic>
        <p:sp>
          <p:nvSpPr>
            <p:cNvPr id="81950" name="Text Box 21">
              <a:hlinkClick r:id="rId7" action="ppaction://hlinksldjump"/>
            </p:cNvPr>
            <p:cNvSpPr txBox="1"/>
            <p:nvPr/>
          </p:nvSpPr>
          <p:spPr>
            <a:xfrm>
              <a:off x="1327" y="2694"/>
              <a:ext cx="627" cy="327"/>
            </a:xfrm>
            <a:prstGeom prst="rect">
              <a:avLst/>
            </a:prstGeom>
            <a:noFill/>
            <a:ln w="9525">
              <a:noFill/>
            </a:ln>
          </p:spPr>
          <p:txBody>
            <a:bodyPr>
              <a:spAutoFit/>
            </a:bodyPr>
            <a:p>
              <a:pPr>
                <a:spcBef>
                  <a:spcPct val="50000"/>
                </a:spcBef>
              </a:pPr>
              <a:r>
                <a:rPr lang="en-US" altLang="zh-CN" dirty="0">
                  <a:solidFill>
                    <a:srgbClr val="CC0000"/>
                  </a:solidFill>
                  <a:latin typeface="Times New Roman" panose="02020603050405020304" pitchFamily="18" charset="0"/>
                </a:rPr>
                <a:t>9-4</a:t>
              </a:r>
              <a:endParaRPr lang="en-US" altLang="zh-CN" dirty="0">
                <a:solidFill>
                  <a:srgbClr val="CC0000"/>
                </a:solidFill>
                <a:latin typeface="Times New Roman" panose="02020603050405020304" pitchFamily="18" charset="0"/>
              </a:endParaRPr>
            </a:p>
          </p:txBody>
        </p:sp>
      </p:grpSp>
      <p:grpSp>
        <p:nvGrpSpPr>
          <p:cNvPr id="6" name="Group 22"/>
          <p:cNvGrpSpPr/>
          <p:nvPr/>
        </p:nvGrpSpPr>
        <p:grpSpPr>
          <a:xfrm>
            <a:off x="1763713" y="4722813"/>
            <a:ext cx="5921375" cy="577850"/>
            <a:chOff x="1100" y="3021"/>
            <a:chExt cx="3730" cy="364"/>
          </a:xfrm>
        </p:grpSpPr>
        <p:pic>
          <p:nvPicPr>
            <p:cNvPr id="81943" name="Picture 23" descr="GEL Rounded Rectangle aquamarine">
              <a:hlinkClick r:id="rId8" action="ppaction://hlinksldjump"/>
            </p:cNvPr>
            <p:cNvPicPr/>
            <p:nvPr/>
          </p:nvPicPr>
          <p:blipFill>
            <a:blip r:embed="rId5"/>
            <a:stretch>
              <a:fillRect/>
            </a:stretch>
          </p:blipFill>
          <p:spPr>
            <a:xfrm>
              <a:off x="1871" y="3031"/>
              <a:ext cx="2959" cy="354"/>
            </a:xfrm>
            <a:prstGeom prst="rect">
              <a:avLst/>
            </a:prstGeom>
            <a:noFill/>
            <a:ln w="9525">
              <a:noFill/>
            </a:ln>
          </p:spPr>
        </p:pic>
        <p:sp>
          <p:nvSpPr>
            <p:cNvPr id="81944" name="Text Box 24">
              <a:hlinkClick r:id="rId8" action="ppaction://hlinksldjump"/>
            </p:cNvPr>
            <p:cNvSpPr txBox="1"/>
            <p:nvPr/>
          </p:nvSpPr>
          <p:spPr>
            <a:xfrm>
              <a:off x="2053" y="3021"/>
              <a:ext cx="2721" cy="327"/>
            </a:xfrm>
            <a:prstGeom prst="rect">
              <a:avLst/>
            </a:prstGeom>
            <a:noFill/>
            <a:ln w="9525">
              <a:noFill/>
            </a:ln>
          </p:spPr>
          <p:txBody>
            <a:bodyPr>
              <a:spAutoFit/>
            </a:bodyPr>
            <a:p>
              <a:pPr>
                <a:spcBef>
                  <a:spcPct val="50000"/>
                </a:spcBef>
              </a:pPr>
              <a:r>
                <a:rPr lang="zh-CN" altLang="en-US" dirty="0">
                  <a:solidFill>
                    <a:srgbClr val="CC0000"/>
                  </a:solidFill>
                  <a:latin typeface="Times New Roman" panose="02020603050405020304" pitchFamily="18" charset="0"/>
                  <a:ea typeface="隶书" panose="02010509060101010101" pitchFamily="49" charset="-122"/>
                </a:rPr>
                <a:t>复功率</a:t>
              </a:r>
              <a:endParaRPr lang="zh-CN" altLang="en-US" dirty="0">
                <a:solidFill>
                  <a:srgbClr val="CC0000"/>
                </a:solidFill>
                <a:latin typeface="Times New Roman" panose="02020603050405020304" pitchFamily="18" charset="0"/>
                <a:ea typeface="隶书" panose="02010509060101010101" pitchFamily="49" charset="-122"/>
              </a:endParaRPr>
            </a:p>
          </p:txBody>
        </p:sp>
        <p:pic>
          <p:nvPicPr>
            <p:cNvPr id="81945" name="Picture 25" descr="GEL Rounded Rectangle aquamarine">
              <a:hlinkClick r:id="rId8" action="ppaction://hlinksldjump"/>
            </p:cNvPr>
            <p:cNvPicPr/>
            <p:nvPr/>
          </p:nvPicPr>
          <p:blipFill>
            <a:blip r:embed="rId6"/>
            <a:stretch>
              <a:fillRect/>
            </a:stretch>
          </p:blipFill>
          <p:spPr>
            <a:xfrm>
              <a:off x="1100" y="3031"/>
              <a:ext cx="862" cy="354"/>
            </a:xfrm>
            <a:prstGeom prst="rect">
              <a:avLst/>
            </a:prstGeom>
            <a:noFill/>
            <a:ln w="9525">
              <a:noFill/>
            </a:ln>
          </p:spPr>
        </p:pic>
        <p:sp>
          <p:nvSpPr>
            <p:cNvPr id="81946" name="Text Box 26">
              <a:hlinkClick r:id="rId8" action="ppaction://hlinksldjump"/>
            </p:cNvPr>
            <p:cNvSpPr txBox="1"/>
            <p:nvPr/>
          </p:nvSpPr>
          <p:spPr>
            <a:xfrm>
              <a:off x="1327" y="3057"/>
              <a:ext cx="627" cy="327"/>
            </a:xfrm>
            <a:prstGeom prst="rect">
              <a:avLst/>
            </a:prstGeom>
            <a:noFill/>
            <a:ln w="9525">
              <a:noFill/>
            </a:ln>
          </p:spPr>
          <p:txBody>
            <a:bodyPr>
              <a:spAutoFit/>
            </a:bodyPr>
            <a:p>
              <a:pPr>
                <a:spcBef>
                  <a:spcPct val="50000"/>
                </a:spcBef>
              </a:pPr>
              <a:r>
                <a:rPr lang="en-US" altLang="zh-CN" dirty="0">
                  <a:solidFill>
                    <a:srgbClr val="CC0000"/>
                  </a:solidFill>
                  <a:latin typeface="Times New Roman" panose="02020603050405020304" pitchFamily="18" charset="0"/>
                </a:rPr>
                <a:t>9-5</a:t>
              </a:r>
              <a:endParaRPr lang="en-US" altLang="zh-CN" dirty="0">
                <a:solidFill>
                  <a:srgbClr val="CC0000"/>
                </a:solidFill>
                <a:latin typeface="Times New Roman" panose="02020603050405020304" pitchFamily="18" charset="0"/>
              </a:endParaRPr>
            </a:p>
          </p:txBody>
        </p:sp>
      </p:grpSp>
      <p:grpSp>
        <p:nvGrpSpPr>
          <p:cNvPr id="7" name="Group 27"/>
          <p:cNvGrpSpPr/>
          <p:nvPr/>
        </p:nvGrpSpPr>
        <p:grpSpPr>
          <a:xfrm>
            <a:off x="1763713" y="5299075"/>
            <a:ext cx="5921375" cy="577850"/>
            <a:chOff x="1100" y="3384"/>
            <a:chExt cx="3730" cy="364"/>
          </a:xfrm>
        </p:grpSpPr>
        <p:pic>
          <p:nvPicPr>
            <p:cNvPr id="81939" name="Picture 28" descr="GEL Rounded Rectangle aquamarine">
              <a:hlinkClick r:id="rId9" action="ppaction://hlinksldjump"/>
            </p:cNvPr>
            <p:cNvPicPr/>
            <p:nvPr/>
          </p:nvPicPr>
          <p:blipFill>
            <a:blip r:embed="rId5"/>
            <a:stretch>
              <a:fillRect/>
            </a:stretch>
          </p:blipFill>
          <p:spPr>
            <a:xfrm>
              <a:off x="1871" y="3394"/>
              <a:ext cx="2959" cy="354"/>
            </a:xfrm>
            <a:prstGeom prst="rect">
              <a:avLst/>
            </a:prstGeom>
            <a:noFill/>
            <a:ln w="9525">
              <a:noFill/>
            </a:ln>
          </p:spPr>
        </p:pic>
        <p:sp>
          <p:nvSpPr>
            <p:cNvPr id="81940" name="Text Box 29">
              <a:hlinkClick r:id="rId9" action="ppaction://hlinksldjump"/>
            </p:cNvPr>
            <p:cNvSpPr txBox="1"/>
            <p:nvPr/>
          </p:nvSpPr>
          <p:spPr>
            <a:xfrm>
              <a:off x="2053" y="3384"/>
              <a:ext cx="2721" cy="327"/>
            </a:xfrm>
            <a:prstGeom prst="rect">
              <a:avLst/>
            </a:prstGeom>
            <a:noFill/>
            <a:ln w="9525">
              <a:noFill/>
            </a:ln>
          </p:spPr>
          <p:txBody>
            <a:bodyPr>
              <a:spAutoFit/>
            </a:bodyPr>
            <a:p>
              <a:pPr>
                <a:spcBef>
                  <a:spcPct val="50000"/>
                </a:spcBef>
              </a:pPr>
              <a:r>
                <a:rPr lang="zh-CN" altLang="en-US" dirty="0">
                  <a:solidFill>
                    <a:srgbClr val="CC0000"/>
                  </a:solidFill>
                  <a:latin typeface="Times New Roman" panose="02020603050405020304" pitchFamily="18" charset="0"/>
                  <a:ea typeface="隶书" panose="02010509060101010101" pitchFamily="49" charset="-122"/>
                </a:rPr>
                <a:t>最大功率传输</a:t>
              </a:r>
              <a:endParaRPr lang="zh-CN" altLang="en-US" dirty="0">
                <a:solidFill>
                  <a:srgbClr val="CC0000"/>
                </a:solidFill>
                <a:latin typeface="Times New Roman" panose="02020603050405020304" pitchFamily="18" charset="0"/>
                <a:ea typeface="隶书" panose="02010509060101010101" pitchFamily="49" charset="-122"/>
              </a:endParaRPr>
            </a:p>
          </p:txBody>
        </p:sp>
        <p:pic>
          <p:nvPicPr>
            <p:cNvPr id="81941" name="Picture 30" descr="GEL Rounded Rectangle aquamarine">
              <a:hlinkClick r:id="rId9" action="ppaction://hlinksldjump"/>
            </p:cNvPr>
            <p:cNvPicPr/>
            <p:nvPr/>
          </p:nvPicPr>
          <p:blipFill>
            <a:blip r:embed="rId6"/>
            <a:stretch>
              <a:fillRect/>
            </a:stretch>
          </p:blipFill>
          <p:spPr>
            <a:xfrm>
              <a:off x="1100" y="3394"/>
              <a:ext cx="862" cy="354"/>
            </a:xfrm>
            <a:prstGeom prst="rect">
              <a:avLst/>
            </a:prstGeom>
            <a:noFill/>
            <a:ln w="9525">
              <a:noFill/>
            </a:ln>
          </p:spPr>
        </p:pic>
        <p:sp>
          <p:nvSpPr>
            <p:cNvPr id="81942" name="Text Box 31">
              <a:hlinkClick r:id="rId9" action="ppaction://hlinksldjump"/>
            </p:cNvPr>
            <p:cNvSpPr txBox="1"/>
            <p:nvPr/>
          </p:nvSpPr>
          <p:spPr>
            <a:xfrm>
              <a:off x="1327" y="3420"/>
              <a:ext cx="627" cy="327"/>
            </a:xfrm>
            <a:prstGeom prst="rect">
              <a:avLst/>
            </a:prstGeom>
            <a:noFill/>
            <a:ln w="9525">
              <a:noFill/>
            </a:ln>
          </p:spPr>
          <p:txBody>
            <a:bodyPr>
              <a:spAutoFit/>
            </a:bodyPr>
            <a:p>
              <a:pPr>
                <a:spcBef>
                  <a:spcPct val="50000"/>
                </a:spcBef>
              </a:pPr>
              <a:r>
                <a:rPr lang="en-US" altLang="zh-CN" dirty="0">
                  <a:solidFill>
                    <a:srgbClr val="CC0000"/>
                  </a:solidFill>
                  <a:latin typeface="Times New Roman" panose="02020603050405020304" pitchFamily="18" charset="0"/>
                </a:rPr>
                <a:t>9-6</a:t>
              </a:r>
              <a:endParaRPr lang="en-US" altLang="zh-CN" dirty="0">
                <a:solidFill>
                  <a:srgbClr val="CC0000"/>
                </a:solidFill>
                <a:latin typeface="Times New Roman" panose="02020603050405020304" pitchFamily="18" charset="0"/>
              </a:endParaRPr>
            </a:p>
          </p:txBody>
        </p:sp>
      </p:grpSp>
      <p:grpSp>
        <p:nvGrpSpPr>
          <p:cNvPr id="8" name="Group 32"/>
          <p:cNvGrpSpPr/>
          <p:nvPr/>
        </p:nvGrpSpPr>
        <p:grpSpPr>
          <a:xfrm>
            <a:off x="1746250" y="2994025"/>
            <a:ext cx="5921375" cy="577850"/>
            <a:chOff x="1100" y="1570"/>
            <a:chExt cx="3730" cy="364"/>
          </a:xfrm>
        </p:grpSpPr>
        <p:pic>
          <p:nvPicPr>
            <p:cNvPr id="81935" name="Picture 33" descr="GEL Rounded Rectangle aquamarine">
              <a:hlinkClick r:id="rId10" action="ppaction://hlinksldjump"/>
            </p:cNvPr>
            <p:cNvPicPr/>
            <p:nvPr/>
          </p:nvPicPr>
          <p:blipFill>
            <a:blip r:embed="rId5"/>
            <a:stretch>
              <a:fillRect/>
            </a:stretch>
          </p:blipFill>
          <p:spPr>
            <a:xfrm>
              <a:off x="1871" y="1580"/>
              <a:ext cx="2959" cy="354"/>
            </a:xfrm>
            <a:prstGeom prst="rect">
              <a:avLst/>
            </a:prstGeom>
            <a:noFill/>
            <a:ln w="9525">
              <a:noFill/>
            </a:ln>
          </p:spPr>
        </p:pic>
        <p:sp>
          <p:nvSpPr>
            <p:cNvPr id="81936" name="Text Box 34">
              <a:hlinkClick r:id="rId11" action="ppaction://hlinksldjump"/>
            </p:cNvPr>
            <p:cNvSpPr txBox="1"/>
            <p:nvPr/>
          </p:nvSpPr>
          <p:spPr>
            <a:xfrm>
              <a:off x="2053" y="1570"/>
              <a:ext cx="2721" cy="327"/>
            </a:xfrm>
            <a:prstGeom prst="rect">
              <a:avLst/>
            </a:prstGeom>
            <a:noFill/>
            <a:ln w="9525">
              <a:noFill/>
            </a:ln>
          </p:spPr>
          <p:txBody>
            <a:bodyPr>
              <a:spAutoFit/>
            </a:bodyPr>
            <a:p>
              <a:pPr>
                <a:spcBef>
                  <a:spcPct val="50000"/>
                </a:spcBef>
              </a:pPr>
              <a:r>
                <a:rPr lang="zh-CN" altLang="en-US" dirty="0">
                  <a:solidFill>
                    <a:srgbClr val="CC0000"/>
                  </a:solidFill>
                  <a:latin typeface="Times New Roman" panose="02020603050405020304" pitchFamily="18" charset="0"/>
                  <a:ea typeface="隶书" panose="02010509060101010101" pitchFamily="49" charset="-122"/>
                </a:rPr>
                <a:t>电路的相量图</a:t>
              </a:r>
              <a:endParaRPr lang="zh-CN" altLang="en-US" dirty="0">
                <a:solidFill>
                  <a:srgbClr val="CC0000"/>
                </a:solidFill>
                <a:latin typeface="Times New Roman" panose="02020603050405020304" pitchFamily="18" charset="0"/>
                <a:ea typeface="隶书" panose="02010509060101010101" pitchFamily="49" charset="-122"/>
              </a:endParaRPr>
            </a:p>
          </p:txBody>
        </p:sp>
        <p:pic>
          <p:nvPicPr>
            <p:cNvPr id="81937" name="Picture 35" descr="GEL Rounded Rectangle aquamarine">
              <a:hlinkClick r:id="rId10" action="ppaction://hlinksldjump"/>
            </p:cNvPr>
            <p:cNvPicPr/>
            <p:nvPr/>
          </p:nvPicPr>
          <p:blipFill>
            <a:blip r:embed="rId6"/>
            <a:stretch>
              <a:fillRect/>
            </a:stretch>
          </p:blipFill>
          <p:spPr>
            <a:xfrm>
              <a:off x="1100" y="1580"/>
              <a:ext cx="862" cy="354"/>
            </a:xfrm>
            <a:prstGeom prst="rect">
              <a:avLst/>
            </a:prstGeom>
            <a:noFill/>
            <a:ln w="9525">
              <a:noFill/>
            </a:ln>
          </p:spPr>
        </p:pic>
        <p:sp>
          <p:nvSpPr>
            <p:cNvPr id="81938" name="Text Box 36">
              <a:hlinkClick r:id="rId11" action="ppaction://hlinksldjump"/>
            </p:cNvPr>
            <p:cNvSpPr txBox="1"/>
            <p:nvPr/>
          </p:nvSpPr>
          <p:spPr>
            <a:xfrm>
              <a:off x="1327" y="1606"/>
              <a:ext cx="627" cy="327"/>
            </a:xfrm>
            <a:prstGeom prst="rect">
              <a:avLst/>
            </a:prstGeom>
            <a:noFill/>
            <a:ln w="9525">
              <a:noFill/>
            </a:ln>
          </p:spPr>
          <p:txBody>
            <a:bodyPr>
              <a:spAutoFit/>
            </a:bodyPr>
            <a:p>
              <a:pPr>
                <a:spcBef>
                  <a:spcPct val="50000"/>
                </a:spcBef>
              </a:pPr>
              <a:r>
                <a:rPr lang="en-US" altLang="zh-CN" dirty="0">
                  <a:solidFill>
                    <a:srgbClr val="CC0000"/>
                  </a:solidFill>
                  <a:latin typeface="Times New Roman" panose="02020603050405020304" pitchFamily="18" charset="0"/>
                </a:rPr>
                <a:t>9-2</a:t>
              </a:r>
              <a:endParaRPr lang="en-US" altLang="zh-CN" dirty="0">
                <a:solidFill>
                  <a:srgbClr val="CC0000"/>
                </a:solidFill>
                <a:latin typeface="Times New Roman" panose="02020603050405020304" pitchFamily="18" charset="0"/>
              </a:endParaRPr>
            </a:p>
          </p:txBody>
        </p:sp>
      </p:grpSp>
      <p:grpSp>
        <p:nvGrpSpPr>
          <p:cNvPr id="9" name="Group 47"/>
          <p:cNvGrpSpPr/>
          <p:nvPr/>
        </p:nvGrpSpPr>
        <p:grpSpPr>
          <a:xfrm>
            <a:off x="1763713" y="2417763"/>
            <a:ext cx="5921375" cy="577850"/>
            <a:chOff x="1100" y="1570"/>
            <a:chExt cx="3730" cy="364"/>
          </a:xfrm>
        </p:grpSpPr>
        <p:pic>
          <p:nvPicPr>
            <p:cNvPr id="81931" name="Picture 48" descr="GEL Rounded Rectangle aquamarine">
              <a:hlinkClick r:id="rId10" action="ppaction://hlinksldjump"/>
            </p:cNvPr>
            <p:cNvPicPr/>
            <p:nvPr/>
          </p:nvPicPr>
          <p:blipFill>
            <a:blip r:embed="rId5"/>
            <a:stretch>
              <a:fillRect/>
            </a:stretch>
          </p:blipFill>
          <p:spPr>
            <a:xfrm>
              <a:off x="1871" y="1580"/>
              <a:ext cx="2959" cy="354"/>
            </a:xfrm>
            <a:prstGeom prst="rect">
              <a:avLst/>
            </a:prstGeom>
            <a:noFill/>
            <a:ln w="9525">
              <a:noFill/>
            </a:ln>
          </p:spPr>
        </p:pic>
        <p:sp>
          <p:nvSpPr>
            <p:cNvPr id="81932" name="Text Box 49">
              <a:hlinkClick r:id="rId10" action="ppaction://hlinksldjump"/>
            </p:cNvPr>
            <p:cNvSpPr txBox="1"/>
            <p:nvPr/>
          </p:nvSpPr>
          <p:spPr>
            <a:xfrm>
              <a:off x="2053" y="1570"/>
              <a:ext cx="2721" cy="327"/>
            </a:xfrm>
            <a:prstGeom prst="rect">
              <a:avLst/>
            </a:prstGeom>
            <a:noFill/>
            <a:ln w="9525">
              <a:noFill/>
            </a:ln>
          </p:spPr>
          <p:txBody>
            <a:bodyPr>
              <a:spAutoFit/>
            </a:bodyPr>
            <a:p>
              <a:pPr>
                <a:spcBef>
                  <a:spcPct val="50000"/>
                </a:spcBef>
              </a:pPr>
              <a:r>
                <a:rPr lang="zh-CN" altLang="en-US" dirty="0">
                  <a:solidFill>
                    <a:srgbClr val="CC0000"/>
                  </a:solidFill>
                  <a:latin typeface="Times New Roman" panose="02020603050405020304" pitchFamily="18" charset="0"/>
                  <a:ea typeface="隶书" panose="02010509060101010101" pitchFamily="49" charset="-122"/>
                </a:rPr>
                <a:t>阻抗和导纳</a:t>
              </a:r>
              <a:endParaRPr lang="zh-CN" altLang="en-US" dirty="0">
                <a:solidFill>
                  <a:srgbClr val="CC0000"/>
                </a:solidFill>
                <a:latin typeface="Times New Roman" panose="02020603050405020304" pitchFamily="18" charset="0"/>
                <a:ea typeface="隶书" panose="02010509060101010101" pitchFamily="49" charset="-122"/>
              </a:endParaRPr>
            </a:p>
          </p:txBody>
        </p:sp>
        <p:pic>
          <p:nvPicPr>
            <p:cNvPr id="81933" name="Picture 50" descr="GEL Rounded Rectangle aquamarine">
              <a:hlinkClick r:id="rId10" action="ppaction://hlinksldjump"/>
            </p:cNvPr>
            <p:cNvPicPr/>
            <p:nvPr/>
          </p:nvPicPr>
          <p:blipFill>
            <a:blip r:embed="rId6"/>
            <a:stretch>
              <a:fillRect/>
            </a:stretch>
          </p:blipFill>
          <p:spPr>
            <a:xfrm>
              <a:off x="1100" y="1580"/>
              <a:ext cx="862" cy="354"/>
            </a:xfrm>
            <a:prstGeom prst="rect">
              <a:avLst/>
            </a:prstGeom>
            <a:noFill/>
            <a:ln w="9525">
              <a:noFill/>
            </a:ln>
          </p:spPr>
        </p:pic>
        <p:sp>
          <p:nvSpPr>
            <p:cNvPr id="81934" name="Text Box 51">
              <a:hlinkClick r:id="rId10" action="ppaction://hlinksldjump"/>
            </p:cNvPr>
            <p:cNvSpPr txBox="1"/>
            <p:nvPr/>
          </p:nvSpPr>
          <p:spPr>
            <a:xfrm>
              <a:off x="1327" y="1606"/>
              <a:ext cx="627" cy="327"/>
            </a:xfrm>
            <a:prstGeom prst="rect">
              <a:avLst/>
            </a:prstGeom>
            <a:noFill/>
            <a:ln w="9525">
              <a:noFill/>
            </a:ln>
          </p:spPr>
          <p:txBody>
            <a:bodyPr>
              <a:spAutoFit/>
            </a:bodyPr>
            <a:p>
              <a:pPr>
                <a:spcBef>
                  <a:spcPct val="50000"/>
                </a:spcBef>
              </a:pPr>
              <a:r>
                <a:rPr lang="en-US" altLang="zh-CN" dirty="0">
                  <a:solidFill>
                    <a:srgbClr val="CC0000"/>
                  </a:solidFill>
                  <a:latin typeface="Times New Roman" panose="02020603050405020304" pitchFamily="18" charset="0"/>
                </a:rPr>
                <a:t>9-1</a:t>
              </a:r>
              <a:endParaRPr lang="en-US" altLang="zh-CN" dirty="0">
                <a:solidFill>
                  <a:srgbClr val="CC0000"/>
                </a:solidFill>
                <a:latin typeface="Times New Roman" panose="02020603050405020304" pitchFamily="18" charset="0"/>
              </a:endParaRP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9" fill="hold" grpId="0" nodeType="withEffect">
                                  <p:stCondLst>
                                    <p:cond delay="0"/>
                                  </p:stCondLst>
                                  <p:childTnLst>
                                    <p:set>
                                      <p:cBhvr>
                                        <p:cTn id="6" dur="1" fill="hold">
                                          <p:stCondLst>
                                            <p:cond delay="0"/>
                                          </p:stCondLst>
                                        </p:cTn>
                                        <p:tgtEl>
                                          <p:spTgt spid="297988"/>
                                        </p:tgtEl>
                                        <p:attrNameLst>
                                          <p:attrName>style.visibility</p:attrName>
                                        </p:attrNameLst>
                                      </p:cBhvr>
                                      <p:to>
                                        <p:strVal val="visible"/>
                                      </p:to>
                                    </p:set>
                                    <p:anim calcmode="lin" valueType="num">
                                      <p:cBhvr additive="base">
                                        <p:cTn id="7" dur="500" fill="hold"/>
                                        <p:tgtEl>
                                          <p:spTgt spid="297988"/>
                                        </p:tgtEl>
                                        <p:attrNameLst>
                                          <p:attrName>ppt_x</p:attrName>
                                        </p:attrNameLst>
                                      </p:cBhvr>
                                      <p:tavLst>
                                        <p:tav tm="0">
                                          <p:val>
                                            <p:strVal val="0-#ppt_w/2"/>
                                          </p:val>
                                        </p:tav>
                                        <p:tav tm="100000">
                                          <p:val>
                                            <p:strVal val="#ppt_x"/>
                                          </p:val>
                                        </p:tav>
                                      </p:tavLst>
                                    </p:anim>
                                    <p:anim calcmode="lin" valueType="num">
                                      <p:cBhvr additive="base">
                                        <p:cTn id="8" dur="500" fill="hold"/>
                                        <p:tgtEl>
                                          <p:spTgt spid="297988"/>
                                        </p:tgtEl>
                                        <p:attrNameLst>
                                          <p:attrName>ppt_y</p:attrName>
                                        </p:attrNameLst>
                                      </p:cBhvr>
                                      <p:tavLst>
                                        <p:tav tm="0">
                                          <p:val>
                                            <p:strVal val="0-#ppt_h/2"/>
                                          </p:val>
                                        </p:tav>
                                        <p:tav tm="100000">
                                          <p:val>
                                            <p:strVal val="#ppt_y"/>
                                          </p:val>
                                        </p:tav>
                                      </p:tavLst>
                                    </p:anim>
                                  </p:childTnLst>
                                </p:cTn>
                              </p:par>
                            </p:childTnLst>
                          </p:cTn>
                        </p:par>
                        <p:par>
                          <p:cTn id="9" fill="hold">
                            <p:stCondLst>
                              <p:cond delay="500"/>
                            </p:stCondLst>
                            <p:childTnLst>
                              <p:par>
                                <p:cTn id="10" presetID="3" presetClass="entr" presetSubtype="10" fill="hold" nodeType="after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blinds(horizontal)">
                                      <p:cBhvr>
                                        <p:cTn id="12" dur="500"/>
                                        <p:tgtEl>
                                          <p:spTgt spid="4"/>
                                        </p:tgtEl>
                                      </p:cBhvr>
                                    </p:animEffect>
                                  </p:childTnLst>
                                </p:cTn>
                              </p:par>
                              <p:par>
                                <p:cTn id="13" presetID="3" presetClass="entr" presetSubtype="10" fill="hold" nodeType="withEffect">
                                  <p:stCondLst>
                                    <p:cond delay="0"/>
                                  </p:stCondLst>
                                  <p:childTnLst>
                                    <p:set>
                                      <p:cBhvr>
                                        <p:cTn id="14" dur="1" fill="hold">
                                          <p:stCondLst>
                                            <p:cond delay="0"/>
                                          </p:stCondLst>
                                        </p:cTn>
                                        <p:tgtEl>
                                          <p:spTgt spid="5"/>
                                        </p:tgtEl>
                                        <p:attrNameLst>
                                          <p:attrName>style.visibility</p:attrName>
                                        </p:attrNameLst>
                                      </p:cBhvr>
                                      <p:to>
                                        <p:strVal val="visible"/>
                                      </p:to>
                                    </p:set>
                                    <p:animEffect transition="in" filter="blinds(horizontal)">
                                      <p:cBhvr>
                                        <p:cTn id="15" dur="500"/>
                                        <p:tgtEl>
                                          <p:spTgt spid="5"/>
                                        </p:tgtEl>
                                      </p:cBhvr>
                                    </p:animEffect>
                                  </p:childTnLst>
                                </p:cTn>
                              </p:par>
                              <p:par>
                                <p:cTn id="16" presetID="3" presetClass="entr" presetSubtype="10" fill="hold" nodeType="withEffect">
                                  <p:stCondLst>
                                    <p:cond delay="0"/>
                                  </p:stCondLst>
                                  <p:childTnLst>
                                    <p:set>
                                      <p:cBhvr>
                                        <p:cTn id="17" dur="1" fill="hold">
                                          <p:stCondLst>
                                            <p:cond delay="0"/>
                                          </p:stCondLst>
                                        </p:cTn>
                                        <p:tgtEl>
                                          <p:spTgt spid="6"/>
                                        </p:tgtEl>
                                        <p:attrNameLst>
                                          <p:attrName>style.visibility</p:attrName>
                                        </p:attrNameLst>
                                      </p:cBhvr>
                                      <p:to>
                                        <p:strVal val="visible"/>
                                      </p:to>
                                    </p:set>
                                    <p:animEffect transition="in" filter="blinds(horizontal)">
                                      <p:cBhvr>
                                        <p:cTn id="18" dur="500"/>
                                        <p:tgtEl>
                                          <p:spTgt spid="6"/>
                                        </p:tgtEl>
                                      </p:cBhvr>
                                    </p:animEffect>
                                  </p:childTnLst>
                                </p:cTn>
                              </p:par>
                              <p:par>
                                <p:cTn id="19" presetID="3" presetClass="entr" presetSubtype="10" fill="hold" nodeType="withEffect">
                                  <p:stCondLst>
                                    <p:cond delay="0"/>
                                  </p:stCondLst>
                                  <p:childTnLst>
                                    <p:set>
                                      <p:cBhvr>
                                        <p:cTn id="20" dur="1" fill="hold">
                                          <p:stCondLst>
                                            <p:cond delay="0"/>
                                          </p:stCondLst>
                                        </p:cTn>
                                        <p:tgtEl>
                                          <p:spTgt spid="7"/>
                                        </p:tgtEl>
                                        <p:attrNameLst>
                                          <p:attrName>style.visibility</p:attrName>
                                        </p:attrNameLst>
                                      </p:cBhvr>
                                      <p:to>
                                        <p:strVal val="visible"/>
                                      </p:to>
                                    </p:set>
                                    <p:animEffect transition="in" filter="blinds(horizontal)">
                                      <p:cBhvr>
                                        <p:cTn id="21" dur="500"/>
                                        <p:tgtEl>
                                          <p:spTgt spid="7"/>
                                        </p:tgtEl>
                                      </p:cBhvr>
                                    </p:animEffect>
                                  </p:childTnLst>
                                </p:cTn>
                              </p:par>
                              <p:par>
                                <p:cTn id="22" presetID="3" presetClass="entr" presetSubtype="10" fill="hold" nodeType="withEffect">
                                  <p:stCondLst>
                                    <p:cond delay="0"/>
                                  </p:stCondLst>
                                  <p:childTnLst>
                                    <p:set>
                                      <p:cBhvr>
                                        <p:cTn id="23" dur="1" fill="hold">
                                          <p:stCondLst>
                                            <p:cond delay="0"/>
                                          </p:stCondLst>
                                        </p:cTn>
                                        <p:tgtEl>
                                          <p:spTgt spid="8"/>
                                        </p:tgtEl>
                                        <p:attrNameLst>
                                          <p:attrName>style.visibility</p:attrName>
                                        </p:attrNameLst>
                                      </p:cBhvr>
                                      <p:to>
                                        <p:strVal val="visible"/>
                                      </p:to>
                                    </p:set>
                                    <p:animEffect transition="in" filter="blinds(horizontal)">
                                      <p:cBhvr>
                                        <p:cTn id="24" dur="500"/>
                                        <p:tgtEl>
                                          <p:spTgt spid="8"/>
                                        </p:tgtEl>
                                      </p:cBhvr>
                                    </p:animEffect>
                                  </p:childTnLst>
                                </p:cTn>
                              </p:par>
                              <p:par>
                                <p:cTn id="25" presetID="3" presetClass="entr" presetSubtype="10" fill="hold" nodeType="withEffect">
                                  <p:stCondLst>
                                    <p:cond delay="0"/>
                                  </p:stCondLst>
                                  <p:childTnLst>
                                    <p:set>
                                      <p:cBhvr>
                                        <p:cTn id="26" dur="1" fill="hold">
                                          <p:stCondLst>
                                            <p:cond delay="0"/>
                                          </p:stCondLst>
                                        </p:cTn>
                                        <p:tgtEl>
                                          <p:spTgt spid="9"/>
                                        </p:tgtEl>
                                        <p:attrNameLst>
                                          <p:attrName>style.visibility</p:attrName>
                                        </p:attrNameLst>
                                      </p:cBhvr>
                                      <p:to>
                                        <p:strVal val="visible"/>
                                      </p:to>
                                    </p:set>
                                    <p:animEffect transition="in" filter="blinds(horizontal)">
                                      <p:cBhvr>
                                        <p:cTn id="27" dur="500"/>
                                        <p:tgtEl>
                                          <p:spTgt spid="9"/>
                                        </p:tgtEl>
                                      </p:cBhvr>
                                    </p:animEffect>
                                  </p:childTnLst>
                                </p:cTn>
                              </p:par>
                            </p:childTnLst>
                          </p:cTn>
                        </p:par>
                        <p:par>
                          <p:cTn id="28" fill="hold">
                            <p:stCondLst>
                              <p:cond delay="1000"/>
                            </p:stCondLst>
                            <p:childTnLst>
                              <p:par>
                                <p:cTn id="29" presetID="49" presetClass="entr" presetSubtype="0" decel="100000" fill="hold" nodeType="afterEffect">
                                  <p:stCondLst>
                                    <p:cond delay="0"/>
                                  </p:stCondLst>
                                  <p:childTnLst>
                                    <p:set>
                                      <p:cBhvr>
                                        <p:cTn id="30" dur="1" fill="hold">
                                          <p:stCondLst>
                                            <p:cond delay="0"/>
                                          </p:stCondLst>
                                        </p:cTn>
                                        <p:tgtEl>
                                          <p:spTgt spid="3"/>
                                        </p:tgtEl>
                                        <p:attrNameLst>
                                          <p:attrName>style.visibility</p:attrName>
                                        </p:attrNameLst>
                                      </p:cBhvr>
                                      <p:to>
                                        <p:strVal val="visible"/>
                                      </p:to>
                                    </p:set>
                                    <p:anim calcmode="lin" valueType="num">
                                      <p:cBhvr>
                                        <p:cTn id="31" dur="500" fill="hold"/>
                                        <p:tgtEl>
                                          <p:spTgt spid="3"/>
                                        </p:tgtEl>
                                        <p:attrNameLst>
                                          <p:attrName>ppt_w</p:attrName>
                                        </p:attrNameLst>
                                      </p:cBhvr>
                                      <p:tavLst>
                                        <p:tav tm="0">
                                          <p:val>
                                            <p:fltVal val="0.000000"/>
                                          </p:val>
                                        </p:tav>
                                        <p:tav tm="100000">
                                          <p:val>
                                            <p:strVal val="#ppt_w"/>
                                          </p:val>
                                        </p:tav>
                                      </p:tavLst>
                                    </p:anim>
                                    <p:anim calcmode="lin" valueType="num">
                                      <p:cBhvr>
                                        <p:cTn id="32" dur="500" fill="hold"/>
                                        <p:tgtEl>
                                          <p:spTgt spid="3"/>
                                        </p:tgtEl>
                                        <p:attrNameLst>
                                          <p:attrName>ppt_h</p:attrName>
                                        </p:attrNameLst>
                                      </p:cBhvr>
                                      <p:tavLst>
                                        <p:tav tm="0">
                                          <p:val>
                                            <p:fltVal val="0.000000"/>
                                          </p:val>
                                        </p:tav>
                                        <p:tav tm="100000">
                                          <p:val>
                                            <p:strVal val="#ppt_h"/>
                                          </p:val>
                                        </p:tav>
                                      </p:tavLst>
                                    </p:anim>
                                    <p:anim calcmode="lin" valueType="num">
                                      <p:cBhvr>
                                        <p:cTn id="33" dur="500" fill="hold"/>
                                        <p:tgtEl>
                                          <p:spTgt spid="3"/>
                                        </p:tgtEl>
                                        <p:attrNameLst>
                                          <p:attrName>style.rotation</p:attrName>
                                        </p:attrNameLst>
                                      </p:cBhvr>
                                      <p:tavLst>
                                        <p:tav tm="0">
                                          <p:val>
                                            <p:fltVal val="360.000000"/>
                                          </p:val>
                                        </p:tav>
                                        <p:tav tm="100000">
                                          <p:val>
                                            <p:fltVal val="0.000000"/>
                                          </p:val>
                                        </p:tav>
                                      </p:tavLst>
                                    </p:anim>
                                    <p:animEffect transition="in" filter="fade">
                                      <p:cBhvr>
                                        <p:cTn id="34" dur="500"/>
                                        <p:tgtEl>
                                          <p:spTgt spid="3"/>
                                        </p:tgtEl>
                                      </p:cBhvr>
                                    </p:animEffect>
                                  </p:childTnLst>
                                </p:cTn>
                              </p:par>
                            </p:childTnLst>
                          </p:cTn>
                        </p:par>
                        <p:par>
                          <p:cTn id="35" fill="hold">
                            <p:stCondLst>
                              <p:cond delay="1500"/>
                            </p:stCondLst>
                            <p:childTnLst>
                              <p:par>
                                <p:cTn id="36" presetID="55" presetClass="entr" presetSubtype="0" fill="hold" nodeType="afterEffect">
                                  <p:stCondLst>
                                    <p:cond delay="0"/>
                                  </p:stCondLst>
                                  <p:childTnLst>
                                    <p:set>
                                      <p:cBhvr>
                                        <p:cTn id="37" dur="1" fill="hold">
                                          <p:stCondLst>
                                            <p:cond delay="0"/>
                                          </p:stCondLst>
                                        </p:cTn>
                                        <p:tgtEl>
                                          <p:spTgt spid="2"/>
                                        </p:tgtEl>
                                        <p:attrNameLst>
                                          <p:attrName>style.visibility</p:attrName>
                                        </p:attrNameLst>
                                      </p:cBhvr>
                                      <p:to>
                                        <p:strVal val="visible"/>
                                      </p:to>
                                    </p:set>
                                    <p:anim calcmode="lin" valueType="num">
                                      <p:cBhvr>
                                        <p:cTn id="38" dur="500" fill="hold"/>
                                        <p:tgtEl>
                                          <p:spTgt spid="2"/>
                                        </p:tgtEl>
                                        <p:attrNameLst>
                                          <p:attrName>ppt_w</p:attrName>
                                        </p:attrNameLst>
                                      </p:cBhvr>
                                      <p:tavLst>
                                        <p:tav tm="0">
                                          <p:val>
                                            <p:strVal val="#ppt_w*0.70"/>
                                          </p:val>
                                        </p:tav>
                                        <p:tav tm="100000">
                                          <p:val>
                                            <p:strVal val="#ppt_w"/>
                                          </p:val>
                                        </p:tav>
                                      </p:tavLst>
                                    </p:anim>
                                    <p:anim calcmode="lin" valueType="num">
                                      <p:cBhvr>
                                        <p:cTn id="39" dur="500" fill="hold"/>
                                        <p:tgtEl>
                                          <p:spTgt spid="2"/>
                                        </p:tgtEl>
                                        <p:attrNameLst>
                                          <p:attrName>ppt_h</p:attrName>
                                        </p:attrNameLst>
                                      </p:cBhvr>
                                      <p:tavLst>
                                        <p:tav tm="0">
                                          <p:val>
                                            <p:strVal val="#ppt_h"/>
                                          </p:val>
                                        </p:tav>
                                        <p:tav tm="100000">
                                          <p:val>
                                            <p:strVal val="#ppt_h"/>
                                          </p:val>
                                        </p:tav>
                                      </p:tavLst>
                                    </p:anim>
                                    <p:animEffect transition="in" filter="fade">
                                      <p:cBhvr>
                                        <p:cTn id="40"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97988"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20835" name="Text Box 3"/>
          <p:cNvSpPr txBox="1"/>
          <p:nvPr/>
        </p:nvSpPr>
        <p:spPr>
          <a:xfrm>
            <a:off x="971550" y="3284538"/>
            <a:ext cx="6121400" cy="641350"/>
          </a:xfrm>
          <a:prstGeom prst="rect">
            <a:avLst/>
          </a:prstGeom>
          <a:noFill/>
          <a:ln w="9525">
            <a:noFill/>
          </a:ln>
        </p:spPr>
        <p:txBody>
          <a:bodyPr>
            <a:spAutoFit/>
          </a:bodyPr>
          <a:p>
            <a:pPr>
              <a:spcBef>
                <a:spcPct val="20000"/>
              </a:spcBef>
            </a:pPr>
            <a:r>
              <a:rPr lang="en-US" altLang="zh-CN" sz="3600" dirty="0">
                <a:latin typeface="楷体_GB2312" pitchFamily="49" charset="-122"/>
              </a:rPr>
              <a:t>2. </a:t>
            </a:r>
            <a:r>
              <a:rPr lang="zh-CN" altLang="en-US" sz="3600" dirty="0">
                <a:latin typeface="楷体_GB2312" pitchFamily="49" charset="-122"/>
              </a:rPr>
              <a:t>正弦稳态电路的分析</a:t>
            </a:r>
            <a:endParaRPr lang="zh-CN" altLang="en-US" sz="3600" dirty="0">
              <a:latin typeface="楷体_GB2312" pitchFamily="49" charset="-122"/>
            </a:endParaRPr>
          </a:p>
        </p:txBody>
      </p:sp>
      <p:sp>
        <p:nvSpPr>
          <p:cNvPr id="120836" name="Text Box 4"/>
          <p:cNvSpPr txBox="1"/>
          <p:nvPr/>
        </p:nvSpPr>
        <p:spPr>
          <a:xfrm>
            <a:off x="971550" y="4005263"/>
            <a:ext cx="6697663" cy="641350"/>
          </a:xfrm>
          <a:prstGeom prst="rect">
            <a:avLst/>
          </a:prstGeom>
          <a:noFill/>
          <a:ln w="9525">
            <a:noFill/>
          </a:ln>
        </p:spPr>
        <p:txBody>
          <a:bodyPr>
            <a:spAutoFit/>
          </a:bodyPr>
          <a:p>
            <a:pPr>
              <a:spcBef>
                <a:spcPct val="50000"/>
              </a:spcBef>
            </a:pPr>
            <a:r>
              <a:rPr lang="en-US" altLang="zh-CN" sz="3600" dirty="0">
                <a:latin typeface="楷体_GB2312" pitchFamily="49" charset="-122"/>
              </a:rPr>
              <a:t>3. </a:t>
            </a:r>
            <a:r>
              <a:rPr lang="zh-CN" altLang="en-US" sz="3600" dirty="0">
                <a:latin typeface="楷体_GB2312" pitchFamily="49" charset="-122"/>
                <a:sym typeface="Wingdings 3" panose="05040102010807070707" pitchFamily="18" charset="2"/>
              </a:rPr>
              <a:t>正弦稳态电路的功率分析</a:t>
            </a:r>
            <a:endParaRPr lang="zh-CN" altLang="en-US" sz="3600" dirty="0">
              <a:latin typeface="楷体_GB2312" pitchFamily="49" charset="-122"/>
            </a:endParaRPr>
          </a:p>
        </p:txBody>
      </p:sp>
      <p:sp>
        <p:nvSpPr>
          <p:cNvPr id="120837" name="Rectangle 5"/>
          <p:cNvSpPr/>
          <p:nvPr/>
        </p:nvSpPr>
        <p:spPr>
          <a:xfrm>
            <a:off x="611188" y="1341438"/>
            <a:ext cx="2125662" cy="641350"/>
          </a:xfrm>
          <a:prstGeom prst="rect">
            <a:avLst/>
          </a:prstGeom>
          <a:solidFill>
            <a:srgbClr val="FF3300"/>
          </a:solidFill>
          <a:ln w="12700">
            <a:noFill/>
          </a:ln>
        </p:spPr>
        <p:txBody>
          <a:bodyPr wrap="none">
            <a:spAutoFit/>
          </a:bodyPr>
          <a:p>
            <a:pPr eaLnBrk="0" hangingPunct="0">
              <a:buClr>
                <a:schemeClr val="bg1"/>
              </a:buClr>
              <a:buFont typeface="Wingdings" panose="05000000000000000000" pitchFamily="2" charset="2"/>
              <a:buChar char="l"/>
            </a:pPr>
            <a:r>
              <a:rPr lang="en-US" altLang="zh-CN" sz="3600" dirty="0">
                <a:solidFill>
                  <a:schemeClr val="bg1"/>
                </a:solidFill>
                <a:latin typeface="楷体_GB2312" pitchFamily="49" charset="-122"/>
                <a:sym typeface="Monotype Sorts" pitchFamily="2" charset="2"/>
              </a:rPr>
              <a:t> </a:t>
            </a:r>
            <a:r>
              <a:rPr lang="zh-CN" altLang="en-US" sz="3600" dirty="0">
                <a:solidFill>
                  <a:schemeClr val="bg1"/>
                </a:solidFill>
                <a:latin typeface="楷体_GB2312" pitchFamily="49" charset="-122"/>
              </a:rPr>
              <a:t>重点：</a:t>
            </a:r>
            <a:endParaRPr lang="zh-CN" altLang="en-US" sz="3200" dirty="0">
              <a:solidFill>
                <a:schemeClr val="bg1"/>
              </a:solidFill>
              <a:latin typeface="楷体_GB2312" pitchFamily="49" charset="-122"/>
            </a:endParaRPr>
          </a:p>
        </p:txBody>
      </p:sp>
      <p:sp>
        <p:nvSpPr>
          <p:cNvPr id="120838" name="Text Box 6"/>
          <p:cNvSpPr txBox="1"/>
          <p:nvPr/>
        </p:nvSpPr>
        <p:spPr>
          <a:xfrm>
            <a:off x="971550" y="2565400"/>
            <a:ext cx="6913563" cy="641350"/>
          </a:xfrm>
          <a:prstGeom prst="rect">
            <a:avLst/>
          </a:prstGeom>
          <a:noFill/>
          <a:ln w="9525">
            <a:noFill/>
          </a:ln>
        </p:spPr>
        <p:txBody>
          <a:bodyPr>
            <a:spAutoFit/>
          </a:bodyPr>
          <a:p>
            <a:pPr>
              <a:spcBef>
                <a:spcPct val="50000"/>
              </a:spcBef>
            </a:pPr>
            <a:r>
              <a:rPr lang="en-US" altLang="zh-CN" sz="3600" dirty="0">
                <a:latin typeface="楷体_GB2312" pitchFamily="49" charset="-122"/>
              </a:rPr>
              <a:t>1. </a:t>
            </a:r>
            <a:r>
              <a:rPr lang="zh-CN" altLang="en-US" sz="3600" dirty="0">
                <a:latin typeface="楷体_GB2312" pitchFamily="49" charset="-122"/>
              </a:rPr>
              <a:t>阻抗和导纳</a:t>
            </a:r>
            <a:endParaRPr lang="zh-CN" altLang="en-US" sz="3600" dirty="0">
              <a:latin typeface="楷体_GB2312" pitchFamily="49" charset="-122"/>
            </a:endParaRPr>
          </a:p>
        </p:txBody>
      </p:sp>
      <p:grpSp>
        <p:nvGrpSpPr>
          <p:cNvPr id="82950" name="Group 10"/>
          <p:cNvGrpSpPr/>
          <p:nvPr/>
        </p:nvGrpSpPr>
        <p:grpSpPr>
          <a:xfrm>
            <a:off x="8316913" y="6446838"/>
            <a:ext cx="792162" cy="366712"/>
            <a:chOff x="4649" y="4020"/>
            <a:chExt cx="499" cy="231"/>
          </a:xfrm>
        </p:grpSpPr>
        <p:pic>
          <p:nvPicPr>
            <p:cNvPr id="82951" name="Picture 11" descr="78900"/>
            <p:cNvPicPr>
              <a:picLocks noChangeAspect="1"/>
            </p:cNvPicPr>
            <p:nvPr/>
          </p:nvPicPr>
          <p:blipFill>
            <a:blip r:embed="rId1"/>
            <a:stretch>
              <a:fillRect/>
            </a:stretch>
          </p:blipFill>
          <p:spPr>
            <a:xfrm>
              <a:off x="4649" y="4066"/>
              <a:ext cx="499" cy="181"/>
            </a:xfrm>
            <a:prstGeom prst="rect">
              <a:avLst/>
            </a:prstGeom>
            <a:noFill/>
            <a:ln w="9525">
              <a:noFill/>
            </a:ln>
          </p:spPr>
        </p:pic>
        <p:sp>
          <p:nvSpPr>
            <p:cNvPr id="82952" name="Text Box 12">
              <a:hlinkClick r:id="" action="ppaction://hlinkshowjump?jump=firstslide"/>
            </p:cNvPr>
            <p:cNvSpPr txBox="1"/>
            <p:nvPr/>
          </p:nvSpPr>
          <p:spPr>
            <a:xfrm>
              <a:off x="4672" y="4020"/>
              <a:ext cx="476" cy="231"/>
            </a:xfrm>
            <a:prstGeom prst="rect">
              <a:avLst/>
            </a:prstGeom>
            <a:noFill/>
            <a:ln w="9525">
              <a:noFill/>
            </a:ln>
          </p:spPr>
          <p:txBody>
            <a:bodyPr wrap="none">
              <a:spAutoFit/>
            </a:bodyPr>
            <a:p>
              <a:pPr>
                <a:spcBef>
                  <a:spcPct val="50000"/>
                </a:spcBef>
              </a:pPr>
              <a:r>
                <a:rPr lang="zh-CN" altLang="en-US" sz="1800" b="0" dirty="0">
                  <a:solidFill>
                    <a:schemeClr val="bg1"/>
                  </a:solidFill>
                  <a:latin typeface="隶书" panose="02010509060101010101" pitchFamily="49" charset="-122"/>
                  <a:ea typeface="隶书" panose="02010509060101010101" pitchFamily="49" charset="-122"/>
                </a:rPr>
                <a:t>返 回</a:t>
              </a:r>
              <a:endParaRPr lang="zh-CN" altLang="en-US" sz="1800" b="0" dirty="0">
                <a:solidFill>
                  <a:schemeClr val="bg1"/>
                </a:solidFill>
                <a:latin typeface="隶书" panose="02010509060101010101" pitchFamily="49" charset="-122"/>
                <a:ea typeface="隶书" panose="02010509060101010101" pitchFamily="49" charset="-122"/>
              </a:endParaRP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grpId="0" nodeType="afterEffect">
                                  <p:stCondLst>
                                    <p:cond delay="0"/>
                                  </p:stCondLst>
                                  <p:childTnLst>
                                    <p:set>
                                      <p:cBhvr>
                                        <p:cTn id="6" dur="1" fill="hold">
                                          <p:stCondLst>
                                            <p:cond delay="0"/>
                                          </p:stCondLst>
                                        </p:cTn>
                                        <p:tgtEl>
                                          <p:spTgt spid="120837"/>
                                        </p:tgtEl>
                                        <p:attrNameLst>
                                          <p:attrName>style.visibility</p:attrName>
                                        </p:attrNameLst>
                                      </p:cBhvr>
                                      <p:to>
                                        <p:strVal val="visible"/>
                                      </p:to>
                                    </p:set>
                                    <p:anim calcmode="lin" valueType="num">
                                      <p:cBhvr additive="base">
                                        <p:cTn id="7" dur="500" fill="hold"/>
                                        <p:tgtEl>
                                          <p:spTgt spid="120837"/>
                                        </p:tgtEl>
                                        <p:attrNameLst>
                                          <p:attrName>ppt_x</p:attrName>
                                        </p:attrNameLst>
                                      </p:cBhvr>
                                      <p:tavLst>
                                        <p:tav tm="0">
                                          <p:val>
                                            <p:strVal val="0-#ppt_w/2"/>
                                          </p:val>
                                        </p:tav>
                                        <p:tav tm="100000">
                                          <p:val>
                                            <p:strVal val="#ppt_x"/>
                                          </p:val>
                                        </p:tav>
                                      </p:tavLst>
                                    </p:anim>
                                    <p:anim calcmode="lin" valueType="num">
                                      <p:cBhvr additive="base">
                                        <p:cTn id="8" dur="500" fill="hold"/>
                                        <p:tgtEl>
                                          <p:spTgt spid="120837"/>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2" presetClass="entr" presetSubtype="8" fill="hold" grpId="0" nodeType="clickEffect">
                                  <p:stCondLst>
                                    <p:cond delay="0"/>
                                  </p:stCondLst>
                                  <p:childTnLst>
                                    <p:set>
                                      <p:cBhvr>
                                        <p:cTn id="12" dur="1" fill="hold">
                                          <p:stCondLst>
                                            <p:cond delay="0"/>
                                          </p:stCondLst>
                                        </p:cTn>
                                        <p:tgtEl>
                                          <p:spTgt spid="120838"/>
                                        </p:tgtEl>
                                        <p:attrNameLst>
                                          <p:attrName>style.visibility</p:attrName>
                                        </p:attrNameLst>
                                      </p:cBhvr>
                                      <p:to>
                                        <p:strVal val="visible"/>
                                      </p:to>
                                    </p:set>
                                    <p:animEffect transition="in" filter="wipe(left)">
                                      <p:cBhvr>
                                        <p:cTn id="13" dur="2000"/>
                                        <p:tgtEl>
                                          <p:spTgt spid="120838"/>
                                        </p:tgtEl>
                                      </p:cBhvr>
                                    </p:animEffect>
                                  </p:childTnLst>
                                </p:cTn>
                              </p:par>
                            </p:childTnLst>
                          </p:cTn>
                        </p:par>
                      </p:childTnLst>
                    </p:cTn>
                  </p:par>
                  <p:par>
                    <p:cTn id="14" fill="hold">
                      <p:stCondLst>
                        <p:cond delay="indefinite"/>
                      </p:stCondLst>
                      <p:childTnLst>
                        <p:par>
                          <p:cTn id="15" fill="hold">
                            <p:stCondLst>
                              <p:cond delay="0"/>
                            </p:stCondLst>
                            <p:childTnLst>
                              <p:par>
                                <p:cTn id="16" presetID="22" presetClass="entr" presetSubtype="1" fill="hold" grpId="0" nodeType="clickEffect">
                                  <p:stCondLst>
                                    <p:cond delay="0"/>
                                  </p:stCondLst>
                                  <p:childTnLst>
                                    <p:set>
                                      <p:cBhvr>
                                        <p:cTn id="17" dur="1" fill="hold">
                                          <p:stCondLst>
                                            <p:cond delay="0"/>
                                          </p:stCondLst>
                                        </p:cTn>
                                        <p:tgtEl>
                                          <p:spTgt spid="120835"/>
                                        </p:tgtEl>
                                        <p:attrNameLst>
                                          <p:attrName>style.visibility</p:attrName>
                                        </p:attrNameLst>
                                      </p:cBhvr>
                                      <p:to>
                                        <p:strVal val="visible"/>
                                      </p:to>
                                    </p:set>
                                    <p:animEffect transition="in" filter="wipe(up)">
                                      <p:cBhvr>
                                        <p:cTn id="18" dur="2000"/>
                                        <p:tgtEl>
                                          <p:spTgt spid="120835"/>
                                        </p:tgtEl>
                                      </p:cBhvr>
                                    </p:animEffect>
                                  </p:childTnLst>
                                </p:cTn>
                              </p:par>
                            </p:childTnLst>
                          </p:cTn>
                        </p:par>
                      </p:childTnLst>
                    </p:cTn>
                  </p:par>
                  <p:par>
                    <p:cTn id="19" fill="hold">
                      <p:stCondLst>
                        <p:cond delay="indefinite"/>
                      </p:stCondLst>
                      <p:childTnLst>
                        <p:par>
                          <p:cTn id="20" fill="hold">
                            <p:stCondLst>
                              <p:cond delay="0"/>
                            </p:stCondLst>
                            <p:childTnLst>
                              <p:par>
                                <p:cTn id="21" presetID="22" presetClass="entr" presetSubtype="8" fill="hold" grpId="0" nodeType="clickEffect">
                                  <p:stCondLst>
                                    <p:cond delay="0"/>
                                  </p:stCondLst>
                                  <p:childTnLst>
                                    <p:set>
                                      <p:cBhvr>
                                        <p:cTn id="22" dur="1" fill="hold">
                                          <p:stCondLst>
                                            <p:cond delay="0"/>
                                          </p:stCondLst>
                                        </p:cTn>
                                        <p:tgtEl>
                                          <p:spTgt spid="120836"/>
                                        </p:tgtEl>
                                        <p:attrNameLst>
                                          <p:attrName>style.visibility</p:attrName>
                                        </p:attrNameLst>
                                      </p:cBhvr>
                                      <p:to>
                                        <p:strVal val="visible"/>
                                      </p:to>
                                    </p:set>
                                    <p:animEffect transition="in" filter="wipe(left)">
                                      <p:cBhvr>
                                        <p:cTn id="23" dur="2000"/>
                                        <p:tgtEl>
                                          <p:spTgt spid="12083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0835" grpId="0"/>
      <p:bldP spid="120836" grpId="0"/>
      <p:bldP spid="120837" grpId="0" animBg="1"/>
      <p:bldP spid="120838"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9634" name="Text Box 2"/>
          <p:cNvSpPr txBox="1"/>
          <p:nvPr/>
        </p:nvSpPr>
        <p:spPr>
          <a:xfrm>
            <a:off x="2124075" y="404813"/>
            <a:ext cx="5040313" cy="762000"/>
          </a:xfrm>
          <a:prstGeom prst="rect">
            <a:avLst/>
          </a:prstGeom>
          <a:noFill/>
          <a:ln w="9525">
            <a:noFill/>
          </a:ln>
        </p:spPr>
        <p:txBody>
          <a:bodyPr>
            <a:spAutoFit/>
          </a:bodyPr>
          <a:p>
            <a:r>
              <a:rPr lang="en-US" altLang="zh-CN" sz="4400" b="0" dirty="0">
                <a:solidFill>
                  <a:schemeClr val="bg1"/>
                </a:solidFill>
                <a:latin typeface="Times New Roman" panose="02020603050405020304" pitchFamily="18" charset="0"/>
              </a:rPr>
              <a:t>9-1</a:t>
            </a:r>
            <a:r>
              <a:rPr lang="en-US" altLang="zh-CN" sz="4400" dirty="0">
                <a:solidFill>
                  <a:schemeClr val="bg1"/>
                </a:solidFill>
                <a:latin typeface="楷体_GB2312" pitchFamily="49" charset="-122"/>
              </a:rPr>
              <a:t>  </a:t>
            </a:r>
            <a:r>
              <a:rPr lang="zh-CN" altLang="en-US" sz="4400" dirty="0">
                <a:solidFill>
                  <a:schemeClr val="bg1"/>
                </a:solidFill>
                <a:latin typeface="楷体_GB2312" pitchFamily="49" charset="-122"/>
              </a:rPr>
              <a:t>阻抗和导纳</a:t>
            </a:r>
            <a:endParaRPr lang="zh-CN" altLang="en-US" sz="4400" dirty="0">
              <a:solidFill>
                <a:schemeClr val="bg1"/>
              </a:solidFill>
              <a:latin typeface="楷体_GB2312" pitchFamily="49" charset="-122"/>
            </a:endParaRPr>
          </a:p>
        </p:txBody>
      </p:sp>
      <p:sp>
        <p:nvSpPr>
          <p:cNvPr id="69635" name="Text Box 3"/>
          <p:cNvSpPr txBox="1"/>
          <p:nvPr/>
        </p:nvSpPr>
        <p:spPr>
          <a:xfrm>
            <a:off x="755650" y="1196975"/>
            <a:ext cx="2376488" cy="579438"/>
          </a:xfrm>
          <a:prstGeom prst="rect">
            <a:avLst/>
          </a:prstGeom>
          <a:noFill/>
          <a:ln w="9525">
            <a:noFill/>
          </a:ln>
        </p:spPr>
        <p:txBody>
          <a:bodyPr>
            <a:spAutoFit/>
          </a:bodyPr>
          <a:p>
            <a:r>
              <a:rPr lang="en-US" altLang="zh-CN" sz="3200" dirty="0">
                <a:solidFill>
                  <a:schemeClr val="bg1"/>
                </a:solidFill>
                <a:latin typeface="楷体_GB2312" pitchFamily="49" charset="-122"/>
              </a:rPr>
              <a:t>1. </a:t>
            </a:r>
            <a:r>
              <a:rPr lang="zh-CN" altLang="en-US" sz="3200" dirty="0">
                <a:solidFill>
                  <a:schemeClr val="bg1"/>
                </a:solidFill>
                <a:latin typeface="楷体_GB2312" pitchFamily="49" charset="-122"/>
              </a:rPr>
              <a:t>阻抗</a:t>
            </a:r>
            <a:endParaRPr lang="zh-CN" altLang="en-US" sz="3200" dirty="0">
              <a:solidFill>
                <a:schemeClr val="bg1"/>
              </a:solidFill>
              <a:latin typeface="楷体_GB2312" pitchFamily="49" charset="-122"/>
            </a:endParaRPr>
          </a:p>
        </p:txBody>
      </p:sp>
      <p:sp>
        <p:nvSpPr>
          <p:cNvPr id="69636" name="Text Box 4"/>
          <p:cNvSpPr txBox="1"/>
          <p:nvPr/>
        </p:nvSpPr>
        <p:spPr>
          <a:xfrm>
            <a:off x="2771775" y="1268413"/>
            <a:ext cx="2886075" cy="519112"/>
          </a:xfrm>
          <a:prstGeom prst="rect">
            <a:avLst/>
          </a:prstGeom>
          <a:noFill/>
          <a:ln w="9525">
            <a:noFill/>
          </a:ln>
        </p:spPr>
        <p:txBody>
          <a:bodyPr wrap="none" lIns="198000" rIns="198000">
            <a:spAutoFit/>
          </a:bodyPr>
          <a:p>
            <a:r>
              <a:rPr lang="zh-CN" altLang="en-US" dirty="0">
                <a:latin typeface="Times New Roman" panose="02020603050405020304" pitchFamily="18" charset="0"/>
              </a:rPr>
              <a:t>正弦稳态情况下</a:t>
            </a:r>
            <a:endParaRPr lang="zh-CN" altLang="en-US" dirty="0">
              <a:latin typeface="Times New Roman" panose="02020603050405020304" pitchFamily="18" charset="0"/>
            </a:endParaRPr>
          </a:p>
        </p:txBody>
      </p:sp>
      <p:sp>
        <p:nvSpPr>
          <p:cNvPr id="69637" name="AutoShape 5"/>
          <p:cNvSpPr/>
          <p:nvPr/>
        </p:nvSpPr>
        <p:spPr>
          <a:xfrm>
            <a:off x="4932363" y="2492375"/>
            <a:ext cx="792162" cy="215900"/>
          </a:xfrm>
          <a:prstGeom prst="rightArrow">
            <a:avLst>
              <a:gd name="adj1" fmla="val 50000"/>
              <a:gd name="adj2" fmla="val 91710"/>
            </a:avLst>
          </a:prstGeom>
          <a:solidFill>
            <a:srgbClr val="0066FF"/>
          </a:solidFill>
          <a:ln w="9525" cap="flat" cmpd="sng">
            <a:solidFill>
              <a:srgbClr val="0066FF"/>
            </a:solidFill>
            <a:prstDash val="solid"/>
            <a:miter/>
            <a:headEnd type="none" w="med" len="med"/>
            <a:tailEnd type="none" w="med" len="med"/>
          </a:ln>
        </p:spPr>
        <p:txBody>
          <a:bodyPr wrap="none" anchor="ctr" anchorCtr="0"/>
          <a:p>
            <a:endParaRPr lang="zh-CN" altLang="en-US" dirty="0">
              <a:latin typeface="楷体_GB2312" pitchFamily="49" charset="-122"/>
            </a:endParaRPr>
          </a:p>
        </p:txBody>
      </p:sp>
      <p:grpSp>
        <p:nvGrpSpPr>
          <p:cNvPr id="2" name="Group 69"/>
          <p:cNvGrpSpPr/>
          <p:nvPr/>
        </p:nvGrpSpPr>
        <p:grpSpPr>
          <a:xfrm>
            <a:off x="6084888" y="1628775"/>
            <a:ext cx="1603375" cy="1730375"/>
            <a:chOff x="3833" y="1026"/>
            <a:chExt cx="1010" cy="1090"/>
          </a:xfrm>
        </p:grpSpPr>
        <p:sp>
          <p:nvSpPr>
            <p:cNvPr id="1062" name="Line 7"/>
            <p:cNvSpPr/>
            <p:nvPr/>
          </p:nvSpPr>
          <p:spPr>
            <a:xfrm>
              <a:off x="4554" y="1328"/>
              <a:ext cx="0" cy="768"/>
            </a:xfrm>
            <a:prstGeom prst="line">
              <a:avLst/>
            </a:prstGeom>
            <a:ln w="28575" cap="flat" cmpd="sng">
              <a:solidFill>
                <a:srgbClr val="FFCC00"/>
              </a:solidFill>
              <a:prstDash val="solid"/>
              <a:headEnd type="none" w="med" len="med"/>
              <a:tailEnd type="none" w="med" len="med"/>
            </a:ln>
          </p:spPr>
        </p:sp>
        <p:sp>
          <p:nvSpPr>
            <p:cNvPr id="1063" name="Line 8"/>
            <p:cNvSpPr/>
            <p:nvPr/>
          </p:nvSpPr>
          <p:spPr>
            <a:xfrm>
              <a:off x="3978" y="1342"/>
              <a:ext cx="576" cy="0"/>
            </a:xfrm>
            <a:prstGeom prst="line">
              <a:avLst/>
            </a:prstGeom>
            <a:ln w="28575" cap="flat" cmpd="sng">
              <a:solidFill>
                <a:srgbClr val="FFCC00"/>
              </a:solidFill>
              <a:prstDash val="solid"/>
              <a:headEnd type="none" w="med" len="med"/>
              <a:tailEnd type="none" w="med" len="med"/>
            </a:ln>
          </p:spPr>
        </p:sp>
        <p:sp>
          <p:nvSpPr>
            <p:cNvPr id="1064" name="Line 9"/>
            <p:cNvSpPr/>
            <p:nvPr/>
          </p:nvSpPr>
          <p:spPr>
            <a:xfrm>
              <a:off x="3978" y="2084"/>
              <a:ext cx="576" cy="0"/>
            </a:xfrm>
            <a:prstGeom prst="line">
              <a:avLst/>
            </a:prstGeom>
            <a:ln w="28575" cap="flat" cmpd="sng">
              <a:solidFill>
                <a:srgbClr val="FFCC00"/>
              </a:solidFill>
              <a:prstDash val="solid"/>
              <a:headEnd type="none" w="med" len="med"/>
              <a:tailEnd type="none" w="med" len="med"/>
            </a:ln>
          </p:spPr>
        </p:sp>
        <p:sp>
          <p:nvSpPr>
            <p:cNvPr id="1065" name="Rectangle 10"/>
            <p:cNvSpPr/>
            <p:nvPr/>
          </p:nvSpPr>
          <p:spPr>
            <a:xfrm>
              <a:off x="4494" y="1568"/>
              <a:ext cx="120" cy="288"/>
            </a:xfrm>
            <a:prstGeom prst="rect">
              <a:avLst/>
            </a:prstGeom>
            <a:gradFill rotWithShape="1">
              <a:gsLst>
                <a:gs pos="0">
                  <a:srgbClr val="764700"/>
                </a:gs>
                <a:gs pos="50000">
                  <a:srgbClr val="FF9900"/>
                </a:gs>
                <a:gs pos="100000">
                  <a:srgbClr val="764700"/>
                </a:gs>
              </a:gsLst>
              <a:lin ang="0" scaled="1"/>
              <a:tileRect/>
            </a:gradFill>
            <a:ln w="28575">
              <a:noFill/>
            </a:ln>
          </p:spPr>
          <p:txBody>
            <a:bodyPr wrap="none" anchor="ctr" anchorCtr="0">
              <a:spAutoFit/>
            </a:bodyPr>
            <a:p>
              <a:endParaRPr lang="zh-CN" altLang="en-US" dirty="0">
                <a:latin typeface="楷体_GB2312" pitchFamily="49" charset="-122"/>
              </a:endParaRPr>
            </a:p>
          </p:txBody>
        </p:sp>
        <p:sp>
          <p:nvSpPr>
            <p:cNvPr id="1066" name="Line 11"/>
            <p:cNvSpPr/>
            <p:nvPr/>
          </p:nvSpPr>
          <p:spPr>
            <a:xfrm>
              <a:off x="4014" y="1344"/>
              <a:ext cx="384" cy="0"/>
            </a:xfrm>
            <a:prstGeom prst="line">
              <a:avLst/>
            </a:prstGeom>
            <a:ln w="28575" cap="flat" cmpd="sng">
              <a:solidFill>
                <a:srgbClr val="66FFFF"/>
              </a:solidFill>
              <a:prstDash val="solid"/>
              <a:headEnd type="none" w="med" len="med"/>
              <a:tailEnd type="triangle" w="med" len="med"/>
            </a:ln>
          </p:spPr>
        </p:sp>
        <p:graphicFrame>
          <p:nvGraphicFramePr>
            <p:cNvPr id="1031" name="Object 12"/>
            <p:cNvGraphicFramePr/>
            <p:nvPr/>
          </p:nvGraphicFramePr>
          <p:xfrm>
            <a:off x="4105" y="1026"/>
            <a:ext cx="164" cy="282"/>
          </p:xfrm>
          <a:graphic>
            <a:graphicData uri="http://schemas.openxmlformats.org/presentationml/2006/ole">
              <mc:AlternateContent xmlns:mc="http://schemas.openxmlformats.org/markup-compatibility/2006">
                <mc:Choice xmlns:v="urn:schemas-microsoft-com:vml" Requires="v">
                  <p:oleObj spid="_x0000_s3077" name="" r:id="rId1" imgW="127000" imgH="215265" progId="Equation.3">
                    <p:embed/>
                  </p:oleObj>
                </mc:Choice>
                <mc:Fallback>
                  <p:oleObj name="" r:id="rId1" imgW="127000" imgH="215265" progId="Equation.3">
                    <p:embed/>
                    <p:pic>
                      <p:nvPicPr>
                        <p:cNvPr id="0" name="图片 3076"/>
                        <p:cNvPicPr/>
                        <p:nvPr/>
                      </p:nvPicPr>
                      <p:blipFill>
                        <a:blip r:embed="rId2">
                          <a:clrChange>
                            <a:clrFrom>
                              <a:srgbClr val="000000"/>
                            </a:clrFrom>
                            <a:clrTo>
                              <a:srgbClr val="FFFFFF"/>
                            </a:clrTo>
                          </a:clrChange>
                        </a:blip>
                        <a:stretch>
                          <a:fillRect/>
                        </a:stretch>
                      </p:blipFill>
                      <p:spPr>
                        <a:xfrm>
                          <a:off x="4105" y="1026"/>
                          <a:ext cx="164" cy="282"/>
                        </a:xfrm>
                        <a:prstGeom prst="rect">
                          <a:avLst/>
                        </a:prstGeom>
                        <a:noFill/>
                        <a:ln w="38100">
                          <a:noFill/>
                          <a:miter/>
                        </a:ln>
                      </p:spPr>
                    </p:pic>
                  </p:oleObj>
                </mc:Fallback>
              </mc:AlternateContent>
            </a:graphicData>
          </a:graphic>
        </p:graphicFrame>
        <p:sp>
          <p:nvSpPr>
            <p:cNvPr id="1067" name="Text Box 13"/>
            <p:cNvSpPr txBox="1"/>
            <p:nvPr/>
          </p:nvSpPr>
          <p:spPr>
            <a:xfrm>
              <a:off x="4602" y="1536"/>
              <a:ext cx="241" cy="327"/>
            </a:xfrm>
            <a:prstGeom prst="rect">
              <a:avLst/>
            </a:prstGeom>
            <a:noFill/>
            <a:ln w="28575">
              <a:noFill/>
            </a:ln>
          </p:spPr>
          <p:txBody>
            <a:bodyPr wrap="none">
              <a:spAutoFit/>
            </a:bodyPr>
            <a:p>
              <a:r>
                <a:rPr lang="en-US" altLang="zh-CN" b="0" i="1" dirty="0">
                  <a:solidFill>
                    <a:schemeClr val="bg1"/>
                  </a:solidFill>
                  <a:latin typeface="Times New Roman" panose="02020603050405020304" pitchFamily="18" charset="0"/>
                  <a:ea typeface="宋体" panose="02010600030101010101" pitchFamily="2" charset="-122"/>
                </a:rPr>
                <a:t>Z</a:t>
              </a:r>
              <a:endParaRPr lang="en-US" altLang="zh-CN" b="0" i="1" dirty="0">
                <a:solidFill>
                  <a:schemeClr val="bg1"/>
                </a:solidFill>
                <a:latin typeface="Times New Roman" panose="02020603050405020304" pitchFamily="18" charset="0"/>
                <a:ea typeface="宋体" panose="02010600030101010101" pitchFamily="2" charset="-122"/>
              </a:endParaRPr>
            </a:p>
          </p:txBody>
        </p:sp>
        <p:graphicFrame>
          <p:nvGraphicFramePr>
            <p:cNvPr id="1032" name="Object 14"/>
            <p:cNvGraphicFramePr/>
            <p:nvPr/>
          </p:nvGraphicFramePr>
          <p:xfrm>
            <a:off x="3856" y="1601"/>
            <a:ext cx="209" cy="270"/>
          </p:xfrm>
          <a:graphic>
            <a:graphicData uri="http://schemas.openxmlformats.org/presentationml/2006/ole">
              <mc:AlternateContent xmlns:mc="http://schemas.openxmlformats.org/markup-compatibility/2006">
                <mc:Choice xmlns:v="urn:schemas-microsoft-com:vml" Requires="v">
                  <p:oleObj spid="_x0000_s3076" name="" r:id="rId3" imgW="177800" imgH="227965" progId="Equation.3">
                    <p:embed/>
                  </p:oleObj>
                </mc:Choice>
                <mc:Fallback>
                  <p:oleObj name="" r:id="rId3" imgW="177800" imgH="227965" progId="Equation.3">
                    <p:embed/>
                    <p:pic>
                      <p:nvPicPr>
                        <p:cNvPr id="0" name="图片 3075"/>
                        <p:cNvPicPr/>
                        <p:nvPr/>
                      </p:nvPicPr>
                      <p:blipFill>
                        <a:blip r:embed="rId4">
                          <a:clrChange>
                            <a:clrFrom>
                              <a:srgbClr val="000000"/>
                            </a:clrFrom>
                            <a:clrTo>
                              <a:srgbClr val="FFFFFF"/>
                            </a:clrTo>
                          </a:clrChange>
                        </a:blip>
                        <a:stretch>
                          <a:fillRect/>
                        </a:stretch>
                      </p:blipFill>
                      <p:spPr>
                        <a:xfrm>
                          <a:off x="3856" y="1601"/>
                          <a:ext cx="209" cy="270"/>
                        </a:xfrm>
                        <a:prstGeom prst="rect">
                          <a:avLst/>
                        </a:prstGeom>
                        <a:noFill/>
                        <a:ln w="38100">
                          <a:noFill/>
                          <a:miter/>
                        </a:ln>
                      </p:spPr>
                    </p:pic>
                  </p:oleObj>
                </mc:Fallback>
              </mc:AlternateContent>
            </a:graphicData>
          </a:graphic>
        </p:graphicFrame>
        <p:sp>
          <p:nvSpPr>
            <p:cNvPr id="1068" name="Text Box 15"/>
            <p:cNvSpPr txBox="1"/>
            <p:nvPr/>
          </p:nvSpPr>
          <p:spPr>
            <a:xfrm>
              <a:off x="3833" y="1328"/>
              <a:ext cx="225" cy="288"/>
            </a:xfrm>
            <a:prstGeom prst="rect">
              <a:avLst/>
            </a:prstGeom>
            <a:noFill/>
            <a:ln w="28575">
              <a:noFill/>
            </a:ln>
          </p:spPr>
          <p:txBody>
            <a:bodyPr wrap="none">
              <a:spAutoFit/>
            </a:bodyPr>
            <a:p>
              <a:pPr>
                <a:spcBef>
                  <a:spcPct val="50000"/>
                </a:spcBef>
              </a:pPr>
              <a:r>
                <a:rPr lang="en-US" altLang="zh-CN" sz="2400" dirty="0">
                  <a:solidFill>
                    <a:schemeClr val="bg1"/>
                  </a:solidFill>
                  <a:latin typeface="Times New Roman" panose="02020603050405020304" pitchFamily="18" charset="0"/>
                  <a:ea typeface="宋体" panose="02010600030101010101" pitchFamily="2" charset="-122"/>
                </a:rPr>
                <a:t>+</a:t>
              </a:r>
              <a:endParaRPr lang="en-US" altLang="zh-CN" sz="2400" dirty="0">
                <a:solidFill>
                  <a:schemeClr val="bg1"/>
                </a:solidFill>
                <a:latin typeface="Times New Roman" panose="02020603050405020304" pitchFamily="18" charset="0"/>
                <a:ea typeface="宋体" panose="02010600030101010101" pitchFamily="2" charset="-122"/>
              </a:endParaRPr>
            </a:p>
          </p:txBody>
        </p:sp>
        <p:sp>
          <p:nvSpPr>
            <p:cNvPr id="1069" name="Text Box 16"/>
            <p:cNvSpPr txBox="1"/>
            <p:nvPr/>
          </p:nvSpPr>
          <p:spPr>
            <a:xfrm>
              <a:off x="3845" y="1808"/>
              <a:ext cx="212" cy="288"/>
            </a:xfrm>
            <a:prstGeom prst="rect">
              <a:avLst/>
            </a:prstGeom>
            <a:noFill/>
            <a:ln w="28575">
              <a:noFill/>
            </a:ln>
          </p:spPr>
          <p:txBody>
            <a:bodyPr wrap="none">
              <a:spAutoFit/>
            </a:bodyPr>
            <a:p>
              <a:pPr>
                <a:spcBef>
                  <a:spcPct val="50000"/>
                </a:spcBef>
              </a:pPr>
              <a:r>
                <a:rPr lang="en-US" altLang="zh-CN" sz="2400" dirty="0">
                  <a:solidFill>
                    <a:schemeClr val="bg1"/>
                  </a:solidFill>
                  <a:latin typeface="宋体" panose="02010600030101010101" pitchFamily="2" charset="-122"/>
                  <a:ea typeface="宋体" panose="02010600030101010101" pitchFamily="2" charset="-122"/>
                </a:rPr>
                <a:t>-</a:t>
              </a:r>
              <a:endParaRPr lang="en-US" altLang="zh-CN" sz="2400" dirty="0">
                <a:solidFill>
                  <a:schemeClr val="bg1"/>
                </a:solidFill>
                <a:latin typeface="Times New Roman" panose="02020603050405020304" pitchFamily="18" charset="0"/>
                <a:ea typeface="宋体" panose="02010600030101010101" pitchFamily="2" charset="-122"/>
              </a:endParaRPr>
            </a:p>
          </p:txBody>
        </p:sp>
        <p:sp>
          <p:nvSpPr>
            <p:cNvPr id="1070" name="Oval 17"/>
            <p:cNvSpPr/>
            <p:nvPr/>
          </p:nvSpPr>
          <p:spPr>
            <a:xfrm>
              <a:off x="3913" y="1308"/>
              <a:ext cx="68" cy="68"/>
            </a:xfrm>
            <a:prstGeom prst="ellipse">
              <a:avLst/>
            </a:prstGeom>
            <a:noFill/>
            <a:ln w="38100" cap="flat" cmpd="sng">
              <a:solidFill>
                <a:srgbClr val="FFCC00"/>
              </a:solidFill>
              <a:prstDash val="solid"/>
              <a:headEnd type="none" w="med" len="med"/>
              <a:tailEnd type="none" w="med" len="med"/>
            </a:ln>
          </p:spPr>
          <p:txBody>
            <a:bodyPr wrap="none" anchor="ctr" anchorCtr="0"/>
            <a:p>
              <a:endParaRPr lang="zh-CN" altLang="en-US" dirty="0">
                <a:latin typeface="楷体_GB2312" pitchFamily="49" charset="-122"/>
              </a:endParaRPr>
            </a:p>
          </p:txBody>
        </p:sp>
        <p:sp>
          <p:nvSpPr>
            <p:cNvPr id="1071" name="Oval 18"/>
            <p:cNvSpPr/>
            <p:nvPr/>
          </p:nvSpPr>
          <p:spPr>
            <a:xfrm>
              <a:off x="3913" y="2048"/>
              <a:ext cx="68" cy="68"/>
            </a:xfrm>
            <a:prstGeom prst="ellipse">
              <a:avLst/>
            </a:prstGeom>
            <a:noFill/>
            <a:ln w="38100" cap="flat" cmpd="sng">
              <a:solidFill>
                <a:srgbClr val="FFCC00"/>
              </a:solidFill>
              <a:prstDash val="solid"/>
              <a:headEnd type="none" w="med" len="med"/>
              <a:tailEnd type="none" w="med" len="med"/>
            </a:ln>
          </p:spPr>
          <p:txBody>
            <a:bodyPr wrap="none" anchor="ctr" anchorCtr="0"/>
            <a:p>
              <a:endParaRPr lang="zh-CN" altLang="en-US" dirty="0">
                <a:latin typeface="楷体_GB2312" pitchFamily="49" charset="-122"/>
              </a:endParaRPr>
            </a:p>
          </p:txBody>
        </p:sp>
      </p:grpSp>
      <p:grpSp>
        <p:nvGrpSpPr>
          <p:cNvPr id="3" name="Group 68"/>
          <p:cNvGrpSpPr/>
          <p:nvPr/>
        </p:nvGrpSpPr>
        <p:grpSpPr>
          <a:xfrm>
            <a:off x="1476375" y="1916113"/>
            <a:ext cx="3024188" cy="1584325"/>
            <a:chOff x="930" y="1207"/>
            <a:chExt cx="1905" cy="998"/>
          </a:xfrm>
        </p:grpSpPr>
        <p:sp>
          <p:nvSpPr>
            <p:cNvPr id="1054" name="Rectangle 20"/>
            <p:cNvSpPr/>
            <p:nvPr/>
          </p:nvSpPr>
          <p:spPr>
            <a:xfrm>
              <a:off x="2070" y="1207"/>
              <a:ext cx="765" cy="998"/>
            </a:xfrm>
            <a:prstGeom prst="rect">
              <a:avLst/>
            </a:prstGeom>
            <a:gradFill rotWithShape="1">
              <a:gsLst>
                <a:gs pos="0">
                  <a:srgbClr val="FF9900"/>
                </a:gs>
                <a:gs pos="100000">
                  <a:srgbClr val="764700"/>
                </a:gs>
              </a:gsLst>
              <a:path path="shape">
                <a:fillToRect l="50000" t="50000" r="50000" b="50000"/>
              </a:path>
              <a:tileRect/>
            </a:gradFill>
            <a:ln w="28575">
              <a:noFill/>
            </a:ln>
          </p:spPr>
          <p:txBody>
            <a:bodyPr wrap="none" lIns="198000" rIns="198000" anchor="ctr" anchorCtr="0"/>
            <a:p>
              <a:pPr algn="ctr"/>
              <a:r>
                <a:rPr lang="zh-CN" altLang="en-US" dirty="0">
                  <a:solidFill>
                    <a:schemeClr val="bg1"/>
                  </a:solidFill>
                  <a:latin typeface="Times New Roman" panose="02020603050405020304" pitchFamily="18" charset="0"/>
                </a:rPr>
                <a:t>不含独</a:t>
              </a:r>
              <a:endParaRPr lang="zh-CN" altLang="en-US" dirty="0">
                <a:solidFill>
                  <a:schemeClr val="bg1"/>
                </a:solidFill>
                <a:latin typeface="Times New Roman" panose="02020603050405020304" pitchFamily="18" charset="0"/>
              </a:endParaRPr>
            </a:p>
            <a:p>
              <a:pPr algn="ctr"/>
              <a:r>
                <a:rPr lang="zh-CN" altLang="en-US" dirty="0">
                  <a:solidFill>
                    <a:schemeClr val="bg1"/>
                  </a:solidFill>
                  <a:latin typeface="Times New Roman" panose="02020603050405020304" pitchFamily="18" charset="0"/>
                </a:rPr>
                <a:t>立源线</a:t>
              </a:r>
              <a:endParaRPr lang="zh-CN" altLang="en-US" dirty="0">
                <a:solidFill>
                  <a:schemeClr val="bg1"/>
                </a:solidFill>
                <a:latin typeface="Times New Roman" panose="02020603050405020304" pitchFamily="18" charset="0"/>
              </a:endParaRPr>
            </a:p>
            <a:p>
              <a:pPr algn="ctr"/>
              <a:r>
                <a:rPr lang="zh-CN" altLang="en-US" dirty="0">
                  <a:solidFill>
                    <a:schemeClr val="bg1"/>
                  </a:solidFill>
                  <a:latin typeface="Times New Roman" panose="02020603050405020304" pitchFamily="18" charset="0"/>
                </a:rPr>
                <a:t>  性网络  </a:t>
              </a:r>
              <a:endParaRPr lang="zh-CN" altLang="en-US" dirty="0">
                <a:solidFill>
                  <a:schemeClr val="bg1"/>
                </a:solidFill>
                <a:latin typeface="Times New Roman" panose="02020603050405020304" pitchFamily="18" charset="0"/>
              </a:endParaRPr>
            </a:p>
          </p:txBody>
        </p:sp>
        <p:sp>
          <p:nvSpPr>
            <p:cNvPr id="1055" name="Line 21"/>
            <p:cNvSpPr/>
            <p:nvPr/>
          </p:nvSpPr>
          <p:spPr>
            <a:xfrm>
              <a:off x="1376" y="1426"/>
              <a:ext cx="694" cy="0"/>
            </a:xfrm>
            <a:prstGeom prst="line">
              <a:avLst/>
            </a:prstGeom>
            <a:ln w="38100" cap="flat" cmpd="sng">
              <a:solidFill>
                <a:srgbClr val="FFCC00"/>
              </a:solidFill>
              <a:prstDash val="solid"/>
              <a:headEnd type="none" w="med" len="med"/>
              <a:tailEnd type="none" w="med" len="med"/>
            </a:ln>
          </p:spPr>
        </p:sp>
        <p:sp>
          <p:nvSpPr>
            <p:cNvPr id="1056" name="Line 22"/>
            <p:cNvSpPr/>
            <p:nvPr/>
          </p:nvSpPr>
          <p:spPr>
            <a:xfrm>
              <a:off x="1376" y="2017"/>
              <a:ext cx="694" cy="0"/>
            </a:xfrm>
            <a:prstGeom prst="line">
              <a:avLst/>
            </a:prstGeom>
            <a:ln w="38100" cap="flat" cmpd="sng">
              <a:solidFill>
                <a:srgbClr val="FFCC00"/>
              </a:solidFill>
              <a:prstDash val="solid"/>
              <a:headEnd type="none" w="med" len="med"/>
              <a:tailEnd type="none" w="med" len="med"/>
            </a:ln>
          </p:spPr>
        </p:sp>
        <p:sp>
          <p:nvSpPr>
            <p:cNvPr id="1057" name="Line 23"/>
            <p:cNvSpPr/>
            <p:nvPr/>
          </p:nvSpPr>
          <p:spPr>
            <a:xfrm>
              <a:off x="1519" y="1425"/>
              <a:ext cx="417" cy="0"/>
            </a:xfrm>
            <a:prstGeom prst="line">
              <a:avLst/>
            </a:prstGeom>
            <a:ln w="28575" cap="flat" cmpd="sng">
              <a:solidFill>
                <a:srgbClr val="66FFFF"/>
              </a:solidFill>
              <a:prstDash val="solid"/>
              <a:headEnd type="none" w="med" len="med"/>
              <a:tailEnd type="triangle" w="med" len="med"/>
            </a:ln>
          </p:spPr>
        </p:sp>
        <p:graphicFrame>
          <p:nvGraphicFramePr>
            <p:cNvPr id="1029" name="Object 24"/>
            <p:cNvGraphicFramePr/>
            <p:nvPr/>
          </p:nvGraphicFramePr>
          <p:xfrm>
            <a:off x="1565" y="1486"/>
            <a:ext cx="186" cy="285"/>
          </p:xfrm>
          <a:graphic>
            <a:graphicData uri="http://schemas.openxmlformats.org/presentationml/2006/ole">
              <mc:AlternateContent xmlns:mc="http://schemas.openxmlformats.org/markup-compatibility/2006">
                <mc:Choice xmlns:v="urn:schemas-microsoft-com:vml" Requires="v">
                  <p:oleObj spid="_x0000_s3083" name="" r:id="rId5" imgW="127000" imgH="215265" progId="Equation.3">
                    <p:embed/>
                  </p:oleObj>
                </mc:Choice>
                <mc:Fallback>
                  <p:oleObj name="" r:id="rId5" imgW="127000" imgH="215265" progId="Equation.3">
                    <p:embed/>
                    <p:pic>
                      <p:nvPicPr>
                        <p:cNvPr id="0" name="图片 3082"/>
                        <p:cNvPicPr/>
                        <p:nvPr/>
                      </p:nvPicPr>
                      <p:blipFill>
                        <a:blip r:embed="rId6">
                          <a:clrChange>
                            <a:clrFrom>
                              <a:srgbClr val="000000"/>
                            </a:clrFrom>
                            <a:clrTo>
                              <a:srgbClr val="FFFFFF"/>
                            </a:clrTo>
                          </a:clrChange>
                        </a:blip>
                        <a:stretch>
                          <a:fillRect/>
                        </a:stretch>
                      </p:blipFill>
                      <p:spPr>
                        <a:xfrm>
                          <a:off x="1565" y="1486"/>
                          <a:ext cx="186" cy="285"/>
                        </a:xfrm>
                        <a:prstGeom prst="rect">
                          <a:avLst/>
                        </a:prstGeom>
                        <a:noFill/>
                        <a:ln w="38100">
                          <a:noFill/>
                          <a:miter/>
                        </a:ln>
                      </p:spPr>
                    </p:pic>
                  </p:oleObj>
                </mc:Fallback>
              </mc:AlternateContent>
            </a:graphicData>
          </a:graphic>
        </p:graphicFrame>
        <p:sp>
          <p:nvSpPr>
            <p:cNvPr id="1058" name="Oval 25"/>
            <p:cNvSpPr/>
            <p:nvPr/>
          </p:nvSpPr>
          <p:spPr>
            <a:xfrm>
              <a:off x="1306" y="1368"/>
              <a:ext cx="99" cy="88"/>
            </a:xfrm>
            <a:prstGeom prst="ellipse">
              <a:avLst/>
            </a:prstGeom>
            <a:noFill/>
            <a:ln w="38100" cap="flat" cmpd="sng">
              <a:solidFill>
                <a:srgbClr val="FFCC00"/>
              </a:solidFill>
              <a:prstDash val="solid"/>
              <a:headEnd type="none" w="med" len="med"/>
              <a:tailEnd type="none" w="med" len="med"/>
            </a:ln>
          </p:spPr>
          <p:txBody>
            <a:bodyPr wrap="none" anchor="ctr" anchorCtr="0"/>
            <a:p>
              <a:endParaRPr lang="zh-CN" altLang="en-US" dirty="0">
                <a:latin typeface="楷体_GB2312" pitchFamily="49" charset="-122"/>
              </a:endParaRPr>
            </a:p>
          </p:txBody>
        </p:sp>
        <p:sp>
          <p:nvSpPr>
            <p:cNvPr id="1059" name="Oval 26"/>
            <p:cNvSpPr/>
            <p:nvPr/>
          </p:nvSpPr>
          <p:spPr>
            <a:xfrm>
              <a:off x="1306" y="1955"/>
              <a:ext cx="99" cy="89"/>
            </a:xfrm>
            <a:prstGeom prst="ellipse">
              <a:avLst/>
            </a:prstGeom>
            <a:noFill/>
            <a:ln w="38100" cap="flat" cmpd="sng">
              <a:solidFill>
                <a:srgbClr val="FFCC00"/>
              </a:solidFill>
              <a:prstDash val="solid"/>
              <a:headEnd type="none" w="med" len="med"/>
              <a:tailEnd type="none" w="med" len="med"/>
            </a:ln>
          </p:spPr>
          <p:txBody>
            <a:bodyPr wrap="none" anchor="ctr" anchorCtr="0"/>
            <a:p>
              <a:endParaRPr lang="zh-CN" altLang="en-US" dirty="0">
                <a:latin typeface="楷体_GB2312" pitchFamily="49" charset="-122"/>
              </a:endParaRPr>
            </a:p>
          </p:txBody>
        </p:sp>
        <p:graphicFrame>
          <p:nvGraphicFramePr>
            <p:cNvPr id="1030" name="Object 27"/>
            <p:cNvGraphicFramePr/>
            <p:nvPr/>
          </p:nvGraphicFramePr>
          <p:xfrm>
            <a:off x="975" y="1562"/>
            <a:ext cx="303" cy="352"/>
          </p:xfrm>
          <a:graphic>
            <a:graphicData uri="http://schemas.openxmlformats.org/presentationml/2006/ole">
              <mc:AlternateContent xmlns:mc="http://schemas.openxmlformats.org/markup-compatibility/2006">
                <mc:Choice xmlns:v="urn:schemas-microsoft-com:vml" Requires="v">
                  <p:oleObj spid="_x0000_s3080" name="" r:id="rId7" imgW="177800" imgH="227965" progId="Equation.3">
                    <p:embed/>
                  </p:oleObj>
                </mc:Choice>
                <mc:Fallback>
                  <p:oleObj name="" r:id="rId7" imgW="177800" imgH="227965" progId="Equation.3">
                    <p:embed/>
                    <p:pic>
                      <p:nvPicPr>
                        <p:cNvPr id="0" name="图片 3079"/>
                        <p:cNvPicPr/>
                        <p:nvPr/>
                      </p:nvPicPr>
                      <p:blipFill>
                        <a:blip r:embed="rId8">
                          <a:clrChange>
                            <a:clrFrom>
                              <a:srgbClr val="000000"/>
                            </a:clrFrom>
                            <a:clrTo>
                              <a:srgbClr val="FFFFFF"/>
                            </a:clrTo>
                          </a:clrChange>
                        </a:blip>
                        <a:stretch>
                          <a:fillRect/>
                        </a:stretch>
                      </p:blipFill>
                      <p:spPr>
                        <a:xfrm>
                          <a:off x="975" y="1562"/>
                          <a:ext cx="303" cy="352"/>
                        </a:xfrm>
                        <a:prstGeom prst="rect">
                          <a:avLst/>
                        </a:prstGeom>
                        <a:noFill/>
                        <a:ln w="38100">
                          <a:noFill/>
                          <a:miter/>
                        </a:ln>
                      </p:spPr>
                    </p:pic>
                  </p:oleObj>
                </mc:Fallback>
              </mc:AlternateContent>
            </a:graphicData>
          </a:graphic>
        </p:graphicFrame>
        <p:sp>
          <p:nvSpPr>
            <p:cNvPr id="1060" name="Text Box 28"/>
            <p:cNvSpPr txBox="1"/>
            <p:nvPr/>
          </p:nvSpPr>
          <p:spPr>
            <a:xfrm>
              <a:off x="942" y="1207"/>
              <a:ext cx="225" cy="288"/>
            </a:xfrm>
            <a:prstGeom prst="rect">
              <a:avLst/>
            </a:prstGeom>
            <a:noFill/>
            <a:ln w="9525">
              <a:noFill/>
            </a:ln>
          </p:spPr>
          <p:txBody>
            <a:bodyPr wrap="none">
              <a:spAutoFit/>
            </a:bodyPr>
            <a:p>
              <a:pPr>
                <a:spcBef>
                  <a:spcPct val="50000"/>
                </a:spcBef>
              </a:pPr>
              <a:r>
                <a:rPr lang="en-US" altLang="zh-CN" sz="2400" dirty="0">
                  <a:solidFill>
                    <a:schemeClr val="bg1"/>
                  </a:solidFill>
                  <a:latin typeface="Times New Roman" panose="02020603050405020304" pitchFamily="18" charset="0"/>
                  <a:ea typeface="宋体" panose="02010600030101010101" pitchFamily="2" charset="-122"/>
                </a:rPr>
                <a:t>+</a:t>
              </a:r>
              <a:endParaRPr lang="en-US" altLang="zh-CN" sz="2400" dirty="0">
                <a:solidFill>
                  <a:schemeClr val="bg1"/>
                </a:solidFill>
                <a:latin typeface="Times New Roman" panose="02020603050405020304" pitchFamily="18" charset="0"/>
                <a:ea typeface="宋体" panose="02010600030101010101" pitchFamily="2" charset="-122"/>
              </a:endParaRPr>
            </a:p>
          </p:txBody>
        </p:sp>
        <p:sp>
          <p:nvSpPr>
            <p:cNvPr id="1061" name="Text Box 29"/>
            <p:cNvSpPr txBox="1"/>
            <p:nvPr/>
          </p:nvSpPr>
          <p:spPr>
            <a:xfrm>
              <a:off x="930" y="1831"/>
              <a:ext cx="212" cy="288"/>
            </a:xfrm>
            <a:prstGeom prst="rect">
              <a:avLst/>
            </a:prstGeom>
            <a:noFill/>
            <a:ln w="9525">
              <a:noFill/>
            </a:ln>
          </p:spPr>
          <p:txBody>
            <a:bodyPr wrap="none">
              <a:spAutoFit/>
            </a:bodyPr>
            <a:p>
              <a:pPr>
                <a:spcBef>
                  <a:spcPct val="50000"/>
                </a:spcBef>
              </a:pPr>
              <a:r>
                <a:rPr lang="en-US" altLang="zh-CN" sz="2400" dirty="0">
                  <a:solidFill>
                    <a:schemeClr val="bg1"/>
                  </a:solidFill>
                  <a:latin typeface="宋体" panose="02010600030101010101" pitchFamily="2" charset="-122"/>
                  <a:ea typeface="宋体" panose="02010600030101010101" pitchFamily="2" charset="-122"/>
                </a:rPr>
                <a:t>-</a:t>
              </a:r>
              <a:endParaRPr lang="en-US" altLang="zh-CN" sz="2400" dirty="0">
                <a:solidFill>
                  <a:schemeClr val="bg1"/>
                </a:solidFill>
                <a:latin typeface="Times New Roman" panose="02020603050405020304" pitchFamily="18" charset="0"/>
                <a:ea typeface="宋体" panose="02010600030101010101" pitchFamily="2" charset="-122"/>
              </a:endParaRPr>
            </a:p>
          </p:txBody>
        </p:sp>
      </p:grpSp>
      <p:graphicFrame>
        <p:nvGraphicFramePr>
          <p:cNvPr id="69674" name="Object 42"/>
          <p:cNvGraphicFramePr/>
          <p:nvPr/>
        </p:nvGraphicFramePr>
        <p:xfrm>
          <a:off x="1762125" y="5734050"/>
          <a:ext cx="1789113" cy="528638"/>
        </p:xfrm>
        <a:graphic>
          <a:graphicData uri="http://schemas.openxmlformats.org/presentationml/2006/ole">
            <mc:AlternateContent xmlns:mc="http://schemas.openxmlformats.org/markup-compatibility/2006">
              <mc:Choice xmlns:v="urn:schemas-microsoft-com:vml" Requires="v">
                <p:oleObj spid="_x0000_s3079" name="" r:id="rId9" imgW="812165" imgH="241300" progId="Equation.3">
                  <p:embed/>
                </p:oleObj>
              </mc:Choice>
              <mc:Fallback>
                <p:oleObj name="" r:id="rId9" imgW="812165" imgH="241300" progId="Equation.3">
                  <p:embed/>
                  <p:pic>
                    <p:nvPicPr>
                      <p:cNvPr id="0" name="图片 3078"/>
                      <p:cNvPicPr/>
                      <p:nvPr/>
                    </p:nvPicPr>
                    <p:blipFill>
                      <a:blip r:embed="rId10">
                        <a:clrChange>
                          <a:clrFrom>
                            <a:srgbClr val="000000"/>
                          </a:clrFrom>
                          <a:clrTo>
                            <a:srgbClr val="FFFFFF"/>
                          </a:clrTo>
                        </a:clrChange>
                      </a:blip>
                      <a:stretch>
                        <a:fillRect/>
                      </a:stretch>
                    </p:blipFill>
                    <p:spPr>
                      <a:xfrm>
                        <a:off x="1762125" y="5734050"/>
                        <a:ext cx="1789113" cy="528638"/>
                      </a:xfrm>
                      <a:prstGeom prst="rect">
                        <a:avLst/>
                      </a:prstGeom>
                      <a:noFill/>
                      <a:ln w="38100">
                        <a:noFill/>
                        <a:miter/>
                      </a:ln>
                    </p:spPr>
                  </p:pic>
                </p:oleObj>
              </mc:Fallback>
            </mc:AlternateContent>
          </a:graphicData>
        </a:graphic>
      </p:graphicFrame>
      <p:graphicFrame>
        <p:nvGraphicFramePr>
          <p:cNvPr id="69676" name="Object 44"/>
          <p:cNvGraphicFramePr/>
          <p:nvPr/>
        </p:nvGraphicFramePr>
        <p:xfrm>
          <a:off x="1692275" y="4941888"/>
          <a:ext cx="1063625" cy="865187"/>
        </p:xfrm>
        <a:graphic>
          <a:graphicData uri="http://schemas.openxmlformats.org/presentationml/2006/ole">
            <mc:AlternateContent xmlns:mc="http://schemas.openxmlformats.org/markup-compatibility/2006">
              <mc:Choice xmlns:v="urn:schemas-microsoft-com:vml" Requires="v">
                <p:oleObj spid="_x0000_s3081" name="" r:id="rId11" imgW="546100" imgH="444500" progId="Equation.3">
                  <p:embed/>
                </p:oleObj>
              </mc:Choice>
              <mc:Fallback>
                <p:oleObj name="" r:id="rId11" imgW="546100" imgH="444500" progId="Equation.3">
                  <p:embed/>
                  <p:pic>
                    <p:nvPicPr>
                      <p:cNvPr id="0" name="图片 3080"/>
                      <p:cNvPicPr/>
                      <p:nvPr/>
                    </p:nvPicPr>
                    <p:blipFill>
                      <a:blip r:embed="rId12">
                        <a:clrChange>
                          <a:clrFrom>
                            <a:srgbClr val="000000"/>
                          </a:clrFrom>
                          <a:clrTo>
                            <a:srgbClr val="FFFFFF"/>
                          </a:clrTo>
                        </a:clrChange>
                      </a:blip>
                      <a:stretch>
                        <a:fillRect/>
                      </a:stretch>
                    </p:blipFill>
                    <p:spPr>
                      <a:xfrm>
                        <a:off x="1692275" y="4941888"/>
                        <a:ext cx="1063625" cy="865187"/>
                      </a:xfrm>
                      <a:prstGeom prst="rect">
                        <a:avLst/>
                      </a:prstGeom>
                      <a:noFill/>
                      <a:ln w="38100">
                        <a:noFill/>
                        <a:miter/>
                      </a:ln>
                    </p:spPr>
                  </p:pic>
                </p:oleObj>
              </mc:Fallback>
            </mc:AlternateContent>
          </a:graphicData>
        </a:graphic>
      </p:graphicFrame>
      <p:sp>
        <p:nvSpPr>
          <p:cNvPr id="69677" name="Text Box 45"/>
          <p:cNvSpPr txBox="1"/>
          <p:nvPr/>
        </p:nvSpPr>
        <p:spPr>
          <a:xfrm>
            <a:off x="3708400" y="5013325"/>
            <a:ext cx="1582738" cy="519113"/>
          </a:xfrm>
          <a:prstGeom prst="rect">
            <a:avLst/>
          </a:prstGeom>
          <a:noFill/>
          <a:ln w="25400">
            <a:noFill/>
          </a:ln>
        </p:spPr>
        <p:txBody>
          <a:bodyPr lIns="198000" rIns="198000">
            <a:spAutoFit/>
          </a:bodyPr>
          <a:p>
            <a:pPr>
              <a:spcBef>
                <a:spcPct val="50000"/>
              </a:spcBef>
            </a:pPr>
            <a:r>
              <a:rPr lang="zh-CN" altLang="en-US" dirty="0">
                <a:solidFill>
                  <a:srgbClr val="FF9900"/>
                </a:solidFill>
                <a:latin typeface="Times New Roman" panose="02020603050405020304" pitchFamily="18" charset="0"/>
              </a:rPr>
              <a:t>阻抗模</a:t>
            </a:r>
            <a:endParaRPr lang="zh-CN" altLang="en-US" dirty="0">
              <a:solidFill>
                <a:srgbClr val="FF9900"/>
              </a:solidFill>
              <a:latin typeface="Times New Roman" panose="02020603050405020304" pitchFamily="18" charset="0"/>
            </a:endParaRPr>
          </a:p>
        </p:txBody>
      </p:sp>
      <p:sp>
        <p:nvSpPr>
          <p:cNvPr id="69678" name="Text Box 46"/>
          <p:cNvSpPr txBox="1"/>
          <p:nvPr/>
        </p:nvSpPr>
        <p:spPr>
          <a:xfrm>
            <a:off x="3708400" y="5734050"/>
            <a:ext cx="1655763" cy="519113"/>
          </a:xfrm>
          <a:prstGeom prst="rect">
            <a:avLst/>
          </a:prstGeom>
          <a:noFill/>
          <a:ln w="25400">
            <a:noFill/>
          </a:ln>
        </p:spPr>
        <p:txBody>
          <a:bodyPr lIns="234000" rIns="234000">
            <a:spAutoFit/>
          </a:bodyPr>
          <a:p>
            <a:pPr>
              <a:spcBef>
                <a:spcPct val="50000"/>
              </a:spcBef>
            </a:pPr>
            <a:r>
              <a:rPr lang="zh-CN" altLang="en-US" dirty="0">
                <a:solidFill>
                  <a:srgbClr val="FF9900"/>
                </a:solidFill>
                <a:latin typeface="Times New Roman" panose="02020603050405020304" pitchFamily="18" charset="0"/>
              </a:rPr>
              <a:t>阻抗角</a:t>
            </a:r>
            <a:endParaRPr lang="zh-CN" altLang="en-US" dirty="0">
              <a:solidFill>
                <a:srgbClr val="FF9900"/>
              </a:solidFill>
              <a:latin typeface="Times New Roman" panose="02020603050405020304" pitchFamily="18" charset="0"/>
            </a:endParaRPr>
          </a:p>
        </p:txBody>
      </p:sp>
      <p:sp>
        <p:nvSpPr>
          <p:cNvPr id="69679" name="AutoShape 47"/>
          <p:cNvSpPr/>
          <p:nvPr/>
        </p:nvSpPr>
        <p:spPr>
          <a:xfrm>
            <a:off x="1476375" y="5300663"/>
            <a:ext cx="76200" cy="838200"/>
          </a:xfrm>
          <a:prstGeom prst="leftBrace">
            <a:avLst>
              <a:gd name="adj1" fmla="val 91615"/>
              <a:gd name="adj2" fmla="val 50000"/>
            </a:avLst>
          </a:prstGeom>
          <a:noFill/>
          <a:ln w="28575" cap="flat" cmpd="sng">
            <a:solidFill>
              <a:srgbClr val="FFFF00"/>
            </a:solidFill>
            <a:prstDash val="solid"/>
            <a:headEnd type="none" w="med" len="med"/>
            <a:tailEnd type="none" w="sm" len="med"/>
          </a:ln>
        </p:spPr>
        <p:txBody>
          <a:bodyPr wrap="none" anchor="ctr" anchorCtr="0"/>
          <a:p>
            <a:endParaRPr lang="zh-CN" altLang="en-US" dirty="0">
              <a:latin typeface="楷体_GB2312" pitchFamily="49" charset="-122"/>
            </a:endParaRPr>
          </a:p>
        </p:txBody>
      </p:sp>
      <p:sp>
        <p:nvSpPr>
          <p:cNvPr id="69680" name="AutoShape 48" descr="羊皮纸"/>
          <p:cNvSpPr/>
          <p:nvPr/>
        </p:nvSpPr>
        <p:spPr>
          <a:xfrm>
            <a:off x="6011863" y="3789363"/>
            <a:ext cx="2447925" cy="1008062"/>
          </a:xfrm>
          <a:prstGeom prst="wedgeRoundRectCallout">
            <a:avLst>
              <a:gd name="adj1" fmla="val -89819"/>
              <a:gd name="adj2" fmla="val -26065"/>
              <a:gd name="adj3" fmla="val 16667"/>
            </a:avLst>
          </a:prstGeom>
          <a:blipFill rotWithShape="1">
            <a:blip r:embed="rId13"/>
          </a:blipFill>
          <a:ln w="9525">
            <a:noFill/>
          </a:ln>
        </p:spPr>
        <p:txBody>
          <a:bodyPr/>
          <a:p>
            <a:pPr algn="ctr"/>
            <a:r>
              <a:rPr lang="zh-CN" altLang="en-US" dirty="0">
                <a:solidFill>
                  <a:schemeClr val="tx1"/>
                </a:solidFill>
                <a:latin typeface="Arial" panose="020B0604020202020204" pitchFamily="34" charset="0"/>
              </a:rPr>
              <a:t>欧姆定律的相量形式</a:t>
            </a:r>
            <a:endParaRPr lang="zh-CN" altLang="en-US" dirty="0">
              <a:solidFill>
                <a:schemeClr val="tx1"/>
              </a:solidFill>
              <a:latin typeface="Arial" panose="020B0604020202020204" pitchFamily="34" charset="0"/>
            </a:endParaRPr>
          </a:p>
        </p:txBody>
      </p:sp>
      <p:grpSp>
        <p:nvGrpSpPr>
          <p:cNvPr id="1043" name="Group 53"/>
          <p:cNvGrpSpPr/>
          <p:nvPr/>
        </p:nvGrpSpPr>
        <p:grpSpPr>
          <a:xfrm>
            <a:off x="8316913" y="6446838"/>
            <a:ext cx="792162" cy="366712"/>
            <a:chOff x="5193" y="4020"/>
            <a:chExt cx="499" cy="231"/>
          </a:xfrm>
        </p:grpSpPr>
        <p:pic>
          <p:nvPicPr>
            <p:cNvPr id="1052" name="Picture 54" descr="78900"/>
            <p:cNvPicPr>
              <a:picLocks noChangeAspect="1"/>
            </p:cNvPicPr>
            <p:nvPr/>
          </p:nvPicPr>
          <p:blipFill>
            <a:blip r:embed="rId14"/>
            <a:stretch>
              <a:fillRect/>
            </a:stretch>
          </p:blipFill>
          <p:spPr>
            <a:xfrm>
              <a:off x="5193" y="4066"/>
              <a:ext cx="499" cy="181"/>
            </a:xfrm>
            <a:prstGeom prst="rect">
              <a:avLst/>
            </a:prstGeom>
            <a:noFill/>
            <a:ln w="9525">
              <a:noFill/>
            </a:ln>
          </p:spPr>
        </p:pic>
        <p:sp>
          <p:nvSpPr>
            <p:cNvPr id="1053" name="Text Box 55">
              <a:hlinkClick r:id="" action="ppaction://hlinkshowjump?jump=nextslide"/>
            </p:cNvPr>
            <p:cNvSpPr txBox="1"/>
            <p:nvPr/>
          </p:nvSpPr>
          <p:spPr>
            <a:xfrm>
              <a:off x="5216" y="4020"/>
              <a:ext cx="476" cy="231"/>
            </a:xfrm>
            <a:prstGeom prst="rect">
              <a:avLst/>
            </a:prstGeom>
            <a:noFill/>
            <a:ln w="9525">
              <a:noFill/>
            </a:ln>
          </p:spPr>
          <p:txBody>
            <a:bodyPr wrap="none">
              <a:spAutoFit/>
            </a:bodyPr>
            <a:p>
              <a:pPr>
                <a:spcBef>
                  <a:spcPct val="50000"/>
                </a:spcBef>
              </a:pPr>
              <a:r>
                <a:rPr lang="zh-CN" altLang="en-US" sz="1800" b="0" dirty="0">
                  <a:solidFill>
                    <a:schemeClr val="bg1"/>
                  </a:solidFill>
                  <a:latin typeface="隶书" panose="02010509060101010101" pitchFamily="49" charset="-122"/>
                  <a:ea typeface="隶书" panose="02010509060101010101" pitchFamily="49" charset="-122"/>
                </a:rPr>
                <a:t>下 页</a:t>
              </a:r>
              <a:endParaRPr lang="zh-CN" altLang="en-US" sz="1800" b="0" dirty="0">
                <a:solidFill>
                  <a:schemeClr val="bg1"/>
                </a:solidFill>
                <a:latin typeface="隶书" panose="02010509060101010101" pitchFamily="49" charset="-122"/>
                <a:ea typeface="隶书" panose="02010509060101010101" pitchFamily="49" charset="-122"/>
              </a:endParaRPr>
            </a:p>
          </p:txBody>
        </p:sp>
      </p:grpSp>
      <p:grpSp>
        <p:nvGrpSpPr>
          <p:cNvPr id="1044" name="Group 56"/>
          <p:cNvGrpSpPr/>
          <p:nvPr/>
        </p:nvGrpSpPr>
        <p:grpSpPr>
          <a:xfrm>
            <a:off x="7453313" y="6446838"/>
            <a:ext cx="792162" cy="366712"/>
            <a:chOff x="4649" y="4020"/>
            <a:chExt cx="499" cy="231"/>
          </a:xfrm>
        </p:grpSpPr>
        <p:pic>
          <p:nvPicPr>
            <p:cNvPr id="1050" name="Picture 57" descr="78900"/>
            <p:cNvPicPr>
              <a:picLocks noChangeAspect="1"/>
            </p:cNvPicPr>
            <p:nvPr/>
          </p:nvPicPr>
          <p:blipFill>
            <a:blip r:embed="rId14"/>
            <a:stretch>
              <a:fillRect/>
            </a:stretch>
          </p:blipFill>
          <p:spPr>
            <a:xfrm>
              <a:off x="4649" y="4066"/>
              <a:ext cx="499" cy="181"/>
            </a:xfrm>
            <a:prstGeom prst="rect">
              <a:avLst/>
            </a:prstGeom>
            <a:noFill/>
            <a:ln w="9525">
              <a:noFill/>
            </a:ln>
          </p:spPr>
        </p:pic>
        <p:sp>
          <p:nvSpPr>
            <p:cNvPr id="1051" name="Text Box 58">
              <a:hlinkClick r:id="" action="ppaction://hlinkshowjump?jump=previousslide"/>
            </p:cNvPr>
            <p:cNvSpPr txBox="1"/>
            <p:nvPr/>
          </p:nvSpPr>
          <p:spPr>
            <a:xfrm>
              <a:off x="4672" y="4020"/>
              <a:ext cx="476" cy="231"/>
            </a:xfrm>
            <a:prstGeom prst="rect">
              <a:avLst/>
            </a:prstGeom>
            <a:noFill/>
            <a:ln w="9525">
              <a:noFill/>
            </a:ln>
          </p:spPr>
          <p:txBody>
            <a:bodyPr wrap="none">
              <a:spAutoFit/>
            </a:bodyPr>
            <a:p>
              <a:pPr>
                <a:spcBef>
                  <a:spcPct val="50000"/>
                </a:spcBef>
              </a:pPr>
              <a:r>
                <a:rPr lang="zh-CN" altLang="en-US" sz="1800" b="0" dirty="0">
                  <a:solidFill>
                    <a:schemeClr val="bg1"/>
                  </a:solidFill>
                  <a:latin typeface="隶书" panose="02010509060101010101" pitchFamily="49" charset="-122"/>
                  <a:ea typeface="隶书" panose="02010509060101010101" pitchFamily="49" charset="-122"/>
                </a:rPr>
                <a:t>上 页</a:t>
              </a:r>
              <a:endParaRPr lang="zh-CN" altLang="en-US" sz="1800" b="0" dirty="0">
                <a:solidFill>
                  <a:schemeClr val="bg1"/>
                </a:solidFill>
                <a:latin typeface="隶书" panose="02010509060101010101" pitchFamily="49" charset="-122"/>
                <a:ea typeface="隶书" panose="02010509060101010101" pitchFamily="49" charset="-122"/>
              </a:endParaRPr>
            </a:p>
          </p:txBody>
        </p:sp>
      </p:grpSp>
      <p:grpSp>
        <p:nvGrpSpPr>
          <p:cNvPr id="1045" name="Group 63"/>
          <p:cNvGrpSpPr/>
          <p:nvPr/>
        </p:nvGrpSpPr>
        <p:grpSpPr>
          <a:xfrm>
            <a:off x="6588125" y="6446838"/>
            <a:ext cx="792163" cy="366712"/>
            <a:chOff x="4649" y="4020"/>
            <a:chExt cx="499" cy="231"/>
          </a:xfrm>
        </p:grpSpPr>
        <p:pic>
          <p:nvPicPr>
            <p:cNvPr id="1048" name="Picture 64" descr="78900"/>
            <p:cNvPicPr>
              <a:picLocks noChangeAspect="1"/>
            </p:cNvPicPr>
            <p:nvPr/>
          </p:nvPicPr>
          <p:blipFill>
            <a:blip r:embed="rId14"/>
            <a:stretch>
              <a:fillRect/>
            </a:stretch>
          </p:blipFill>
          <p:spPr>
            <a:xfrm>
              <a:off x="4649" y="4066"/>
              <a:ext cx="499" cy="181"/>
            </a:xfrm>
            <a:prstGeom prst="rect">
              <a:avLst/>
            </a:prstGeom>
            <a:noFill/>
            <a:ln w="9525">
              <a:noFill/>
            </a:ln>
          </p:spPr>
        </p:pic>
        <p:sp>
          <p:nvSpPr>
            <p:cNvPr id="1049" name="Text Box 65">
              <a:hlinkClick r:id="" action="ppaction://hlinkshowjump?jump=firstslide"/>
            </p:cNvPr>
            <p:cNvSpPr txBox="1"/>
            <p:nvPr/>
          </p:nvSpPr>
          <p:spPr>
            <a:xfrm>
              <a:off x="4672" y="4020"/>
              <a:ext cx="476" cy="231"/>
            </a:xfrm>
            <a:prstGeom prst="rect">
              <a:avLst/>
            </a:prstGeom>
            <a:noFill/>
            <a:ln w="9525">
              <a:noFill/>
            </a:ln>
          </p:spPr>
          <p:txBody>
            <a:bodyPr wrap="none">
              <a:spAutoFit/>
            </a:bodyPr>
            <a:p>
              <a:pPr>
                <a:spcBef>
                  <a:spcPct val="50000"/>
                </a:spcBef>
              </a:pPr>
              <a:r>
                <a:rPr lang="zh-CN" altLang="en-US" sz="1800" b="0" dirty="0">
                  <a:solidFill>
                    <a:schemeClr val="bg1"/>
                  </a:solidFill>
                  <a:latin typeface="隶书" panose="02010509060101010101" pitchFamily="49" charset="-122"/>
                  <a:ea typeface="隶书" panose="02010509060101010101" pitchFamily="49" charset="-122"/>
                </a:rPr>
                <a:t>返 回</a:t>
              </a:r>
              <a:endParaRPr lang="zh-CN" altLang="en-US" sz="1800" b="0" dirty="0">
                <a:solidFill>
                  <a:schemeClr val="bg1"/>
                </a:solidFill>
                <a:latin typeface="隶书" panose="02010509060101010101" pitchFamily="49" charset="-122"/>
                <a:ea typeface="隶书" panose="02010509060101010101" pitchFamily="49" charset="-122"/>
              </a:endParaRPr>
            </a:p>
          </p:txBody>
        </p:sp>
      </p:grpSp>
      <p:grpSp>
        <p:nvGrpSpPr>
          <p:cNvPr id="7" name="Group 70"/>
          <p:cNvGrpSpPr/>
          <p:nvPr/>
        </p:nvGrpSpPr>
        <p:grpSpPr>
          <a:xfrm>
            <a:off x="1290638" y="3644900"/>
            <a:ext cx="3670300" cy="1150938"/>
            <a:chOff x="813" y="2296"/>
            <a:chExt cx="2312" cy="725"/>
          </a:xfrm>
        </p:grpSpPr>
        <p:graphicFrame>
          <p:nvGraphicFramePr>
            <p:cNvPr id="1028" name="Object 30"/>
            <p:cNvGraphicFramePr/>
            <p:nvPr/>
          </p:nvGraphicFramePr>
          <p:xfrm>
            <a:off x="813" y="2296"/>
            <a:ext cx="2312" cy="725"/>
          </p:xfrm>
          <a:graphic>
            <a:graphicData uri="http://schemas.openxmlformats.org/presentationml/2006/ole">
              <mc:AlternateContent xmlns:mc="http://schemas.openxmlformats.org/markup-compatibility/2006">
                <mc:Choice xmlns:v="urn:schemas-microsoft-com:vml" Requires="v">
                  <p:oleObj spid="_x0000_s3082" name="" r:id="rId15" imgW="1219200" imgH="457200" progId="Equation.3">
                    <p:embed/>
                  </p:oleObj>
                </mc:Choice>
                <mc:Fallback>
                  <p:oleObj name="" r:id="rId15" imgW="1219200" imgH="457200" progId="Equation.3">
                    <p:embed/>
                    <p:pic>
                      <p:nvPicPr>
                        <p:cNvPr id="0" name="图片 3081"/>
                        <p:cNvPicPr/>
                        <p:nvPr/>
                      </p:nvPicPr>
                      <p:blipFill>
                        <a:blip r:embed="rId16">
                          <a:clrChange>
                            <a:clrFrom>
                              <a:srgbClr val="000000"/>
                            </a:clrFrom>
                            <a:clrTo>
                              <a:srgbClr val="A50021"/>
                            </a:clrTo>
                          </a:clrChange>
                        </a:blip>
                        <a:stretch>
                          <a:fillRect/>
                        </a:stretch>
                      </p:blipFill>
                      <p:spPr>
                        <a:xfrm>
                          <a:off x="813" y="2296"/>
                          <a:ext cx="2312" cy="725"/>
                        </a:xfrm>
                        <a:prstGeom prst="rect">
                          <a:avLst/>
                        </a:prstGeom>
                        <a:gradFill rotWithShape="1">
                          <a:gsLst>
                            <a:gs pos="0">
                              <a:srgbClr val="66FFFF"/>
                            </a:gs>
                            <a:gs pos="100000">
                              <a:schemeClr val="bg1"/>
                            </a:gs>
                          </a:gsLst>
                          <a:lin ang="5400000" scaled="1"/>
                          <a:tileRect/>
                        </a:gradFill>
                        <a:ln w="38100">
                          <a:noFill/>
                          <a:miter/>
                        </a:ln>
                      </p:spPr>
                    </p:pic>
                  </p:oleObj>
                </mc:Fallback>
              </mc:AlternateContent>
            </a:graphicData>
          </a:graphic>
        </p:graphicFrame>
        <p:sp>
          <p:nvSpPr>
            <p:cNvPr id="1047" name="Line 66"/>
            <p:cNvSpPr/>
            <p:nvPr/>
          </p:nvSpPr>
          <p:spPr>
            <a:xfrm>
              <a:off x="2617" y="2849"/>
              <a:ext cx="454" cy="0"/>
            </a:xfrm>
            <a:prstGeom prst="line">
              <a:avLst/>
            </a:prstGeom>
            <a:ln w="9525" cap="flat" cmpd="sng">
              <a:solidFill>
                <a:srgbClr val="A50021"/>
              </a:solidFill>
              <a:prstDash val="solid"/>
              <a:headEnd type="none" w="med" len="med"/>
              <a:tailEnd type="none" w="med" len="med"/>
            </a:ln>
          </p:spPr>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9" fill="hold" grpId="0" nodeType="withEffect">
                                  <p:stCondLst>
                                    <p:cond delay="0"/>
                                  </p:stCondLst>
                                  <p:childTnLst>
                                    <p:set>
                                      <p:cBhvr>
                                        <p:cTn id="6" dur="1" fill="hold">
                                          <p:stCondLst>
                                            <p:cond delay="0"/>
                                          </p:stCondLst>
                                        </p:cTn>
                                        <p:tgtEl>
                                          <p:spTgt spid="69634"/>
                                        </p:tgtEl>
                                        <p:attrNameLst>
                                          <p:attrName>style.visibility</p:attrName>
                                        </p:attrNameLst>
                                      </p:cBhvr>
                                      <p:to>
                                        <p:strVal val="visible"/>
                                      </p:to>
                                    </p:set>
                                    <p:anim calcmode="lin" valueType="num">
                                      <p:cBhvr additive="base">
                                        <p:cTn id="7" dur="500" fill="hold"/>
                                        <p:tgtEl>
                                          <p:spTgt spid="69634"/>
                                        </p:tgtEl>
                                        <p:attrNameLst>
                                          <p:attrName>ppt_x</p:attrName>
                                        </p:attrNameLst>
                                      </p:cBhvr>
                                      <p:tavLst>
                                        <p:tav tm="0">
                                          <p:val>
                                            <p:strVal val="0-#ppt_w/2"/>
                                          </p:val>
                                        </p:tav>
                                        <p:tav tm="100000">
                                          <p:val>
                                            <p:strVal val="#ppt_x"/>
                                          </p:val>
                                        </p:tav>
                                      </p:tavLst>
                                    </p:anim>
                                    <p:anim calcmode="lin" valueType="num">
                                      <p:cBhvr additive="base">
                                        <p:cTn id="8" dur="500" fill="hold"/>
                                        <p:tgtEl>
                                          <p:spTgt spid="69634"/>
                                        </p:tgtEl>
                                        <p:attrNameLst>
                                          <p:attrName>ppt_y</p:attrName>
                                        </p:attrNameLst>
                                      </p:cBhvr>
                                      <p:tavLst>
                                        <p:tav tm="0">
                                          <p:val>
                                            <p:strVal val="0-#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69635"/>
                                        </p:tgtEl>
                                        <p:attrNameLst>
                                          <p:attrName>style.visibility</p:attrName>
                                        </p:attrNameLst>
                                      </p:cBhvr>
                                      <p:to>
                                        <p:strVal val="visible"/>
                                      </p:to>
                                    </p:set>
                                    <p:anim calcmode="lin" valueType="num">
                                      <p:cBhvr additive="base">
                                        <p:cTn id="13" dur="500" fill="hold"/>
                                        <p:tgtEl>
                                          <p:spTgt spid="69635"/>
                                        </p:tgtEl>
                                        <p:attrNameLst>
                                          <p:attrName>ppt_x</p:attrName>
                                        </p:attrNameLst>
                                      </p:cBhvr>
                                      <p:tavLst>
                                        <p:tav tm="0">
                                          <p:val>
                                            <p:strVal val="0-#ppt_w/2"/>
                                          </p:val>
                                        </p:tav>
                                        <p:tav tm="100000">
                                          <p:val>
                                            <p:strVal val="#ppt_x"/>
                                          </p:val>
                                        </p:tav>
                                      </p:tavLst>
                                    </p:anim>
                                    <p:anim calcmode="lin" valueType="num">
                                      <p:cBhvr additive="base">
                                        <p:cTn id="14" dur="500" fill="hold"/>
                                        <p:tgtEl>
                                          <p:spTgt spid="69635"/>
                                        </p:tgtEl>
                                        <p:attrNameLst>
                                          <p:attrName>ppt_y</p:attrName>
                                        </p:attrNameLst>
                                      </p:cBhvr>
                                      <p:tavLst>
                                        <p:tav tm="0">
                                          <p:val>
                                            <p:strVal val="#ppt_y"/>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3" presetClass="entr" presetSubtype="10" fill="hold" grpId="0" nodeType="clickEffect">
                                  <p:stCondLst>
                                    <p:cond delay="0"/>
                                  </p:stCondLst>
                                  <p:childTnLst>
                                    <p:set>
                                      <p:cBhvr>
                                        <p:cTn id="18" dur="1" fill="hold">
                                          <p:stCondLst>
                                            <p:cond delay="0"/>
                                          </p:stCondLst>
                                        </p:cTn>
                                        <p:tgtEl>
                                          <p:spTgt spid="69636"/>
                                        </p:tgtEl>
                                        <p:attrNameLst>
                                          <p:attrName>style.visibility</p:attrName>
                                        </p:attrNameLst>
                                      </p:cBhvr>
                                      <p:to>
                                        <p:strVal val="visible"/>
                                      </p:to>
                                    </p:set>
                                    <p:animEffect transition="in" filter="blinds(horizontal)">
                                      <p:cBhvr>
                                        <p:cTn id="19" dur="500"/>
                                        <p:tgtEl>
                                          <p:spTgt spid="69636"/>
                                        </p:tgtEl>
                                      </p:cBhvr>
                                    </p:animEffect>
                                  </p:childTnLst>
                                </p:cTn>
                              </p:par>
                            </p:childTnLst>
                          </p:cTn>
                        </p:par>
                      </p:childTnLst>
                    </p:cTn>
                  </p:par>
                  <p:par>
                    <p:cTn id="20" fill="hold">
                      <p:stCondLst>
                        <p:cond delay="indefinite"/>
                      </p:stCondLst>
                      <p:childTnLst>
                        <p:par>
                          <p:cTn id="21" fill="hold">
                            <p:stCondLst>
                              <p:cond delay="0"/>
                            </p:stCondLst>
                            <p:childTnLst>
                              <p:par>
                                <p:cTn id="22" presetID="3" presetClass="entr" presetSubtype="10" fill="hold" nodeType="clickEffect">
                                  <p:stCondLst>
                                    <p:cond delay="0"/>
                                  </p:stCondLst>
                                  <p:childTnLst>
                                    <p:set>
                                      <p:cBhvr>
                                        <p:cTn id="23" dur="1" fill="hold">
                                          <p:stCondLst>
                                            <p:cond delay="0"/>
                                          </p:stCondLst>
                                        </p:cTn>
                                        <p:tgtEl>
                                          <p:spTgt spid="3"/>
                                        </p:tgtEl>
                                        <p:attrNameLst>
                                          <p:attrName>style.visibility</p:attrName>
                                        </p:attrNameLst>
                                      </p:cBhvr>
                                      <p:to>
                                        <p:strVal val="visible"/>
                                      </p:to>
                                    </p:set>
                                    <p:animEffect transition="in" filter="blinds(horizontal)">
                                      <p:cBhvr>
                                        <p:cTn id="24" dur="500"/>
                                        <p:tgtEl>
                                          <p:spTgt spid="3"/>
                                        </p:tgtEl>
                                      </p:cBhvr>
                                    </p:animEffect>
                                  </p:childTnLst>
                                </p:cTn>
                              </p:par>
                            </p:childTnLst>
                          </p:cTn>
                        </p:par>
                      </p:childTnLst>
                    </p:cTn>
                  </p:par>
                  <p:par>
                    <p:cTn id="25" fill="hold">
                      <p:stCondLst>
                        <p:cond delay="indefinite"/>
                      </p:stCondLst>
                      <p:childTnLst>
                        <p:par>
                          <p:cTn id="26" fill="hold">
                            <p:stCondLst>
                              <p:cond delay="0"/>
                            </p:stCondLst>
                            <p:childTnLst>
                              <p:par>
                                <p:cTn id="27" presetID="3" presetClass="entr" presetSubtype="10" fill="hold" nodeType="clickEffect">
                                  <p:stCondLst>
                                    <p:cond delay="0"/>
                                  </p:stCondLst>
                                  <p:childTnLst>
                                    <p:set>
                                      <p:cBhvr>
                                        <p:cTn id="28" dur="1" fill="hold">
                                          <p:stCondLst>
                                            <p:cond delay="0"/>
                                          </p:stCondLst>
                                        </p:cTn>
                                        <p:tgtEl>
                                          <p:spTgt spid="7"/>
                                        </p:tgtEl>
                                        <p:attrNameLst>
                                          <p:attrName>style.visibility</p:attrName>
                                        </p:attrNameLst>
                                      </p:cBhvr>
                                      <p:to>
                                        <p:strVal val="visible"/>
                                      </p:to>
                                    </p:set>
                                    <p:animEffect transition="in" filter="blinds(horizontal)">
                                      <p:cBhvr>
                                        <p:cTn id="29" dur="500"/>
                                        <p:tgtEl>
                                          <p:spTgt spid="7"/>
                                        </p:tgtEl>
                                      </p:cBhvr>
                                    </p:animEffect>
                                  </p:childTnLst>
                                </p:cTn>
                              </p:par>
                            </p:childTnLst>
                          </p:cTn>
                        </p:par>
                        <p:par>
                          <p:cTn id="30" fill="hold">
                            <p:stCondLst>
                              <p:cond delay="500"/>
                            </p:stCondLst>
                            <p:childTnLst>
                              <p:par>
                                <p:cTn id="31" presetID="20" presetClass="entr" presetSubtype="0" fill="hold" grpId="0" nodeType="afterEffect">
                                  <p:stCondLst>
                                    <p:cond delay="0"/>
                                  </p:stCondLst>
                                  <p:childTnLst>
                                    <p:set>
                                      <p:cBhvr>
                                        <p:cTn id="32" dur="1" fill="hold">
                                          <p:stCondLst>
                                            <p:cond delay="0"/>
                                          </p:stCondLst>
                                        </p:cTn>
                                        <p:tgtEl>
                                          <p:spTgt spid="69680"/>
                                        </p:tgtEl>
                                        <p:attrNameLst>
                                          <p:attrName>style.visibility</p:attrName>
                                        </p:attrNameLst>
                                      </p:cBhvr>
                                      <p:to>
                                        <p:strVal val="visible"/>
                                      </p:to>
                                    </p:set>
                                    <p:animEffect transition="in" filter="wedge">
                                      <p:cBhvr>
                                        <p:cTn id="33" dur="2000"/>
                                        <p:tgtEl>
                                          <p:spTgt spid="69680"/>
                                        </p:tgtEl>
                                      </p:cBhvr>
                                    </p:animEffect>
                                  </p:childTnLst>
                                </p:cTn>
                              </p:par>
                            </p:childTnLst>
                          </p:cTn>
                        </p:par>
                      </p:childTnLst>
                    </p:cTn>
                  </p:par>
                  <p:par>
                    <p:cTn id="34" fill="hold">
                      <p:stCondLst>
                        <p:cond delay="indefinite"/>
                      </p:stCondLst>
                      <p:childTnLst>
                        <p:par>
                          <p:cTn id="35" fill="hold">
                            <p:stCondLst>
                              <p:cond delay="0"/>
                            </p:stCondLst>
                            <p:childTnLst>
                              <p:par>
                                <p:cTn id="36" presetID="2" presetClass="entr" presetSubtype="8" fill="hold" nodeType="clickEffect">
                                  <p:stCondLst>
                                    <p:cond delay="0"/>
                                  </p:stCondLst>
                                  <p:childTnLst>
                                    <p:set>
                                      <p:cBhvr>
                                        <p:cTn id="37" dur="1" fill="hold">
                                          <p:stCondLst>
                                            <p:cond delay="0"/>
                                          </p:stCondLst>
                                        </p:cTn>
                                        <p:tgtEl>
                                          <p:spTgt spid="69676"/>
                                        </p:tgtEl>
                                        <p:attrNameLst>
                                          <p:attrName>style.visibility</p:attrName>
                                        </p:attrNameLst>
                                      </p:cBhvr>
                                      <p:to>
                                        <p:strVal val="visible"/>
                                      </p:to>
                                    </p:set>
                                    <p:anim calcmode="lin" valueType="num">
                                      <p:cBhvr additive="base">
                                        <p:cTn id="38" dur="500" fill="hold"/>
                                        <p:tgtEl>
                                          <p:spTgt spid="69676"/>
                                        </p:tgtEl>
                                        <p:attrNameLst>
                                          <p:attrName>ppt_x</p:attrName>
                                        </p:attrNameLst>
                                      </p:cBhvr>
                                      <p:tavLst>
                                        <p:tav tm="0">
                                          <p:val>
                                            <p:strVal val="0-#ppt_w/2"/>
                                          </p:val>
                                        </p:tav>
                                        <p:tav tm="100000">
                                          <p:val>
                                            <p:strVal val="#ppt_x"/>
                                          </p:val>
                                        </p:tav>
                                      </p:tavLst>
                                    </p:anim>
                                    <p:anim calcmode="lin" valueType="num">
                                      <p:cBhvr additive="base">
                                        <p:cTn id="39" dur="500" fill="hold"/>
                                        <p:tgtEl>
                                          <p:spTgt spid="69676"/>
                                        </p:tgtEl>
                                        <p:attrNameLst>
                                          <p:attrName>ppt_y</p:attrName>
                                        </p:attrNameLst>
                                      </p:cBhvr>
                                      <p:tavLst>
                                        <p:tav tm="0">
                                          <p:val>
                                            <p:strVal val="#ppt_y"/>
                                          </p:val>
                                        </p:tav>
                                        <p:tav tm="100000">
                                          <p:val>
                                            <p:strVal val="#ppt_y"/>
                                          </p:val>
                                        </p:tav>
                                      </p:tavLst>
                                    </p:anim>
                                  </p:childTnLst>
                                </p:cTn>
                              </p:par>
                            </p:childTnLst>
                          </p:cTn>
                        </p:par>
                        <p:par>
                          <p:cTn id="40" fill="hold">
                            <p:stCondLst>
                              <p:cond delay="500"/>
                            </p:stCondLst>
                            <p:childTnLst>
                              <p:par>
                                <p:cTn id="41" presetID="4" presetClass="entr" presetSubtype="32" fill="hold" grpId="0" nodeType="afterEffect">
                                  <p:stCondLst>
                                    <p:cond delay="0"/>
                                  </p:stCondLst>
                                  <p:childTnLst>
                                    <p:set>
                                      <p:cBhvr>
                                        <p:cTn id="42" dur="1" fill="hold">
                                          <p:stCondLst>
                                            <p:cond delay="0"/>
                                          </p:stCondLst>
                                        </p:cTn>
                                        <p:tgtEl>
                                          <p:spTgt spid="69677"/>
                                        </p:tgtEl>
                                        <p:attrNameLst>
                                          <p:attrName>style.visibility</p:attrName>
                                        </p:attrNameLst>
                                      </p:cBhvr>
                                      <p:to>
                                        <p:strVal val="visible"/>
                                      </p:to>
                                    </p:set>
                                    <p:animEffect transition="in" filter="box(out)">
                                      <p:cBhvr>
                                        <p:cTn id="43" dur="500"/>
                                        <p:tgtEl>
                                          <p:spTgt spid="69677"/>
                                        </p:tgtEl>
                                      </p:cBhvr>
                                    </p:animEffect>
                                  </p:childTnLst>
                                </p:cTn>
                              </p:par>
                            </p:childTnLst>
                          </p:cTn>
                        </p:par>
                      </p:childTnLst>
                    </p:cTn>
                  </p:par>
                  <p:par>
                    <p:cTn id="44" fill="hold">
                      <p:stCondLst>
                        <p:cond delay="indefinite"/>
                      </p:stCondLst>
                      <p:childTnLst>
                        <p:par>
                          <p:cTn id="45" fill="hold">
                            <p:stCondLst>
                              <p:cond delay="0"/>
                            </p:stCondLst>
                            <p:childTnLst>
                              <p:par>
                                <p:cTn id="46" presetID="24" presetClass="entr" presetSubtype="0" fill="hold" nodeType="clickEffect">
                                  <p:stCondLst>
                                    <p:cond delay="0"/>
                                  </p:stCondLst>
                                  <p:childTnLst>
                                    <p:set>
                                      <p:cBhvr>
                                        <p:cTn id="47" dur="1" fill="hold">
                                          <p:stCondLst>
                                            <p:cond delay="499"/>
                                          </p:stCondLst>
                                        </p:cTn>
                                        <p:tgtEl>
                                          <p:spTgt spid="69674"/>
                                        </p:tgtEl>
                                        <p:attrNameLst>
                                          <p:attrName>style.visibility</p:attrName>
                                        </p:attrNameLst>
                                      </p:cBhvr>
                                      <p:to>
                                        <p:strVal val="visible"/>
                                      </p:to>
                                    </p:set>
                                    <p:anim to="" calcmode="lin" valueType="num">
                                      <p:cBhvr>
                                        <p:cTn id="48" dur="1" fill="hold"/>
                                        <p:tgtEl>
                                          <p:spTgt spid="69674"/>
                                        </p:tgtEl>
                                        <p:attrNameLst>
                                          <p:attrName>style.visibility</p:attrName>
                                        </p:attrNameLst>
                                      </p:cBhvr>
                                    </p:anim>
                                  </p:childTnLst>
                                </p:cTn>
                              </p:par>
                            </p:childTnLst>
                          </p:cTn>
                        </p:par>
                        <p:par>
                          <p:cTn id="49" fill="hold">
                            <p:stCondLst>
                              <p:cond delay="500"/>
                            </p:stCondLst>
                            <p:childTnLst>
                              <p:par>
                                <p:cTn id="50" presetID="9" presetClass="entr" presetSubtype="0" fill="hold" grpId="0" nodeType="afterEffect">
                                  <p:stCondLst>
                                    <p:cond delay="0"/>
                                  </p:stCondLst>
                                  <p:childTnLst>
                                    <p:set>
                                      <p:cBhvr>
                                        <p:cTn id="51" dur="1" fill="hold">
                                          <p:stCondLst>
                                            <p:cond delay="0"/>
                                          </p:stCondLst>
                                        </p:cTn>
                                        <p:tgtEl>
                                          <p:spTgt spid="69679"/>
                                        </p:tgtEl>
                                        <p:attrNameLst>
                                          <p:attrName>style.visibility</p:attrName>
                                        </p:attrNameLst>
                                      </p:cBhvr>
                                      <p:to>
                                        <p:strVal val="visible"/>
                                      </p:to>
                                    </p:set>
                                    <p:animEffect transition="in" filter="dissolve">
                                      <p:cBhvr>
                                        <p:cTn id="52" dur="500"/>
                                        <p:tgtEl>
                                          <p:spTgt spid="69679"/>
                                        </p:tgtEl>
                                      </p:cBhvr>
                                    </p:animEffect>
                                  </p:childTnLst>
                                </p:cTn>
                              </p:par>
                            </p:childTnLst>
                          </p:cTn>
                        </p:par>
                        <p:par>
                          <p:cTn id="53" fill="hold">
                            <p:stCondLst>
                              <p:cond delay="1000"/>
                            </p:stCondLst>
                            <p:childTnLst>
                              <p:par>
                                <p:cTn id="54" presetID="4" presetClass="entr" presetSubtype="32" fill="hold" grpId="0" nodeType="afterEffect">
                                  <p:stCondLst>
                                    <p:cond delay="0"/>
                                  </p:stCondLst>
                                  <p:childTnLst>
                                    <p:set>
                                      <p:cBhvr>
                                        <p:cTn id="55" dur="1" fill="hold">
                                          <p:stCondLst>
                                            <p:cond delay="0"/>
                                          </p:stCondLst>
                                        </p:cTn>
                                        <p:tgtEl>
                                          <p:spTgt spid="69678"/>
                                        </p:tgtEl>
                                        <p:attrNameLst>
                                          <p:attrName>style.visibility</p:attrName>
                                        </p:attrNameLst>
                                      </p:cBhvr>
                                      <p:to>
                                        <p:strVal val="visible"/>
                                      </p:to>
                                    </p:set>
                                    <p:animEffect transition="in" filter="box(out)">
                                      <p:cBhvr>
                                        <p:cTn id="56" dur="500"/>
                                        <p:tgtEl>
                                          <p:spTgt spid="69678"/>
                                        </p:tgtEl>
                                      </p:cBhvr>
                                    </p:animEffect>
                                  </p:childTnLst>
                                </p:cTn>
                              </p:par>
                            </p:childTnLst>
                          </p:cTn>
                        </p:par>
                      </p:childTnLst>
                    </p:cTn>
                  </p:par>
                  <p:par>
                    <p:cTn id="57" fill="hold">
                      <p:stCondLst>
                        <p:cond delay="indefinite"/>
                      </p:stCondLst>
                      <p:childTnLst>
                        <p:par>
                          <p:cTn id="58" fill="hold">
                            <p:stCondLst>
                              <p:cond delay="0"/>
                            </p:stCondLst>
                            <p:childTnLst>
                              <p:par>
                                <p:cTn id="59" presetID="12" presetClass="entr" presetSubtype="8" fill="hold" grpId="0" nodeType="clickEffect">
                                  <p:stCondLst>
                                    <p:cond delay="0"/>
                                  </p:stCondLst>
                                  <p:childTnLst>
                                    <p:set>
                                      <p:cBhvr>
                                        <p:cTn id="60" dur="1" fill="hold">
                                          <p:stCondLst>
                                            <p:cond delay="0"/>
                                          </p:stCondLst>
                                        </p:cTn>
                                        <p:tgtEl>
                                          <p:spTgt spid="69637"/>
                                        </p:tgtEl>
                                        <p:attrNameLst>
                                          <p:attrName>style.visibility</p:attrName>
                                        </p:attrNameLst>
                                      </p:cBhvr>
                                      <p:to>
                                        <p:strVal val="visible"/>
                                      </p:to>
                                    </p:set>
                                    <p:animEffect transition="in" filter="slide(fromLeft)">
                                      <p:cBhvr>
                                        <p:cTn id="61" dur="500"/>
                                        <p:tgtEl>
                                          <p:spTgt spid="69637"/>
                                        </p:tgtEl>
                                      </p:cBhvr>
                                    </p:animEffect>
                                  </p:childTnLst>
                                </p:cTn>
                              </p:par>
                            </p:childTnLst>
                          </p:cTn>
                        </p:par>
                        <p:par>
                          <p:cTn id="62" fill="hold">
                            <p:stCondLst>
                              <p:cond delay="500"/>
                            </p:stCondLst>
                            <p:childTnLst>
                              <p:par>
                                <p:cTn id="63" presetID="3" presetClass="entr" presetSubtype="10" fill="hold" nodeType="afterEffect">
                                  <p:stCondLst>
                                    <p:cond delay="0"/>
                                  </p:stCondLst>
                                  <p:childTnLst>
                                    <p:set>
                                      <p:cBhvr>
                                        <p:cTn id="64" dur="1" fill="hold">
                                          <p:stCondLst>
                                            <p:cond delay="0"/>
                                          </p:stCondLst>
                                        </p:cTn>
                                        <p:tgtEl>
                                          <p:spTgt spid="2"/>
                                        </p:tgtEl>
                                        <p:attrNameLst>
                                          <p:attrName>style.visibility</p:attrName>
                                        </p:attrNameLst>
                                      </p:cBhvr>
                                      <p:to>
                                        <p:strVal val="visible"/>
                                      </p:to>
                                    </p:set>
                                    <p:animEffect transition="in" filter="blinds(horizontal)">
                                      <p:cBhvr>
                                        <p:cTn id="65"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9634" grpId="0"/>
      <p:bldP spid="69635" grpId="0"/>
      <p:bldP spid="69636" grpId="0"/>
      <p:bldP spid="69637" grpId="0" animBg="1"/>
      <p:bldP spid="69677" grpId="0"/>
      <p:bldP spid="69678" grpId="0"/>
      <p:bldP spid="69679" grpId="0" animBg="1"/>
      <p:bldP spid="69680" grpId="0" animBg="1"/>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96258" name="Text Box 2"/>
          <p:cNvSpPr txBox="1"/>
          <p:nvPr/>
        </p:nvSpPr>
        <p:spPr>
          <a:xfrm>
            <a:off x="684213" y="549275"/>
            <a:ext cx="4827587" cy="519113"/>
          </a:xfrm>
          <a:prstGeom prst="rect">
            <a:avLst/>
          </a:prstGeom>
          <a:noFill/>
          <a:ln w="19050">
            <a:noFill/>
          </a:ln>
        </p:spPr>
        <p:txBody>
          <a:bodyPr wrap="none">
            <a:spAutoFit/>
          </a:bodyPr>
          <a:p>
            <a:pPr>
              <a:spcBef>
                <a:spcPct val="50000"/>
              </a:spcBef>
            </a:pPr>
            <a:r>
              <a:rPr lang="zh-CN" altLang="en-US" dirty="0">
                <a:latin typeface="Times New Roman" panose="02020603050405020304" pitchFamily="18" charset="0"/>
              </a:rPr>
              <a:t>当无源网络内为单个元件时有</a:t>
            </a:r>
            <a:endParaRPr lang="zh-CN" altLang="en-US" i="1" dirty="0">
              <a:latin typeface="Times New Roman" panose="02020603050405020304" pitchFamily="18" charset="0"/>
            </a:endParaRPr>
          </a:p>
        </p:txBody>
      </p:sp>
      <p:graphicFrame>
        <p:nvGraphicFramePr>
          <p:cNvPr id="96259" name="Object 3"/>
          <p:cNvGraphicFramePr/>
          <p:nvPr/>
        </p:nvGraphicFramePr>
        <p:xfrm>
          <a:off x="1331913" y="3357563"/>
          <a:ext cx="1685925" cy="914400"/>
        </p:xfrm>
        <a:graphic>
          <a:graphicData uri="http://schemas.openxmlformats.org/presentationml/2006/ole">
            <mc:AlternateContent xmlns:mc="http://schemas.openxmlformats.org/markup-compatibility/2006">
              <mc:Choice xmlns:v="urn:schemas-microsoft-com:vml" Requires="v">
                <p:oleObj spid="_x0000_s3078" name="" r:id="rId1" imgW="838200" imgH="457200" progId="Equation.3">
                  <p:embed/>
                </p:oleObj>
              </mc:Choice>
              <mc:Fallback>
                <p:oleObj name="" r:id="rId1" imgW="838200" imgH="457200" progId="Equation.3">
                  <p:embed/>
                  <p:pic>
                    <p:nvPicPr>
                      <p:cNvPr id="0" name="图片 3077"/>
                      <p:cNvPicPr/>
                      <p:nvPr/>
                    </p:nvPicPr>
                    <p:blipFill>
                      <a:blip r:embed="rId2">
                        <a:clrChange>
                          <a:clrFrom>
                            <a:srgbClr val="000000"/>
                          </a:clrFrom>
                          <a:clrTo>
                            <a:srgbClr val="FFFFFF"/>
                          </a:clrTo>
                        </a:clrChange>
                      </a:blip>
                      <a:stretch>
                        <a:fillRect/>
                      </a:stretch>
                    </p:blipFill>
                    <p:spPr>
                      <a:xfrm>
                        <a:off x="1331913" y="3357563"/>
                        <a:ext cx="1685925" cy="914400"/>
                      </a:xfrm>
                      <a:prstGeom prst="rect">
                        <a:avLst/>
                      </a:prstGeom>
                      <a:noFill/>
                      <a:ln w="38100">
                        <a:noFill/>
                        <a:miter/>
                      </a:ln>
                    </p:spPr>
                  </p:pic>
                </p:oleObj>
              </mc:Fallback>
            </mc:AlternateContent>
          </a:graphicData>
        </a:graphic>
      </p:graphicFrame>
      <p:graphicFrame>
        <p:nvGraphicFramePr>
          <p:cNvPr id="96260" name="Object 4"/>
          <p:cNvGraphicFramePr/>
          <p:nvPr/>
        </p:nvGraphicFramePr>
        <p:xfrm>
          <a:off x="1258888" y="4365625"/>
          <a:ext cx="3021012" cy="947738"/>
        </p:xfrm>
        <a:graphic>
          <a:graphicData uri="http://schemas.openxmlformats.org/presentationml/2006/ole">
            <mc:AlternateContent xmlns:mc="http://schemas.openxmlformats.org/markup-compatibility/2006">
              <mc:Choice xmlns:v="urn:schemas-microsoft-com:vml" Requires="v">
                <p:oleObj spid="_x0000_s3084" name="" r:id="rId3" imgW="1447800" imgH="457200" progId="Equation.3">
                  <p:embed/>
                </p:oleObj>
              </mc:Choice>
              <mc:Fallback>
                <p:oleObj name="" r:id="rId3" imgW="1447800" imgH="457200" progId="Equation.3">
                  <p:embed/>
                  <p:pic>
                    <p:nvPicPr>
                      <p:cNvPr id="0" name="图片 3083"/>
                      <p:cNvPicPr/>
                      <p:nvPr/>
                    </p:nvPicPr>
                    <p:blipFill>
                      <a:blip r:embed="rId4">
                        <a:clrChange>
                          <a:clrFrom>
                            <a:srgbClr val="000000"/>
                          </a:clrFrom>
                          <a:clrTo>
                            <a:srgbClr val="FFFFFF"/>
                          </a:clrTo>
                        </a:clrChange>
                      </a:blip>
                      <a:stretch>
                        <a:fillRect/>
                      </a:stretch>
                    </p:blipFill>
                    <p:spPr>
                      <a:xfrm>
                        <a:off x="1258888" y="4365625"/>
                        <a:ext cx="3021012" cy="947738"/>
                      </a:xfrm>
                      <a:prstGeom prst="rect">
                        <a:avLst/>
                      </a:prstGeom>
                      <a:noFill/>
                      <a:ln w="38100">
                        <a:noFill/>
                        <a:miter/>
                      </a:ln>
                    </p:spPr>
                  </p:pic>
                </p:oleObj>
              </mc:Fallback>
            </mc:AlternateContent>
          </a:graphicData>
        </a:graphic>
      </p:graphicFrame>
      <p:graphicFrame>
        <p:nvGraphicFramePr>
          <p:cNvPr id="96261" name="Object 5"/>
          <p:cNvGraphicFramePr/>
          <p:nvPr/>
        </p:nvGraphicFramePr>
        <p:xfrm>
          <a:off x="3635375" y="3357563"/>
          <a:ext cx="3411538" cy="998537"/>
        </p:xfrm>
        <a:graphic>
          <a:graphicData uri="http://schemas.openxmlformats.org/presentationml/2006/ole">
            <mc:AlternateContent xmlns:mc="http://schemas.openxmlformats.org/markup-compatibility/2006">
              <mc:Choice xmlns:v="urn:schemas-microsoft-com:vml" Requires="v">
                <p:oleObj spid="_x0000_s3085" name="" r:id="rId5" imgW="1600200" imgH="469900" progId="Equation.3">
                  <p:embed/>
                </p:oleObj>
              </mc:Choice>
              <mc:Fallback>
                <p:oleObj name="" r:id="rId5" imgW="1600200" imgH="469900" progId="Equation.3">
                  <p:embed/>
                  <p:pic>
                    <p:nvPicPr>
                      <p:cNvPr id="0" name="图片 3084"/>
                      <p:cNvPicPr/>
                      <p:nvPr/>
                    </p:nvPicPr>
                    <p:blipFill>
                      <a:blip r:embed="rId6">
                        <a:clrChange>
                          <a:clrFrom>
                            <a:srgbClr val="000000"/>
                          </a:clrFrom>
                          <a:clrTo>
                            <a:srgbClr val="FFFFFF"/>
                          </a:clrTo>
                        </a:clrChange>
                      </a:blip>
                      <a:stretch>
                        <a:fillRect/>
                      </a:stretch>
                    </p:blipFill>
                    <p:spPr>
                      <a:xfrm>
                        <a:off x="3635375" y="3357563"/>
                        <a:ext cx="3411538" cy="998537"/>
                      </a:xfrm>
                      <a:prstGeom prst="rect">
                        <a:avLst/>
                      </a:prstGeom>
                      <a:noFill/>
                      <a:ln w="38100">
                        <a:noFill/>
                        <a:miter/>
                      </a:ln>
                    </p:spPr>
                  </p:pic>
                </p:oleObj>
              </mc:Fallback>
            </mc:AlternateContent>
          </a:graphicData>
        </a:graphic>
      </p:graphicFrame>
      <p:sp>
        <p:nvSpPr>
          <p:cNvPr id="96275" name="Text Box 19"/>
          <p:cNvSpPr txBox="1"/>
          <p:nvPr/>
        </p:nvSpPr>
        <p:spPr>
          <a:xfrm>
            <a:off x="1979613" y="5445125"/>
            <a:ext cx="5761037" cy="519113"/>
          </a:xfrm>
          <a:prstGeom prst="rect">
            <a:avLst/>
          </a:prstGeom>
          <a:noFill/>
          <a:ln w="9525">
            <a:noFill/>
          </a:ln>
        </p:spPr>
        <p:txBody>
          <a:bodyPr>
            <a:spAutoFit/>
          </a:bodyPr>
          <a:p>
            <a:pPr>
              <a:spcBef>
                <a:spcPct val="50000"/>
              </a:spcBef>
            </a:pPr>
            <a:r>
              <a:rPr lang="en-US" altLang="zh-CN" b="0" i="1" dirty="0">
                <a:solidFill>
                  <a:schemeClr val="bg1"/>
                </a:solidFill>
                <a:latin typeface="Times New Roman" panose="02020603050405020304" pitchFamily="18" charset="0"/>
              </a:rPr>
              <a:t>Z</a:t>
            </a:r>
            <a:r>
              <a:rPr lang="en-US" altLang="zh-CN" b="0" i="1" dirty="0">
                <a:latin typeface="Times New Roman" panose="02020603050405020304" pitchFamily="18" charset="0"/>
              </a:rPr>
              <a:t> </a:t>
            </a:r>
            <a:r>
              <a:rPr lang="zh-CN" altLang="en-US" dirty="0">
                <a:latin typeface="楷体_GB2312" pitchFamily="49" charset="-122"/>
              </a:rPr>
              <a:t>可以是实数，也可以是虚数。</a:t>
            </a:r>
            <a:endParaRPr lang="zh-CN" altLang="en-US" dirty="0">
              <a:latin typeface="楷体_GB2312" pitchFamily="49" charset="-122"/>
            </a:endParaRPr>
          </a:p>
        </p:txBody>
      </p:sp>
      <p:grpSp>
        <p:nvGrpSpPr>
          <p:cNvPr id="2" name="Group 112"/>
          <p:cNvGrpSpPr/>
          <p:nvPr/>
        </p:nvGrpSpPr>
        <p:grpSpPr>
          <a:xfrm>
            <a:off x="3492500" y="1412875"/>
            <a:ext cx="1712913" cy="1785938"/>
            <a:chOff x="2200" y="890"/>
            <a:chExt cx="1079" cy="1125"/>
          </a:xfrm>
        </p:grpSpPr>
        <p:sp>
          <p:nvSpPr>
            <p:cNvPr id="2101" name="Line 24"/>
            <p:cNvSpPr/>
            <p:nvPr/>
          </p:nvSpPr>
          <p:spPr>
            <a:xfrm flipH="1">
              <a:off x="2921" y="1586"/>
              <a:ext cx="5" cy="390"/>
            </a:xfrm>
            <a:prstGeom prst="line">
              <a:avLst/>
            </a:prstGeom>
            <a:ln w="28575" cap="flat" cmpd="sng">
              <a:solidFill>
                <a:srgbClr val="FFCC00"/>
              </a:solidFill>
              <a:prstDash val="solid"/>
              <a:headEnd type="none" w="med" len="med"/>
              <a:tailEnd type="none" w="med" len="med"/>
            </a:ln>
          </p:spPr>
        </p:sp>
        <p:sp>
          <p:nvSpPr>
            <p:cNvPr id="2102" name="Line 25"/>
            <p:cNvSpPr/>
            <p:nvPr/>
          </p:nvSpPr>
          <p:spPr>
            <a:xfrm>
              <a:off x="2345" y="1222"/>
              <a:ext cx="576" cy="0"/>
            </a:xfrm>
            <a:prstGeom prst="line">
              <a:avLst/>
            </a:prstGeom>
            <a:ln w="28575" cap="flat" cmpd="sng">
              <a:solidFill>
                <a:srgbClr val="FFCC00"/>
              </a:solidFill>
              <a:prstDash val="solid"/>
              <a:headEnd type="none" w="med" len="med"/>
              <a:tailEnd type="none" w="med" len="med"/>
            </a:ln>
          </p:spPr>
        </p:sp>
        <p:sp>
          <p:nvSpPr>
            <p:cNvPr id="2103" name="Line 26"/>
            <p:cNvSpPr/>
            <p:nvPr/>
          </p:nvSpPr>
          <p:spPr>
            <a:xfrm>
              <a:off x="2345" y="1964"/>
              <a:ext cx="576" cy="0"/>
            </a:xfrm>
            <a:prstGeom prst="line">
              <a:avLst/>
            </a:prstGeom>
            <a:ln w="28575" cap="flat" cmpd="sng">
              <a:solidFill>
                <a:srgbClr val="FFCC00"/>
              </a:solidFill>
              <a:prstDash val="solid"/>
              <a:headEnd type="none" w="med" len="med"/>
              <a:tailEnd type="none" w="med" len="med"/>
            </a:ln>
          </p:spPr>
        </p:sp>
        <p:sp>
          <p:nvSpPr>
            <p:cNvPr id="2104" name="Line 27"/>
            <p:cNvSpPr/>
            <p:nvPr/>
          </p:nvSpPr>
          <p:spPr>
            <a:xfrm>
              <a:off x="2426" y="1225"/>
              <a:ext cx="384" cy="0"/>
            </a:xfrm>
            <a:prstGeom prst="line">
              <a:avLst/>
            </a:prstGeom>
            <a:ln w="28575" cap="flat" cmpd="sng">
              <a:solidFill>
                <a:srgbClr val="66FFFF"/>
              </a:solidFill>
              <a:prstDash val="solid"/>
              <a:headEnd type="none" w="med" len="med"/>
              <a:tailEnd type="triangle" w="med" len="med"/>
            </a:ln>
          </p:spPr>
        </p:sp>
        <p:graphicFrame>
          <p:nvGraphicFramePr>
            <p:cNvPr id="2057" name="Object 28"/>
            <p:cNvGraphicFramePr/>
            <p:nvPr/>
          </p:nvGraphicFramePr>
          <p:xfrm>
            <a:off x="2517" y="890"/>
            <a:ext cx="164" cy="282"/>
          </p:xfrm>
          <a:graphic>
            <a:graphicData uri="http://schemas.openxmlformats.org/presentationml/2006/ole">
              <mc:AlternateContent xmlns:mc="http://schemas.openxmlformats.org/markup-compatibility/2006">
                <mc:Choice xmlns:v="urn:schemas-microsoft-com:vml" Requires="v">
                  <p:oleObj spid="_x0000_s3089" name="" r:id="rId7" imgW="127000" imgH="215265" progId="Equation.3">
                    <p:embed/>
                  </p:oleObj>
                </mc:Choice>
                <mc:Fallback>
                  <p:oleObj name="" r:id="rId7" imgW="127000" imgH="215265" progId="Equation.3">
                    <p:embed/>
                    <p:pic>
                      <p:nvPicPr>
                        <p:cNvPr id="0" name="图片 3088"/>
                        <p:cNvPicPr/>
                        <p:nvPr/>
                      </p:nvPicPr>
                      <p:blipFill>
                        <a:blip r:embed="rId8">
                          <a:clrChange>
                            <a:clrFrom>
                              <a:srgbClr val="000000"/>
                            </a:clrFrom>
                            <a:clrTo>
                              <a:srgbClr val="FFFFFF"/>
                            </a:clrTo>
                          </a:clrChange>
                        </a:blip>
                        <a:stretch>
                          <a:fillRect/>
                        </a:stretch>
                      </p:blipFill>
                      <p:spPr>
                        <a:xfrm>
                          <a:off x="2517" y="890"/>
                          <a:ext cx="164" cy="282"/>
                        </a:xfrm>
                        <a:prstGeom prst="rect">
                          <a:avLst/>
                        </a:prstGeom>
                        <a:noFill/>
                        <a:ln w="38100">
                          <a:noFill/>
                          <a:miter/>
                        </a:ln>
                      </p:spPr>
                    </p:pic>
                  </p:oleObj>
                </mc:Fallback>
              </mc:AlternateContent>
            </a:graphicData>
          </a:graphic>
        </p:graphicFrame>
        <p:sp>
          <p:nvSpPr>
            <p:cNvPr id="2105" name="Text Box 29"/>
            <p:cNvSpPr txBox="1"/>
            <p:nvPr/>
          </p:nvSpPr>
          <p:spPr>
            <a:xfrm>
              <a:off x="3014" y="1370"/>
              <a:ext cx="265" cy="327"/>
            </a:xfrm>
            <a:prstGeom prst="rect">
              <a:avLst/>
            </a:prstGeom>
            <a:noFill/>
            <a:ln w="28575">
              <a:noFill/>
            </a:ln>
          </p:spPr>
          <p:txBody>
            <a:bodyPr wrap="none">
              <a:spAutoFit/>
            </a:bodyPr>
            <a:p>
              <a:r>
                <a:rPr lang="en-US" altLang="zh-CN" b="0" i="1" dirty="0">
                  <a:solidFill>
                    <a:schemeClr val="bg1"/>
                  </a:solidFill>
                  <a:latin typeface="Times New Roman" panose="02020603050405020304" pitchFamily="18" charset="0"/>
                  <a:ea typeface="宋体" panose="02010600030101010101" pitchFamily="2" charset="-122"/>
                </a:rPr>
                <a:t>C</a:t>
              </a:r>
              <a:endParaRPr lang="en-US" altLang="zh-CN" b="0" i="1" dirty="0">
                <a:solidFill>
                  <a:schemeClr val="bg1"/>
                </a:solidFill>
                <a:latin typeface="Times New Roman" panose="02020603050405020304" pitchFamily="18" charset="0"/>
                <a:ea typeface="宋体" panose="02010600030101010101" pitchFamily="2" charset="-122"/>
              </a:endParaRPr>
            </a:p>
          </p:txBody>
        </p:sp>
        <p:graphicFrame>
          <p:nvGraphicFramePr>
            <p:cNvPr id="2058" name="Object 30"/>
            <p:cNvGraphicFramePr/>
            <p:nvPr/>
          </p:nvGraphicFramePr>
          <p:xfrm>
            <a:off x="2223" y="1481"/>
            <a:ext cx="208" cy="270"/>
          </p:xfrm>
          <a:graphic>
            <a:graphicData uri="http://schemas.openxmlformats.org/presentationml/2006/ole">
              <mc:AlternateContent xmlns:mc="http://schemas.openxmlformats.org/markup-compatibility/2006">
                <mc:Choice xmlns:v="urn:schemas-microsoft-com:vml" Requires="v">
                  <p:oleObj spid="_x0000_s3086" name="" r:id="rId9" imgW="177800" imgH="227965" progId="Equation.3">
                    <p:embed/>
                  </p:oleObj>
                </mc:Choice>
                <mc:Fallback>
                  <p:oleObj name="" r:id="rId9" imgW="177800" imgH="227965" progId="Equation.3">
                    <p:embed/>
                    <p:pic>
                      <p:nvPicPr>
                        <p:cNvPr id="0" name="图片 3085"/>
                        <p:cNvPicPr/>
                        <p:nvPr/>
                      </p:nvPicPr>
                      <p:blipFill>
                        <a:blip r:embed="rId10">
                          <a:clrChange>
                            <a:clrFrom>
                              <a:srgbClr val="000000"/>
                            </a:clrFrom>
                            <a:clrTo>
                              <a:srgbClr val="FFFFFF"/>
                            </a:clrTo>
                          </a:clrChange>
                        </a:blip>
                        <a:stretch>
                          <a:fillRect/>
                        </a:stretch>
                      </p:blipFill>
                      <p:spPr>
                        <a:xfrm>
                          <a:off x="2223" y="1481"/>
                          <a:ext cx="208" cy="270"/>
                        </a:xfrm>
                        <a:prstGeom prst="rect">
                          <a:avLst/>
                        </a:prstGeom>
                        <a:noFill/>
                        <a:ln w="38100">
                          <a:noFill/>
                          <a:miter/>
                        </a:ln>
                      </p:spPr>
                    </p:pic>
                  </p:oleObj>
                </mc:Fallback>
              </mc:AlternateContent>
            </a:graphicData>
          </a:graphic>
        </p:graphicFrame>
        <p:sp>
          <p:nvSpPr>
            <p:cNvPr id="2106" name="Text Box 31"/>
            <p:cNvSpPr txBox="1"/>
            <p:nvPr/>
          </p:nvSpPr>
          <p:spPr>
            <a:xfrm>
              <a:off x="2200" y="1208"/>
              <a:ext cx="242" cy="327"/>
            </a:xfrm>
            <a:prstGeom prst="rect">
              <a:avLst/>
            </a:prstGeom>
            <a:noFill/>
            <a:ln w="28575">
              <a:noFill/>
            </a:ln>
          </p:spPr>
          <p:txBody>
            <a:bodyPr wrap="none">
              <a:spAutoFit/>
            </a:bodyPr>
            <a:p>
              <a:pPr>
                <a:spcBef>
                  <a:spcPct val="50000"/>
                </a:spcBef>
              </a:pPr>
              <a:r>
                <a:rPr lang="en-US" altLang="zh-CN" b="0" dirty="0">
                  <a:solidFill>
                    <a:schemeClr val="bg1"/>
                  </a:solidFill>
                  <a:latin typeface="Times New Roman" panose="02020603050405020304" pitchFamily="18" charset="0"/>
                  <a:ea typeface="宋体" panose="02010600030101010101" pitchFamily="2" charset="-122"/>
                </a:rPr>
                <a:t>+</a:t>
              </a:r>
              <a:endParaRPr lang="en-US" altLang="zh-CN" b="0" dirty="0">
                <a:solidFill>
                  <a:schemeClr val="bg1"/>
                </a:solidFill>
                <a:latin typeface="Times New Roman" panose="02020603050405020304" pitchFamily="18" charset="0"/>
                <a:ea typeface="宋体" panose="02010600030101010101" pitchFamily="2" charset="-122"/>
              </a:endParaRPr>
            </a:p>
          </p:txBody>
        </p:sp>
        <p:sp>
          <p:nvSpPr>
            <p:cNvPr id="2107" name="Text Box 32"/>
            <p:cNvSpPr txBox="1"/>
            <p:nvPr/>
          </p:nvSpPr>
          <p:spPr>
            <a:xfrm>
              <a:off x="2212" y="1688"/>
              <a:ext cx="229" cy="327"/>
            </a:xfrm>
            <a:prstGeom prst="rect">
              <a:avLst/>
            </a:prstGeom>
            <a:noFill/>
            <a:ln w="28575">
              <a:noFill/>
            </a:ln>
          </p:spPr>
          <p:txBody>
            <a:bodyPr wrap="none">
              <a:spAutoFit/>
            </a:bodyPr>
            <a:p>
              <a:pPr>
                <a:spcBef>
                  <a:spcPct val="50000"/>
                </a:spcBef>
              </a:pPr>
              <a:r>
                <a:rPr lang="en-US" altLang="zh-CN" b="0" dirty="0">
                  <a:solidFill>
                    <a:schemeClr val="bg1"/>
                  </a:solidFill>
                  <a:latin typeface="宋体" panose="02010600030101010101" pitchFamily="2" charset="-122"/>
                  <a:ea typeface="宋体" panose="02010600030101010101" pitchFamily="2" charset="-122"/>
                </a:rPr>
                <a:t>-</a:t>
              </a:r>
              <a:endParaRPr lang="en-US" altLang="zh-CN" b="0" dirty="0">
                <a:solidFill>
                  <a:schemeClr val="bg1"/>
                </a:solidFill>
                <a:latin typeface="Times New Roman" panose="02020603050405020304" pitchFamily="18" charset="0"/>
                <a:ea typeface="宋体" panose="02010600030101010101" pitchFamily="2" charset="-122"/>
              </a:endParaRPr>
            </a:p>
          </p:txBody>
        </p:sp>
        <p:sp>
          <p:nvSpPr>
            <p:cNvPr id="2108" name="Oval 33"/>
            <p:cNvSpPr/>
            <p:nvPr/>
          </p:nvSpPr>
          <p:spPr>
            <a:xfrm>
              <a:off x="2280" y="1188"/>
              <a:ext cx="68" cy="68"/>
            </a:xfrm>
            <a:prstGeom prst="ellipse">
              <a:avLst/>
            </a:prstGeom>
            <a:noFill/>
            <a:ln w="38100" cap="flat" cmpd="sng">
              <a:solidFill>
                <a:srgbClr val="FFCC00"/>
              </a:solidFill>
              <a:prstDash val="solid"/>
              <a:headEnd type="none" w="med" len="med"/>
              <a:tailEnd type="none" w="med" len="med"/>
            </a:ln>
          </p:spPr>
          <p:txBody>
            <a:bodyPr wrap="none" anchor="ctr" anchorCtr="0"/>
            <a:p>
              <a:endParaRPr lang="zh-CN" altLang="en-US" dirty="0">
                <a:latin typeface="楷体_GB2312" pitchFamily="49" charset="-122"/>
              </a:endParaRPr>
            </a:p>
          </p:txBody>
        </p:sp>
        <p:sp>
          <p:nvSpPr>
            <p:cNvPr id="2109" name="Oval 34"/>
            <p:cNvSpPr/>
            <p:nvPr/>
          </p:nvSpPr>
          <p:spPr>
            <a:xfrm>
              <a:off x="2280" y="1928"/>
              <a:ext cx="68" cy="68"/>
            </a:xfrm>
            <a:prstGeom prst="ellipse">
              <a:avLst/>
            </a:prstGeom>
            <a:noFill/>
            <a:ln w="38100" cap="flat" cmpd="sng">
              <a:solidFill>
                <a:srgbClr val="FFCC00"/>
              </a:solidFill>
              <a:prstDash val="solid"/>
              <a:headEnd type="none" w="med" len="med"/>
              <a:tailEnd type="none" w="med" len="med"/>
            </a:ln>
          </p:spPr>
          <p:txBody>
            <a:bodyPr wrap="none" anchor="ctr" anchorCtr="0"/>
            <a:p>
              <a:endParaRPr lang="zh-CN" altLang="en-US" dirty="0">
                <a:latin typeface="楷体_GB2312" pitchFamily="49" charset="-122"/>
              </a:endParaRPr>
            </a:p>
          </p:txBody>
        </p:sp>
        <p:sp>
          <p:nvSpPr>
            <p:cNvPr id="2110" name="Line 35"/>
            <p:cNvSpPr/>
            <p:nvPr/>
          </p:nvSpPr>
          <p:spPr>
            <a:xfrm>
              <a:off x="2835" y="1495"/>
              <a:ext cx="181" cy="0"/>
            </a:xfrm>
            <a:prstGeom prst="line">
              <a:avLst/>
            </a:prstGeom>
            <a:ln w="57150" cap="flat" cmpd="sng">
              <a:solidFill>
                <a:srgbClr val="FF9900"/>
              </a:solidFill>
              <a:prstDash val="solid"/>
              <a:headEnd type="none" w="med" len="med"/>
              <a:tailEnd type="none" w="med" len="med"/>
            </a:ln>
          </p:spPr>
        </p:sp>
        <p:sp>
          <p:nvSpPr>
            <p:cNvPr id="2111" name="Line 36"/>
            <p:cNvSpPr/>
            <p:nvPr/>
          </p:nvSpPr>
          <p:spPr>
            <a:xfrm>
              <a:off x="2835" y="1586"/>
              <a:ext cx="181" cy="0"/>
            </a:xfrm>
            <a:prstGeom prst="line">
              <a:avLst/>
            </a:prstGeom>
            <a:ln w="57150" cap="flat" cmpd="sng">
              <a:solidFill>
                <a:srgbClr val="FF9900"/>
              </a:solidFill>
              <a:prstDash val="solid"/>
              <a:headEnd type="none" w="med" len="med"/>
              <a:tailEnd type="none" w="med" len="med"/>
            </a:ln>
          </p:spPr>
        </p:sp>
        <p:sp>
          <p:nvSpPr>
            <p:cNvPr id="2112" name="Line 37"/>
            <p:cNvSpPr/>
            <p:nvPr/>
          </p:nvSpPr>
          <p:spPr>
            <a:xfrm>
              <a:off x="2926" y="1223"/>
              <a:ext cx="0" cy="272"/>
            </a:xfrm>
            <a:prstGeom prst="line">
              <a:avLst/>
            </a:prstGeom>
            <a:ln w="28575" cap="flat" cmpd="sng">
              <a:solidFill>
                <a:srgbClr val="FFCC00"/>
              </a:solidFill>
              <a:prstDash val="solid"/>
              <a:headEnd type="none" w="med" len="med"/>
              <a:tailEnd type="none" w="med" len="med"/>
            </a:ln>
          </p:spPr>
        </p:sp>
      </p:grpSp>
      <p:grpSp>
        <p:nvGrpSpPr>
          <p:cNvPr id="2062" name="Group 56"/>
          <p:cNvGrpSpPr/>
          <p:nvPr/>
        </p:nvGrpSpPr>
        <p:grpSpPr>
          <a:xfrm>
            <a:off x="8316913" y="6446838"/>
            <a:ext cx="792162" cy="366712"/>
            <a:chOff x="5193" y="4020"/>
            <a:chExt cx="499" cy="231"/>
          </a:xfrm>
        </p:grpSpPr>
        <p:pic>
          <p:nvPicPr>
            <p:cNvPr id="2099" name="Picture 57" descr="78900"/>
            <p:cNvPicPr>
              <a:picLocks noChangeAspect="1"/>
            </p:cNvPicPr>
            <p:nvPr/>
          </p:nvPicPr>
          <p:blipFill>
            <a:blip r:embed="rId11"/>
            <a:stretch>
              <a:fillRect/>
            </a:stretch>
          </p:blipFill>
          <p:spPr>
            <a:xfrm>
              <a:off x="5193" y="4066"/>
              <a:ext cx="499" cy="181"/>
            </a:xfrm>
            <a:prstGeom prst="rect">
              <a:avLst/>
            </a:prstGeom>
            <a:noFill/>
            <a:ln w="9525">
              <a:noFill/>
            </a:ln>
          </p:spPr>
        </p:pic>
        <p:sp>
          <p:nvSpPr>
            <p:cNvPr id="2100" name="Text Box 58">
              <a:hlinkClick r:id="" action="ppaction://hlinkshowjump?jump=nextslide"/>
            </p:cNvPr>
            <p:cNvSpPr txBox="1"/>
            <p:nvPr/>
          </p:nvSpPr>
          <p:spPr>
            <a:xfrm>
              <a:off x="5216" y="4020"/>
              <a:ext cx="476" cy="231"/>
            </a:xfrm>
            <a:prstGeom prst="rect">
              <a:avLst/>
            </a:prstGeom>
            <a:noFill/>
            <a:ln w="9525">
              <a:noFill/>
            </a:ln>
          </p:spPr>
          <p:txBody>
            <a:bodyPr wrap="none">
              <a:spAutoFit/>
            </a:bodyPr>
            <a:p>
              <a:pPr>
                <a:spcBef>
                  <a:spcPct val="50000"/>
                </a:spcBef>
              </a:pPr>
              <a:r>
                <a:rPr lang="zh-CN" altLang="en-US" sz="1800" b="0" dirty="0">
                  <a:solidFill>
                    <a:schemeClr val="bg1"/>
                  </a:solidFill>
                  <a:latin typeface="隶书" panose="02010509060101010101" pitchFamily="49" charset="-122"/>
                  <a:ea typeface="隶书" panose="02010509060101010101" pitchFamily="49" charset="-122"/>
                </a:rPr>
                <a:t>下 页</a:t>
              </a:r>
              <a:endParaRPr lang="zh-CN" altLang="en-US" sz="1800" b="0" dirty="0">
                <a:solidFill>
                  <a:schemeClr val="bg1"/>
                </a:solidFill>
                <a:latin typeface="隶书" panose="02010509060101010101" pitchFamily="49" charset="-122"/>
                <a:ea typeface="隶书" panose="02010509060101010101" pitchFamily="49" charset="-122"/>
              </a:endParaRPr>
            </a:p>
          </p:txBody>
        </p:sp>
      </p:grpSp>
      <p:grpSp>
        <p:nvGrpSpPr>
          <p:cNvPr id="2063" name="Group 59"/>
          <p:cNvGrpSpPr/>
          <p:nvPr/>
        </p:nvGrpSpPr>
        <p:grpSpPr>
          <a:xfrm>
            <a:off x="7453313" y="6446838"/>
            <a:ext cx="792162" cy="366712"/>
            <a:chOff x="4649" y="4020"/>
            <a:chExt cx="499" cy="231"/>
          </a:xfrm>
        </p:grpSpPr>
        <p:pic>
          <p:nvPicPr>
            <p:cNvPr id="2097" name="Picture 60" descr="78900"/>
            <p:cNvPicPr>
              <a:picLocks noChangeAspect="1"/>
            </p:cNvPicPr>
            <p:nvPr/>
          </p:nvPicPr>
          <p:blipFill>
            <a:blip r:embed="rId11"/>
            <a:stretch>
              <a:fillRect/>
            </a:stretch>
          </p:blipFill>
          <p:spPr>
            <a:xfrm>
              <a:off x="4649" y="4066"/>
              <a:ext cx="499" cy="181"/>
            </a:xfrm>
            <a:prstGeom prst="rect">
              <a:avLst/>
            </a:prstGeom>
            <a:noFill/>
            <a:ln w="9525">
              <a:noFill/>
            </a:ln>
          </p:spPr>
        </p:pic>
        <p:sp>
          <p:nvSpPr>
            <p:cNvPr id="2098" name="Text Box 61">
              <a:hlinkClick r:id="" action="ppaction://hlinkshowjump?jump=previousslide"/>
            </p:cNvPr>
            <p:cNvSpPr txBox="1"/>
            <p:nvPr/>
          </p:nvSpPr>
          <p:spPr>
            <a:xfrm>
              <a:off x="4672" y="4020"/>
              <a:ext cx="476" cy="231"/>
            </a:xfrm>
            <a:prstGeom prst="rect">
              <a:avLst/>
            </a:prstGeom>
            <a:noFill/>
            <a:ln w="9525">
              <a:noFill/>
            </a:ln>
          </p:spPr>
          <p:txBody>
            <a:bodyPr wrap="none">
              <a:spAutoFit/>
            </a:bodyPr>
            <a:p>
              <a:pPr>
                <a:spcBef>
                  <a:spcPct val="50000"/>
                </a:spcBef>
              </a:pPr>
              <a:r>
                <a:rPr lang="zh-CN" altLang="en-US" sz="1800" b="0" dirty="0">
                  <a:solidFill>
                    <a:schemeClr val="bg1"/>
                  </a:solidFill>
                  <a:latin typeface="隶书" panose="02010509060101010101" pitchFamily="49" charset="-122"/>
                  <a:ea typeface="隶书" panose="02010509060101010101" pitchFamily="49" charset="-122"/>
                </a:rPr>
                <a:t>上 页</a:t>
              </a:r>
              <a:endParaRPr lang="zh-CN" altLang="en-US" sz="1800" b="0" dirty="0">
                <a:solidFill>
                  <a:schemeClr val="bg1"/>
                </a:solidFill>
                <a:latin typeface="隶书" panose="02010509060101010101" pitchFamily="49" charset="-122"/>
                <a:ea typeface="隶书" panose="02010509060101010101" pitchFamily="49" charset="-122"/>
              </a:endParaRPr>
            </a:p>
          </p:txBody>
        </p:sp>
      </p:grpSp>
      <p:grpSp>
        <p:nvGrpSpPr>
          <p:cNvPr id="5" name="Group 111"/>
          <p:cNvGrpSpPr/>
          <p:nvPr/>
        </p:nvGrpSpPr>
        <p:grpSpPr>
          <a:xfrm>
            <a:off x="1258888" y="1341438"/>
            <a:ext cx="1625600" cy="1825625"/>
            <a:chOff x="793" y="845"/>
            <a:chExt cx="1024" cy="1150"/>
          </a:xfrm>
        </p:grpSpPr>
        <p:sp>
          <p:nvSpPr>
            <p:cNvPr id="2087" name="Line 67"/>
            <p:cNvSpPr/>
            <p:nvPr/>
          </p:nvSpPr>
          <p:spPr>
            <a:xfrm>
              <a:off x="1514" y="1163"/>
              <a:ext cx="5" cy="787"/>
            </a:xfrm>
            <a:prstGeom prst="line">
              <a:avLst/>
            </a:prstGeom>
            <a:ln w="28575" cap="flat" cmpd="sng">
              <a:solidFill>
                <a:srgbClr val="FFCC00"/>
              </a:solidFill>
              <a:prstDash val="solid"/>
              <a:headEnd type="none" w="med" len="med"/>
              <a:tailEnd type="none" w="med" len="med"/>
            </a:ln>
          </p:spPr>
        </p:sp>
        <p:sp>
          <p:nvSpPr>
            <p:cNvPr id="2088" name="Line 68"/>
            <p:cNvSpPr/>
            <p:nvPr/>
          </p:nvSpPr>
          <p:spPr>
            <a:xfrm>
              <a:off x="938" y="1177"/>
              <a:ext cx="576" cy="0"/>
            </a:xfrm>
            <a:prstGeom prst="line">
              <a:avLst/>
            </a:prstGeom>
            <a:ln w="28575" cap="flat" cmpd="sng">
              <a:solidFill>
                <a:srgbClr val="FFCC00"/>
              </a:solidFill>
              <a:prstDash val="solid"/>
              <a:headEnd type="none" w="med" len="med"/>
              <a:tailEnd type="none" w="med" len="med"/>
            </a:ln>
          </p:spPr>
        </p:sp>
        <p:sp>
          <p:nvSpPr>
            <p:cNvPr id="2089" name="Line 69"/>
            <p:cNvSpPr/>
            <p:nvPr/>
          </p:nvSpPr>
          <p:spPr>
            <a:xfrm>
              <a:off x="929" y="1950"/>
              <a:ext cx="576" cy="0"/>
            </a:xfrm>
            <a:prstGeom prst="line">
              <a:avLst/>
            </a:prstGeom>
            <a:ln w="28575" cap="flat" cmpd="sng">
              <a:solidFill>
                <a:srgbClr val="FFCC00"/>
              </a:solidFill>
              <a:prstDash val="solid"/>
              <a:headEnd type="none" w="med" len="med"/>
              <a:tailEnd type="none" w="med" len="med"/>
            </a:ln>
          </p:spPr>
        </p:sp>
        <p:sp>
          <p:nvSpPr>
            <p:cNvPr id="2090" name="Line 70"/>
            <p:cNvSpPr/>
            <p:nvPr/>
          </p:nvSpPr>
          <p:spPr>
            <a:xfrm>
              <a:off x="1020" y="1180"/>
              <a:ext cx="384" cy="0"/>
            </a:xfrm>
            <a:prstGeom prst="line">
              <a:avLst/>
            </a:prstGeom>
            <a:ln w="28575" cap="flat" cmpd="sng">
              <a:solidFill>
                <a:srgbClr val="66FFFF"/>
              </a:solidFill>
              <a:prstDash val="solid"/>
              <a:headEnd type="none" w="med" len="med"/>
              <a:tailEnd type="triangle" w="med" len="med"/>
            </a:ln>
          </p:spPr>
        </p:sp>
        <p:graphicFrame>
          <p:nvGraphicFramePr>
            <p:cNvPr id="2055" name="Object 71"/>
            <p:cNvGraphicFramePr/>
            <p:nvPr/>
          </p:nvGraphicFramePr>
          <p:xfrm>
            <a:off x="1111" y="845"/>
            <a:ext cx="164" cy="282"/>
          </p:xfrm>
          <a:graphic>
            <a:graphicData uri="http://schemas.openxmlformats.org/presentationml/2006/ole">
              <mc:AlternateContent xmlns:mc="http://schemas.openxmlformats.org/markup-compatibility/2006">
                <mc:Choice xmlns:v="urn:schemas-microsoft-com:vml" Requires="v">
                  <p:oleObj spid="_x0000_s3087" name="" r:id="rId12" imgW="127000" imgH="215265" progId="Equation.3">
                    <p:embed/>
                  </p:oleObj>
                </mc:Choice>
                <mc:Fallback>
                  <p:oleObj name="" r:id="rId12" imgW="127000" imgH="215265" progId="Equation.3">
                    <p:embed/>
                    <p:pic>
                      <p:nvPicPr>
                        <p:cNvPr id="0" name="图片 3086"/>
                        <p:cNvPicPr/>
                        <p:nvPr/>
                      </p:nvPicPr>
                      <p:blipFill>
                        <a:blip r:embed="rId13">
                          <a:clrChange>
                            <a:clrFrom>
                              <a:srgbClr val="000000"/>
                            </a:clrFrom>
                            <a:clrTo>
                              <a:srgbClr val="FFFFFF"/>
                            </a:clrTo>
                          </a:clrChange>
                        </a:blip>
                        <a:stretch>
                          <a:fillRect/>
                        </a:stretch>
                      </p:blipFill>
                      <p:spPr>
                        <a:xfrm>
                          <a:off x="1111" y="845"/>
                          <a:ext cx="164" cy="282"/>
                        </a:xfrm>
                        <a:prstGeom prst="rect">
                          <a:avLst/>
                        </a:prstGeom>
                        <a:noFill/>
                        <a:ln w="38100">
                          <a:noFill/>
                          <a:miter/>
                        </a:ln>
                      </p:spPr>
                    </p:pic>
                  </p:oleObj>
                </mc:Fallback>
              </mc:AlternateContent>
            </a:graphicData>
          </a:graphic>
        </p:graphicFrame>
        <p:sp>
          <p:nvSpPr>
            <p:cNvPr id="2091" name="Text Box 72"/>
            <p:cNvSpPr txBox="1"/>
            <p:nvPr/>
          </p:nvSpPr>
          <p:spPr>
            <a:xfrm>
              <a:off x="1564" y="1360"/>
              <a:ext cx="253" cy="327"/>
            </a:xfrm>
            <a:prstGeom prst="rect">
              <a:avLst/>
            </a:prstGeom>
            <a:noFill/>
            <a:ln w="28575">
              <a:noFill/>
            </a:ln>
          </p:spPr>
          <p:txBody>
            <a:bodyPr wrap="none">
              <a:spAutoFit/>
            </a:bodyPr>
            <a:p>
              <a:r>
                <a:rPr lang="en-US" altLang="zh-CN" b="0" i="1" dirty="0">
                  <a:solidFill>
                    <a:schemeClr val="bg1"/>
                  </a:solidFill>
                  <a:latin typeface="Times New Roman" panose="02020603050405020304" pitchFamily="18" charset="0"/>
                  <a:ea typeface="宋体" panose="02010600030101010101" pitchFamily="2" charset="-122"/>
                </a:rPr>
                <a:t>R</a:t>
              </a:r>
              <a:endParaRPr lang="en-US" altLang="zh-CN" b="0" i="1" dirty="0">
                <a:solidFill>
                  <a:schemeClr val="bg1"/>
                </a:solidFill>
                <a:latin typeface="Times New Roman" panose="02020603050405020304" pitchFamily="18" charset="0"/>
                <a:ea typeface="宋体" panose="02010600030101010101" pitchFamily="2" charset="-122"/>
              </a:endParaRPr>
            </a:p>
          </p:txBody>
        </p:sp>
        <p:graphicFrame>
          <p:nvGraphicFramePr>
            <p:cNvPr id="2056" name="Object 73"/>
            <p:cNvGraphicFramePr/>
            <p:nvPr/>
          </p:nvGraphicFramePr>
          <p:xfrm>
            <a:off x="816" y="1436"/>
            <a:ext cx="209" cy="270"/>
          </p:xfrm>
          <a:graphic>
            <a:graphicData uri="http://schemas.openxmlformats.org/presentationml/2006/ole">
              <mc:AlternateContent xmlns:mc="http://schemas.openxmlformats.org/markup-compatibility/2006">
                <mc:Choice xmlns:v="urn:schemas-microsoft-com:vml" Requires="v">
                  <p:oleObj spid="_x0000_s3088" name="" r:id="rId14" imgW="177800" imgH="227965" progId="Equation.3">
                    <p:embed/>
                  </p:oleObj>
                </mc:Choice>
                <mc:Fallback>
                  <p:oleObj name="" r:id="rId14" imgW="177800" imgH="227965" progId="Equation.3">
                    <p:embed/>
                    <p:pic>
                      <p:nvPicPr>
                        <p:cNvPr id="0" name="图片 3087"/>
                        <p:cNvPicPr/>
                        <p:nvPr/>
                      </p:nvPicPr>
                      <p:blipFill>
                        <a:blip r:embed="rId15">
                          <a:clrChange>
                            <a:clrFrom>
                              <a:srgbClr val="000000"/>
                            </a:clrFrom>
                            <a:clrTo>
                              <a:srgbClr val="FFFFFF"/>
                            </a:clrTo>
                          </a:clrChange>
                        </a:blip>
                        <a:stretch>
                          <a:fillRect/>
                        </a:stretch>
                      </p:blipFill>
                      <p:spPr>
                        <a:xfrm>
                          <a:off x="816" y="1436"/>
                          <a:ext cx="209" cy="270"/>
                        </a:xfrm>
                        <a:prstGeom prst="rect">
                          <a:avLst/>
                        </a:prstGeom>
                        <a:noFill/>
                        <a:ln w="38100">
                          <a:noFill/>
                          <a:miter/>
                        </a:ln>
                      </p:spPr>
                    </p:pic>
                  </p:oleObj>
                </mc:Fallback>
              </mc:AlternateContent>
            </a:graphicData>
          </a:graphic>
        </p:graphicFrame>
        <p:sp>
          <p:nvSpPr>
            <p:cNvPr id="2092" name="Text Box 74"/>
            <p:cNvSpPr txBox="1"/>
            <p:nvPr/>
          </p:nvSpPr>
          <p:spPr>
            <a:xfrm>
              <a:off x="793" y="1163"/>
              <a:ext cx="242" cy="327"/>
            </a:xfrm>
            <a:prstGeom prst="rect">
              <a:avLst/>
            </a:prstGeom>
            <a:noFill/>
            <a:ln w="28575">
              <a:noFill/>
            </a:ln>
          </p:spPr>
          <p:txBody>
            <a:bodyPr wrap="none">
              <a:spAutoFit/>
            </a:bodyPr>
            <a:p>
              <a:pPr>
                <a:spcBef>
                  <a:spcPct val="50000"/>
                </a:spcBef>
              </a:pPr>
              <a:r>
                <a:rPr lang="en-US" altLang="zh-CN" b="0" dirty="0">
                  <a:solidFill>
                    <a:schemeClr val="bg1"/>
                  </a:solidFill>
                  <a:latin typeface="Times New Roman" panose="02020603050405020304" pitchFamily="18" charset="0"/>
                  <a:ea typeface="宋体" panose="02010600030101010101" pitchFamily="2" charset="-122"/>
                </a:rPr>
                <a:t>+</a:t>
              </a:r>
              <a:endParaRPr lang="en-US" altLang="zh-CN" b="0" dirty="0">
                <a:solidFill>
                  <a:schemeClr val="bg1"/>
                </a:solidFill>
                <a:latin typeface="Times New Roman" panose="02020603050405020304" pitchFamily="18" charset="0"/>
                <a:ea typeface="宋体" panose="02010600030101010101" pitchFamily="2" charset="-122"/>
              </a:endParaRPr>
            </a:p>
          </p:txBody>
        </p:sp>
        <p:sp>
          <p:nvSpPr>
            <p:cNvPr id="2093" name="Text Box 75"/>
            <p:cNvSpPr txBox="1"/>
            <p:nvPr/>
          </p:nvSpPr>
          <p:spPr>
            <a:xfrm>
              <a:off x="805" y="1643"/>
              <a:ext cx="229" cy="327"/>
            </a:xfrm>
            <a:prstGeom prst="rect">
              <a:avLst/>
            </a:prstGeom>
            <a:noFill/>
            <a:ln w="28575">
              <a:noFill/>
            </a:ln>
          </p:spPr>
          <p:txBody>
            <a:bodyPr wrap="none">
              <a:spAutoFit/>
            </a:bodyPr>
            <a:p>
              <a:pPr>
                <a:spcBef>
                  <a:spcPct val="50000"/>
                </a:spcBef>
              </a:pPr>
              <a:r>
                <a:rPr lang="en-US" altLang="zh-CN" b="0" dirty="0">
                  <a:solidFill>
                    <a:schemeClr val="bg1"/>
                  </a:solidFill>
                  <a:latin typeface="宋体" panose="02010600030101010101" pitchFamily="2" charset="-122"/>
                  <a:ea typeface="宋体" panose="02010600030101010101" pitchFamily="2" charset="-122"/>
                </a:rPr>
                <a:t>-</a:t>
              </a:r>
              <a:endParaRPr lang="en-US" altLang="zh-CN" b="0" dirty="0">
                <a:solidFill>
                  <a:schemeClr val="bg1"/>
                </a:solidFill>
                <a:latin typeface="Times New Roman" panose="02020603050405020304" pitchFamily="18" charset="0"/>
                <a:ea typeface="宋体" panose="02010600030101010101" pitchFamily="2" charset="-122"/>
              </a:endParaRPr>
            </a:p>
          </p:txBody>
        </p:sp>
        <p:sp>
          <p:nvSpPr>
            <p:cNvPr id="2094" name="Oval 76"/>
            <p:cNvSpPr/>
            <p:nvPr/>
          </p:nvSpPr>
          <p:spPr>
            <a:xfrm>
              <a:off x="873" y="1143"/>
              <a:ext cx="68" cy="68"/>
            </a:xfrm>
            <a:prstGeom prst="ellipse">
              <a:avLst/>
            </a:prstGeom>
            <a:noFill/>
            <a:ln w="38100" cap="flat" cmpd="sng">
              <a:solidFill>
                <a:srgbClr val="FFCC00"/>
              </a:solidFill>
              <a:prstDash val="solid"/>
              <a:headEnd type="none" w="med" len="med"/>
              <a:tailEnd type="none" w="med" len="med"/>
            </a:ln>
          </p:spPr>
          <p:txBody>
            <a:bodyPr wrap="none" anchor="ctr" anchorCtr="0"/>
            <a:p>
              <a:endParaRPr lang="zh-CN" altLang="en-US" dirty="0">
                <a:latin typeface="楷体_GB2312" pitchFamily="49" charset="-122"/>
              </a:endParaRPr>
            </a:p>
          </p:txBody>
        </p:sp>
        <p:sp>
          <p:nvSpPr>
            <p:cNvPr id="2095" name="Oval 77"/>
            <p:cNvSpPr/>
            <p:nvPr/>
          </p:nvSpPr>
          <p:spPr>
            <a:xfrm>
              <a:off x="873" y="1927"/>
              <a:ext cx="68" cy="68"/>
            </a:xfrm>
            <a:prstGeom prst="ellipse">
              <a:avLst/>
            </a:prstGeom>
            <a:noFill/>
            <a:ln w="38100" cap="flat" cmpd="sng">
              <a:solidFill>
                <a:srgbClr val="FFCC00"/>
              </a:solidFill>
              <a:prstDash val="solid"/>
              <a:headEnd type="none" w="med" len="med"/>
              <a:tailEnd type="none" w="med" len="med"/>
            </a:ln>
          </p:spPr>
          <p:txBody>
            <a:bodyPr wrap="none" anchor="ctr" anchorCtr="0"/>
            <a:p>
              <a:endParaRPr lang="zh-CN" altLang="en-US" dirty="0">
                <a:latin typeface="楷体_GB2312" pitchFamily="49" charset="-122"/>
              </a:endParaRPr>
            </a:p>
          </p:txBody>
        </p:sp>
        <p:sp>
          <p:nvSpPr>
            <p:cNvPr id="2096" name="Rectangle 78"/>
            <p:cNvSpPr/>
            <p:nvPr/>
          </p:nvSpPr>
          <p:spPr>
            <a:xfrm>
              <a:off x="1474" y="1405"/>
              <a:ext cx="127" cy="318"/>
            </a:xfrm>
            <a:prstGeom prst="rect">
              <a:avLst/>
            </a:prstGeom>
            <a:gradFill rotWithShape="1">
              <a:gsLst>
                <a:gs pos="0">
                  <a:srgbClr val="764700"/>
                </a:gs>
                <a:gs pos="50000">
                  <a:srgbClr val="FF9900"/>
                </a:gs>
                <a:gs pos="100000">
                  <a:srgbClr val="764700"/>
                </a:gs>
              </a:gsLst>
              <a:lin ang="0" scaled="1"/>
              <a:tileRect/>
            </a:gradFill>
            <a:ln w="28575">
              <a:noFill/>
            </a:ln>
          </p:spPr>
          <p:txBody>
            <a:bodyPr wrap="none" anchor="ctr" anchorCtr="0"/>
            <a:p>
              <a:endParaRPr lang="zh-CN" altLang="en-US" dirty="0">
                <a:latin typeface="楷体_GB2312" pitchFamily="49" charset="-122"/>
              </a:endParaRPr>
            </a:p>
          </p:txBody>
        </p:sp>
      </p:grpSp>
      <p:grpSp>
        <p:nvGrpSpPr>
          <p:cNvPr id="6" name="Group 96"/>
          <p:cNvGrpSpPr/>
          <p:nvPr/>
        </p:nvGrpSpPr>
        <p:grpSpPr>
          <a:xfrm>
            <a:off x="323850" y="5300663"/>
            <a:ext cx="1847850" cy="850900"/>
            <a:chOff x="385" y="3022"/>
            <a:chExt cx="1164" cy="536"/>
          </a:xfrm>
        </p:grpSpPr>
        <p:pic>
          <p:nvPicPr>
            <p:cNvPr id="2085" name="Picture 97" descr="123"/>
            <p:cNvPicPr>
              <a:picLocks noChangeAspect="1"/>
            </p:cNvPicPr>
            <p:nvPr/>
          </p:nvPicPr>
          <p:blipFill>
            <a:blip r:embed="rId16"/>
            <a:stretch>
              <a:fillRect/>
            </a:stretch>
          </p:blipFill>
          <p:spPr>
            <a:xfrm>
              <a:off x="385" y="3022"/>
              <a:ext cx="590" cy="536"/>
            </a:xfrm>
            <a:prstGeom prst="rect">
              <a:avLst/>
            </a:prstGeom>
            <a:noFill/>
            <a:ln w="9525">
              <a:noFill/>
            </a:ln>
          </p:spPr>
        </p:pic>
        <p:sp>
          <p:nvSpPr>
            <p:cNvPr id="2086" name="Text Box 98"/>
            <p:cNvSpPr txBox="1"/>
            <p:nvPr/>
          </p:nvSpPr>
          <p:spPr>
            <a:xfrm>
              <a:off x="793" y="3116"/>
              <a:ext cx="756" cy="365"/>
            </a:xfrm>
            <a:prstGeom prst="rect">
              <a:avLst/>
            </a:prstGeom>
            <a:noFill/>
            <a:ln w="9525">
              <a:noFill/>
            </a:ln>
          </p:spPr>
          <p:txBody>
            <a:bodyPr wrap="none">
              <a:spAutoFit/>
            </a:bodyPr>
            <a:p>
              <a:r>
                <a:rPr lang="zh-CN" altLang="en-US" sz="3200" b="0" dirty="0">
                  <a:solidFill>
                    <a:srgbClr val="FA7748"/>
                  </a:solidFill>
                  <a:latin typeface="Times New Roman" panose="02020603050405020304" pitchFamily="18" charset="0"/>
                  <a:ea typeface="华文行楷" panose="02010800040101010101" pitchFamily="2" charset="-122"/>
                </a:rPr>
                <a:t>表明  </a:t>
              </a:r>
              <a:endParaRPr lang="zh-CN" altLang="en-US" sz="3200" b="0" dirty="0">
                <a:solidFill>
                  <a:srgbClr val="FA7748"/>
                </a:solidFill>
                <a:latin typeface="Times New Roman" panose="02020603050405020304" pitchFamily="18" charset="0"/>
                <a:ea typeface="华文行楷" panose="02010800040101010101" pitchFamily="2" charset="-122"/>
              </a:endParaRPr>
            </a:p>
          </p:txBody>
        </p:sp>
      </p:grpSp>
      <p:grpSp>
        <p:nvGrpSpPr>
          <p:cNvPr id="2066" name="Group 102"/>
          <p:cNvGrpSpPr/>
          <p:nvPr/>
        </p:nvGrpSpPr>
        <p:grpSpPr>
          <a:xfrm>
            <a:off x="6588125" y="6446838"/>
            <a:ext cx="792163" cy="366712"/>
            <a:chOff x="4649" y="4020"/>
            <a:chExt cx="499" cy="231"/>
          </a:xfrm>
        </p:grpSpPr>
        <p:pic>
          <p:nvPicPr>
            <p:cNvPr id="2083" name="Picture 103" descr="78900"/>
            <p:cNvPicPr>
              <a:picLocks noChangeAspect="1"/>
            </p:cNvPicPr>
            <p:nvPr/>
          </p:nvPicPr>
          <p:blipFill>
            <a:blip r:embed="rId11"/>
            <a:stretch>
              <a:fillRect/>
            </a:stretch>
          </p:blipFill>
          <p:spPr>
            <a:xfrm>
              <a:off x="4649" y="4066"/>
              <a:ext cx="499" cy="181"/>
            </a:xfrm>
            <a:prstGeom prst="rect">
              <a:avLst/>
            </a:prstGeom>
            <a:noFill/>
            <a:ln w="9525">
              <a:noFill/>
            </a:ln>
          </p:spPr>
        </p:pic>
        <p:sp>
          <p:nvSpPr>
            <p:cNvPr id="2084" name="Text Box 104">
              <a:hlinkClick r:id="" action="ppaction://hlinkshowjump?jump=firstslide"/>
            </p:cNvPr>
            <p:cNvSpPr txBox="1"/>
            <p:nvPr/>
          </p:nvSpPr>
          <p:spPr>
            <a:xfrm>
              <a:off x="4672" y="4020"/>
              <a:ext cx="476" cy="231"/>
            </a:xfrm>
            <a:prstGeom prst="rect">
              <a:avLst/>
            </a:prstGeom>
            <a:noFill/>
            <a:ln w="9525">
              <a:noFill/>
            </a:ln>
          </p:spPr>
          <p:txBody>
            <a:bodyPr wrap="none">
              <a:spAutoFit/>
            </a:bodyPr>
            <a:p>
              <a:pPr>
                <a:spcBef>
                  <a:spcPct val="50000"/>
                </a:spcBef>
              </a:pPr>
              <a:r>
                <a:rPr lang="zh-CN" altLang="en-US" sz="1800" b="0" dirty="0">
                  <a:solidFill>
                    <a:schemeClr val="bg1"/>
                  </a:solidFill>
                  <a:latin typeface="隶书" panose="02010509060101010101" pitchFamily="49" charset="-122"/>
                  <a:ea typeface="隶书" panose="02010509060101010101" pitchFamily="49" charset="-122"/>
                </a:rPr>
                <a:t>返 回</a:t>
              </a:r>
              <a:endParaRPr lang="zh-CN" altLang="en-US" sz="1800" b="0" dirty="0">
                <a:solidFill>
                  <a:schemeClr val="bg1"/>
                </a:solidFill>
                <a:latin typeface="隶书" panose="02010509060101010101" pitchFamily="49" charset="-122"/>
                <a:ea typeface="隶书" panose="02010509060101010101" pitchFamily="49" charset="-122"/>
              </a:endParaRPr>
            </a:p>
          </p:txBody>
        </p:sp>
      </p:grpSp>
      <p:grpSp>
        <p:nvGrpSpPr>
          <p:cNvPr id="8" name="Group 110"/>
          <p:cNvGrpSpPr/>
          <p:nvPr/>
        </p:nvGrpSpPr>
        <p:grpSpPr>
          <a:xfrm>
            <a:off x="5724525" y="1412875"/>
            <a:ext cx="1677988" cy="1911350"/>
            <a:chOff x="3606" y="890"/>
            <a:chExt cx="1057" cy="1204"/>
          </a:xfrm>
        </p:grpSpPr>
        <p:sp>
          <p:nvSpPr>
            <p:cNvPr id="2068" name="Line 80"/>
            <p:cNvSpPr/>
            <p:nvPr/>
          </p:nvSpPr>
          <p:spPr>
            <a:xfrm flipH="1">
              <a:off x="4332" y="1752"/>
              <a:ext cx="0" cy="287"/>
            </a:xfrm>
            <a:prstGeom prst="line">
              <a:avLst/>
            </a:prstGeom>
            <a:ln w="28575" cap="flat" cmpd="sng">
              <a:solidFill>
                <a:srgbClr val="FFCC00"/>
              </a:solidFill>
              <a:prstDash val="solid"/>
              <a:headEnd type="none" w="med" len="med"/>
              <a:tailEnd type="none" w="med" len="med"/>
            </a:ln>
          </p:spPr>
        </p:sp>
        <p:sp>
          <p:nvSpPr>
            <p:cNvPr id="2069" name="Line 81"/>
            <p:cNvSpPr/>
            <p:nvPr/>
          </p:nvSpPr>
          <p:spPr>
            <a:xfrm>
              <a:off x="3751" y="1222"/>
              <a:ext cx="576" cy="0"/>
            </a:xfrm>
            <a:prstGeom prst="line">
              <a:avLst/>
            </a:prstGeom>
            <a:ln w="28575" cap="flat" cmpd="sng">
              <a:solidFill>
                <a:srgbClr val="FFCC00"/>
              </a:solidFill>
              <a:prstDash val="solid"/>
              <a:headEnd type="none" w="med" len="med"/>
              <a:tailEnd type="none" w="med" len="med"/>
            </a:ln>
          </p:spPr>
        </p:sp>
        <p:sp>
          <p:nvSpPr>
            <p:cNvPr id="2070" name="Line 82"/>
            <p:cNvSpPr/>
            <p:nvPr/>
          </p:nvSpPr>
          <p:spPr>
            <a:xfrm>
              <a:off x="3742" y="2039"/>
              <a:ext cx="576" cy="0"/>
            </a:xfrm>
            <a:prstGeom prst="line">
              <a:avLst/>
            </a:prstGeom>
            <a:ln w="28575" cap="flat" cmpd="sng">
              <a:solidFill>
                <a:srgbClr val="FFCC00"/>
              </a:solidFill>
              <a:prstDash val="solid"/>
              <a:headEnd type="none" w="med" len="med"/>
              <a:tailEnd type="none" w="med" len="med"/>
            </a:ln>
          </p:spPr>
        </p:sp>
        <p:sp>
          <p:nvSpPr>
            <p:cNvPr id="2071" name="Line 83"/>
            <p:cNvSpPr/>
            <p:nvPr/>
          </p:nvSpPr>
          <p:spPr>
            <a:xfrm>
              <a:off x="3787" y="1225"/>
              <a:ext cx="384" cy="0"/>
            </a:xfrm>
            <a:prstGeom prst="line">
              <a:avLst/>
            </a:prstGeom>
            <a:ln w="28575" cap="flat" cmpd="sng">
              <a:solidFill>
                <a:srgbClr val="66FFFF"/>
              </a:solidFill>
              <a:prstDash val="solid"/>
              <a:headEnd type="none" w="med" len="med"/>
              <a:tailEnd type="triangle" w="med" len="med"/>
            </a:ln>
          </p:spPr>
        </p:sp>
        <p:graphicFrame>
          <p:nvGraphicFramePr>
            <p:cNvPr id="2053" name="Object 84"/>
            <p:cNvGraphicFramePr/>
            <p:nvPr/>
          </p:nvGraphicFramePr>
          <p:xfrm>
            <a:off x="3878" y="890"/>
            <a:ext cx="164" cy="282"/>
          </p:xfrm>
          <a:graphic>
            <a:graphicData uri="http://schemas.openxmlformats.org/presentationml/2006/ole">
              <mc:AlternateContent xmlns:mc="http://schemas.openxmlformats.org/markup-compatibility/2006">
                <mc:Choice xmlns:v="urn:schemas-microsoft-com:vml" Requires="v">
                  <p:oleObj spid="_x0000_s3091" name="" r:id="rId17" imgW="127000" imgH="215265" progId="Equation.3">
                    <p:embed/>
                  </p:oleObj>
                </mc:Choice>
                <mc:Fallback>
                  <p:oleObj name="" r:id="rId17" imgW="127000" imgH="215265" progId="Equation.3">
                    <p:embed/>
                    <p:pic>
                      <p:nvPicPr>
                        <p:cNvPr id="0" name="图片 3090"/>
                        <p:cNvPicPr/>
                        <p:nvPr/>
                      </p:nvPicPr>
                      <p:blipFill>
                        <a:blip r:embed="rId18">
                          <a:clrChange>
                            <a:clrFrom>
                              <a:srgbClr val="000000"/>
                            </a:clrFrom>
                            <a:clrTo>
                              <a:srgbClr val="FFFFFF"/>
                            </a:clrTo>
                          </a:clrChange>
                        </a:blip>
                        <a:stretch>
                          <a:fillRect/>
                        </a:stretch>
                      </p:blipFill>
                      <p:spPr>
                        <a:xfrm>
                          <a:off x="3878" y="890"/>
                          <a:ext cx="164" cy="282"/>
                        </a:xfrm>
                        <a:prstGeom prst="rect">
                          <a:avLst/>
                        </a:prstGeom>
                        <a:noFill/>
                        <a:ln w="38100">
                          <a:noFill/>
                          <a:miter/>
                        </a:ln>
                      </p:spPr>
                    </p:pic>
                  </p:oleObj>
                </mc:Fallback>
              </mc:AlternateContent>
            </a:graphicData>
          </a:graphic>
        </p:graphicFrame>
        <p:sp>
          <p:nvSpPr>
            <p:cNvPr id="2072" name="Text Box 85"/>
            <p:cNvSpPr txBox="1"/>
            <p:nvPr/>
          </p:nvSpPr>
          <p:spPr>
            <a:xfrm>
              <a:off x="4422" y="1389"/>
              <a:ext cx="241" cy="327"/>
            </a:xfrm>
            <a:prstGeom prst="rect">
              <a:avLst/>
            </a:prstGeom>
            <a:noFill/>
            <a:ln w="28575">
              <a:noFill/>
            </a:ln>
          </p:spPr>
          <p:txBody>
            <a:bodyPr wrap="none">
              <a:spAutoFit/>
            </a:bodyPr>
            <a:p>
              <a:r>
                <a:rPr lang="en-US" altLang="zh-CN" b="0" i="1" dirty="0">
                  <a:solidFill>
                    <a:schemeClr val="bg1"/>
                  </a:solidFill>
                  <a:latin typeface="Times New Roman" panose="02020603050405020304" pitchFamily="18" charset="0"/>
                  <a:ea typeface="宋体" panose="02010600030101010101" pitchFamily="2" charset="-122"/>
                </a:rPr>
                <a:t>L</a:t>
              </a:r>
              <a:endParaRPr lang="en-US" altLang="zh-CN" b="0" i="1" dirty="0">
                <a:solidFill>
                  <a:schemeClr val="bg1"/>
                </a:solidFill>
                <a:latin typeface="Times New Roman" panose="02020603050405020304" pitchFamily="18" charset="0"/>
                <a:ea typeface="宋体" panose="02010600030101010101" pitchFamily="2" charset="-122"/>
              </a:endParaRPr>
            </a:p>
          </p:txBody>
        </p:sp>
        <p:graphicFrame>
          <p:nvGraphicFramePr>
            <p:cNvPr id="2054" name="Object 86"/>
            <p:cNvGraphicFramePr/>
            <p:nvPr/>
          </p:nvGraphicFramePr>
          <p:xfrm>
            <a:off x="3626" y="1476"/>
            <a:ext cx="261" cy="337"/>
          </p:xfrm>
          <a:graphic>
            <a:graphicData uri="http://schemas.openxmlformats.org/presentationml/2006/ole">
              <mc:AlternateContent xmlns:mc="http://schemas.openxmlformats.org/markup-compatibility/2006">
                <mc:Choice xmlns:v="urn:schemas-microsoft-com:vml" Requires="v">
                  <p:oleObj spid="_x0000_s3090" name="" r:id="rId19" imgW="177800" imgH="227965" progId="Equation.3">
                    <p:embed/>
                  </p:oleObj>
                </mc:Choice>
                <mc:Fallback>
                  <p:oleObj name="" r:id="rId19" imgW="177800" imgH="227965" progId="Equation.3">
                    <p:embed/>
                    <p:pic>
                      <p:nvPicPr>
                        <p:cNvPr id="0" name="图片 3089"/>
                        <p:cNvPicPr/>
                        <p:nvPr/>
                      </p:nvPicPr>
                      <p:blipFill>
                        <a:blip r:embed="rId20">
                          <a:clrChange>
                            <a:clrFrom>
                              <a:srgbClr val="000000"/>
                            </a:clrFrom>
                            <a:clrTo>
                              <a:srgbClr val="FFFFFF"/>
                            </a:clrTo>
                          </a:clrChange>
                        </a:blip>
                        <a:stretch>
                          <a:fillRect/>
                        </a:stretch>
                      </p:blipFill>
                      <p:spPr>
                        <a:xfrm>
                          <a:off x="3626" y="1476"/>
                          <a:ext cx="261" cy="337"/>
                        </a:xfrm>
                        <a:prstGeom prst="rect">
                          <a:avLst/>
                        </a:prstGeom>
                        <a:noFill/>
                        <a:ln w="38100">
                          <a:noFill/>
                          <a:miter/>
                        </a:ln>
                      </p:spPr>
                    </p:pic>
                  </p:oleObj>
                </mc:Fallback>
              </mc:AlternateContent>
            </a:graphicData>
          </a:graphic>
        </p:graphicFrame>
        <p:sp>
          <p:nvSpPr>
            <p:cNvPr id="2073" name="Text Box 87"/>
            <p:cNvSpPr txBox="1"/>
            <p:nvPr/>
          </p:nvSpPr>
          <p:spPr>
            <a:xfrm>
              <a:off x="3606" y="1208"/>
              <a:ext cx="242" cy="327"/>
            </a:xfrm>
            <a:prstGeom prst="rect">
              <a:avLst/>
            </a:prstGeom>
            <a:noFill/>
            <a:ln w="28575">
              <a:noFill/>
            </a:ln>
          </p:spPr>
          <p:txBody>
            <a:bodyPr wrap="none">
              <a:spAutoFit/>
            </a:bodyPr>
            <a:p>
              <a:pPr>
                <a:spcBef>
                  <a:spcPct val="50000"/>
                </a:spcBef>
              </a:pPr>
              <a:r>
                <a:rPr lang="en-US" altLang="zh-CN" b="0" dirty="0">
                  <a:solidFill>
                    <a:schemeClr val="bg1"/>
                  </a:solidFill>
                  <a:latin typeface="Times New Roman" panose="02020603050405020304" pitchFamily="18" charset="0"/>
                  <a:ea typeface="宋体" panose="02010600030101010101" pitchFamily="2" charset="-122"/>
                </a:rPr>
                <a:t>+</a:t>
              </a:r>
              <a:endParaRPr lang="en-US" altLang="zh-CN" b="0" dirty="0">
                <a:solidFill>
                  <a:schemeClr val="bg1"/>
                </a:solidFill>
                <a:latin typeface="Times New Roman" panose="02020603050405020304" pitchFamily="18" charset="0"/>
                <a:ea typeface="宋体" panose="02010600030101010101" pitchFamily="2" charset="-122"/>
              </a:endParaRPr>
            </a:p>
          </p:txBody>
        </p:sp>
        <p:sp>
          <p:nvSpPr>
            <p:cNvPr id="2074" name="Text Box 88"/>
            <p:cNvSpPr txBox="1"/>
            <p:nvPr/>
          </p:nvSpPr>
          <p:spPr>
            <a:xfrm>
              <a:off x="3606" y="1767"/>
              <a:ext cx="229" cy="327"/>
            </a:xfrm>
            <a:prstGeom prst="rect">
              <a:avLst/>
            </a:prstGeom>
            <a:noFill/>
            <a:ln w="28575">
              <a:noFill/>
            </a:ln>
          </p:spPr>
          <p:txBody>
            <a:bodyPr wrap="none">
              <a:spAutoFit/>
            </a:bodyPr>
            <a:p>
              <a:pPr>
                <a:spcBef>
                  <a:spcPct val="50000"/>
                </a:spcBef>
              </a:pPr>
              <a:r>
                <a:rPr lang="en-US" altLang="zh-CN" b="0" dirty="0">
                  <a:solidFill>
                    <a:schemeClr val="bg1"/>
                  </a:solidFill>
                  <a:latin typeface="宋体" panose="02010600030101010101" pitchFamily="2" charset="-122"/>
                  <a:ea typeface="宋体" panose="02010600030101010101" pitchFamily="2" charset="-122"/>
                </a:rPr>
                <a:t>-</a:t>
              </a:r>
              <a:endParaRPr lang="en-US" altLang="zh-CN" b="0" dirty="0">
                <a:solidFill>
                  <a:schemeClr val="bg1"/>
                </a:solidFill>
                <a:latin typeface="Times New Roman" panose="02020603050405020304" pitchFamily="18" charset="0"/>
                <a:ea typeface="宋体" panose="02010600030101010101" pitchFamily="2" charset="-122"/>
              </a:endParaRPr>
            </a:p>
          </p:txBody>
        </p:sp>
        <p:sp>
          <p:nvSpPr>
            <p:cNvPr id="2075" name="Oval 89"/>
            <p:cNvSpPr/>
            <p:nvPr/>
          </p:nvSpPr>
          <p:spPr>
            <a:xfrm>
              <a:off x="3686" y="1188"/>
              <a:ext cx="68" cy="68"/>
            </a:xfrm>
            <a:prstGeom prst="ellipse">
              <a:avLst/>
            </a:prstGeom>
            <a:noFill/>
            <a:ln w="38100" cap="flat" cmpd="sng">
              <a:solidFill>
                <a:srgbClr val="FFCC00"/>
              </a:solidFill>
              <a:prstDash val="solid"/>
              <a:headEnd type="none" w="med" len="med"/>
              <a:tailEnd type="none" w="med" len="med"/>
            </a:ln>
          </p:spPr>
          <p:txBody>
            <a:bodyPr wrap="none" anchor="ctr" anchorCtr="0"/>
            <a:p>
              <a:endParaRPr lang="zh-CN" altLang="en-US" dirty="0">
                <a:latin typeface="楷体_GB2312" pitchFamily="49" charset="-122"/>
              </a:endParaRPr>
            </a:p>
          </p:txBody>
        </p:sp>
        <p:sp>
          <p:nvSpPr>
            <p:cNvPr id="2076" name="Oval 90"/>
            <p:cNvSpPr/>
            <p:nvPr/>
          </p:nvSpPr>
          <p:spPr>
            <a:xfrm>
              <a:off x="3686" y="2017"/>
              <a:ext cx="68" cy="68"/>
            </a:xfrm>
            <a:prstGeom prst="ellipse">
              <a:avLst/>
            </a:prstGeom>
            <a:noFill/>
            <a:ln w="38100" cap="flat" cmpd="sng">
              <a:solidFill>
                <a:srgbClr val="FFCC00"/>
              </a:solidFill>
              <a:prstDash val="solid"/>
              <a:headEnd type="none" w="med" len="med"/>
              <a:tailEnd type="none" w="med" len="med"/>
            </a:ln>
          </p:spPr>
          <p:txBody>
            <a:bodyPr wrap="none" anchor="ctr" anchorCtr="0"/>
            <a:p>
              <a:endParaRPr lang="zh-CN" altLang="en-US" dirty="0">
                <a:latin typeface="楷体_GB2312" pitchFamily="49" charset="-122"/>
              </a:endParaRPr>
            </a:p>
          </p:txBody>
        </p:sp>
        <p:sp>
          <p:nvSpPr>
            <p:cNvPr id="2077" name="Line 91"/>
            <p:cNvSpPr/>
            <p:nvPr/>
          </p:nvSpPr>
          <p:spPr>
            <a:xfrm>
              <a:off x="4330" y="1221"/>
              <a:ext cx="0" cy="181"/>
            </a:xfrm>
            <a:prstGeom prst="line">
              <a:avLst/>
            </a:prstGeom>
            <a:ln w="28575" cap="flat" cmpd="sng">
              <a:solidFill>
                <a:srgbClr val="FFCC00"/>
              </a:solidFill>
              <a:prstDash val="solid"/>
              <a:headEnd type="none" w="med" len="med"/>
              <a:tailEnd type="none" w="med" len="med"/>
            </a:ln>
          </p:spPr>
        </p:sp>
        <p:grpSp>
          <p:nvGrpSpPr>
            <p:cNvPr id="2078" name="Group 105"/>
            <p:cNvGrpSpPr/>
            <p:nvPr/>
          </p:nvGrpSpPr>
          <p:grpSpPr>
            <a:xfrm rot="10800000">
              <a:off x="4332" y="1389"/>
              <a:ext cx="90" cy="363"/>
              <a:chOff x="1565" y="2614"/>
              <a:chExt cx="90" cy="486"/>
            </a:xfrm>
          </p:grpSpPr>
          <p:sp>
            <p:nvSpPr>
              <p:cNvPr id="2079" name="Arc 106"/>
              <p:cNvSpPr/>
              <p:nvPr/>
            </p:nvSpPr>
            <p:spPr>
              <a:xfrm flipH="1" flipV="1">
                <a:off x="1565" y="2860"/>
                <a:ext cx="90" cy="116"/>
              </a:xfrm>
              <a:custGeom>
                <a:avLst/>
                <a:gdLst>
                  <a:gd name="txL" fmla="*/ 0 w 22723"/>
                  <a:gd name="txT" fmla="*/ 0 h 43200"/>
                  <a:gd name="txR" fmla="*/ 22723 w 22723"/>
                  <a:gd name="txB" fmla="*/ 43200 h 43200"/>
                </a:gdLst>
                <a:ahLst/>
                <a:cxnLst>
                  <a:cxn ang="0">
                    <a:pos x="1122" y="0"/>
                  </a:cxn>
                  <a:cxn ang="0">
                    <a:pos x="22723" y="21600"/>
                  </a:cxn>
                  <a:cxn ang="0">
                    <a:pos x="1123" y="43200"/>
                  </a:cxn>
                  <a:cxn ang="0">
                    <a:pos x="0" y="43170"/>
                  </a:cxn>
                  <a:cxn ang="0">
                    <a:pos x="1122" y="0"/>
                  </a:cxn>
                  <a:cxn ang="0">
                    <a:pos x="22723" y="21600"/>
                  </a:cxn>
                  <a:cxn ang="0">
                    <a:pos x="1123" y="43200"/>
                  </a:cxn>
                  <a:cxn ang="0">
                    <a:pos x="0" y="43170"/>
                  </a:cxn>
                  <a:cxn ang="0">
                    <a:pos x="1123" y="21600"/>
                  </a:cxn>
                </a:cxnLst>
                <a:rect l="txL" t="txT" r="txR" b="txB"/>
                <a:pathLst>
                  <a:path w="22723" h="43200" fill="none">
                    <a:moveTo>
                      <a:pt x="1122" y="0"/>
                    </a:moveTo>
                    <a:cubicBezTo>
                      <a:pt x="13052" y="0"/>
                      <a:pt x="22723" y="9670"/>
                      <a:pt x="22723" y="21600"/>
                    </a:cubicBezTo>
                    <a:cubicBezTo>
                      <a:pt x="22723" y="33529"/>
                      <a:pt x="13052" y="43200"/>
                      <a:pt x="1123" y="43200"/>
                    </a:cubicBezTo>
                    <a:cubicBezTo>
                      <a:pt x="748" y="43200"/>
                      <a:pt x="374" y="43190"/>
                      <a:pt x="0" y="43170"/>
                    </a:cubicBezTo>
                  </a:path>
                  <a:path w="22723" h="43200" stroke="0">
                    <a:moveTo>
                      <a:pt x="1122" y="0"/>
                    </a:moveTo>
                    <a:cubicBezTo>
                      <a:pt x="13052" y="0"/>
                      <a:pt x="22723" y="9670"/>
                      <a:pt x="22723" y="21600"/>
                    </a:cubicBezTo>
                    <a:cubicBezTo>
                      <a:pt x="22723" y="33529"/>
                      <a:pt x="13052" y="43200"/>
                      <a:pt x="1123" y="43200"/>
                    </a:cubicBezTo>
                    <a:cubicBezTo>
                      <a:pt x="748" y="43200"/>
                      <a:pt x="374" y="43190"/>
                      <a:pt x="0" y="43170"/>
                    </a:cubicBezTo>
                    <a:lnTo>
                      <a:pt x="1123" y="21600"/>
                    </a:lnTo>
                    <a:close/>
                  </a:path>
                </a:pathLst>
              </a:custGeom>
              <a:noFill/>
              <a:ln w="28575" cap="flat" cmpd="sng">
                <a:solidFill>
                  <a:srgbClr val="FF9900"/>
                </a:solidFill>
                <a:prstDash val="solid"/>
                <a:round/>
                <a:headEnd type="none" w="med" len="med"/>
                <a:tailEnd type="none" w="med" len="med"/>
              </a:ln>
            </p:spPr>
            <p:txBody>
              <a:bodyPr wrap="none" anchor="ctr" anchorCtr="0"/>
              <a:p>
                <a:endParaRPr lang="zh-CN" altLang="en-US" dirty="0">
                  <a:latin typeface="楷体_GB2312" pitchFamily="49" charset="-122"/>
                </a:endParaRPr>
              </a:p>
            </p:txBody>
          </p:sp>
          <p:sp>
            <p:nvSpPr>
              <p:cNvPr id="2080" name="Arc 107"/>
              <p:cNvSpPr/>
              <p:nvPr/>
            </p:nvSpPr>
            <p:spPr>
              <a:xfrm flipH="1" flipV="1">
                <a:off x="1565" y="2737"/>
                <a:ext cx="90" cy="116"/>
              </a:xfrm>
              <a:custGeom>
                <a:avLst/>
                <a:gdLst>
                  <a:gd name="txL" fmla="*/ 0 w 22723"/>
                  <a:gd name="txT" fmla="*/ 0 h 43200"/>
                  <a:gd name="txR" fmla="*/ 22723 w 22723"/>
                  <a:gd name="txB" fmla="*/ 43200 h 43200"/>
                </a:gdLst>
                <a:ahLst/>
                <a:cxnLst>
                  <a:cxn ang="0">
                    <a:pos x="1122" y="0"/>
                  </a:cxn>
                  <a:cxn ang="0">
                    <a:pos x="22723" y="21600"/>
                  </a:cxn>
                  <a:cxn ang="0">
                    <a:pos x="1123" y="43200"/>
                  </a:cxn>
                  <a:cxn ang="0">
                    <a:pos x="0" y="43170"/>
                  </a:cxn>
                  <a:cxn ang="0">
                    <a:pos x="1122" y="0"/>
                  </a:cxn>
                  <a:cxn ang="0">
                    <a:pos x="22723" y="21600"/>
                  </a:cxn>
                  <a:cxn ang="0">
                    <a:pos x="1123" y="43200"/>
                  </a:cxn>
                  <a:cxn ang="0">
                    <a:pos x="0" y="43170"/>
                  </a:cxn>
                  <a:cxn ang="0">
                    <a:pos x="1123" y="21600"/>
                  </a:cxn>
                </a:cxnLst>
                <a:rect l="txL" t="txT" r="txR" b="txB"/>
                <a:pathLst>
                  <a:path w="22723" h="43200" fill="none">
                    <a:moveTo>
                      <a:pt x="1122" y="0"/>
                    </a:moveTo>
                    <a:cubicBezTo>
                      <a:pt x="13052" y="0"/>
                      <a:pt x="22723" y="9670"/>
                      <a:pt x="22723" y="21600"/>
                    </a:cubicBezTo>
                    <a:cubicBezTo>
                      <a:pt x="22723" y="33529"/>
                      <a:pt x="13052" y="43200"/>
                      <a:pt x="1123" y="43200"/>
                    </a:cubicBezTo>
                    <a:cubicBezTo>
                      <a:pt x="748" y="43200"/>
                      <a:pt x="374" y="43190"/>
                      <a:pt x="0" y="43170"/>
                    </a:cubicBezTo>
                  </a:path>
                  <a:path w="22723" h="43200" stroke="0">
                    <a:moveTo>
                      <a:pt x="1122" y="0"/>
                    </a:moveTo>
                    <a:cubicBezTo>
                      <a:pt x="13052" y="0"/>
                      <a:pt x="22723" y="9670"/>
                      <a:pt x="22723" y="21600"/>
                    </a:cubicBezTo>
                    <a:cubicBezTo>
                      <a:pt x="22723" y="33529"/>
                      <a:pt x="13052" y="43200"/>
                      <a:pt x="1123" y="43200"/>
                    </a:cubicBezTo>
                    <a:cubicBezTo>
                      <a:pt x="748" y="43200"/>
                      <a:pt x="374" y="43190"/>
                      <a:pt x="0" y="43170"/>
                    </a:cubicBezTo>
                    <a:lnTo>
                      <a:pt x="1123" y="21600"/>
                    </a:lnTo>
                    <a:close/>
                  </a:path>
                </a:pathLst>
              </a:custGeom>
              <a:noFill/>
              <a:ln w="28575" cap="flat" cmpd="sng">
                <a:solidFill>
                  <a:srgbClr val="FF9900"/>
                </a:solidFill>
                <a:prstDash val="solid"/>
                <a:round/>
                <a:headEnd type="none" w="med" len="med"/>
                <a:tailEnd type="none" w="med" len="med"/>
              </a:ln>
            </p:spPr>
            <p:txBody>
              <a:bodyPr wrap="none" anchor="ctr" anchorCtr="0"/>
              <a:p>
                <a:endParaRPr lang="zh-CN" altLang="en-US" dirty="0">
                  <a:latin typeface="楷体_GB2312" pitchFamily="49" charset="-122"/>
                </a:endParaRPr>
              </a:p>
            </p:txBody>
          </p:sp>
          <p:sp>
            <p:nvSpPr>
              <p:cNvPr id="2081" name="Arc 108"/>
              <p:cNvSpPr/>
              <p:nvPr/>
            </p:nvSpPr>
            <p:spPr>
              <a:xfrm flipH="1" flipV="1">
                <a:off x="1565" y="2614"/>
                <a:ext cx="90" cy="116"/>
              </a:xfrm>
              <a:custGeom>
                <a:avLst/>
                <a:gdLst>
                  <a:gd name="txL" fmla="*/ 0 w 22723"/>
                  <a:gd name="txT" fmla="*/ 0 h 43200"/>
                  <a:gd name="txR" fmla="*/ 22723 w 22723"/>
                  <a:gd name="txB" fmla="*/ 43200 h 43200"/>
                </a:gdLst>
                <a:ahLst/>
                <a:cxnLst>
                  <a:cxn ang="0">
                    <a:pos x="1122" y="0"/>
                  </a:cxn>
                  <a:cxn ang="0">
                    <a:pos x="22723" y="21600"/>
                  </a:cxn>
                  <a:cxn ang="0">
                    <a:pos x="1123" y="43200"/>
                  </a:cxn>
                  <a:cxn ang="0">
                    <a:pos x="0" y="43170"/>
                  </a:cxn>
                  <a:cxn ang="0">
                    <a:pos x="1122" y="0"/>
                  </a:cxn>
                  <a:cxn ang="0">
                    <a:pos x="22723" y="21600"/>
                  </a:cxn>
                  <a:cxn ang="0">
                    <a:pos x="1123" y="43200"/>
                  </a:cxn>
                  <a:cxn ang="0">
                    <a:pos x="0" y="43170"/>
                  </a:cxn>
                  <a:cxn ang="0">
                    <a:pos x="1123" y="21600"/>
                  </a:cxn>
                </a:cxnLst>
                <a:rect l="txL" t="txT" r="txR" b="txB"/>
                <a:pathLst>
                  <a:path w="22723" h="43200" fill="none">
                    <a:moveTo>
                      <a:pt x="1122" y="0"/>
                    </a:moveTo>
                    <a:cubicBezTo>
                      <a:pt x="13052" y="0"/>
                      <a:pt x="22723" y="9670"/>
                      <a:pt x="22723" y="21600"/>
                    </a:cubicBezTo>
                    <a:cubicBezTo>
                      <a:pt x="22723" y="33529"/>
                      <a:pt x="13052" y="43200"/>
                      <a:pt x="1123" y="43200"/>
                    </a:cubicBezTo>
                    <a:cubicBezTo>
                      <a:pt x="748" y="43200"/>
                      <a:pt x="374" y="43190"/>
                      <a:pt x="0" y="43170"/>
                    </a:cubicBezTo>
                  </a:path>
                  <a:path w="22723" h="43200" stroke="0">
                    <a:moveTo>
                      <a:pt x="1122" y="0"/>
                    </a:moveTo>
                    <a:cubicBezTo>
                      <a:pt x="13052" y="0"/>
                      <a:pt x="22723" y="9670"/>
                      <a:pt x="22723" y="21600"/>
                    </a:cubicBezTo>
                    <a:cubicBezTo>
                      <a:pt x="22723" y="33529"/>
                      <a:pt x="13052" y="43200"/>
                      <a:pt x="1123" y="43200"/>
                    </a:cubicBezTo>
                    <a:cubicBezTo>
                      <a:pt x="748" y="43200"/>
                      <a:pt x="374" y="43190"/>
                      <a:pt x="0" y="43170"/>
                    </a:cubicBezTo>
                    <a:lnTo>
                      <a:pt x="1123" y="21600"/>
                    </a:lnTo>
                    <a:close/>
                  </a:path>
                </a:pathLst>
              </a:custGeom>
              <a:noFill/>
              <a:ln w="28575" cap="flat" cmpd="sng">
                <a:solidFill>
                  <a:srgbClr val="FF9900"/>
                </a:solidFill>
                <a:prstDash val="solid"/>
                <a:round/>
                <a:headEnd type="none" w="med" len="med"/>
                <a:tailEnd type="none" w="med" len="med"/>
              </a:ln>
            </p:spPr>
            <p:txBody>
              <a:bodyPr wrap="none" anchor="ctr" anchorCtr="0"/>
              <a:p>
                <a:endParaRPr lang="zh-CN" altLang="en-US" dirty="0">
                  <a:latin typeface="楷体_GB2312" pitchFamily="49" charset="-122"/>
                </a:endParaRPr>
              </a:p>
            </p:txBody>
          </p:sp>
          <p:sp>
            <p:nvSpPr>
              <p:cNvPr id="2082" name="Arc 109"/>
              <p:cNvSpPr/>
              <p:nvPr/>
            </p:nvSpPr>
            <p:spPr>
              <a:xfrm flipH="1" flipV="1">
                <a:off x="1565" y="2984"/>
                <a:ext cx="90" cy="116"/>
              </a:xfrm>
              <a:custGeom>
                <a:avLst/>
                <a:gdLst>
                  <a:gd name="txL" fmla="*/ 0 w 22723"/>
                  <a:gd name="txT" fmla="*/ 0 h 43200"/>
                  <a:gd name="txR" fmla="*/ 22723 w 22723"/>
                  <a:gd name="txB" fmla="*/ 43200 h 43200"/>
                </a:gdLst>
                <a:ahLst/>
                <a:cxnLst>
                  <a:cxn ang="0">
                    <a:pos x="1122" y="0"/>
                  </a:cxn>
                  <a:cxn ang="0">
                    <a:pos x="22723" y="21600"/>
                  </a:cxn>
                  <a:cxn ang="0">
                    <a:pos x="1123" y="43200"/>
                  </a:cxn>
                  <a:cxn ang="0">
                    <a:pos x="0" y="43170"/>
                  </a:cxn>
                  <a:cxn ang="0">
                    <a:pos x="1122" y="0"/>
                  </a:cxn>
                  <a:cxn ang="0">
                    <a:pos x="22723" y="21600"/>
                  </a:cxn>
                  <a:cxn ang="0">
                    <a:pos x="1123" y="43200"/>
                  </a:cxn>
                  <a:cxn ang="0">
                    <a:pos x="0" y="43170"/>
                  </a:cxn>
                  <a:cxn ang="0">
                    <a:pos x="1123" y="21600"/>
                  </a:cxn>
                </a:cxnLst>
                <a:rect l="txL" t="txT" r="txR" b="txB"/>
                <a:pathLst>
                  <a:path w="22723" h="43200" fill="none">
                    <a:moveTo>
                      <a:pt x="1122" y="0"/>
                    </a:moveTo>
                    <a:cubicBezTo>
                      <a:pt x="13052" y="0"/>
                      <a:pt x="22723" y="9670"/>
                      <a:pt x="22723" y="21600"/>
                    </a:cubicBezTo>
                    <a:cubicBezTo>
                      <a:pt x="22723" y="33529"/>
                      <a:pt x="13052" y="43200"/>
                      <a:pt x="1123" y="43200"/>
                    </a:cubicBezTo>
                    <a:cubicBezTo>
                      <a:pt x="748" y="43200"/>
                      <a:pt x="374" y="43190"/>
                      <a:pt x="0" y="43170"/>
                    </a:cubicBezTo>
                  </a:path>
                  <a:path w="22723" h="43200" stroke="0">
                    <a:moveTo>
                      <a:pt x="1122" y="0"/>
                    </a:moveTo>
                    <a:cubicBezTo>
                      <a:pt x="13052" y="0"/>
                      <a:pt x="22723" y="9670"/>
                      <a:pt x="22723" y="21600"/>
                    </a:cubicBezTo>
                    <a:cubicBezTo>
                      <a:pt x="22723" y="33529"/>
                      <a:pt x="13052" y="43200"/>
                      <a:pt x="1123" y="43200"/>
                    </a:cubicBezTo>
                    <a:cubicBezTo>
                      <a:pt x="748" y="43200"/>
                      <a:pt x="374" y="43190"/>
                      <a:pt x="0" y="43170"/>
                    </a:cubicBezTo>
                    <a:lnTo>
                      <a:pt x="1123" y="21600"/>
                    </a:lnTo>
                    <a:close/>
                  </a:path>
                </a:pathLst>
              </a:custGeom>
              <a:noFill/>
              <a:ln w="28575" cap="flat" cmpd="sng">
                <a:solidFill>
                  <a:srgbClr val="FF9900"/>
                </a:solidFill>
                <a:prstDash val="solid"/>
                <a:round/>
                <a:headEnd type="none" w="med" len="med"/>
                <a:tailEnd type="none" w="med" len="med"/>
              </a:ln>
            </p:spPr>
            <p:txBody>
              <a:bodyPr wrap="none" anchor="ctr" anchorCtr="0"/>
              <a:p>
                <a:endParaRPr lang="zh-CN" altLang="en-US" dirty="0">
                  <a:latin typeface="楷体_GB2312" pitchFamily="49" charset="-122"/>
                </a:endParaRPr>
              </a:p>
            </p:txBody>
          </p:sp>
        </p:gr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grpId="0" nodeType="withEffect">
                                  <p:stCondLst>
                                    <p:cond delay="0"/>
                                  </p:stCondLst>
                                  <p:childTnLst>
                                    <p:set>
                                      <p:cBhvr>
                                        <p:cTn id="6" dur="1" fill="hold">
                                          <p:stCondLst>
                                            <p:cond delay="0"/>
                                          </p:stCondLst>
                                        </p:cTn>
                                        <p:tgtEl>
                                          <p:spTgt spid="96258"/>
                                        </p:tgtEl>
                                        <p:attrNameLst>
                                          <p:attrName>style.visibility</p:attrName>
                                        </p:attrNameLst>
                                      </p:cBhvr>
                                      <p:to>
                                        <p:strVal val="visible"/>
                                      </p:to>
                                    </p:set>
                                    <p:anim calcmode="lin" valueType="num">
                                      <p:cBhvr additive="base">
                                        <p:cTn id="7" dur="500" fill="hold"/>
                                        <p:tgtEl>
                                          <p:spTgt spid="96258"/>
                                        </p:tgtEl>
                                        <p:attrNameLst>
                                          <p:attrName>ppt_x</p:attrName>
                                        </p:attrNameLst>
                                      </p:cBhvr>
                                      <p:tavLst>
                                        <p:tav tm="0">
                                          <p:val>
                                            <p:strVal val="0-#ppt_w/2"/>
                                          </p:val>
                                        </p:tav>
                                        <p:tav tm="100000">
                                          <p:val>
                                            <p:strVal val="#ppt_x"/>
                                          </p:val>
                                        </p:tav>
                                      </p:tavLst>
                                    </p:anim>
                                    <p:anim calcmode="lin" valueType="num">
                                      <p:cBhvr additive="base">
                                        <p:cTn id="8" dur="500" fill="hold"/>
                                        <p:tgtEl>
                                          <p:spTgt spid="96258"/>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3" presetClass="entr" presetSubtype="10" fill="hold" nodeType="clickEffect">
                                  <p:stCondLst>
                                    <p:cond delay="0"/>
                                  </p:stCondLst>
                                  <p:childTnLst>
                                    <p:set>
                                      <p:cBhvr>
                                        <p:cTn id="12" dur="1" fill="hold">
                                          <p:stCondLst>
                                            <p:cond delay="0"/>
                                          </p:stCondLst>
                                        </p:cTn>
                                        <p:tgtEl>
                                          <p:spTgt spid="5"/>
                                        </p:tgtEl>
                                        <p:attrNameLst>
                                          <p:attrName>style.visibility</p:attrName>
                                        </p:attrNameLst>
                                      </p:cBhvr>
                                      <p:to>
                                        <p:strVal val="visible"/>
                                      </p:to>
                                    </p:set>
                                    <p:animEffect transition="in" filter="blinds(horizontal)">
                                      <p:cBhvr>
                                        <p:cTn id="13" dur="500"/>
                                        <p:tgtEl>
                                          <p:spTgt spid="5"/>
                                        </p:tgtEl>
                                      </p:cBhvr>
                                    </p:animEffect>
                                  </p:childTnLst>
                                </p:cTn>
                              </p:par>
                            </p:childTnLst>
                          </p:cTn>
                        </p:par>
                      </p:childTnLst>
                    </p:cTn>
                  </p:par>
                  <p:par>
                    <p:cTn id="14" fill="hold">
                      <p:stCondLst>
                        <p:cond delay="indefinite"/>
                      </p:stCondLst>
                      <p:childTnLst>
                        <p:par>
                          <p:cTn id="15" fill="hold">
                            <p:stCondLst>
                              <p:cond delay="0"/>
                            </p:stCondLst>
                            <p:childTnLst>
                              <p:par>
                                <p:cTn id="16" presetID="18" presetClass="entr" presetSubtype="6" fill="hold" nodeType="clickEffect">
                                  <p:stCondLst>
                                    <p:cond delay="0"/>
                                  </p:stCondLst>
                                  <p:childTnLst>
                                    <p:set>
                                      <p:cBhvr>
                                        <p:cTn id="17" dur="1" fill="hold">
                                          <p:stCondLst>
                                            <p:cond delay="0"/>
                                          </p:stCondLst>
                                        </p:cTn>
                                        <p:tgtEl>
                                          <p:spTgt spid="96259"/>
                                        </p:tgtEl>
                                        <p:attrNameLst>
                                          <p:attrName>style.visibility</p:attrName>
                                        </p:attrNameLst>
                                      </p:cBhvr>
                                      <p:to>
                                        <p:strVal val="visible"/>
                                      </p:to>
                                    </p:set>
                                    <p:animEffect transition="in" filter="strips(downRight)">
                                      <p:cBhvr>
                                        <p:cTn id="18" dur="2000"/>
                                        <p:tgtEl>
                                          <p:spTgt spid="96259"/>
                                        </p:tgtEl>
                                      </p:cBhvr>
                                    </p:animEffect>
                                  </p:childTnLst>
                                </p:cTn>
                              </p:par>
                            </p:childTnLst>
                          </p:cTn>
                        </p:par>
                      </p:childTnLst>
                    </p:cTn>
                  </p:par>
                  <p:par>
                    <p:cTn id="19" fill="hold">
                      <p:stCondLst>
                        <p:cond delay="indefinite"/>
                      </p:stCondLst>
                      <p:childTnLst>
                        <p:par>
                          <p:cTn id="20" fill="hold">
                            <p:stCondLst>
                              <p:cond delay="0"/>
                            </p:stCondLst>
                            <p:childTnLst>
                              <p:par>
                                <p:cTn id="21" presetID="3" presetClass="entr" presetSubtype="10" fill="hold" nodeType="clickEffect">
                                  <p:stCondLst>
                                    <p:cond delay="0"/>
                                  </p:stCondLst>
                                  <p:childTnLst>
                                    <p:set>
                                      <p:cBhvr>
                                        <p:cTn id="22" dur="1" fill="hold">
                                          <p:stCondLst>
                                            <p:cond delay="0"/>
                                          </p:stCondLst>
                                        </p:cTn>
                                        <p:tgtEl>
                                          <p:spTgt spid="2"/>
                                        </p:tgtEl>
                                        <p:attrNameLst>
                                          <p:attrName>style.visibility</p:attrName>
                                        </p:attrNameLst>
                                      </p:cBhvr>
                                      <p:to>
                                        <p:strVal val="visible"/>
                                      </p:to>
                                    </p:set>
                                    <p:animEffect transition="in" filter="blinds(horizontal)">
                                      <p:cBhvr>
                                        <p:cTn id="23" dur="500"/>
                                        <p:tgtEl>
                                          <p:spTgt spid="2"/>
                                        </p:tgtEl>
                                      </p:cBhvr>
                                    </p:animEffect>
                                  </p:childTnLst>
                                </p:cTn>
                              </p:par>
                            </p:childTnLst>
                          </p:cTn>
                        </p:par>
                      </p:childTnLst>
                    </p:cTn>
                  </p:par>
                  <p:par>
                    <p:cTn id="24" fill="hold">
                      <p:stCondLst>
                        <p:cond delay="indefinite"/>
                      </p:stCondLst>
                      <p:childTnLst>
                        <p:par>
                          <p:cTn id="25" fill="hold">
                            <p:stCondLst>
                              <p:cond delay="0"/>
                            </p:stCondLst>
                            <p:childTnLst>
                              <p:par>
                                <p:cTn id="26" presetID="22" presetClass="entr" presetSubtype="8" fill="hold" nodeType="clickEffect">
                                  <p:stCondLst>
                                    <p:cond delay="0"/>
                                  </p:stCondLst>
                                  <p:childTnLst>
                                    <p:set>
                                      <p:cBhvr>
                                        <p:cTn id="27" dur="1" fill="hold">
                                          <p:stCondLst>
                                            <p:cond delay="0"/>
                                          </p:stCondLst>
                                        </p:cTn>
                                        <p:tgtEl>
                                          <p:spTgt spid="96261"/>
                                        </p:tgtEl>
                                        <p:attrNameLst>
                                          <p:attrName>style.visibility</p:attrName>
                                        </p:attrNameLst>
                                      </p:cBhvr>
                                      <p:to>
                                        <p:strVal val="visible"/>
                                      </p:to>
                                    </p:set>
                                    <p:animEffect transition="in" filter="wipe(left)">
                                      <p:cBhvr>
                                        <p:cTn id="28" dur="2000"/>
                                        <p:tgtEl>
                                          <p:spTgt spid="96261"/>
                                        </p:tgtEl>
                                      </p:cBhvr>
                                    </p:animEffect>
                                  </p:childTnLst>
                                </p:cTn>
                              </p:par>
                            </p:childTnLst>
                          </p:cTn>
                        </p:par>
                      </p:childTnLst>
                    </p:cTn>
                  </p:par>
                  <p:par>
                    <p:cTn id="29" fill="hold">
                      <p:stCondLst>
                        <p:cond delay="indefinite"/>
                      </p:stCondLst>
                      <p:childTnLst>
                        <p:par>
                          <p:cTn id="30" fill="hold">
                            <p:stCondLst>
                              <p:cond delay="0"/>
                            </p:stCondLst>
                            <p:childTnLst>
                              <p:par>
                                <p:cTn id="31" presetID="3" presetClass="entr" presetSubtype="10" fill="hold" nodeType="clickEffect">
                                  <p:stCondLst>
                                    <p:cond delay="0"/>
                                  </p:stCondLst>
                                  <p:childTnLst>
                                    <p:set>
                                      <p:cBhvr>
                                        <p:cTn id="32" dur="1" fill="hold">
                                          <p:stCondLst>
                                            <p:cond delay="0"/>
                                          </p:stCondLst>
                                        </p:cTn>
                                        <p:tgtEl>
                                          <p:spTgt spid="8"/>
                                        </p:tgtEl>
                                        <p:attrNameLst>
                                          <p:attrName>style.visibility</p:attrName>
                                        </p:attrNameLst>
                                      </p:cBhvr>
                                      <p:to>
                                        <p:strVal val="visible"/>
                                      </p:to>
                                    </p:set>
                                    <p:animEffect transition="in" filter="blinds(horizontal)">
                                      <p:cBhvr>
                                        <p:cTn id="33" dur="500"/>
                                        <p:tgtEl>
                                          <p:spTgt spid="8"/>
                                        </p:tgtEl>
                                      </p:cBhvr>
                                    </p:animEffect>
                                  </p:childTnLst>
                                </p:cTn>
                              </p:par>
                            </p:childTnLst>
                          </p:cTn>
                        </p:par>
                      </p:childTnLst>
                    </p:cTn>
                  </p:par>
                  <p:par>
                    <p:cTn id="34" fill="hold">
                      <p:stCondLst>
                        <p:cond delay="indefinite"/>
                      </p:stCondLst>
                      <p:childTnLst>
                        <p:par>
                          <p:cTn id="35" fill="hold">
                            <p:stCondLst>
                              <p:cond delay="0"/>
                            </p:stCondLst>
                            <p:childTnLst>
                              <p:par>
                                <p:cTn id="36" presetID="24" presetClass="entr" presetSubtype="0" fill="hold" nodeType="clickEffect">
                                  <p:stCondLst>
                                    <p:cond delay="0"/>
                                  </p:stCondLst>
                                  <p:childTnLst>
                                    <p:set>
                                      <p:cBhvr>
                                        <p:cTn id="37" dur="1" fill="hold">
                                          <p:stCondLst>
                                            <p:cond delay="499"/>
                                          </p:stCondLst>
                                        </p:cTn>
                                        <p:tgtEl>
                                          <p:spTgt spid="96260"/>
                                        </p:tgtEl>
                                        <p:attrNameLst>
                                          <p:attrName>style.visibility</p:attrName>
                                        </p:attrNameLst>
                                      </p:cBhvr>
                                      <p:to>
                                        <p:strVal val="visible"/>
                                      </p:to>
                                    </p:set>
                                    <p:anim to="" calcmode="lin" valueType="num">
                                      <p:cBhvr>
                                        <p:cTn id="38" dur="1" fill="hold"/>
                                        <p:tgtEl>
                                          <p:spTgt spid="96260"/>
                                        </p:tgtEl>
                                        <p:attrNameLst>
                                          <p:attrName>style.visibility</p:attrName>
                                        </p:attrNameLst>
                                      </p:cBhvr>
                                    </p:anim>
                                  </p:childTnLst>
                                </p:cTn>
                              </p:par>
                            </p:childTnLst>
                          </p:cTn>
                        </p:par>
                      </p:childTnLst>
                    </p:cTn>
                  </p:par>
                  <p:par>
                    <p:cTn id="39" fill="hold">
                      <p:stCondLst>
                        <p:cond delay="indefinite"/>
                      </p:stCondLst>
                      <p:childTnLst>
                        <p:par>
                          <p:cTn id="40" fill="hold">
                            <p:stCondLst>
                              <p:cond delay="0"/>
                            </p:stCondLst>
                            <p:childTnLst>
                              <p:par>
                                <p:cTn id="41" presetID="3" presetClass="entr" presetSubtype="10" fill="hold" nodeType="clickEffect">
                                  <p:stCondLst>
                                    <p:cond delay="0"/>
                                  </p:stCondLst>
                                  <p:childTnLst>
                                    <p:set>
                                      <p:cBhvr>
                                        <p:cTn id="42" dur="1" fill="hold">
                                          <p:stCondLst>
                                            <p:cond delay="0"/>
                                          </p:stCondLst>
                                        </p:cTn>
                                        <p:tgtEl>
                                          <p:spTgt spid="6"/>
                                        </p:tgtEl>
                                        <p:attrNameLst>
                                          <p:attrName>style.visibility</p:attrName>
                                        </p:attrNameLst>
                                      </p:cBhvr>
                                      <p:to>
                                        <p:strVal val="visible"/>
                                      </p:to>
                                    </p:set>
                                    <p:animEffect transition="in" filter="blinds(horizontal)">
                                      <p:cBhvr>
                                        <p:cTn id="43" dur="500"/>
                                        <p:tgtEl>
                                          <p:spTgt spid="6"/>
                                        </p:tgtEl>
                                      </p:cBhvr>
                                    </p:animEffect>
                                  </p:childTnLst>
                                </p:cTn>
                              </p:par>
                            </p:childTnLst>
                          </p:cTn>
                        </p:par>
                        <p:par>
                          <p:cTn id="44" fill="hold">
                            <p:stCondLst>
                              <p:cond delay="500"/>
                            </p:stCondLst>
                            <p:childTnLst>
                              <p:par>
                                <p:cTn id="45" presetID="55" presetClass="entr" presetSubtype="0" fill="hold" grpId="0" nodeType="afterEffect">
                                  <p:stCondLst>
                                    <p:cond delay="0"/>
                                  </p:stCondLst>
                                  <p:childTnLst>
                                    <p:set>
                                      <p:cBhvr>
                                        <p:cTn id="46" dur="1" fill="hold">
                                          <p:stCondLst>
                                            <p:cond delay="0"/>
                                          </p:stCondLst>
                                        </p:cTn>
                                        <p:tgtEl>
                                          <p:spTgt spid="96275"/>
                                        </p:tgtEl>
                                        <p:attrNameLst>
                                          <p:attrName>style.visibility</p:attrName>
                                        </p:attrNameLst>
                                      </p:cBhvr>
                                      <p:to>
                                        <p:strVal val="visible"/>
                                      </p:to>
                                    </p:set>
                                    <p:anim calcmode="lin" valueType="num">
                                      <p:cBhvr>
                                        <p:cTn id="47" dur="1000" fill="hold"/>
                                        <p:tgtEl>
                                          <p:spTgt spid="96275"/>
                                        </p:tgtEl>
                                        <p:attrNameLst>
                                          <p:attrName>ppt_w</p:attrName>
                                        </p:attrNameLst>
                                      </p:cBhvr>
                                      <p:tavLst>
                                        <p:tav tm="0">
                                          <p:val>
                                            <p:strVal val="#ppt_w*0.70"/>
                                          </p:val>
                                        </p:tav>
                                        <p:tav tm="100000">
                                          <p:val>
                                            <p:strVal val="#ppt_w"/>
                                          </p:val>
                                        </p:tav>
                                      </p:tavLst>
                                    </p:anim>
                                    <p:anim calcmode="lin" valueType="num">
                                      <p:cBhvr>
                                        <p:cTn id="48" dur="1000" fill="hold"/>
                                        <p:tgtEl>
                                          <p:spTgt spid="96275"/>
                                        </p:tgtEl>
                                        <p:attrNameLst>
                                          <p:attrName>ppt_h</p:attrName>
                                        </p:attrNameLst>
                                      </p:cBhvr>
                                      <p:tavLst>
                                        <p:tav tm="0">
                                          <p:val>
                                            <p:strVal val="#ppt_h"/>
                                          </p:val>
                                        </p:tav>
                                        <p:tav tm="100000">
                                          <p:val>
                                            <p:strVal val="#ppt_h"/>
                                          </p:val>
                                        </p:tav>
                                      </p:tavLst>
                                    </p:anim>
                                    <p:animEffect transition="in" filter="fade">
                                      <p:cBhvr>
                                        <p:cTn id="49" dur="1000"/>
                                        <p:tgtEl>
                                          <p:spTgt spid="9627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6258" grpId="0"/>
      <p:bldP spid="96275"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7586" name="Text Box 2"/>
          <p:cNvSpPr txBox="1"/>
          <p:nvPr/>
        </p:nvSpPr>
        <p:spPr>
          <a:xfrm>
            <a:off x="611188" y="549275"/>
            <a:ext cx="4105275" cy="579438"/>
          </a:xfrm>
          <a:prstGeom prst="rect">
            <a:avLst/>
          </a:prstGeom>
          <a:noFill/>
          <a:ln w="9525">
            <a:noFill/>
          </a:ln>
        </p:spPr>
        <p:txBody>
          <a:bodyPr lIns="198000" rIns="198000">
            <a:spAutoFit/>
          </a:bodyPr>
          <a:p>
            <a:r>
              <a:rPr lang="en-US" altLang="zh-CN" sz="3200" b="0" dirty="0">
                <a:solidFill>
                  <a:schemeClr val="bg1"/>
                </a:solidFill>
                <a:latin typeface="Times New Roman" panose="02020603050405020304" pitchFamily="18" charset="0"/>
                <a:ea typeface="仿宋_GB2312" pitchFamily="49" charset="-122"/>
              </a:rPr>
              <a:t>2</a:t>
            </a:r>
            <a:r>
              <a:rPr lang="en-US" altLang="zh-CN" sz="3200" dirty="0">
                <a:solidFill>
                  <a:schemeClr val="bg1"/>
                </a:solidFill>
                <a:latin typeface="仿宋_GB2312" pitchFamily="49" charset="-122"/>
                <a:ea typeface="仿宋_GB2312" pitchFamily="49" charset="-122"/>
              </a:rPr>
              <a:t>.</a:t>
            </a:r>
            <a:r>
              <a:rPr lang="en-US" altLang="zh-CN" sz="3200" b="0" dirty="0">
                <a:solidFill>
                  <a:schemeClr val="bg1"/>
                </a:solidFill>
                <a:latin typeface="仿宋_GB2312" pitchFamily="49" charset="-122"/>
                <a:ea typeface="仿宋_GB2312" pitchFamily="49" charset="-122"/>
              </a:rPr>
              <a:t> </a:t>
            </a:r>
            <a:r>
              <a:rPr lang="en-US" altLang="zh-CN" sz="3200" b="0" i="1" dirty="0">
                <a:solidFill>
                  <a:schemeClr val="bg1"/>
                </a:solidFill>
                <a:latin typeface="Times New Roman" panose="02020603050405020304" pitchFamily="18" charset="0"/>
                <a:ea typeface="仿宋_GB2312" pitchFamily="49" charset="-122"/>
              </a:rPr>
              <a:t>RLC</a:t>
            </a:r>
            <a:r>
              <a:rPr lang="zh-CN" altLang="en-US" sz="3200" dirty="0">
                <a:solidFill>
                  <a:schemeClr val="bg1"/>
                </a:solidFill>
                <a:latin typeface="楷体_GB2312" pitchFamily="49" charset="-122"/>
              </a:rPr>
              <a:t>串联电路</a:t>
            </a:r>
            <a:endParaRPr lang="zh-CN" altLang="en-US" sz="3200" dirty="0">
              <a:solidFill>
                <a:schemeClr val="bg1"/>
              </a:solidFill>
              <a:latin typeface="楷体_GB2312" pitchFamily="49" charset="-122"/>
            </a:endParaRPr>
          </a:p>
        </p:txBody>
      </p:sp>
      <p:sp>
        <p:nvSpPr>
          <p:cNvPr id="67588" name="Text Box 4"/>
          <p:cNvSpPr txBox="1"/>
          <p:nvPr/>
        </p:nvSpPr>
        <p:spPr>
          <a:xfrm>
            <a:off x="611188" y="3429000"/>
            <a:ext cx="1944687" cy="579438"/>
          </a:xfrm>
          <a:prstGeom prst="rect">
            <a:avLst/>
          </a:prstGeom>
          <a:noFill/>
          <a:ln w="9525">
            <a:noFill/>
          </a:ln>
        </p:spPr>
        <p:txBody>
          <a:bodyPr lIns="198000" rIns="198000">
            <a:spAutoFit/>
          </a:bodyPr>
          <a:p>
            <a:pPr>
              <a:spcBef>
                <a:spcPct val="50000"/>
              </a:spcBef>
            </a:pPr>
            <a:r>
              <a:rPr lang="en-US" altLang="zh-CN" sz="3200" b="0" dirty="0">
                <a:latin typeface="Times New Roman" panose="02020603050405020304" pitchFamily="18" charset="0"/>
                <a:ea typeface="宋体" panose="02010600030101010101" pitchFamily="2" charset="-122"/>
              </a:rPr>
              <a:t>KVL</a:t>
            </a:r>
            <a:r>
              <a:rPr lang="zh-CN" altLang="en-US" sz="3200" b="0" dirty="0">
                <a:latin typeface="Times New Roman" panose="02020603050405020304" pitchFamily="18" charset="0"/>
                <a:ea typeface="宋体" panose="02010600030101010101" pitchFamily="2" charset="-122"/>
              </a:rPr>
              <a:t>：</a:t>
            </a:r>
            <a:endParaRPr lang="zh-CN" altLang="en-US" sz="3200" b="0" dirty="0">
              <a:latin typeface="Times New Roman" panose="02020603050405020304" pitchFamily="18" charset="0"/>
              <a:ea typeface="宋体" panose="02010600030101010101" pitchFamily="2" charset="-122"/>
            </a:endParaRPr>
          </a:p>
        </p:txBody>
      </p:sp>
      <p:sp>
        <p:nvSpPr>
          <p:cNvPr id="67589" name="AutoShape 5"/>
          <p:cNvSpPr/>
          <p:nvPr/>
        </p:nvSpPr>
        <p:spPr>
          <a:xfrm>
            <a:off x="4356100" y="2349500"/>
            <a:ext cx="685800" cy="215900"/>
          </a:xfrm>
          <a:prstGeom prst="rightArrow">
            <a:avLst>
              <a:gd name="adj1" fmla="val 50000"/>
              <a:gd name="adj2" fmla="val 79397"/>
            </a:avLst>
          </a:prstGeom>
          <a:solidFill>
            <a:srgbClr val="0066FF"/>
          </a:solidFill>
          <a:ln w="9525" cap="flat" cmpd="sng">
            <a:solidFill>
              <a:srgbClr val="0066FF"/>
            </a:solidFill>
            <a:prstDash val="solid"/>
            <a:miter/>
            <a:headEnd type="none" w="med" len="med"/>
            <a:tailEnd type="none" w="med" len="med"/>
          </a:ln>
        </p:spPr>
        <p:txBody>
          <a:bodyPr wrap="none" anchor="ctr" anchorCtr="0"/>
          <a:p>
            <a:endParaRPr lang="zh-CN" altLang="en-US" dirty="0">
              <a:latin typeface="楷体_GB2312" pitchFamily="49" charset="-122"/>
            </a:endParaRPr>
          </a:p>
        </p:txBody>
      </p:sp>
      <p:graphicFrame>
        <p:nvGraphicFramePr>
          <p:cNvPr id="67590" name="Object 6"/>
          <p:cNvGraphicFramePr/>
          <p:nvPr/>
        </p:nvGraphicFramePr>
        <p:xfrm>
          <a:off x="2195513" y="3357563"/>
          <a:ext cx="5588000" cy="911225"/>
        </p:xfrm>
        <a:graphic>
          <a:graphicData uri="http://schemas.openxmlformats.org/presentationml/2006/ole">
            <mc:AlternateContent xmlns:mc="http://schemas.openxmlformats.org/markup-compatibility/2006">
              <mc:Choice xmlns:v="urn:schemas-microsoft-com:vml" Requires="v">
                <p:oleObj spid="_x0000_s3092" name="" r:id="rId1" imgW="2794000" imgH="457200" progId="Equation.3">
                  <p:embed/>
                </p:oleObj>
              </mc:Choice>
              <mc:Fallback>
                <p:oleObj name="" r:id="rId1" imgW="2794000" imgH="457200" progId="Equation.3">
                  <p:embed/>
                  <p:pic>
                    <p:nvPicPr>
                      <p:cNvPr id="0" name="图片 3091"/>
                      <p:cNvPicPr/>
                      <p:nvPr/>
                    </p:nvPicPr>
                    <p:blipFill>
                      <a:blip r:embed="rId2">
                        <a:clrChange>
                          <a:clrFrom>
                            <a:srgbClr val="000000"/>
                          </a:clrFrom>
                          <a:clrTo>
                            <a:srgbClr val="FFFFFF"/>
                          </a:clrTo>
                        </a:clrChange>
                      </a:blip>
                      <a:stretch>
                        <a:fillRect/>
                      </a:stretch>
                    </p:blipFill>
                    <p:spPr>
                      <a:xfrm>
                        <a:off x="2195513" y="3357563"/>
                        <a:ext cx="5588000" cy="911225"/>
                      </a:xfrm>
                      <a:prstGeom prst="rect">
                        <a:avLst/>
                      </a:prstGeom>
                      <a:noFill/>
                      <a:ln w="38100">
                        <a:noFill/>
                        <a:miter/>
                      </a:ln>
                    </p:spPr>
                  </p:pic>
                </p:oleObj>
              </mc:Fallback>
            </mc:AlternateContent>
          </a:graphicData>
        </a:graphic>
      </p:graphicFrame>
      <p:graphicFrame>
        <p:nvGraphicFramePr>
          <p:cNvPr id="67591" name="Object 7"/>
          <p:cNvGraphicFramePr/>
          <p:nvPr/>
        </p:nvGraphicFramePr>
        <p:xfrm>
          <a:off x="539750" y="4005263"/>
          <a:ext cx="6424613" cy="992187"/>
        </p:xfrm>
        <a:graphic>
          <a:graphicData uri="http://schemas.openxmlformats.org/presentationml/2006/ole">
            <mc:AlternateContent xmlns:mc="http://schemas.openxmlformats.org/markup-compatibility/2006">
              <mc:Choice xmlns:v="urn:schemas-microsoft-com:vml" Requires="v">
                <p:oleObj spid="_x0000_s2" name="" r:id="rId3" imgW="2946400" imgH="457200" progId="Equation.3">
                  <p:embed/>
                </p:oleObj>
              </mc:Choice>
              <mc:Fallback>
                <p:oleObj name="" r:id="rId3" imgW="2946400" imgH="457200" progId="Equation.3">
                  <p:embed/>
                  <p:pic>
                    <p:nvPicPr>
                      <p:cNvPr id="0" name="图片 1"/>
                      <p:cNvPicPr/>
                      <p:nvPr/>
                    </p:nvPicPr>
                    <p:blipFill>
                      <a:blip r:embed="rId4">
                        <a:clrChange>
                          <a:clrFrom>
                            <a:srgbClr val="000000"/>
                          </a:clrFrom>
                          <a:clrTo>
                            <a:srgbClr val="FFFFFF"/>
                          </a:clrTo>
                        </a:clrChange>
                      </a:blip>
                      <a:stretch>
                        <a:fillRect/>
                      </a:stretch>
                    </p:blipFill>
                    <p:spPr>
                      <a:xfrm>
                        <a:off x="539750" y="4005263"/>
                        <a:ext cx="6424613" cy="992187"/>
                      </a:xfrm>
                      <a:prstGeom prst="rect">
                        <a:avLst/>
                      </a:prstGeom>
                      <a:noFill/>
                      <a:ln w="38100">
                        <a:noFill/>
                        <a:miter/>
                      </a:ln>
                    </p:spPr>
                  </p:pic>
                </p:oleObj>
              </mc:Fallback>
            </mc:AlternateContent>
          </a:graphicData>
        </a:graphic>
      </p:graphicFrame>
      <p:graphicFrame>
        <p:nvGraphicFramePr>
          <p:cNvPr id="67592" name="Object 8"/>
          <p:cNvGraphicFramePr/>
          <p:nvPr/>
        </p:nvGraphicFramePr>
        <p:xfrm>
          <a:off x="7019925" y="4221163"/>
          <a:ext cx="1890713" cy="550862"/>
        </p:xfrm>
        <a:graphic>
          <a:graphicData uri="http://schemas.openxmlformats.org/presentationml/2006/ole">
            <mc:AlternateContent xmlns:mc="http://schemas.openxmlformats.org/markup-compatibility/2006">
              <mc:Choice xmlns:v="urn:schemas-microsoft-com:vml" Requires="v">
                <p:oleObj spid="_x0000_s3" name="" r:id="rId5" imgW="913130" imgH="266065" progId="Equation.3">
                  <p:embed/>
                </p:oleObj>
              </mc:Choice>
              <mc:Fallback>
                <p:oleObj name="" r:id="rId5" imgW="913130" imgH="266065" progId="Equation.3">
                  <p:embed/>
                  <p:pic>
                    <p:nvPicPr>
                      <p:cNvPr id="0" name="图片 2"/>
                      <p:cNvPicPr/>
                      <p:nvPr/>
                    </p:nvPicPr>
                    <p:blipFill>
                      <a:blip r:embed="rId6">
                        <a:clrChange>
                          <a:clrFrom>
                            <a:srgbClr val="000000"/>
                          </a:clrFrom>
                          <a:clrTo>
                            <a:srgbClr val="FFFFFF"/>
                          </a:clrTo>
                        </a:clrChange>
                      </a:blip>
                      <a:stretch>
                        <a:fillRect/>
                      </a:stretch>
                    </p:blipFill>
                    <p:spPr>
                      <a:xfrm>
                        <a:off x="7019925" y="4221163"/>
                        <a:ext cx="1890713" cy="550862"/>
                      </a:xfrm>
                      <a:prstGeom prst="rect">
                        <a:avLst/>
                      </a:prstGeom>
                      <a:noFill/>
                      <a:ln w="38100">
                        <a:noFill/>
                        <a:miter/>
                      </a:ln>
                    </p:spPr>
                  </p:pic>
                </p:oleObj>
              </mc:Fallback>
            </mc:AlternateContent>
          </a:graphicData>
        </a:graphic>
      </p:graphicFrame>
      <p:grpSp>
        <p:nvGrpSpPr>
          <p:cNvPr id="3087" name="Group 118"/>
          <p:cNvGrpSpPr/>
          <p:nvPr/>
        </p:nvGrpSpPr>
        <p:grpSpPr>
          <a:xfrm>
            <a:off x="8316913" y="6446838"/>
            <a:ext cx="792162" cy="366712"/>
            <a:chOff x="5193" y="4020"/>
            <a:chExt cx="499" cy="231"/>
          </a:xfrm>
        </p:grpSpPr>
        <p:pic>
          <p:nvPicPr>
            <p:cNvPr id="3160" name="Picture 119" descr="78900"/>
            <p:cNvPicPr>
              <a:picLocks noChangeAspect="1"/>
            </p:cNvPicPr>
            <p:nvPr/>
          </p:nvPicPr>
          <p:blipFill>
            <a:blip r:embed="rId7"/>
            <a:stretch>
              <a:fillRect/>
            </a:stretch>
          </p:blipFill>
          <p:spPr>
            <a:xfrm>
              <a:off x="5193" y="4066"/>
              <a:ext cx="499" cy="181"/>
            </a:xfrm>
            <a:prstGeom prst="rect">
              <a:avLst/>
            </a:prstGeom>
            <a:noFill/>
            <a:ln w="9525">
              <a:noFill/>
            </a:ln>
          </p:spPr>
        </p:pic>
        <p:sp>
          <p:nvSpPr>
            <p:cNvPr id="3161" name="Text Box 120">
              <a:hlinkClick r:id="" action="ppaction://hlinkshowjump?jump=nextslide"/>
            </p:cNvPr>
            <p:cNvSpPr txBox="1"/>
            <p:nvPr/>
          </p:nvSpPr>
          <p:spPr>
            <a:xfrm>
              <a:off x="5216" y="4020"/>
              <a:ext cx="476" cy="231"/>
            </a:xfrm>
            <a:prstGeom prst="rect">
              <a:avLst/>
            </a:prstGeom>
            <a:noFill/>
            <a:ln w="9525">
              <a:noFill/>
            </a:ln>
          </p:spPr>
          <p:txBody>
            <a:bodyPr wrap="none">
              <a:spAutoFit/>
            </a:bodyPr>
            <a:p>
              <a:pPr>
                <a:spcBef>
                  <a:spcPct val="50000"/>
                </a:spcBef>
              </a:pPr>
              <a:r>
                <a:rPr lang="zh-CN" altLang="en-US" sz="1800" b="0" dirty="0">
                  <a:solidFill>
                    <a:schemeClr val="bg1"/>
                  </a:solidFill>
                  <a:latin typeface="隶书" panose="02010509060101010101" pitchFamily="49" charset="-122"/>
                  <a:ea typeface="隶书" panose="02010509060101010101" pitchFamily="49" charset="-122"/>
                </a:rPr>
                <a:t>下 页</a:t>
              </a:r>
              <a:endParaRPr lang="zh-CN" altLang="en-US" sz="1800" b="0" dirty="0">
                <a:solidFill>
                  <a:schemeClr val="bg1"/>
                </a:solidFill>
                <a:latin typeface="隶书" panose="02010509060101010101" pitchFamily="49" charset="-122"/>
                <a:ea typeface="隶书" panose="02010509060101010101" pitchFamily="49" charset="-122"/>
              </a:endParaRPr>
            </a:p>
          </p:txBody>
        </p:sp>
      </p:grpSp>
      <p:grpSp>
        <p:nvGrpSpPr>
          <p:cNvPr id="3088" name="Group 121"/>
          <p:cNvGrpSpPr/>
          <p:nvPr/>
        </p:nvGrpSpPr>
        <p:grpSpPr>
          <a:xfrm>
            <a:off x="7453313" y="6446838"/>
            <a:ext cx="792162" cy="366712"/>
            <a:chOff x="4649" y="4020"/>
            <a:chExt cx="499" cy="231"/>
          </a:xfrm>
        </p:grpSpPr>
        <p:pic>
          <p:nvPicPr>
            <p:cNvPr id="3158" name="Picture 122" descr="78900"/>
            <p:cNvPicPr>
              <a:picLocks noChangeAspect="1"/>
            </p:cNvPicPr>
            <p:nvPr/>
          </p:nvPicPr>
          <p:blipFill>
            <a:blip r:embed="rId7"/>
            <a:stretch>
              <a:fillRect/>
            </a:stretch>
          </p:blipFill>
          <p:spPr>
            <a:xfrm>
              <a:off x="4649" y="4066"/>
              <a:ext cx="499" cy="181"/>
            </a:xfrm>
            <a:prstGeom prst="rect">
              <a:avLst/>
            </a:prstGeom>
            <a:noFill/>
            <a:ln w="9525">
              <a:noFill/>
            </a:ln>
          </p:spPr>
        </p:pic>
        <p:sp>
          <p:nvSpPr>
            <p:cNvPr id="3159" name="Text Box 123">
              <a:hlinkClick r:id="" action="ppaction://hlinkshowjump?jump=previousslide"/>
            </p:cNvPr>
            <p:cNvSpPr txBox="1"/>
            <p:nvPr/>
          </p:nvSpPr>
          <p:spPr>
            <a:xfrm>
              <a:off x="4672" y="4020"/>
              <a:ext cx="476" cy="231"/>
            </a:xfrm>
            <a:prstGeom prst="rect">
              <a:avLst/>
            </a:prstGeom>
            <a:noFill/>
            <a:ln w="9525">
              <a:noFill/>
            </a:ln>
          </p:spPr>
          <p:txBody>
            <a:bodyPr wrap="none">
              <a:spAutoFit/>
            </a:bodyPr>
            <a:p>
              <a:pPr>
                <a:spcBef>
                  <a:spcPct val="50000"/>
                </a:spcBef>
              </a:pPr>
              <a:r>
                <a:rPr lang="zh-CN" altLang="en-US" sz="1800" b="0" dirty="0">
                  <a:solidFill>
                    <a:schemeClr val="bg1"/>
                  </a:solidFill>
                  <a:latin typeface="隶书" panose="02010509060101010101" pitchFamily="49" charset="-122"/>
                  <a:ea typeface="隶书" panose="02010509060101010101" pitchFamily="49" charset="-122"/>
                </a:rPr>
                <a:t>上 页</a:t>
              </a:r>
              <a:endParaRPr lang="zh-CN" altLang="en-US" sz="1800" b="0" dirty="0">
                <a:solidFill>
                  <a:schemeClr val="bg1"/>
                </a:solidFill>
                <a:latin typeface="隶书" panose="02010509060101010101" pitchFamily="49" charset="-122"/>
                <a:ea typeface="隶书" panose="02010509060101010101" pitchFamily="49" charset="-122"/>
              </a:endParaRPr>
            </a:p>
          </p:txBody>
        </p:sp>
      </p:grpSp>
      <p:grpSp>
        <p:nvGrpSpPr>
          <p:cNvPr id="3089" name="Group 196"/>
          <p:cNvGrpSpPr/>
          <p:nvPr/>
        </p:nvGrpSpPr>
        <p:grpSpPr>
          <a:xfrm>
            <a:off x="6588125" y="6446838"/>
            <a:ext cx="792163" cy="366712"/>
            <a:chOff x="4649" y="4020"/>
            <a:chExt cx="499" cy="231"/>
          </a:xfrm>
        </p:grpSpPr>
        <p:pic>
          <p:nvPicPr>
            <p:cNvPr id="3156" name="Picture 197" descr="78900"/>
            <p:cNvPicPr>
              <a:picLocks noChangeAspect="1"/>
            </p:cNvPicPr>
            <p:nvPr/>
          </p:nvPicPr>
          <p:blipFill>
            <a:blip r:embed="rId7"/>
            <a:stretch>
              <a:fillRect/>
            </a:stretch>
          </p:blipFill>
          <p:spPr>
            <a:xfrm>
              <a:off x="4649" y="4066"/>
              <a:ext cx="499" cy="181"/>
            </a:xfrm>
            <a:prstGeom prst="rect">
              <a:avLst/>
            </a:prstGeom>
            <a:noFill/>
            <a:ln w="9525">
              <a:noFill/>
            </a:ln>
          </p:spPr>
        </p:pic>
        <p:sp>
          <p:nvSpPr>
            <p:cNvPr id="3157" name="Text Box 198">
              <a:hlinkClick r:id="" action="ppaction://hlinkshowjump?jump=firstslide"/>
            </p:cNvPr>
            <p:cNvSpPr txBox="1"/>
            <p:nvPr/>
          </p:nvSpPr>
          <p:spPr>
            <a:xfrm>
              <a:off x="4672" y="4020"/>
              <a:ext cx="476" cy="231"/>
            </a:xfrm>
            <a:prstGeom prst="rect">
              <a:avLst/>
            </a:prstGeom>
            <a:noFill/>
            <a:ln w="9525">
              <a:noFill/>
            </a:ln>
          </p:spPr>
          <p:txBody>
            <a:bodyPr wrap="none">
              <a:spAutoFit/>
            </a:bodyPr>
            <a:p>
              <a:pPr>
                <a:spcBef>
                  <a:spcPct val="50000"/>
                </a:spcBef>
              </a:pPr>
              <a:r>
                <a:rPr lang="zh-CN" altLang="en-US" sz="1800" b="0" dirty="0">
                  <a:solidFill>
                    <a:schemeClr val="bg1"/>
                  </a:solidFill>
                  <a:latin typeface="隶书" panose="02010509060101010101" pitchFamily="49" charset="-122"/>
                  <a:ea typeface="隶书" panose="02010509060101010101" pitchFamily="49" charset="-122"/>
                </a:rPr>
                <a:t>返 回</a:t>
              </a:r>
              <a:endParaRPr lang="zh-CN" altLang="en-US" sz="1800" b="0" dirty="0">
                <a:solidFill>
                  <a:schemeClr val="bg1"/>
                </a:solidFill>
                <a:latin typeface="隶书" panose="02010509060101010101" pitchFamily="49" charset="-122"/>
                <a:ea typeface="隶书" panose="02010509060101010101" pitchFamily="49" charset="-122"/>
              </a:endParaRPr>
            </a:p>
          </p:txBody>
        </p:sp>
      </p:grpSp>
      <p:grpSp>
        <p:nvGrpSpPr>
          <p:cNvPr id="5" name="Group 215"/>
          <p:cNvGrpSpPr/>
          <p:nvPr/>
        </p:nvGrpSpPr>
        <p:grpSpPr>
          <a:xfrm>
            <a:off x="5076825" y="1125538"/>
            <a:ext cx="3452813" cy="2052637"/>
            <a:chOff x="3198" y="709"/>
            <a:chExt cx="2175" cy="1293"/>
          </a:xfrm>
        </p:grpSpPr>
        <p:sp>
          <p:nvSpPr>
            <p:cNvPr id="3129" name="Line 185"/>
            <p:cNvSpPr/>
            <p:nvPr/>
          </p:nvSpPr>
          <p:spPr>
            <a:xfrm>
              <a:off x="3380" y="1979"/>
              <a:ext cx="1543" cy="0"/>
            </a:xfrm>
            <a:prstGeom prst="line">
              <a:avLst/>
            </a:prstGeom>
            <a:ln w="28575" cap="flat" cmpd="sng">
              <a:solidFill>
                <a:srgbClr val="FFCC00"/>
              </a:solidFill>
              <a:prstDash val="solid"/>
              <a:headEnd type="none" w="med" len="med"/>
              <a:tailEnd type="none" w="med" len="med"/>
            </a:ln>
          </p:spPr>
        </p:sp>
        <p:sp>
          <p:nvSpPr>
            <p:cNvPr id="3130" name="Freeform 161"/>
            <p:cNvSpPr/>
            <p:nvPr/>
          </p:nvSpPr>
          <p:spPr>
            <a:xfrm>
              <a:off x="4921" y="1571"/>
              <a:ext cx="1" cy="388"/>
            </a:xfrm>
            <a:custGeom>
              <a:avLst/>
              <a:gdLst>
                <a:gd name="txL" fmla="*/ 0 w 1"/>
                <a:gd name="txT" fmla="*/ 0 h 388"/>
                <a:gd name="txR" fmla="*/ 1 w 1"/>
                <a:gd name="txB" fmla="*/ 388 h 388"/>
              </a:gdLst>
              <a:ahLst/>
              <a:cxnLst>
                <a:cxn ang="0">
                  <a:pos x="0" y="0"/>
                </a:cxn>
                <a:cxn ang="0">
                  <a:pos x="1" y="388"/>
                </a:cxn>
                <a:cxn ang="0">
                  <a:pos x="1" y="382"/>
                </a:cxn>
              </a:cxnLst>
              <a:rect l="txL" t="txT" r="txR" b="txB"/>
              <a:pathLst>
                <a:path w="1" h="388">
                  <a:moveTo>
                    <a:pt x="0" y="0"/>
                  </a:moveTo>
                  <a:lnTo>
                    <a:pt x="1" y="388"/>
                  </a:lnTo>
                  <a:lnTo>
                    <a:pt x="1" y="382"/>
                  </a:lnTo>
                </a:path>
              </a:pathLst>
            </a:custGeom>
            <a:solidFill>
              <a:srgbClr val="FFFFFF"/>
            </a:solidFill>
            <a:ln w="28575" cap="flat" cmpd="sng">
              <a:solidFill>
                <a:srgbClr val="FFCC00"/>
              </a:solidFill>
              <a:prstDash val="solid"/>
              <a:round/>
              <a:headEnd type="none" w="med" len="med"/>
              <a:tailEnd type="none" w="med" len="med"/>
            </a:ln>
          </p:spPr>
          <p:txBody>
            <a:bodyPr/>
            <a:p>
              <a:endParaRPr lang="zh-CN" altLang="en-US" dirty="0">
                <a:latin typeface="楷体_GB2312" pitchFamily="49" charset="-122"/>
              </a:endParaRPr>
            </a:p>
          </p:txBody>
        </p:sp>
        <p:sp>
          <p:nvSpPr>
            <p:cNvPr id="3131" name="Text Box 162"/>
            <p:cNvSpPr txBox="1"/>
            <p:nvPr/>
          </p:nvSpPr>
          <p:spPr>
            <a:xfrm>
              <a:off x="3698" y="709"/>
              <a:ext cx="253" cy="327"/>
            </a:xfrm>
            <a:prstGeom prst="rect">
              <a:avLst/>
            </a:prstGeom>
            <a:noFill/>
            <a:ln w="9525">
              <a:noFill/>
            </a:ln>
          </p:spPr>
          <p:txBody>
            <a:bodyPr wrap="none">
              <a:spAutoFit/>
            </a:bodyPr>
            <a:p>
              <a:r>
                <a:rPr lang="en-US" altLang="zh-CN" b="0" i="1" dirty="0">
                  <a:solidFill>
                    <a:schemeClr val="bg1"/>
                  </a:solidFill>
                  <a:latin typeface="Times New Roman" panose="02020603050405020304" pitchFamily="18" charset="0"/>
                  <a:ea typeface="宋体" panose="02010600030101010101" pitchFamily="2" charset="-122"/>
                </a:rPr>
                <a:t>R</a:t>
              </a:r>
              <a:endParaRPr lang="en-US" altLang="zh-CN" b="0" i="1" dirty="0">
                <a:solidFill>
                  <a:schemeClr val="bg1"/>
                </a:solidFill>
                <a:latin typeface="Times New Roman" panose="02020603050405020304" pitchFamily="18" charset="0"/>
                <a:ea typeface="宋体" panose="02010600030101010101" pitchFamily="2" charset="-122"/>
              </a:endParaRPr>
            </a:p>
          </p:txBody>
        </p:sp>
        <p:sp>
          <p:nvSpPr>
            <p:cNvPr id="3132" name="Line 163"/>
            <p:cNvSpPr/>
            <p:nvPr/>
          </p:nvSpPr>
          <p:spPr>
            <a:xfrm>
              <a:off x="3833" y="1979"/>
              <a:ext cx="288" cy="0"/>
            </a:xfrm>
            <a:prstGeom prst="line">
              <a:avLst/>
            </a:prstGeom>
            <a:ln w="28575" cap="flat" cmpd="sng">
              <a:solidFill>
                <a:srgbClr val="66FFFF"/>
              </a:solidFill>
              <a:prstDash val="solid"/>
              <a:headEnd type="triangle" w="med" len="med"/>
              <a:tailEnd type="none" w="sm" len="med"/>
            </a:ln>
          </p:spPr>
        </p:sp>
        <p:sp>
          <p:nvSpPr>
            <p:cNvPr id="3133" name="Text Box 164"/>
            <p:cNvSpPr txBox="1"/>
            <p:nvPr/>
          </p:nvSpPr>
          <p:spPr>
            <a:xfrm>
              <a:off x="3199" y="1118"/>
              <a:ext cx="242" cy="327"/>
            </a:xfrm>
            <a:prstGeom prst="rect">
              <a:avLst/>
            </a:prstGeom>
            <a:noFill/>
            <a:ln w="9525">
              <a:noFill/>
            </a:ln>
          </p:spPr>
          <p:txBody>
            <a:bodyPr wrap="none">
              <a:spAutoFit/>
            </a:bodyPr>
            <a:p>
              <a:pPr>
                <a:spcBef>
                  <a:spcPct val="50000"/>
                </a:spcBef>
              </a:pPr>
              <a:r>
                <a:rPr lang="en-US" altLang="zh-CN" b="0" dirty="0">
                  <a:solidFill>
                    <a:schemeClr val="bg1"/>
                  </a:solidFill>
                  <a:latin typeface="Times New Roman" panose="02020603050405020304" pitchFamily="18" charset="0"/>
                  <a:ea typeface="宋体" panose="02010600030101010101" pitchFamily="2" charset="-122"/>
                </a:rPr>
                <a:t>+</a:t>
              </a:r>
              <a:endParaRPr lang="en-US" altLang="zh-CN" b="0" dirty="0">
                <a:solidFill>
                  <a:schemeClr val="bg1"/>
                </a:solidFill>
                <a:latin typeface="Times New Roman" panose="02020603050405020304" pitchFamily="18" charset="0"/>
                <a:ea typeface="宋体" panose="02010600030101010101" pitchFamily="2" charset="-122"/>
              </a:endParaRPr>
            </a:p>
          </p:txBody>
        </p:sp>
        <p:sp>
          <p:nvSpPr>
            <p:cNvPr id="3134" name="Text Box 165"/>
            <p:cNvSpPr txBox="1"/>
            <p:nvPr/>
          </p:nvSpPr>
          <p:spPr>
            <a:xfrm>
              <a:off x="3199" y="1662"/>
              <a:ext cx="229" cy="327"/>
            </a:xfrm>
            <a:prstGeom prst="rect">
              <a:avLst/>
            </a:prstGeom>
            <a:noFill/>
            <a:ln w="9525">
              <a:noFill/>
            </a:ln>
          </p:spPr>
          <p:txBody>
            <a:bodyPr wrap="none">
              <a:spAutoFit/>
            </a:bodyPr>
            <a:p>
              <a:pPr>
                <a:spcBef>
                  <a:spcPct val="50000"/>
                </a:spcBef>
              </a:pPr>
              <a:r>
                <a:rPr lang="en-US" altLang="zh-CN" b="0" dirty="0">
                  <a:solidFill>
                    <a:schemeClr val="bg1"/>
                  </a:solidFill>
                  <a:latin typeface="宋体" panose="02010600030101010101" pitchFamily="2" charset="-122"/>
                  <a:ea typeface="宋体" panose="02010600030101010101" pitchFamily="2" charset="-122"/>
                </a:rPr>
                <a:t>-</a:t>
              </a:r>
              <a:endParaRPr lang="en-US" altLang="zh-CN" b="0" dirty="0">
                <a:solidFill>
                  <a:schemeClr val="bg1"/>
                </a:solidFill>
                <a:latin typeface="Times New Roman" panose="02020603050405020304" pitchFamily="18" charset="0"/>
                <a:ea typeface="宋体" panose="02010600030101010101" pitchFamily="2" charset="-122"/>
              </a:endParaRPr>
            </a:p>
          </p:txBody>
        </p:sp>
        <p:sp>
          <p:nvSpPr>
            <p:cNvPr id="3135" name="Text Box 166"/>
            <p:cNvSpPr txBox="1"/>
            <p:nvPr/>
          </p:nvSpPr>
          <p:spPr>
            <a:xfrm>
              <a:off x="4968" y="1118"/>
              <a:ext cx="242" cy="327"/>
            </a:xfrm>
            <a:prstGeom prst="rect">
              <a:avLst/>
            </a:prstGeom>
            <a:noFill/>
            <a:ln w="9525">
              <a:noFill/>
            </a:ln>
          </p:spPr>
          <p:txBody>
            <a:bodyPr wrap="none">
              <a:spAutoFit/>
            </a:bodyPr>
            <a:p>
              <a:pPr>
                <a:spcBef>
                  <a:spcPct val="50000"/>
                </a:spcBef>
              </a:pPr>
              <a:r>
                <a:rPr lang="en-US" altLang="zh-CN" b="0" dirty="0">
                  <a:solidFill>
                    <a:schemeClr val="bg1"/>
                  </a:solidFill>
                  <a:latin typeface="Times New Roman" panose="02020603050405020304" pitchFamily="18" charset="0"/>
                  <a:ea typeface="宋体" panose="02010600030101010101" pitchFamily="2" charset="-122"/>
                </a:rPr>
                <a:t>+</a:t>
              </a:r>
              <a:endParaRPr lang="en-US" altLang="zh-CN" b="0" dirty="0">
                <a:solidFill>
                  <a:schemeClr val="bg1"/>
                </a:solidFill>
                <a:latin typeface="Times New Roman" panose="02020603050405020304" pitchFamily="18" charset="0"/>
                <a:ea typeface="宋体" panose="02010600030101010101" pitchFamily="2" charset="-122"/>
              </a:endParaRPr>
            </a:p>
          </p:txBody>
        </p:sp>
        <p:sp>
          <p:nvSpPr>
            <p:cNvPr id="3136" name="Text Box 167"/>
            <p:cNvSpPr txBox="1"/>
            <p:nvPr/>
          </p:nvSpPr>
          <p:spPr>
            <a:xfrm>
              <a:off x="4922" y="1616"/>
              <a:ext cx="229" cy="327"/>
            </a:xfrm>
            <a:prstGeom prst="rect">
              <a:avLst/>
            </a:prstGeom>
            <a:noFill/>
            <a:ln w="9525">
              <a:noFill/>
            </a:ln>
          </p:spPr>
          <p:txBody>
            <a:bodyPr wrap="none">
              <a:spAutoFit/>
            </a:bodyPr>
            <a:p>
              <a:pPr>
                <a:spcBef>
                  <a:spcPct val="50000"/>
                </a:spcBef>
              </a:pPr>
              <a:r>
                <a:rPr lang="en-US" altLang="zh-CN" b="0" dirty="0">
                  <a:solidFill>
                    <a:schemeClr val="bg1"/>
                  </a:solidFill>
                  <a:latin typeface="宋体" panose="02010600030101010101" pitchFamily="2" charset="-122"/>
                  <a:ea typeface="宋体" panose="02010600030101010101" pitchFamily="2" charset="-122"/>
                </a:rPr>
                <a:t>-</a:t>
              </a:r>
              <a:endParaRPr lang="en-US" altLang="zh-CN" b="0" dirty="0">
                <a:solidFill>
                  <a:schemeClr val="bg1"/>
                </a:solidFill>
                <a:latin typeface="Times New Roman" panose="02020603050405020304" pitchFamily="18" charset="0"/>
                <a:ea typeface="宋体" panose="02010600030101010101" pitchFamily="2" charset="-122"/>
              </a:endParaRPr>
            </a:p>
          </p:txBody>
        </p:sp>
        <p:sp>
          <p:nvSpPr>
            <p:cNvPr id="3137" name="Text Box 168"/>
            <p:cNvSpPr txBox="1"/>
            <p:nvPr/>
          </p:nvSpPr>
          <p:spPr>
            <a:xfrm>
              <a:off x="4106" y="1072"/>
              <a:ext cx="242" cy="327"/>
            </a:xfrm>
            <a:prstGeom prst="rect">
              <a:avLst/>
            </a:prstGeom>
            <a:noFill/>
            <a:ln w="9525">
              <a:noFill/>
            </a:ln>
          </p:spPr>
          <p:txBody>
            <a:bodyPr wrap="none">
              <a:spAutoFit/>
            </a:bodyPr>
            <a:p>
              <a:pPr>
                <a:spcBef>
                  <a:spcPct val="50000"/>
                </a:spcBef>
              </a:pPr>
              <a:r>
                <a:rPr lang="en-US" altLang="zh-CN" b="0" dirty="0">
                  <a:solidFill>
                    <a:schemeClr val="bg1"/>
                  </a:solidFill>
                  <a:latin typeface="Times New Roman" panose="02020603050405020304" pitchFamily="18" charset="0"/>
                  <a:ea typeface="宋体" panose="02010600030101010101" pitchFamily="2" charset="-122"/>
                </a:rPr>
                <a:t>+</a:t>
              </a:r>
              <a:endParaRPr lang="en-US" altLang="zh-CN" b="0" dirty="0">
                <a:solidFill>
                  <a:schemeClr val="bg1"/>
                </a:solidFill>
                <a:latin typeface="Times New Roman" panose="02020603050405020304" pitchFamily="18" charset="0"/>
                <a:ea typeface="宋体" panose="02010600030101010101" pitchFamily="2" charset="-122"/>
              </a:endParaRPr>
            </a:p>
          </p:txBody>
        </p:sp>
        <p:sp>
          <p:nvSpPr>
            <p:cNvPr id="3138" name="Text Box 169"/>
            <p:cNvSpPr txBox="1"/>
            <p:nvPr/>
          </p:nvSpPr>
          <p:spPr>
            <a:xfrm>
              <a:off x="4650" y="1027"/>
              <a:ext cx="229" cy="327"/>
            </a:xfrm>
            <a:prstGeom prst="rect">
              <a:avLst/>
            </a:prstGeom>
            <a:noFill/>
            <a:ln w="9525">
              <a:noFill/>
            </a:ln>
          </p:spPr>
          <p:txBody>
            <a:bodyPr wrap="none">
              <a:spAutoFit/>
            </a:bodyPr>
            <a:p>
              <a:pPr>
                <a:spcBef>
                  <a:spcPct val="50000"/>
                </a:spcBef>
              </a:pPr>
              <a:r>
                <a:rPr lang="en-US" altLang="zh-CN" b="0" dirty="0">
                  <a:solidFill>
                    <a:schemeClr val="bg1"/>
                  </a:solidFill>
                  <a:latin typeface="宋体" panose="02010600030101010101" pitchFamily="2" charset="-122"/>
                  <a:ea typeface="宋体" panose="02010600030101010101" pitchFamily="2" charset="-122"/>
                </a:rPr>
                <a:t>-</a:t>
              </a:r>
              <a:endParaRPr lang="en-US" altLang="zh-CN" b="0" dirty="0">
                <a:solidFill>
                  <a:schemeClr val="bg1"/>
                </a:solidFill>
                <a:latin typeface="Times New Roman" panose="02020603050405020304" pitchFamily="18" charset="0"/>
                <a:ea typeface="宋体" panose="02010600030101010101" pitchFamily="2" charset="-122"/>
              </a:endParaRPr>
            </a:p>
          </p:txBody>
        </p:sp>
        <p:sp>
          <p:nvSpPr>
            <p:cNvPr id="3139" name="Oval 170"/>
            <p:cNvSpPr/>
            <p:nvPr/>
          </p:nvSpPr>
          <p:spPr>
            <a:xfrm>
              <a:off x="3335" y="1934"/>
              <a:ext cx="68" cy="68"/>
            </a:xfrm>
            <a:prstGeom prst="ellipse">
              <a:avLst/>
            </a:prstGeom>
            <a:noFill/>
            <a:ln w="38100" cap="flat" cmpd="sng">
              <a:solidFill>
                <a:srgbClr val="FFCC00"/>
              </a:solidFill>
              <a:prstDash val="solid"/>
              <a:headEnd type="none" w="med" len="med"/>
              <a:tailEnd type="none" w="med" len="med"/>
            </a:ln>
          </p:spPr>
          <p:txBody>
            <a:bodyPr wrap="none" anchor="ctr" anchorCtr="0"/>
            <a:p>
              <a:endParaRPr lang="zh-CN" altLang="en-US" dirty="0">
                <a:latin typeface="楷体_GB2312" pitchFamily="49" charset="-122"/>
              </a:endParaRPr>
            </a:p>
          </p:txBody>
        </p:sp>
        <p:sp>
          <p:nvSpPr>
            <p:cNvPr id="3140" name="Oval 171"/>
            <p:cNvSpPr/>
            <p:nvPr/>
          </p:nvSpPr>
          <p:spPr>
            <a:xfrm>
              <a:off x="3335" y="1072"/>
              <a:ext cx="68" cy="68"/>
            </a:xfrm>
            <a:prstGeom prst="ellipse">
              <a:avLst/>
            </a:prstGeom>
            <a:noFill/>
            <a:ln w="38100" cap="flat" cmpd="sng">
              <a:solidFill>
                <a:srgbClr val="FFCC00"/>
              </a:solidFill>
              <a:prstDash val="solid"/>
              <a:headEnd type="none" w="med" len="med"/>
              <a:tailEnd type="none" w="med" len="med"/>
            </a:ln>
          </p:spPr>
          <p:txBody>
            <a:bodyPr wrap="none" anchor="ctr" anchorCtr="0"/>
            <a:p>
              <a:endParaRPr lang="zh-CN" altLang="en-US" dirty="0">
                <a:latin typeface="楷体_GB2312" pitchFamily="49" charset="-122"/>
              </a:endParaRPr>
            </a:p>
          </p:txBody>
        </p:sp>
        <p:sp>
          <p:nvSpPr>
            <p:cNvPr id="3141" name="Text Box 172"/>
            <p:cNvSpPr txBox="1"/>
            <p:nvPr/>
          </p:nvSpPr>
          <p:spPr>
            <a:xfrm>
              <a:off x="3425" y="1072"/>
              <a:ext cx="242" cy="327"/>
            </a:xfrm>
            <a:prstGeom prst="rect">
              <a:avLst/>
            </a:prstGeom>
            <a:noFill/>
            <a:ln w="9525">
              <a:noFill/>
            </a:ln>
          </p:spPr>
          <p:txBody>
            <a:bodyPr wrap="none">
              <a:spAutoFit/>
            </a:bodyPr>
            <a:p>
              <a:pPr>
                <a:spcBef>
                  <a:spcPct val="50000"/>
                </a:spcBef>
              </a:pPr>
              <a:r>
                <a:rPr lang="en-US" altLang="zh-CN" b="0" dirty="0">
                  <a:solidFill>
                    <a:schemeClr val="bg1"/>
                  </a:solidFill>
                  <a:latin typeface="Times New Roman" panose="02020603050405020304" pitchFamily="18" charset="0"/>
                  <a:ea typeface="宋体" panose="02010600030101010101" pitchFamily="2" charset="-122"/>
                </a:rPr>
                <a:t>+</a:t>
              </a:r>
              <a:endParaRPr lang="en-US" altLang="zh-CN" b="0" dirty="0">
                <a:solidFill>
                  <a:schemeClr val="bg1"/>
                </a:solidFill>
                <a:latin typeface="Times New Roman" panose="02020603050405020304" pitchFamily="18" charset="0"/>
                <a:ea typeface="宋体" panose="02010600030101010101" pitchFamily="2" charset="-122"/>
              </a:endParaRPr>
            </a:p>
          </p:txBody>
        </p:sp>
        <p:sp>
          <p:nvSpPr>
            <p:cNvPr id="3142" name="Text Box 173"/>
            <p:cNvSpPr txBox="1"/>
            <p:nvPr/>
          </p:nvSpPr>
          <p:spPr>
            <a:xfrm>
              <a:off x="3879" y="1072"/>
              <a:ext cx="229" cy="327"/>
            </a:xfrm>
            <a:prstGeom prst="rect">
              <a:avLst/>
            </a:prstGeom>
            <a:noFill/>
            <a:ln w="9525">
              <a:noFill/>
            </a:ln>
          </p:spPr>
          <p:txBody>
            <a:bodyPr wrap="none">
              <a:spAutoFit/>
            </a:bodyPr>
            <a:p>
              <a:pPr>
                <a:spcBef>
                  <a:spcPct val="50000"/>
                </a:spcBef>
              </a:pPr>
              <a:r>
                <a:rPr lang="en-US" altLang="zh-CN" b="0" dirty="0">
                  <a:solidFill>
                    <a:schemeClr val="bg1"/>
                  </a:solidFill>
                  <a:latin typeface="宋体" panose="02010600030101010101" pitchFamily="2" charset="-122"/>
                  <a:ea typeface="宋体" panose="02010600030101010101" pitchFamily="2" charset="-122"/>
                </a:rPr>
                <a:t>-</a:t>
              </a:r>
              <a:endParaRPr lang="en-US" altLang="zh-CN" b="0" dirty="0">
                <a:solidFill>
                  <a:schemeClr val="bg1"/>
                </a:solidFill>
                <a:latin typeface="Times New Roman" panose="02020603050405020304" pitchFamily="18" charset="0"/>
                <a:ea typeface="宋体" panose="02010600030101010101" pitchFamily="2" charset="-122"/>
              </a:endParaRPr>
            </a:p>
          </p:txBody>
        </p:sp>
        <p:grpSp>
          <p:nvGrpSpPr>
            <p:cNvPr id="3143" name="Group 178"/>
            <p:cNvGrpSpPr/>
            <p:nvPr/>
          </p:nvGrpSpPr>
          <p:grpSpPr>
            <a:xfrm>
              <a:off x="4786" y="1480"/>
              <a:ext cx="240" cy="93"/>
              <a:chOff x="3787" y="2478"/>
              <a:chExt cx="240" cy="93"/>
            </a:xfrm>
          </p:grpSpPr>
          <p:sp>
            <p:nvSpPr>
              <p:cNvPr id="3154" name="Line 179"/>
              <p:cNvSpPr/>
              <p:nvPr/>
            </p:nvSpPr>
            <p:spPr>
              <a:xfrm flipV="1">
                <a:off x="3787" y="2568"/>
                <a:ext cx="240" cy="3"/>
              </a:xfrm>
              <a:prstGeom prst="line">
                <a:avLst/>
              </a:prstGeom>
              <a:ln w="57150" cap="flat" cmpd="sng">
                <a:solidFill>
                  <a:srgbClr val="FF9900"/>
                </a:solidFill>
                <a:prstDash val="solid"/>
                <a:headEnd type="none" w="med" len="med"/>
                <a:tailEnd type="none" w="med" len="med"/>
              </a:ln>
            </p:spPr>
          </p:sp>
          <p:sp>
            <p:nvSpPr>
              <p:cNvPr id="3155" name="Line 180"/>
              <p:cNvSpPr/>
              <p:nvPr/>
            </p:nvSpPr>
            <p:spPr>
              <a:xfrm>
                <a:off x="3787" y="2478"/>
                <a:ext cx="240" cy="1"/>
              </a:xfrm>
              <a:prstGeom prst="line">
                <a:avLst/>
              </a:prstGeom>
              <a:ln w="57150" cap="flat" cmpd="sng">
                <a:solidFill>
                  <a:srgbClr val="FF9900"/>
                </a:solidFill>
                <a:prstDash val="solid"/>
                <a:headEnd type="none" w="med" len="med"/>
                <a:tailEnd type="none" w="med" len="med"/>
              </a:ln>
            </p:spPr>
          </p:sp>
        </p:grpSp>
        <p:sp>
          <p:nvSpPr>
            <p:cNvPr id="3144" name="Line 181"/>
            <p:cNvSpPr/>
            <p:nvPr/>
          </p:nvSpPr>
          <p:spPr>
            <a:xfrm>
              <a:off x="4741" y="1118"/>
              <a:ext cx="181" cy="0"/>
            </a:xfrm>
            <a:prstGeom prst="line">
              <a:avLst/>
            </a:prstGeom>
            <a:ln w="28575" cap="flat" cmpd="sng">
              <a:solidFill>
                <a:srgbClr val="FFCC00"/>
              </a:solidFill>
              <a:prstDash val="solid"/>
              <a:headEnd type="none" w="med" len="med"/>
              <a:tailEnd type="none" w="med" len="med"/>
            </a:ln>
          </p:spPr>
        </p:sp>
        <p:sp>
          <p:nvSpPr>
            <p:cNvPr id="3145" name="Line 182"/>
            <p:cNvSpPr/>
            <p:nvPr/>
          </p:nvSpPr>
          <p:spPr>
            <a:xfrm>
              <a:off x="4922" y="1118"/>
              <a:ext cx="0" cy="362"/>
            </a:xfrm>
            <a:prstGeom prst="line">
              <a:avLst/>
            </a:prstGeom>
            <a:ln w="28575" cap="flat" cmpd="sng">
              <a:solidFill>
                <a:srgbClr val="FFCC00"/>
              </a:solidFill>
              <a:prstDash val="solid"/>
              <a:headEnd type="none" w="med" len="med"/>
              <a:tailEnd type="none" w="med" len="med"/>
            </a:ln>
          </p:spPr>
        </p:sp>
        <p:sp>
          <p:nvSpPr>
            <p:cNvPr id="3146" name="Line 183"/>
            <p:cNvSpPr/>
            <p:nvPr/>
          </p:nvSpPr>
          <p:spPr>
            <a:xfrm>
              <a:off x="3380" y="1118"/>
              <a:ext cx="953" cy="0"/>
            </a:xfrm>
            <a:prstGeom prst="line">
              <a:avLst/>
            </a:prstGeom>
            <a:ln w="28575" cap="flat" cmpd="sng">
              <a:solidFill>
                <a:srgbClr val="FFCC00"/>
              </a:solidFill>
              <a:prstDash val="solid"/>
              <a:headEnd type="none" w="med" len="med"/>
              <a:tailEnd type="none" w="med" len="med"/>
            </a:ln>
          </p:spPr>
        </p:sp>
        <p:sp>
          <p:nvSpPr>
            <p:cNvPr id="3147" name="Rectangle 184"/>
            <p:cNvSpPr/>
            <p:nvPr/>
          </p:nvSpPr>
          <p:spPr>
            <a:xfrm>
              <a:off x="3652" y="1045"/>
              <a:ext cx="317" cy="136"/>
            </a:xfrm>
            <a:prstGeom prst="rect">
              <a:avLst/>
            </a:prstGeom>
            <a:gradFill rotWithShape="1">
              <a:gsLst>
                <a:gs pos="0">
                  <a:srgbClr val="764700"/>
                </a:gs>
                <a:gs pos="50000">
                  <a:srgbClr val="FF9900"/>
                </a:gs>
                <a:gs pos="100000">
                  <a:srgbClr val="764700"/>
                </a:gs>
              </a:gsLst>
              <a:lin ang="5400000" scaled="1"/>
              <a:tileRect/>
            </a:gradFill>
            <a:ln w="28575">
              <a:noFill/>
            </a:ln>
          </p:spPr>
          <p:txBody>
            <a:bodyPr wrap="none" anchor="ctr" anchorCtr="0"/>
            <a:p>
              <a:endParaRPr lang="zh-CN" altLang="en-US" dirty="0">
                <a:latin typeface="楷体_GB2312" pitchFamily="49" charset="-122"/>
              </a:endParaRPr>
            </a:p>
          </p:txBody>
        </p:sp>
        <p:graphicFrame>
          <p:nvGraphicFramePr>
            <p:cNvPr id="3078" name="Object 186"/>
            <p:cNvGraphicFramePr/>
            <p:nvPr/>
          </p:nvGraphicFramePr>
          <p:xfrm>
            <a:off x="3923" y="1570"/>
            <a:ext cx="185" cy="409"/>
          </p:xfrm>
          <a:graphic>
            <a:graphicData uri="http://schemas.openxmlformats.org/presentationml/2006/ole">
              <mc:AlternateContent xmlns:mc="http://schemas.openxmlformats.org/markup-compatibility/2006">
                <mc:Choice xmlns:v="urn:schemas-microsoft-com:vml" Requires="v">
                  <p:oleObj spid="_x0000_s4" name="" r:id="rId8" imgW="127000" imgH="278765" progId="Equation.3">
                    <p:embed/>
                  </p:oleObj>
                </mc:Choice>
                <mc:Fallback>
                  <p:oleObj name="" r:id="rId8" imgW="127000" imgH="278765" progId="Equation.3">
                    <p:embed/>
                    <p:pic>
                      <p:nvPicPr>
                        <p:cNvPr id="0" name="图片 3"/>
                        <p:cNvPicPr/>
                        <p:nvPr/>
                      </p:nvPicPr>
                      <p:blipFill>
                        <a:blip r:embed="rId9">
                          <a:clrChange>
                            <a:clrFrom>
                              <a:srgbClr val="000000"/>
                            </a:clrFrom>
                            <a:clrTo>
                              <a:srgbClr val="FFFFFF"/>
                            </a:clrTo>
                          </a:clrChange>
                        </a:blip>
                        <a:stretch>
                          <a:fillRect/>
                        </a:stretch>
                      </p:blipFill>
                      <p:spPr>
                        <a:xfrm>
                          <a:off x="3923" y="1570"/>
                          <a:ext cx="185" cy="409"/>
                        </a:xfrm>
                        <a:prstGeom prst="rect">
                          <a:avLst/>
                        </a:prstGeom>
                        <a:noFill/>
                        <a:ln w="38100">
                          <a:noFill/>
                          <a:miter/>
                        </a:ln>
                      </p:spPr>
                    </p:pic>
                  </p:oleObj>
                </mc:Fallback>
              </mc:AlternateContent>
            </a:graphicData>
          </a:graphic>
        </p:graphicFrame>
        <p:sp>
          <p:nvSpPr>
            <p:cNvPr id="3148" name="Text Box 187"/>
            <p:cNvSpPr txBox="1"/>
            <p:nvPr/>
          </p:nvSpPr>
          <p:spPr>
            <a:xfrm>
              <a:off x="4241" y="709"/>
              <a:ext cx="726" cy="327"/>
            </a:xfrm>
            <a:prstGeom prst="rect">
              <a:avLst/>
            </a:prstGeom>
            <a:noFill/>
            <a:ln w="9525">
              <a:noFill/>
            </a:ln>
          </p:spPr>
          <p:txBody>
            <a:bodyPr>
              <a:spAutoFit/>
            </a:bodyPr>
            <a:p>
              <a:r>
                <a:rPr lang="en-US" altLang="zh-CN" b="0" dirty="0">
                  <a:solidFill>
                    <a:schemeClr val="bg1"/>
                  </a:solidFill>
                  <a:latin typeface="Times New Roman" panose="02020603050405020304" pitchFamily="18" charset="0"/>
                  <a:ea typeface="宋体" panose="02010600030101010101" pitchFamily="2" charset="-122"/>
                </a:rPr>
                <a:t>j</a:t>
              </a:r>
              <a:r>
                <a:rPr lang="en-US" altLang="zh-CN" b="0" i="1" dirty="0">
                  <a:solidFill>
                    <a:schemeClr val="bg1"/>
                  </a:solidFill>
                  <a:latin typeface="Times New Roman" panose="02020603050405020304" pitchFamily="18" charset="0"/>
                  <a:ea typeface="宋体" panose="02010600030101010101" pitchFamily="2" charset="-122"/>
                  <a:sym typeface="Symbol" panose="05050102010706020507" pitchFamily="18" charset="2"/>
                </a:rPr>
                <a:t> </a:t>
              </a:r>
              <a:r>
                <a:rPr lang="en-US" altLang="zh-CN" b="0" i="1" dirty="0">
                  <a:solidFill>
                    <a:schemeClr val="bg1"/>
                  </a:solidFill>
                  <a:latin typeface="Times New Roman" panose="02020603050405020304" pitchFamily="18" charset="0"/>
                  <a:ea typeface="宋体" panose="02010600030101010101" pitchFamily="2" charset="-122"/>
                </a:rPr>
                <a:t>L</a:t>
              </a:r>
              <a:endParaRPr lang="en-US" altLang="zh-CN" b="0" i="1" dirty="0">
                <a:solidFill>
                  <a:schemeClr val="bg1"/>
                </a:solidFill>
                <a:latin typeface="Times New Roman" panose="02020603050405020304" pitchFamily="18" charset="0"/>
                <a:ea typeface="宋体" panose="02010600030101010101" pitchFamily="2" charset="-122"/>
              </a:endParaRPr>
            </a:p>
          </p:txBody>
        </p:sp>
        <p:graphicFrame>
          <p:nvGraphicFramePr>
            <p:cNvPr id="3079" name="Object 188"/>
            <p:cNvGraphicFramePr/>
            <p:nvPr/>
          </p:nvGraphicFramePr>
          <p:xfrm>
            <a:off x="3198" y="1435"/>
            <a:ext cx="212" cy="274"/>
          </p:xfrm>
          <a:graphic>
            <a:graphicData uri="http://schemas.openxmlformats.org/presentationml/2006/ole">
              <mc:AlternateContent xmlns:mc="http://schemas.openxmlformats.org/markup-compatibility/2006">
                <mc:Choice xmlns:v="urn:schemas-microsoft-com:vml" Requires="v">
                  <p:oleObj spid="_x0000_s6" name="" r:id="rId10" imgW="177800" imgH="227965" progId="Equation.3">
                    <p:embed/>
                  </p:oleObj>
                </mc:Choice>
                <mc:Fallback>
                  <p:oleObj name="" r:id="rId10" imgW="177800" imgH="227965" progId="Equation.3">
                    <p:embed/>
                    <p:pic>
                      <p:nvPicPr>
                        <p:cNvPr id="0" name="图片 5"/>
                        <p:cNvPicPr/>
                        <p:nvPr/>
                      </p:nvPicPr>
                      <p:blipFill>
                        <a:blip r:embed="rId11">
                          <a:clrChange>
                            <a:clrFrom>
                              <a:srgbClr val="000000"/>
                            </a:clrFrom>
                            <a:clrTo>
                              <a:srgbClr val="FFFFFF"/>
                            </a:clrTo>
                          </a:clrChange>
                        </a:blip>
                        <a:stretch>
                          <a:fillRect/>
                        </a:stretch>
                      </p:blipFill>
                      <p:spPr>
                        <a:xfrm>
                          <a:off x="3198" y="1435"/>
                          <a:ext cx="212" cy="274"/>
                        </a:xfrm>
                        <a:prstGeom prst="rect">
                          <a:avLst/>
                        </a:prstGeom>
                        <a:noFill/>
                        <a:ln w="38100">
                          <a:noFill/>
                          <a:miter/>
                        </a:ln>
                      </p:spPr>
                    </p:pic>
                  </p:oleObj>
                </mc:Fallback>
              </mc:AlternateContent>
            </a:graphicData>
          </a:graphic>
        </p:graphicFrame>
        <p:graphicFrame>
          <p:nvGraphicFramePr>
            <p:cNvPr id="3080" name="Object 189"/>
            <p:cNvGraphicFramePr/>
            <p:nvPr/>
          </p:nvGraphicFramePr>
          <p:xfrm>
            <a:off x="4332" y="1117"/>
            <a:ext cx="293" cy="344"/>
          </p:xfrm>
          <a:graphic>
            <a:graphicData uri="http://schemas.openxmlformats.org/presentationml/2006/ole">
              <mc:AlternateContent xmlns:mc="http://schemas.openxmlformats.org/markup-compatibility/2006">
                <mc:Choice xmlns:v="urn:schemas-microsoft-com:vml" Requires="v">
                  <p:oleObj spid="_x0000_s7" name="" r:id="rId12" imgW="228600" imgH="266065" progId="Equation.3">
                    <p:embed/>
                  </p:oleObj>
                </mc:Choice>
                <mc:Fallback>
                  <p:oleObj name="" r:id="rId12" imgW="228600" imgH="266065" progId="Equation.3">
                    <p:embed/>
                    <p:pic>
                      <p:nvPicPr>
                        <p:cNvPr id="0" name="图片 6"/>
                        <p:cNvPicPr/>
                        <p:nvPr/>
                      </p:nvPicPr>
                      <p:blipFill>
                        <a:blip r:embed="rId13">
                          <a:clrChange>
                            <a:clrFrom>
                              <a:srgbClr val="000000"/>
                            </a:clrFrom>
                            <a:clrTo>
                              <a:srgbClr val="FFFFFF"/>
                            </a:clrTo>
                          </a:clrChange>
                        </a:blip>
                        <a:stretch>
                          <a:fillRect/>
                        </a:stretch>
                      </p:blipFill>
                      <p:spPr>
                        <a:xfrm>
                          <a:off x="4332" y="1117"/>
                          <a:ext cx="293" cy="344"/>
                        </a:xfrm>
                        <a:prstGeom prst="rect">
                          <a:avLst/>
                        </a:prstGeom>
                        <a:noFill/>
                        <a:ln w="38100">
                          <a:noFill/>
                          <a:miter/>
                        </a:ln>
                      </p:spPr>
                    </p:pic>
                  </p:oleObj>
                </mc:Fallback>
              </mc:AlternateContent>
            </a:graphicData>
          </a:graphic>
        </p:graphicFrame>
        <p:graphicFrame>
          <p:nvGraphicFramePr>
            <p:cNvPr id="3081" name="Object 190"/>
            <p:cNvGraphicFramePr/>
            <p:nvPr/>
          </p:nvGraphicFramePr>
          <p:xfrm>
            <a:off x="5012" y="1344"/>
            <a:ext cx="361" cy="415"/>
          </p:xfrm>
          <a:graphic>
            <a:graphicData uri="http://schemas.openxmlformats.org/presentationml/2006/ole">
              <mc:AlternateContent xmlns:mc="http://schemas.openxmlformats.org/markup-compatibility/2006">
                <mc:Choice xmlns:v="urn:schemas-microsoft-com:vml" Requires="v">
                  <p:oleObj spid="_x0000_s10" name="" r:id="rId14" imgW="254000" imgH="292100" progId="Equation.3">
                    <p:embed/>
                  </p:oleObj>
                </mc:Choice>
                <mc:Fallback>
                  <p:oleObj name="" r:id="rId14" imgW="254000" imgH="292100" progId="Equation.3">
                    <p:embed/>
                    <p:pic>
                      <p:nvPicPr>
                        <p:cNvPr id="0" name="图片 9"/>
                        <p:cNvPicPr/>
                        <p:nvPr/>
                      </p:nvPicPr>
                      <p:blipFill>
                        <a:blip r:embed="rId15">
                          <a:clrChange>
                            <a:clrFrom>
                              <a:srgbClr val="000000"/>
                            </a:clrFrom>
                            <a:clrTo>
                              <a:srgbClr val="FFFFFF"/>
                            </a:clrTo>
                          </a:clrChange>
                        </a:blip>
                        <a:stretch>
                          <a:fillRect/>
                        </a:stretch>
                      </p:blipFill>
                      <p:spPr>
                        <a:xfrm>
                          <a:off x="5012" y="1344"/>
                          <a:ext cx="361" cy="415"/>
                        </a:xfrm>
                        <a:prstGeom prst="rect">
                          <a:avLst/>
                        </a:prstGeom>
                        <a:noFill/>
                        <a:ln w="38100">
                          <a:noFill/>
                          <a:miter/>
                        </a:ln>
                      </p:spPr>
                    </p:pic>
                  </p:oleObj>
                </mc:Fallback>
              </mc:AlternateContent>
            </a:graphicData>
          </a:graphic>
        </p:graphicFrame>
        <p:graphicFrame>
          <p:nvGraphicFramePr>
            <p:cNvPr id="3082" name="Object 191"/>
            <p:cNvGraphicFramePr/>
            <p:nvPr/>
          </p:nvGraphicFramePr>
          <p:xfrm>
            <a:off x="4377" y="1389"/>
            <a:ext cx="475" cy="578"/>
          </p:xfrm>
          <a:graphic>
            <a:graphicData uri="http://schemas.openxmlformats.org/presentationml/2006/ole">
              <mc:AlternateContent xmlns:mc="http://schemas.openxmlformats.org/markup-compatibility/2006">
                <mc:Choice xmlns:v="urn:schemas-microsoft-com:vml" Requires="v">
                  <p:oleObj spid="_x0000_s12" name="" r:id="rId16" imgW="393700" imgH="482600" progId="Equation.3">
                    <p:embed/>
                  </p:oleObj>
                </mc:Choice>
                <mc:Fallback>
                  <p:oleObj name="" r:id="rId16" imgW="393700" imgH="482600" progId="Equation.3">
                    <p:embed/>
                    <p:pic>
                      <p:nvPicPr>
                        <p:cNvPr id="0" name="图片 11"/>
                        <p:cNvPicPr/>
                        <p:nvPr/>
                      </p:nvPicPr>
                      <p:blipFill>
                        <a:blip r:embed="rId17">
                          <a:clrChange>
                            <a:clrFrom>
                              <a:srgbClr val="000000"/>
                            </a:clrFrom>
                            <a:clrTo>
                              <a:srgbClr val="FFFFFF"/>
                            </a:clrTo>
                          </a:clrChange>
                        </a:blip>
                        <a:stretch>
                          <a:fillRect/>
                        </a:stretch>
                      </p:blipFill>
                      <p:spPr>
                        <a:xfrm>
                          <a:off x="4377" y="1389"/>
                          <a:ext cx="475" cy="578"/>
                        </a:xfrm>
                        <a:prstGeom prst="rect">
                          <a:avLst/>
                        </a:prstGeom>
                        <a:noFill/>
                        <a:ln w="38100">
                          <a:noFill/>
                          <a:miter/>
                        </a:ln>
                      </p:spPr>
                    </p:pic>
                  </p:oleObj>
                </mc:Fallback>
              </mc:AlternateContent>
            </a:graphicData>
          </a:graphic>
        </p:graphicFrame>
        <p:graphicFrame>
          <p:nvGraphicFramePr>
            <p:cNvPr id="3083" name="Object 192"/>
            <p:cNvGraphicFramePr/>
            <p:nvPr/>
          </p:nvGraphicFramePr>
          <p:xfrm>
            <a:off x="3606" y="1162"/>
            <a:ext cx="338" cy="354"/>
          </p:xfrm>
          <a:graphic>
            <a:graphicData uri="http://schemas.openxmlformats.org/presentationml/2006/ole">
              <mc:AlternateContent xmlns:mc="http://schemas.openxmlformats.org/markup-compatibility/2006">
                <mc:Choice xmlns:v="urn:schemas-microsoft-com:vml" Requires="v">
                  <p:oleObj spid="_x0000_s9" name="" r:id="rId18" imgW="241300" imgH="266065" progId="Equation.3">
                    <p:embed/>
                  </p:oleObj>
                </mc:Choice>
                <mc:Fallback>
                  <p:oleObj name="" r:id="rId18" imgW="241300" imgH="266065" progId="Equation.3">
                    <p:embed/>
                    <p:pic>
                      <p:nvPicPr>
                        <p:cNvPr id="0" name="图片 8"/>
                        <p:cNvPicPr/>
                        <p:nvPr/>
                      </p:nvPicPr>
                      <p:blipFill>
                        <a:blip r:embed="rId19">
                          <a:clrChange>
                            <a:clrFrom>
                              <a:srgbClr val="000000"/>
                            </a:clrFrom>
                            <a:clrTo>
                              <a:srgbClr val="FFFFFF"/>
                            </a:clrTo>
                          </a:clrChange>
                        </a:blip>
                        <a:stretch>
                          <a:fillRect/>
                        </a:stretch>
                      </p:blipFill>
                      <p:spPr>
                        <a:xfrm>
                          <a:off x="3606" y="1162"/>
                          <a:ext cx="338" cy="354"/>
                        </a:xfrm>
                        <a:prstGeom prst="rect">
                          <a:avLst/>
                        </a:prstGeom>
                        <a:noFill/>
                        <a:ln w="38100">
                          <a:noFill/>
                          <a:miter/>
                        </a:ln>
                      </p:spPr>
                    </p:pic>
                  </p:oleObj>
                </mc:Fallback>
              </mc:AlternateContent>
            </a:graphicData>
          </a:graphic>
        </p:graphicFrame>
        <p:grpSp>
          <p:nvGrpSpPr>
            <p:cNvPr id="3149" name="Group 204"/>
            <p:cNvGrpSpPr/>
            <p:nvPr/>
          </p:nvGrpSpPr>
          <p:grpSpPr>
            <a:xfrm rot="5400000">
              <a:off x="4498" y="893"/>
              <a:ext cx="68" cy="385"/>
              <a:chOff x="1565" y="2614"/>
              <a:chExt cx="90" cy="486"/>
            </a:xfrm>
          </p:grpSpPr>
          <p:sp>
            <p:nvSpPr>
              <p:cNvPr id="3150" name="Arc 205"/>
              <p:cNvSpPr/>
              <p:nvPr/>
            </p:nvSpPr>
            <p:spPr>
              <a:xfrm flipH="1" flipV="1">
                <a:off x="1565" y="2860"/>
                <a:ext cx="90" cy="116"/>
              </a:xfrm>
              <a:custGeom>
                <a:avLst/>
                <a:gdLst>
                  <a:gd name="txL" fmla="*/ 0 w 22723"/>
                  <a:gd name="txT" fmla="*/ 0 h 43200"/>
                  <a:gd name="txR" fmla="*/ 22723 w 22723"/>
                  <a:gd name="txB" fmla="*/ 43200 h 43200"/>
                </a:gdLst>
                <a:ahLst/>
                <a:cxnLst>
                  <a:cxn ang="0">
                    <a:pos x="1122" y="0"/>
                  </a:cxn>
                  <a:cxn ang="0">
                    <a:pos x="22723" y="21600"/>
                  </a:cxn>
                  <a:cxn ang="0">
                    <a:pos x="1123" y="43200"/>
                  </a:cxn>
                  <a:cxn ang="0">
                    <a:pos x="0" y="43170"/>
                  </a:cxn>
                  <a:cxn ang="0">
                    <a:pos x="1122" y="0"/>
                  </a:cxn>
                  <a:cxn ang="0">
                    <a:pos x="22723" y="21600"/>
                  </a:cxn>
                  <a:cxn ang="0">
                    <a:pos x="1123" y="43200"/>
                  </a:cxn>
                  <a:cxn ang="0">
                    <a:pos x="0" y="43170"/>
                  </a:cxn>
                  <a:cxn ang="0">
                    <a:pos x="1123" y="21600"/>
                  </a:cxn>
                </a:cxnLst>
                <a:rect l="txL" t="txT" r="txR" b="txB"/>
                <a:pathLst>
                  <a:path w="22723" h="43200" fill="none">
                    <a:moveTo>
                      <a:pt x="1122" y="0"/>
                    </a:moveTo>
                    <a:cubicBezTo>
                      <a:pt x="13052" y="0"/>
                      <a:pt x="22723" y="9670"/>
                      <a:pt x="22723" y="21600"/>
                    </a:cubicBezTo>
                    <a:cubicBezTo>
                      <a:pt x="22723" y="33529"/>
                      <a:pt x="13052" y="43200"/>
                      <a:pt x="1123" y="43200"/>
                    </a:cubicBezTo>
                    <a:cubicBezTo>
                      <a:pt x="748" y="43200"/>
                      <a:pt x="374" y="43190"/>
                      <a:pt x="0" y="43170"/>
                    </a:cubicBezTo>
                  </a:path>
                  <a:path w="22723" h="43200" stroke="0">
                    <a:moveTo>
                      <a:pt x="1122" y="0"/>
                    </a:moveTo>
                    <a:cubicBezTo>
                      <a:pt x="13052" y="0"/>
                      <a:pt x="22723" y="9670"/>
                      <a:pt x="22723" y="21600"/>
                    </a:cubicBezTo>
                    <a:cubicBezTo>
                      <a:pt x="22723" y="33529"/>
                      <a:pt x="13052" y="43200"/>
                      <a:pt x="1123" y="43200"/>
                    </a:cubicBezTo>
                    <a:cubicBezTo>
                      <a:pt x="748" y="43200"/>
                      <a:pt x="374" y="43190"/>
                      <a:pt x="0" y="43170"/>
                    </a:cubicBezTo>
                    <a:lnTo>
                      <a:pt x="1123" y="21600"/>
                    </a:lnTo>
                    <a:close/>
                  </a:path>
                </a:pathLst>
              </a:custGeom>
              <a:noFill/>
              <a:ln w="28575" cap="flat" cmpd="sng">
                <a:solidFill>
                  <a:srgbClr val="FF9900"/>
                </a:solidFill>
                <a:prstDash val="solid"/>
                <a:round/>
                <a:headEnd type="none" w="med" len="med"/>
                <a:tailEnd type="none" w="med" len="med"/>
              </a:ln>
            </p:spPr>
            <p:txBody>
              <a:bodyPr wrap="none" anchor="ctr" anchorCtr="0"/>
              <a:p>
                <a:endParaRPr lang="zh-CN" altLang="en-US" dirty="0">
                  <a:latin typeface="楷体_GB2312" pitchFamily="49" charset="-122"/>
                </a:endParaRPr>
              </a:p>
            </p:txBody>
          </p:sp>
          <p:sp>
            <p:nvSpPr>
              <p:cNvPr id="3151" name="Arc 206"/>
              <p:cNvSpPr/>
              <p:nvPr/>
            </p:nvSpPr>
            <p:spPr>
              <a:xfrm flipH="1" flipV="1">
                <a:off x="1565" y="2737"/>
                <a:ext cx="90" cy="116"/>
              </a:xfrm>
              <a:custGeom>
                <a:avLst/>
                <a:gdLst>
                  <a:gd name="txL" fmla="*/ 0 w 22723"/>
                  <a:gd name="txT" fmla="*/ 0 h 43200"/>
                  <a:gd name="txR" fmla="*/ 22723 w 22723"/>
                  <a:gd name="txB" fmla="*/ 43200 h 43200"/>
                </a:gdLst>
                <a:ahLst/>
                <a:cxnLst>
                  <a:cxn ang="0">
                    <a:pos x="1122" y="0"/>
                  </a:cxn>
                  <a:cxn ang="0">
                    <a:pos x="22723" y="21600"/>
                  </a:cxn>
                  <a:cxn ang="0">
                    <a:pos x="1123" y="43200"/>
                  </a:cxn>
                  <a:cxn ang="0">
                    <a:pos x="0" y="43170"/>
                  </a:cxn>
                  <a:cxn ang="0">
                    <a:pos x="1122" y="0"/>
                  </a:cxn>
                  <a:cxn ang="0">
                    <a:pos x="22723" y="21600"/>
                  </a:cxn>
                  <a:cxn ang="0">
                    <a:pos x="1123" y="43200"/>
                  </a:cxn>
                  <a:cxn ang="0">
                    <a:pos x="0" y="43170"/>
                  </a:cxn>
                  <a:cxn ang="0">
                    <a:pos x="1123" y="21600"/>
                  </a:cxn>
                </a:cxnLst>
                <a:rect l="txL" t="txT" r="txR" b="txB"/>
                <a:pathLst>
                  <a:path w="22723" h="43200" fill="none">
                    <a:moveTo>
                      <a:pt x="1122" y="0"/>
                    </a:moveTo>
                    <a:cubicBezTo>
                      <a:pt x="13052" y="0"/>
                      <a:pt x="22723" y="9670"/>
                      <a:pt x="22723" y="21600"/>
                    </a:cubicBezTo>
                    <a:cubicBezTo>
                      <a:pt x="22723" y="33529"/>
                      <a:pt x="13052" y="43200"/>
                      <a:pt x="1123" y="43200"/>
                    </a:cubicBezTo>
                    <a:cubicBezTo>
                      <a:pt x="748" y="43200"/>
                      <a:pt x="374" y="43190"/>
                      <a:pt x="0" y="43170"/>
                    </a:cubicBezTo>
                  </a:path>
                  <a:path w="22723" h="43200" stroke="0">
                    <a:moveTo>
                      <a:pt x="1122" y="0"/>
                    </a:moveTo>
                    <a:cubicBezTo>
                      <a:pt x="13052" y="0"/>
                      <a:pt x="22723" y="9670"/>
                      <a:pt x="22723" y="21600"/>
                    </a:cubicBezTo>
                    <a:cubicBezTo>
                      <a:pt x="22723" y="33529"/>
                      <a:pt x="13052" y="43200"/>
                      <a:pt x="1123" y="43200"/>
                    </a:cubicBezTo>
                    <a:cubicBezTo>
                      <a:pt x="748" y="43200"/>
                      <a:pt x="374" y="43190"/>
                      <a:pt x="0" y="43170"/>
                    </a:cubicBezTo>
                    <a:lnTo>
                      <a:pt x="1123" y="21600"/>
                    </a:lnTo>
                    <a:close/>
                  </a:path>
                </a:pathLst>
              </a:custGeom>
              <a:noFill/>
              <a:ln w="28575" cap="flat" cmpd="sng">
                <a:solidFill>
                  <a:srgbClr val="FF9900"/>
                </a:solidFill>
                <a:prstDash val="solid"/>
                <a:round/>
                <a:headEnd type="none" w="med" len="med"/>
                <a:tailEnd type="none" w="med" len="med"/>
              </a:ln>
            </p:spPr>
            <p:txBody>
              <a:bodyPr wrap="none" anchor="ctr" anchorCtr="0"/>
              <a:p>
                <a:endParaRPr lang="zh-CN" altLang="en-US" dirty="0">
                  <a:latin typeface="楷体_GB2312" pitchFamily="49" charset="-122"/>
                </a:endParaRPr>
              </a:p>
            </p:txBody>
          </p:sp>
          <p:sp>
            <p:nvSpPr>
              <p:cNvPr id="3152" name="Arc 207"/>
              <p:cNvSpPr/>
              <p:nvPr/>
            </p:nvSpPr>
            <p:spPr>
              <a:xfrm flipH="1" flipV="1">
                <a:off x="1565" y="2614"/>
                <a:ext cx="90" cy="116"/>
              </a:xfrm>
              <a:custGeom>
                <a:avLst/>
                <a:gdLst>
                  <a:gd name="txL" fmla="*/ 0 w 22723"/>
                  <a:gd name="txT" fmla="*/ 0 h 43200"/>
                  <a:gd name="txR" fmla="*/ 22723 w 22723"/>
                  <a:gd name="txB" fmla="*/ 43200 h 43200"/>
                </a:gdLst>
                <a:ahLst/>
                <a:cxnLst>
                  <a:cxn ang="0">
                    <a:pos x="1122" y="0"/>
                  </a:cxn>
                  <a:cxn ang="0">
                    <a:pos x="22723" y="21600"/>
                  </a:cxn>
                  <a:cxn ang="0">
                    <a:pos x="1123" y="43200"/>
                  </a:cxn>
                  <a:cxn ang="0">
                    <a:pos x="0" y="43170"/>
                  </a:cxn>
                  <a:cxn ang="0">
                    <a:pos x="1122" y="0"/>
                  </a:cxn>
                  <a:cxn ang="0">
                    <a:pos x="22723" y="21600"/>
                  </a:cxn>
                  <a:cxn ang="0">
                    <a:pos x="1123" y="43200"/>
                  </a:cxn>
                  <a:cxn ang="0">
                    <a:pos x="0" y="43170"/>
                  </a:cxn>
                  <a:cxn ang="0">
                    <a:pos x="1123" y="21600"/>
                  </a:cxn>
                </a:cxnLst>
                <a:rect l="txL" t="txT" r="txR" b="txB"/>
                <a:pathLst>
                  <a:path w="22723" h="43200" fill="none">
                    <a:moveTo>
                      <a:pt x="1122" y="0"/>
                    </a:moveTo>
                    <a:cubicBezTo>
                      <a:pt x="13052" y="0"/>
                      <a:pt x="22723" y="9670"/>
                      <a:pt x="22723" y="21600"/>
                    </a:cubicBezTo>
                    <a:cubicBezTo>
                      <a:pt x="22723" y="33529"/>
                      <a:pt x="13052" y="43200"/>
                      <a:pt x="1123" y="43200"/>
                    </a:cubicBezTo>
                    <a:cubicBezTo>
                      <a:pt x="748" y="43200"/>
                      <a:pt x="374" y="43190"/>
                      <a:pt x="0" y="43170"/>
                    </a:cubicBezTo>
                  </a:path>
                  <a:path w="22723" h="43200" stroke="0">
                    <a:moveTo>
                      <a:pt x="1122" y="0"/>
                    </a:moveTo>
                    <a:cubicBezTo>
                      <a:pt x="13052" y="0"/>
                      <a:pt x="22723" y="9670"/>
                      <a:pt x="22723" y="21600"/>
                    </a:cubicBezTo>
                    <a:cubicBezTo>
                      <a:pt x="22723" y="33529"/>
                      <a:pt x="13052" y="43200"/>
                      <a:pt x="1123" y="43200"/>
                    </a:cubicBezTo>
                    <a:cubicBezTo>
                      <a:pt x="748" y="43200"/>
                      <a:pt x="374" y="43190"/>
                      <a:pt x="0" y="43170"/>
                    </a:cubicBezTo>
                    <a:lnTo>
                      <a:pt x="1123" y="21600"/>
                    </a:lnTo>
                    <a:close/>
                  </a:path>
                </a:pathLst>
              </a:custGeom>
              <a:noFill/>
              <a:ln w="28575" cap="flat" cmpd="sng">
                <a:solidFill>
                  <a:srgbClr val="FF9900"/>
                </a:solidFill>
                <a:prstDash val="solid"/>
                <a:round/>
                <a:headEnd type="none" w="med" len="med"/>
                <a:tailEnd type="none" w="med" len="med"/>
              </a:ln>
            </p:spPr>
            <p:txBody>
              <a:bodyPr wrap="none" anchor="ctr" anchorCtr="0"/>
              <a:p>
                <a:endParaRPr lang="zh-CN" altLang="en-US" dirty="0">
                  <a:latin typeface="楷体_GB2312" pitchFamily="49" charset="-122"/>
                </a:endParaRPr>
              </a:p>
            </p:txBody>
          </p:sp>
          <p:sp>
            <p:nvSpPr>
              <p:cNvPr id="3153" name="Arc 208"/>
              <p:cNvSpPr/>
              <p:nvPr/>
            </p:nvSpPr>
            <p:spPr>
              <a:xfrm flipH="1" flipV="1">
                <a:off x="1565" y="2984"/>
                <a:ext cx="90" cy="116"/>
              </a:xfrm>
              <a:custGeom>
                <a:avLst/>
                <a:gdLst>
                  <a:gd name="txL" fmla="*/ 0 w 22723"/>
                  <a:gd name="txT" fmla="*/ 0 h 43200"/>
                  <a:gd name="txR" fmla="*/ 22723 w 22723"/>
                  <a:gd name="txB" fmla="*/ 43200 h 43200"/>
                </a:gdLst>
                <a:ahLst/>
                <a:cxnLst>
                  <a:cxn ang="0">
                    <a:pos x="1122" y="0"/>
                  </a:cxn>
                  <a:cxn ang="0">
                    <a:pos x="22723" y="21600"/>
                  </a:cxn>
                  <a:cxn ang="0">
                    <a:pos x="1123" y="43200"/>
                  </a:cxn>
                  <a:cxn ang="0">
                    <a:pos x="0" y="43170"/>
                  </a:cxn>
                  <a:cxn ang="0">
                    <a:pos x="1122" y="0"/>
                  </a:cxn>
                  <a:cxn ang="0">
                    <a:pos x="22723" y="21600"/>
                  </a:cxn>
                  <a:cxn ang="0">
                    <a:pos x="1123" y="43200"/>
                  </a:cxn>
                  <a:cxn ang="0">
                    <a:pos x="0" y="43170"/>
                  </a:cxn>
                  <a:cxn ang="0">
                    <a:pos x="1123" y="21600"/>
                  </a:cxn>
                </a:cxnLst>
                <a:rect l="txL" t="txT" r="txR" b="txB"/>
                <a:pathLst>
                  <a:path w="22723" h="43200" fill="none">
                    <a:moveTo>
                      <a:pt x="1122" y="0"/>
                    </a:moveTo>
                    <a:cubicBezTo>
                      <a:pt x="13052" y="0"/>
                      <a:pt x="22723" y="9670"/>
                      <a:pt x="22723" y="21600"/>
                    </a:cubicBezTo>
                    <a:cubicBezTo>
                      <a:pt x="22723" y="33529"/>
                      <a:pt x="13052" y="43200"/>
                      <a:pt x="1123" y="43200"/>
                    </a:cubicBezTo>
                    <a:cubicBezTo>
                      <a:pt x="748" y="43200"/>
                      <a:pt x="374" y="43190"/>
                      <a:pt x="0" y="43170"/>
                    </a:cubicBezTo>
                  </a:path>
                  <a:path w="22723" h="43200" stroke="0">
                    <a:moveTo>
                      <a:pt x="1122" y="0"/>
                    </a:moveTo>
                    <a:cubicBezTo>
                      <a:pt x="13052" y="0"/>
                      <a:pt x="22723" y="9670"/>
                      <a:pt x="22723" y="21600"/>
                    </a:cubicBezTo>
                    <a:cubicBezTo>
                      <a:pt x="22723" y="33529"/>
                      <a:pt x="13052" y="43200"/>
                      <a:pt x="1123" y="43200"/>
                    </a:cubicBezTo>
                    <a:cubicBezTo>
                      <a:pt x="748" y="43200"/>
                      <a:pt x="374" y="43190"/>
                      <a:pt x="0" y="43170"/>
                    </a:cubicBezTo>
                    <a:lnTo>
                      <a:pt x="1123" y="21600"/>
                    </a:lnTo>
                    <a:close/>
                  </a:path>
                </a:pathLst>
              </a:custGeom>
              <a:noFill/>
              <a:ln w="28575" cap="flat" cmpd="sng">
                <a:solidFill>
                  <a:srgbClr val="FF9900"/>
                </a:solidFill>
                <a:prstDash val="solid"/>
                <a:round/>
                <a:headEnd type="none" w="med" len="med"/>
                <a:tailEnd type="none" w="med" len="med"/>
              </a:ln>
            </p:spPr>
            <p:txBody>
              <a:bodyPr wrap="none" anchor="ctr" anchorCtr="0"/>
              <a:p>
                <a:endParaRPr lang="zh-CN" altLang="en-US" dirty="0">
                  <a:latin typeface="楷体_GB2312" pitchFamily="49" charset="-122"/>
                </a:endParaRPr>
              </a:p>
            </p:txBody>
          </p:sp>
        </p:grpSp>
      </p:grpSp>
      <p:grpSp>
        <p:nvGrpSpPr>
          <p:cNvPr id="8" name="Group 214"/>
          <p:cNvGrpSpPr/>
          <p:nvPr/>
        </p:nvGrpSpPr>
        <p:grpSpPr>
          <a:xfrm>
            <a:off x="827088" y="1125538"/>
            <a:ext cx="3486150" cy="2052637"/>
            <a:chOff x="521" y="709"/>
            <a:chExt cx="2196" cy="1293"/>
          </a:xfrm>
        </p:grpSpPr>
        <p:sp>
          <p:nvSpPr>
            <p:cNvPr id="3096" name="Line 159"/>
            <p:cNvSpPr/>
            <p:nvPr/>
          </p:nvSpPr>
          <p:spPr>
            <a:xfrm>
              <a:off x="748" y="1979"/>
              <a:ext cx="1543" cy="0"/>
            </a:xfrm>
            <a:prstGeom prst="line">
              <a:avLst/>
            </a:prstGeom>
            <a:ln w="28575" cap="flat" cmpd="sng">
              <a:solidFill>
                <a:srgbClr val="FFCC00"/>
              </a:solidFill>
              <a:prstDash val="solid"/>
              <a:headEnd type="none" w="med" len="med"/>
              <a:tailEnd type="none" w="med" len="med"/>
            </a:ln>
          </p:spPr>
        </p:sp>
        <p:sp>
          <p:nvSpPr>
            <p:cNvPr id="3097" name="Freeform 128"/>
            <p:cNvSpPr/>
            <p:nvPr/>
          </p:nvSpPr>
          <p:spPr>
            <a:xfrm>
              <a:off x="2289" y="1571"/>
              <a:ext cx="1" cy="388"/>
            </a:xfrm>
            <a:custGeom>
              <a:avLst/>
              <a:gdLst>
                <a:gd name="txL" fmla="*/ 0 w 1"/>
                <a:gd name="txT" fmla="*/ 0 h 388"/>
                <a:gd name="txR" fmla="*/ 1 w 1"/>
                <a:gd name="txB" fmla="*/ 388 h 388"/>
              </a:gdLst>
              <a:ahLst/>
              <a:cxnLst>
                <a:cxn ang="0">
                  <a:pos x="0" y="0"/>
                </a:cxn>
                <a:cxn ang="0">
                  <a:pos x="1" y="388"/>
                </a:cxn>
                <a:cxn ang="0">
                  <a:pos x="1" y="382"/>
                </a:cxn>
              </a:cxnLst>
              <a:rect l="txL" t="txT" r="txR" b="txB"/>
              <a:pathLst>
                <a:path w="1" h="388">
                  <a:moveTo>
                    <a:pt x="0" y="0"/>
                  </a:moveTo>
                  <a:lnTo>
                    <a:pt x="1" y="388"/>
                  </a:lnTo>
                  <a:lnTo>
                    <a:pt x="1" y="382"/>
                  </a:lnTo>
                </a:path>
              </a:pathLst>
            </a:custGeom>
            <a:solidFill>
              <a:srgbClr val="FFFFFF"/>
            </a:solidFill>
            <a:ln w="28575" cap="flat" cmpd="sng">
              <a:solidFill>
                <a:srgbClr val="FFCC00"/>
              </a:solidFill>
              <a:prstDash val="solid"/>
              <a:round/>
              <a:headEnd type="none" w="med" len="med"/>
              <a:tailEnd type="none" w="med" len="med"/>
            </a:ln>
          </p:spPr>
          <p:txBody>
            <a:bodyPr/>
            <a:p>
              <a:endParaRPr lang="zh-CN" altLang="en-US" dirty="0">
                <a:latin typeface="楷体_GB2312" pitchFamily="49" charset="-122"/>
              </a:endParaRPr>
            </a:p>
          </p:txBody>
        </p:sp>
        <p:sp>
          <p:nvSpPr>
            <p:cNvPr id="3098" name="Text Box 129"/>
            <p:cNvSpPr txBox="1"/>
            <p:nvPr/>
          </p:nvSpPr>
          <p:spPr>
            <a:xfrm>
              <a:off x="1791" y="745"/>
              <a:ext cx="241" cy="327"/>
            </a:xfrm>
            <a:prstGeom prst="rect">
              <a:avLst/>
            </a:prstGeom>
            <a:noFill/>
            <a:ln w="9525">
              <a:noFill/>
            </a:ln>
          </p:spPr>
          <p:txBody>
            <a:bodyPr wrap="none">
              <a:spAutoFit/>
            </a:bodyPr>
            <a:p>
              <a:r>
                <a:rPr lang="en-US" altLang="zh-CN" b="0" i="1" dirty="0">
                  <a:solidFill>
                    <a:schemeClr val="bg1"/>
                  </a:solidFill>
                  <a:latin typeface="Times New Roman" panose="02020603050405020304" pitchFamily="18" charset="0"/>
                  <a:ea typeface="宋体" panose="02010600030101010101" pitchFamily="2" charset="-122"/>
                </a:rPr>
                <a:t>L</a:t>
              </a:r>
              <a:endParaRPr lang="en-US" altLang="zh-CN" b="0" i="1" dirty="0">
                <a:solidFill>
                  <a:schemeClr val="bg1"/>
                </a:solidFill>
                <a:latin typeface="Times New Roman" panose="02020603050405020304" pitchFamily="18" charset="0"/>
                <a:ea typeface="宋体" panose="02010600030101010101" pitchFamily="2" charset="-122"/>
              </a:endParaRPr>
            </a:p>
          </p:txBody>
        </p:sp>
        <p:sp>
          <p:nvSpPr>
            <p:cNvPr id="3099" name="Text Box 130"/>
            <p:cNvSpPr txBox="1"/>
            <p:nvPr/>
          </p:nvSpPr>
          <p:spPr>
            <a:xfrm>
              <a:off x="1882" y="1435"/>
              <a:ext cx="265" cy="327"/>
            </a:xfrm>
            <a:prstGeom prst="rect">
              <a:avLst/>
            </a:prstGeom>
            <a:noFill/>
            <a:ln w="9525">
              <a:noFill/>
            </a:ln>
          </p:spPr>
          <p:txBody>
            <a:bodyPr wrap="none">
              <a:spAutoFit/>
            </a:bodyPr>
            <a:p>
              <a:r>
                <a:rPr lang="en-US" altLang="zh-CN" b="0" i="1" dirty="0">
                  <a:solidFill>
                    <a:schemeClr val="bg1"/>
                  </a:solidFill>
                  <a:latin typeface="Times New Roman" panose="02020603050405020304" pitchFamily="18" charset="0"/>
                  <a:ea typeface="宋体" panose="02010600030101010101" pitchFamily="2" charset="-122"/>
                </a:rPr>
                <a:t>C</a:t>
              </a:r>
              <a:endParaRPr lang="en-US" altLang="zh-CN" b="0" i="1" dirty="0">
                <a:solidFill>
                  <a:schemeClr val="bg1"/>
                </a:solidFill>
                <a:latin typeface="Times New Roman" panose="02020603050405020304" pitchFamily="18" charset="0"/>
                <a:ea typeface="宋体" panose="02010600030101010101" pitchFamily="2" charset="-122"/>
              </a:endParaRPr>
            </a:p>
          </p:txBody>
        </p:sp>
        <p:sp>
          <p:nvSpPr>
            <p:cNvPr id="3100" name="Text Box 131"/>
            <p:cNvSpPr txBox="1"/>
            <p:nvPr/>
          </p:nvSpPr>
          <p:spPr>
            <a:xfrm>
              <a:off x="1066" y="709"/>
              <a:ext cx="253" cy="327"/>
            </a:xfrm>
            <a:prstGeom prst="rect">
              <a:avLst/>
            </a:prstGeom>
            <a:noFill/>
            <a:ln w="9525">
              <a:noFill/>
            </a:ln>
          </p:spPr>
          <p:txBody>
            <a:bodyPr wrap="none">
              <a:spAutoFit/>
            </a:bodyPr>
            <a:p>
              <a:r>
                <a:rPr lang="en-US" altLang="zh-CN" b="0" i="1" dirty="0">
                  <a:solidFill>
                    <a:schemeClr val="bg1"/>
                  </a:solidFill>
                  <a:latin typeface="Times New Roman" panose="02020603050405020304" pitchFamily="18" charset="0"/>
                  <a:ea typeface="宋体" panose="02010600030101010101" pitchFamily="2" charset="-122"/>
                </a:rPr>
                <a:t>R</a:t>
              </a:r>
              <a:endParaRPr lang="en-US" altLang="zh-CN" b="0" i="1" dirty="0">
                <a:solidFill>
                  <a:schemeClr val="bg1"/>
                </a:solidFill>
                <a:latin typeface="Times New Roman" panose="02020603050405020304" pitchFamily="18" charset="0"/>
                <a:ea typeface="宋体" panose="02010600030101010101" pitchFamily="2" charset="-122"/>
              </a:endParaRPr>
            </a:p>
          </p:txBody>
        </p:sp>
        <p:sp>
          <p:nvSpPr>
            <p:cNvPr id="3101" name="Text Box 132"/>
            <p:cNvSpPr txBox="1"/>
            <p:nvPr/>
          </p:nvSpPr>
          <p:spPr>
            <a:xfrm>
              <a:off x="521" y="1390"/>
              <a:ext cx="338" cy="327"/>
            </a:xfrm>
            <a:prstGeom prst="rect">
              <a:avLst/>
            </a:prstGeom>
            <a:noFill/>
            <a:ln w="9525">
              <a:noFill/>
            </a:ln>
          </p:spPr>
          <p:txBody>
            <a:bodyPr>
              <a:spAutoFit/>
            </a:bodyPr>
            <a:p>
              <a:r>
                <a:rPr lang="en-US" altLang="zh-CN" b="0" i="1" dirty="0">
                  <a:solidFill>
                    <a:schemeClr val="bg1"/>
                  </a:solidFill>
                  <a:latin typeface="Times New Roman" panose="02020603050405020304" pitchFamily="18" charset="0"/>
                  <a:ea typeface="宋体" panose="02010600030101010101" pitchFamily="2" charset="-122"/>
                </a:rPr>
                <a:t>u</a:t>
              </a:r>
              <a:endParaRPr lang="en-US" altLang="zh-CN" b="0" i="1" dirty="0">
                <a:solidFill>
                  <a:schemeClr val="bg1"/>
                </a:solidFill>
                <a:latin typeface="Times New Roman" panose="02020603050405020304" pitchFamily="18" charset="0"/>
                <a:ea typeface="宋体" panose="02010600030101010101" pitchFamily="2" charset="-122"/>
              </a:endParaRPr>
            </a:p>
          </p:txBody>
        </p:sp>
        <p:sp>
          <p:nvSpPr>
            <p:cNvPr id="3102" name="Text Box 133"/>
            <p:cNvSpPr txBox="1"/>
            <p:nvPr/>
          </p:nvSpPr>
          <p:spPr>
            <a:xfrm>
              <a:off x="1746" y="1027"/>
              <a:ext cx="336" cy="327"/>
            </a:xfrm>
            <a:prstGeom prst="rect">
              <a:avLst/>
            </a:prstGeom>
            <a:noFill/>
            <a:ln w="9525">
              <a:noFill/>
            </a:ln>
          </p:spPr>
          <p:txBody>
            <a:bodyPr>
              <a:spAutoFit/>
            </a:bodyPr>
            <a:p>
              <a:r>
                <a:rPr lang="en-US" altLang="zh-CN" b="0" i="1" dirty="0">
                  <a:solidFill>
                    <a:schemeClr val="bg1"/>
                  </a:solidFill>
                  <a:latin typeface="Times New Roman" panose="02020603050405020304" pitchFamily="18" charset="0"/>
                  <a:ea typeface="宋体" panose="02010600030101010101" pitchFamily="2" charset="-122"/>
                </a:rPr>
                <a:t>u</a:t>
              </a:r>
              <a:r>
                <a:rPr lang="en-US" altLang="zh-CN" b="0" i="1" baseline="-25000" dirty="0">
                  <a:solidFill>
                    <a:schemeClr val="bg1"/>
                  </a:solidFill>
                  <a:latin typeface="Times New Roman" panose="02020603050405020304" pitchFamily="18" charset="0"/>
                  <a:ea typeface="宋体" panose="02010600030101010101" pitchFamily="2" charset="-122"/>
                </a:rPr>
                <a:t>L</a:t>
              </a:r>
              <a:endParaRPr lang="en-US" altLang="zh-CN" b="0" i="1" dirty="0">
                <a:solidFill>
                  <a:schemeClr val="bg1"/>
                </a:solidFill>
                <a:latin typeface="Times New Roman" panose="02020603050405020304" pitchFamily="18" charset="0"/>
                <a:ea typeface="宋体" panose="02010600030101010101" pitchFamily="2" charset="-122"/>
              </a:endParaRPr>
            </a:p>
          </p:txBody>
        </p:sp>
        <p:sp>
          <p:nvSpPr>
            <p:cNvPr id="3103" name="Text Box 134"/>
            <p:cNvSpPr txBox="1"/>
            <p:nvPr/>
          </p:nvSpPr>
          <p:spPr>
            <a:xfrm>
              <a:off x="2381" y="1344"/>
              <a:ext cx="336" cy="327"/>
            </a:xfrm>
            <a:prstGeom prst="rect">
              <a:avLst/>
            </a:prstGeom>
            <a:noFill/>
            <a:ln w="9525">
              <a:noFill/>
            </a:ln>
          </p:spPr>
          <p:txBody>
            <a:bodyPr>
              <a:spAutoFit/>
            </a:bodyPr>
            <a:p>
              <a:r>
                <a:rPr lang="en-US" altLang="zh-CN" b="0" i="1" dirty="0">
                  <a:solidFill>
                    <a:schemeClr val="bg1"/>
                  </a:solidFill>
                  <a:latin typeface="Times New Roman" panose="02020603050405020304" pitchFamily="18" charset="0"/>
                  <a:ea typeface="宋体" panose="02010600030101010101" pitchFamily="2" charset="-122"/>
                </a:rPr>
                <a:t>u</a:t>
              </a:r>
              <a:r>
                <a:rPr lang="en-US" altLang="zh-CN" b="0" i="1" baseline="-25000" dirty="0">
                  <a:solidFill>
                    <a:schemeClr val="bg1"/>
                  </a:solidFill>
                  <a:latin typeface="Times New Roman" panose="02020603050405020304" pitchFamily="18" charset="0"/>
                  <a:ea typeface="宋体" panose="02010600030101010101" pitchFamily="2" charset="-122"/>
                </a:rPr>
                <a:t>C</a:t>
              </a:r>
              <a:endParaRPr lang="en-US" altLang="zh-CN" b="0" i="1" dirty="0">
                <a:solidFill>
                  <a:schemeClr val="bg1"/>
                </a:solidFill>
                <a:latin typeface="Times New Roman" panose="02020603050405020304" pitchFamily="18" charset="0"/>
                <a:ea typeface="宋体" panose="02010600030101010101" pitchFamily="2" charset="-122"/>
              </a:endParaRPr>
            </a:p>
          </p:txBody>
        </p:sp>
        <p:sp>
          <p:nvSpPr>
            <p:cNvPr id="3104" name="Line 135"/>
            <p:cNvSpPr/>
            <p:nvPr/>
          </p:nvSpPr>
          <p:spPr>
            <a:xfrm>
              <a:off x="1202" y="1979"/>
              <a:ext cx="288" cy="0"/>
            </a:xfrm>
            <a:prstGeom prst="line">
              <a:avLst/>
            </a:prstGeom>
            <a:ln w="28575" cap="flat" cmpd="sng">
              <a:solidFill>
                <a:srgbClr val="66FFFF"/>
              </a:solidFill>
              <a:prstDash val="solid"/>
              <a:headEnd type="triangle" w="med" len="med"/>
              <a:tailEnd type="none" w="sm" len="med"/>
            </a:ln>
          </p:spPr>
        </p:sp>
        <p:sp>
          <p:nvSpPr>
            <p:cNvPr id="3105" name="Text Box 136"/>
            <p:cNvSpPr txBox="1"/>
            <p:nvPr/>
          </p:nvSpPr>
          <p:spPr>
            <a:xfrm>
              <a:off x="1292" y="1661"/>
              <a:ext cx="178" cy="327"/>
            </a:xfrm>
            <a:prstGeom prst="rect">
              <a:avLst/>
            </a:prstGeom>
            <a:noFill/>
            <a:ln w="9525">
              <a:noFill/>
            </a:ln>
          </p:spPr>
          <p:txBody>
            <a:bodyPr wrap="none">
              <a:spAutoFit/>
            </a:bodyPr>
            <a:p>
              <a:r>
                <a:rPr lang="en-US" altLang="zh-CN" b="0" i="1" dirty="0">
                  <a:solidFill>
                    <a:schemeClr val="bg1"/>
                  </a:solidFill>
                  <a:latin typeface="Times New Roman" panose="02020603050405020304" pitchFamily="18" charset="0"/>
                  <a:ea typeface="宋体" panose="02010600030101010101" pitchFamily="2" charset="-122"/>
                </a:rPr>
                <a:t>i</a:t>
              </a:r>
              <a:endParaRPr lang="en-US" altLang="zh-CN" b="0" i="1" dirty="0">
                <a:solidFill>
                  <a:schemeClr val="bg1"/>
                </a:solidFill>
                <a:latin typeface="Times New Roman" panose="02020603050405020304" pitchFamily="18" charset="0"/>
                <a:ea typeface="宋体" panose="02010600030101010101" pitchFamily="2" charset="-122"/>
              </a:endParaRPr>
            </a:p>
          </p:txBody>
        </p:sp>
        <p:sp>
          <p:nvSpPr>
            <p:cNvPr id="3106" name="Text Box 137"/>
            <p:cNvSpPr txBox="1"/>
            <p:nvPr/>
          </p:nvSpPr>
          <p:spPr>
            <a:xfrm>
              <a:off x="567" y="1118"/>
              <a:ext cx="242" cy="327"/>
            </a:xfrm>
            <a:prstGeom prst="rect">
              <a:avLst/>
            </a:prstGeom>
            <a:noFill/>
            <a:ln w="9525">
              <a:noFill/>
            </a:ln>
          </p:spPr>
          <p:txBody>
            <a:bodyPr wrap="none">
              <a:spAutoFit/>
            </a:bodyPr>
            <a:p>
              <a:pPr>
                <a:spcBef>
                  <a:spcPct val="50000"/>
                </a:spcBef>
              </a:pPr>
              <a:r>
                <a:rPr lang="en-US" altLang="zh-CN" b="0" dirty="0">
                  <a:solidFill>
                    <a:schemeClr val="bg1"/>
                  </a:solidFill>
                  <a:latin typeface="Times New Roman" panose="02020603050405020304" pitchFamily="18" charset="0"/>
                  <a:ea typeface="宋体" panose="02010600030101010101" pitchFamily="2" charset="-122"/>
                </a:rPr>
                <a:t>+</a:t>
              </a:r>
              <a:endParaRPr lang="en-US" altLang="zh-CN" b="0" dirty="0">
                <a:solidFill>
                  <a:schemeClr val="bg1"/>
                </a:solidFill>
                <a:latin typeface="Times New Roman" panose="02020603050405020304" pitchFamily="18" charset="0"/>
                <a:ea typeface="宋体" panose="02010600030101010101" pitchFamily="2" charset="-122"/>
              </a:endParaRPr>
            </a:p>
          </p:txBody>
        </p:sp>
        <p:sp>
          <p:nvSpPr>
            <p:cNvPr id="3107" name="Text Box 138"/>
            <p:cNvSpPr txBox="1"/>
            <p:nvPr/>
          </p:nvSpPr>
          <p:spPr>
            <a:xfrm>
              <a:off x="567" y="1662"/>
              <a:ext cx="229" cy="327"/>
            </a:xfrm>
            <a:prstGeom prst="rect">
              <a:avLst/>
            </a:prstGeom>
            <a:noFill/>
            <a:ln w="9525">
              <a:noFill/>
            </a:ln>
          </p:spPr>
          <p:txBody>
            <a:bodyPr wrap="none">
              <a:spAutoFit/>
            </a:bodyPr>
            <a:p>
              <a:pPr>
                <a:spcBef>
                  <a:spcPct val="50000"/>
                </a:spcBef>
              </a:pPr>
              <a:r>
                <a:rPr lang="en-US" altLang="zh-CN" b="0" dirty="0">
                  <a:solidFill>
                    <a:schemeClr val="bg1"/>
                  </a:solidFill>
                  <a:latin typeface="宋体" panose="02010600030101010101" pitchFamily="2" charset="-122"/>
                  <a:ea typeface="宋体" panose="02010600030101010101" pitchFamily="2" charset="-122"/>
                </a:rPr>
                <a:t>-</a:t>
              </a:r>
              <a:endParaRPr lang="en-US" altLang="zh-CN" b="0" dirty="0">
                <a:solidFill>
                  <a:schemeClr val="bg1"/>
                </a:solidFill>
                <a:latin typeface="Times New Roman" panose="02020603050405020304" pitchFamily="18" charset="0"/>
                <a:ea typeface="宋体" panose="02010600030101010101" pitchFamily="2" charset="-122"/>
              </a:endParaRPr>
            </a:p>
          </p:txBody>
        </p:sp>
        <p:sp>
          <p:nvSpPr>
            <p:cNvPr id="3108" name="Text Box 139"/>
            <p:cNvSpPr txBox="1"/>
            <p:nvPr/>
          </p:nvSpPr>
          <p:spPr>
            <a:xfrm>
              <a:off x="2336" y="1118"/>
              <a:ext cx="242" cy="327"/>
            </a:xfrm>
            <a:prstGeom prst="rect">
              <a:avLst/>
            </a:prstGeom>
            <a:noFill/>
            <a:ln w="9525">
              <a:noFill/>
            </a:ln>
          </p:spPr>
          <p:txBody>
            <a:bodyPr wrap="none">
              <a:spAutoFit/>
            </a:bodyPr>
            <a:p>
              <a:pPr>
                <a:spcBef>
                  <a:spcPct val="50000"/>
                </a:spcBef>
              </a:pPr>
              <a:r>
                <a:rPr lang="en-US" altLang="zh-CN" b="0" dirty="0">
                  <a:solidFill>
                    <a:schemeClr val="bg1"/>
                  </a:solidFill>
                  <a:latin typeface="Times New Roman" panose="02020603050405020304" pitchFamily="18" charset="0"/>
                  <a:ea typeface="宋体" panose="02010600030101010101" pitchFamily="2" charset="-122"/>
                </a:rPr>
                <a:t>+</a:t>
              </a:r>
              <a:endParaRPr lang="en-US" altLang="zh-CN" b="0" dirty="0">
                <a:solidFill>
                  <a:schemeClr val="bg1"/>
                </a:solidFill>
                <a:latin typeface="Times New Roman" panose="02020603050405020304" pitchFamily="18" charset="0"/>
                <a:ea typeface="宋体" panose="02010600030101010101" pitchFamily="2" charset="-122"/>
              </a:endParaRPr>
            </a:p>
          </p:txBody>
        </p:sp>
        <p:sp>
          <p:nvSpPr>
            <p:cNvPr id="3109" name="Text Box 140"/>
            <p:cNvSpPr txBox="1"/>
            <p:nvPr/>
          </p:nvSpPr>
          <p:spPr>
            <a:xfrm>
              <a:off x="2290" y="1616"/>
              <a:ext cx="229" cy="327"/>
            </a:xfrm>
            <a:prstGeom prst="rect">
              <a:avLst/>
            </a:prstGeom>
            <a:noFill/>
            <a:ln w="9525">
              <a:noFill/>
            </a:ln>
          </p:spPr>
          <p:txBody>
            <a:bodyPr wrap="none">
              <a:spAutoFit/>
            </a:bodyPr>
            <a:p>
              <a:pPr>
                <a:spcBef>
                  <a:spcPct val="50000"/>
                </a:spcBef>
              </a:pPr>
              <a:r>
                <a:rPr lang="en-US" altLang="zh-CN" b="0" dirty="0">
                  <a:solidFill>
                    <a:schemeClr val="bg1"/>
                  </a:solidFill>
                  <a:latin typeface="宋体" panose="02010600030101010101" pitchFamily="2" charset="-122"/>
                  <a:ea typeface="宋体" panose="02010600030101010101" pitchFamily="2" charset="-122"/>
                </a:rPr>
                <a:t>-</a:t>
              </a:r>
              <a:endParaRPr lang="en-US" altLang="zh-CN" b="0" dirty="0">
                <a:solidFill>
                  <a:schemeClr val="bg1"/>
                </a:solidFill>
                <a:latin typeface="Times New Roman" panose="02020603050405020304" pitchFamily="18" charset="0"/>
                <a:ea typeface="宋体" panose="02010600030101010101" pitchFamily="2" charset="-122"/>
              </a:endParaRPr>
            </a:p>
          </p:txBody>
        </p:sp>
        <p:sp>
          <p:nvSpPr>
            <p:cNvPr id="3110" name="Text Box 141"/>
            <p:cNvSpPr txBox="1"/>
            <p:nvPr/>
          </p:nvSpPr>
          <p:spPr>
            <a:xfrm>
              <a:off x="1474" y="1072"/>
              <a:ext cx="242" cy="327"/>
            </a:xfrm>
            <a:prstGeom prst="rect">
              <a:avLst/>
            </a:prstGeom>
            <a:noFill/>
            <a:ln w="9525">
              <a:noFill/>
            </a:ln>
          </p:spPr>
          <p:txBody>
            <a:bodyPr wrap="none">
              <a:spAutoFit/>
            </a:bodyPr>
            <a:p>
              <a:pPr>
                <a:spcBef>
                  <a:spcPct val="50000"/>
                </a:spcBef>
              </a:pPr>
              <a:r>
                <a:rPr lang="en-US" altLang="zh-CN" b="0" dirty="0">
                  <a:solidFill>
                    <a:schemeClr val="bg1"/>
                  </a:solidFill>
                  <a:latin typeface="Times New Roman" panose="02020603050405020304" pitchFamily="18" charset="0"/>
                  <a:ea typeface="宋体" panose="02010600030101010101" pitchFamily="2" charset="-122"/>
                </a:rPr>
                <a:t>+</a:t>
              </a:r>
              <a:endParaRPr lang="en-US" altLang="zh-CN" b="0" dirty="0">
                <a:solidFill>
                  <a:schemeClr val="bg1"/>
                </a:solidFill>
                <a:latin typeface="Times New Roman" panose="02020603050405020304" pitchFamily="18" charset="0"/>
                <a:ea typeface="宋体" panose="02010600030101010101" pitchFamily="2" charset="-122"/>
              </a:endParaRPr>
            </a:p>
          </p:txBody>
        </p:sp>
        <p:sp>
          <p:nvSpPr>
            <p:cNvPr id="3111" name="Text Box 142"/>
            <p:cNvSpPr txBox="1"/>
            <p:nvPr/>
          </p:nvSpPr>
          <p:spPr>
            <a:xfrm>
              <a:off x="2018" y="1027"/>
              <a:ext cx="229" cy="327"/>
            </a:xfrm>
            <a:prstGeom prst="rect">
              <a:avLst/>
            </a:prstGeom>
            <a:noFill/>
            <a:ln w="9525">
              <a:noFill/>
            </a:ln>
          </p:spPr>
          <p:txBody>
            <a:bodyPr wrap="none">
              <a:spAutoFit/>
            </a:bodyPr>
            <a:p>
              <a:pPr>
                <a:spcBef>
                  <a:spcPct val="50000"/>
                </a:spcBef>
              </a:pPr>
              <a:r>
                <a:rPr lang="en-US" altLang="zh-CN" b="0" dirty="0">
                  <a:solidFill>
                    <a:schemeClr val="bg1"/>
                  </a:solidFill>
                  <a:latin typeface="宋体" panose="02010600030101010101" pitchFamily="2" charset="-122"/>
                  <a:ea typeface="宋体" panose="02010600030101010101" pitchFamily="2" charset="-122"/>
                </a:rPr>
                <a:t>-</a:t>
              </a:r>
              <a:endParaRPr lang="en-US" altLang="zh-CN" b="0" dirty="0">
                <a:solidFill>
                  <a:schemeClr val="bg1"/>
                </a:solidFill>
                <a:latin typeface="Times New Roman" panose="02020603050405020304" pitchFamily="18" charset="0"/>
                <a:ea typeface="宋体" panose="02010600030101010101" pitchFamily="2" charset="-122"/>
              </a:endParaRPr>
            </a:p>
          </p:txBody>
        </p:sp>
        <p:sp>
          <p:nvSpPr>
            <p:cNvPr id="3112" name="Oval 143"/>
            <p:cNvSpPr/>
            <p:nvPr/>
          </p:nvSpPr>
          <p:spPr>
            <a:xfrm>
              <a:off x="703" y="1934"/>
              <a:ext cx="68" cy="68"/>
            </a:xfrm>
            <a:prstGeom prst="ellipse">
              <a:avLst/>
            </a:prstGeom>
            <a:noFill/>
            <a:ln w="38100" cap="flat" cmpd="sng">
              <a:solidFill>
                <a:srgbClr val="FFCC00"/>
              </a:solidFill>
              <a:prstDash val="solid"/>
              <a:headEnd type="none" w="med" len="med"/>
              <a:tailEnd type="none" w="med" len="med"/>
            </a:ln>
          </p:spPr>
          <p:txBody>
            <a:bodyPr wrap="none" anchor="ctr" anchorCtr="0"/>
            <a:p>
              <a:endParaRPr lang="zh-CN" altLang="en-US" dirty="0">
                <a:latin typeface="楷体_GB2312" pitchFamily="49" charset="-122"/>
              </a:endParaRPr>
            </a:p>
          </p:txBody>
        </p:sp>
        <p:sp>
          <p:nvSpPr>
            <p:cNvPr id="3113" name="Oval 144"/>
            <p:cNvSpPr/>
            <p:nvPr/>
          </p:nvSpPr>
          <p:spPr>
            <a:xfrm>
              <a:off x="703" y="1072"/>
              <a:ext cx="68" cy="68"/>
            </a:xfrm>
            <a:prstGeom prst="ellipse">
              <a:avLst/>
            </a:prstGeom>
            <a:noFill/>
            <a:ln w="38100" cap="flat" cmpd="sng">
              <a:solidFill>
                <a:srgbClr val="FFCC00"/>
              </a:solidFill>
              <a:prstDash val="solid"/>
              <a:headEnd type="none" w="med" len="med"/>
              <a:tailEnd type="none" w="med" len="med"/>
            </a:ln>
          </p:spPr>
          <p:txBody>
            <a:bodyPr wrap="none" anchor="ctr" anchorCtr="0"/>
            <a:p>
              <a:endParaRPr lang="zh-CN" altLang="en-US" dirty="0">
                <a:latin typeface="楷体_GB2312" pitchFamily="49" charset="-122"/>
              </a:endParaRPr>
            </a:p>
          </p:txBody>
        </p:sp>
        <p:sp>
          <p:nvSpPr>
            <p:cNvPr id="3114" name="Text Box 145"/>
            <p:cNvSpPr txBox="1"/>
            <p:nvPr/>
          </p:nvSpPr>
          <p:spPr>
            <a:xfrm>
              <a:off x="793" y="1072"/>
              <a:ext cx="242" cy="327"/>
            </a:xfrm>
            <a:prstGeom prst="rect">
              <a:avLst/>
            </a:prstGeom>
            <a:noFill/>
            <a:ln w="9525">
              <a:noFill/>
            </a:ln>
          </p:spPr>
          <p:txBody>
            <a:bodyPr wrap="none">
              <a:spAutoFit/>
            </a:bodyPr>
            <a:p>
              <a:pPr>
                <a:spcBef>
                  <a:spcPct val="50000"/>
                </a:spcBef>
              </a:pPr>
              <a:r>
                <a:rPr lang="en-US" altLang="zh-CN" b="0" dirty="0">
                  <a:solidFill>
                    <a:schemeClr val="bg1"/>
                  </a:solidFill>
                  <a:latin typeface="Times New Roman" panose="02020603050405020304" pitchFamily="18" charset="0"/>
                  <a:ea typeface="宋体" panose="02010600030101010101" pitchFamily="2" charset="-122"/>
                </a:rPr>
                <a:t>+</a:t>
              </a:r>
              <a:endParaRPr lang="en-US" altLang="zh-CN" b="0" dirty="0">
                <a:solidFill>
                  <a:schemeClr val="bg1"/>
                </a:solidFill>
                <a:latin typeface="Times New Roman" panose="02020603050405020304" pitchFamily="18" charset="0"/>
                <a:ea typeface="宋体" panose="02010600030101010101" pitchFamily="2" charset="-122"/>
              </a:endParaRPr>
            </a:p>
          </p:txBody>
        </p:sp>
        <p:sp>
          <p:nvSpPr>
            <p:cNvPr id="3115" name="Text Box 146"/>
            <p:cNvSpPr txBox="1"/>
            <p:nvPr/>
          </p:nvSpPr>
          <p:spPr>
            <a:xfrm>
              <a:off x="1247" y="1072"/>
              <a:ext cx="229" cy="327"/>
            </a:xfrm>
            <a:prstGeom prst="rect">
              <a:avLst/>
            </a:prstGeom>
            <a:noFill/>
            <a:ln w="9525">
              <a:noFill/>
            </a:ln>
          </p:spPr>
          <p:txBody>
            <a:bodyPr wrap="none">
              <a:spAutoFit/>
            </a:bodyPr>
            <a:p>
              <a:pPr>
                <a:spcBef>
                  <a:spcPct val="50000"/>
                </a:spcBef>
              </a:pPr>
              <a:r>
                <a:rPr lang="en-US" altLang="zh-CN" b="0" dirty="0">
                  <a:solidFill>
                    <a:schemeClr val="bg1"/>
                  </a:solidFill>
                  <a:latin typeface="宋体" panose="02010600030101010101" pitchFamily="2" charset="-122"/>
                  <a:ea typeface="宋体" panose="02010600030101010101" pitchFamily="2" charset="-122"/>
                </a:rPr>
                <a:t>-</a:t>
              </a:r>
              <a:endParaRPr lang="en-US" altLang="zh-CN" b="0" dirty="0">
                <a:solidFill>
                  <a:schemeClr val="bg1"/>
                </a:solidFill>
                <a:latin typeface="Times New Roman" panose="02020603050405020304" pitchFamily="18" charset="0"/>
                <a:ea typeface="宋体" panose="02010600030101010101" pitchFamily="2" charset="-122"/>
              </a:endParaRPr>
            </a:p>
          </p:txBody>
        </p:sp>
        <p:sp>
          <p:nvSpPr>
            <p:cNvPr id="3116" name="Text Box 147"/>
            <p:cNvSpPr txBox="1"/>
            <p:nvPr/>
          </p:nvSpPr>
          <p:spPr>
            <a:xfrm>
              <a:off x="975" y="1118"/>
              <a:ext cx="336" cy="327"/>
            </a:xfrm>
            <a:prstGeom prst="rect">
              <a:avLst/>
            </a:prstGeom>
            <a:noFill/>
            <a:ln w="9525">
              <a:noFill/>
            </a:ln>
          </p:spPr>
          <p:txBody>
            <a:bodyPr>
              <a:spAutoFit/>
            </a:bodyPr>
            <a:p>
              <a:r>
                <a:rPr lang="en-US" altLang="zh-CN" b="0" i="1" dirty="0">
                  <a:solidFill>
                    <a:schemeClr val="bg1"/>
                  </a:solidFill>
                  <a:latin typeface="Times New Roman" panose="02020603050405020304" pitchFamily="18" charset="0"/>
                  <a:ea typeface="宋体" panose="02010600030101010101" pitchFamily="2" charset="-122"/>
                </a:rPr>
                <a:t>u</a:t>
              </a:r>
              <a:r>
                <a:rPr lang="en-US" altLang="zh-CN" b="0" i="1" baseline="-25000" dirty="0">
                  <a:solidFill>
                    <a:schemeClr val="bg1"/>
                  </a:solidFill>
                  <a:latin typeface="Times New Roman" panose="02020603050405020304" pitchFamily="18" charset="0"/>
                  <a:ea typeface="宋体" panose="02010600030101010101" pitchFamily="2" charset="-122"/>
                </a:rPr>
                <a:t>R</a:t>
              </a:r>
              <a:endParaRPr lang="en-US" altLang="zh-CN" b="0" i="1" dirty="0">
                <a:solidFill>
                  <a:schemeClr val="bg1"/>
                </a:solidFill>
                <a:latin typeface="Times New Roman" panose="02020603050405020304" pitchFamily="18" charset="0"/>
                <a:ea typeface="宋体" panose="02010600030101010101" pitchFamily="2" charset="-122"/>
              </a:endParaRPr>
            </a:p>
          </p:txBody>
        </p:sp>
        <p:grpSp>
          <p:nvGrpSpPr>
            <p:cNvPr id="3117" name="Group 152"/>
            <p:cNvGrpSpPr/>
            <p:nvPr/>
          </p:nvGrpSpPr>
          <p:grpSpPr>
            <a:xfrm>
              <a:off x="2154" y="1480"/>
              <a:ext cx="240" cy="93"/>
              <a:chOff x="3787" y="2478"/>
              <a:chExt cx="240" cy="93"/>
            </a:xfrm>
          </p:grpSpPr>
          <p:sp>
            <p:nvSpPr>
              <p:cNvPr id="3127" name="Line 153"/>
              <p:cNvSpPr/>
              <p:nvPr/>
            </p:nvSpPr>
            <p:spPr>
              <a:xfrm flipV="1">
                <a:off x="3787" y="2568"/>
                <a:ext cx="240" cy="3"/>
              </a:xfrm>
              <a:prstGeom prst="line">
                <a:avLst/>
              </a:prstGeom>
              <a:ln w="57150" cap="flat" cmpd="sng">
                <a:solidFill>
                  <a:srgbClr val="FF9900"/>
                </a:solidFill>
                <a:prstDash val="solid"/>
                <a:headEnd type="none" w="med" len="med"/>
                <a:tailEnd type="none" w="med" len="med"/>
              </a:ln>
            </p:spPr>
          </p:sp>
          <p:sp>
            <p:nvSpPr>
              <p:cNvPr id="3128" name="Line 154"/>
              <p:cNvSpPr/>
              <p:nvPr/>
            </p:nvSpPr>
            <p:spPr>
              <a:xfrm>
                <a:off x="3787" y="2478"/>
                <a:ext cx="240" cy="1"/>
              </a:xfrm>
              <a:prstGeom prst="line">
                <a:avLst/>
              </a:prstGeom>
              <a:ln w="57150" cap="flat" cmpd="sng">
                <a:solidFill>
                  <a:srgbClr val="FF9900"/>
                </a:solidFill>
                <a:prstDash val="solid"/>
                <a:headEnd type="none" w="med" len="med"/>
                <a:tailEnd type="none" w="med" len="med"/>
              </a:ln>
            </p:spPr>
          </p:sp>
        </p:grpSp>
        <p:sp>
          <p:nvSpPr>
            <p:cNvPr id="3118" name="Line 155"/>
            <p:cNvSpPr/>
            <p:nvPr/>
          </p:nvSpPr>
          <p:spPr>
            <a:xfrm>
              <a:off x="2109" y="1118"/>
              <a:ext cx="181" cy="0"/>
            </a:xfrm>
            <a:prstGeom prst="line">
              <a:avLst/>
            </a:prstGeom>
            <a:ln w="28575" cap="flat" cmpd="sng">
              <a:solidFill>
                <a:srgbClr val="FFCC00"/>
              </a:solidFill>
              <a:prstDash val="solid"/>
              <a:headEnd type="none" w="med" len="med"/>
              <a:tailEnd type="none" w="med" len="med"/>
            </a:ln>
          </p:spPr>
        </p:sp>
        <p:sp>
          <p:nvSpPr>
            <p:cNvPr id="3119" name="Line 156"/>
            <p:cNvSpPr/>
            <p:nvPr/>
          </p:nvSpPr>
          <p:spPr>
            <a:xfrm>
              <a:off x="2290" y="1118"/>
              <a:ext cx="0" cy="362"/>
            </a:xfrm>
            <a:prstGeom prst="line">
              <a:avLst/>
            </a:prstGeom>
            <a:ln w="28575" cap="flat" cmpd="sng">
              <a:solidFill>
                <a:srgbClr val="FFCC00"/>
              </a:solidFill>
              <a:prstDash val="solid"/>
              <a:headEnd type="none" w="med" len="med"/>
              <a:tailEnd type="none" w="med" len="med"/>
            </a:ln>
          </p:spPr>
        </p:sp>
        <p:sp>
          <p:nvSpPr>
            <p:cNvPr id="3120" name="Line 157"/>
            <p:cNvSpPr/>
            <p:nvPr/>
          </p:nvSpPr>
          <p:spPr>
            <a:xfrm>
              <a:off x="748" y="1118"/>
              <a:ext cx="953" cy="0"/>
            </a:xfrm>
            <a:prstGeom prst="line">
              <a:avLst/>
            </a:prstGeom>
            <a:ln w="28575" cap="flat" cmpd="sng">
              <a:solidFill>
                <a:srgbClr val="FFCC00"/>
              </a:solidFill>
              <a:prstDash val="solid"/>
              <a:headEnd type="none" w="med" len="med"/>
              <a:tailEnd type="none" w="med" len="med"/>
            </a:ln>
          </p:spPr>
        </p:sp>
        <p:sp>
          <p:nvSpPr>
            <p:cNvPr id="3121" name="Rectangle 158"/>
            <p:cNvSpPr/>
            <p:nvPr/>
          </p:nvSpPr>
          <p:spPr>
            <a:xfrm>
              <a:off x="1020" y="1045"/>
              <a:ext cx="317" cy="136"/>
            </a:xfrm>
            <a:prstGeom prst="rect">
              <a:avLst/>
            </a:prstGeom>
            <a:gradFill rotWithShape="1">
              <a:gsLst>
                <a:gs pos="0">
                  <a:srgbClr val="764700"/>
                </a:gs>
                <a:gs pos="50000">
                  <a:srgbClr val="FF9900"/>
                </a:gs>
                <a:gs pos="100000">
                  <a:srgbClr val="764700"/>
                </a:gs>
              </a:gsLst>
              <a:lin ang="5400000" scaled="1"/>
              <a:tileRect/>
            </a:gradFill>
            <a:ln w="28575">
              <a:noFill/>
            </a:ln>
          </p:spPr>
          <p:txBody>
            <a:bodyPr wrap="none" anchor="ctr" anchorCtr="0"/>
            <a:p>
              <a:endParaRPr lang="zh-CN" altLang="en-US" dirty="0">
                <a:latin typeface="楷体_GB2312" pitchFamily="49" charset="-122"/>
              </a:endParaRPr>
            </a:p>
          </p:txBody>
        </p:sp>
        <p:grpSp>
          <p:nvGrpSpPr>
            <p:cNvPr id="3122" name="Group 209"/>
            <p:cNvGrpSpPr/>
            <p:nvPr/>
          </p:nvGrpSpPr>
          <p:grpSpPr>
            <a:xfrm rot="5400000">
              <a:off x="1867" y="893"/>
              <a:ext cx="68" cy="385"/>
              <a:chOff x="1565" y="2614"/>
              <a:chExt cx="90" cy="486"/>
            </a:xfrm>
          </p:grpSpPr>
          <p:sp>
            <p:nvSpPr>
              <p:cNvPr id="3123" name="Arc 210"/>
              <p:cNvSpPr/>
              <p:nvPr/>
            </p:nvSpPr>
            <p:spPr>
              <a:xfrm flipH="1" flipV="1">
                <a:off x="1565" y="2860"/>
                <a:ext cx="90" cy="116"/>
              </a:xfrm>
              <a:custGeom>
                <a:avLst/>
                <a:gdLst>
                  <a:gd name="txL" fmla="*/ 0 w 22723"/>
                  <a:gd name="txT" fmla="*/ 0 h 43200"/>
                  <a:gd name="txR" fmla="*/ 22723 w 22723"/>
                  <a:gd name="txB" fmla="*/ 43200 h 43200"/>
                </a:gdLst>
                <a:ahLst/>
                <a:cxnLst>
                  <a:cxn ang="0">
                    <a:pos x="1122" y="0"/>
                  </a:cxn>
                  <a:cxn ang="0">
                    <a:pos x="22723" y="21600"/>
                  </a:cxn>
                  <a:cxn ang="0">
                    <a:pos x="1123" y="43200"/>
                  </a:cxn>
                  <a:cxn ang="0">
                    <a:pos x="0" y="43170"/>
                  </a:cxn>
                  <a:cxn ang="0">
                    <a:pos x="1122" y="0"/>
                  </a:cxn>
                  <a:cxn ang="0">
                    <a:pos x="22723" y="21600"/>
                  </a:cxn>
                  <a:cxn ang="0">
                    <a:pos x="1123" y="43200"/>
                  </a:cxn>
                  <a:cxn ang="0">
                    <a:pos x="0" y="43170"/>
                  </a:cxn>
                  <a:cxn ang="0">
                    <a:pos x="1123" y="21600"/>
                  </a:cxn>
                </a:cxnLst>
                <a:rect l="txL" t="txT" r="txR" b="txB"/>
                <a:pathLst>
                  <a:path w="22723" h="43200" fill="none">
                    <a:moveTo>
                      <a:pt x="1122" y="0"/>
                    </a:moveTo>
                    <a:cubicBezTo>
                      <a:pt x="13052" y="0"/>
                      <a:pt x="22723" y="9670"/>
                      <a:pt x="22723" y="21600"/>
                    </a:cubicBezTo>
                    <a:cubicBezTo>
                      <a:pt x="22723" y="33529"/>
                      <a:pt x="13052" y="43200"/>
                      <a:pt x="1123" y="43200"/>
                    </a:cubicBezTo>
                    <a:cubicBezTo>
                      <a:pt x="748" y="43200"/>
                      <a:pt x="374" y="43190"/>
                      <a:pt x="0" y="43170"/>
                    </a:cubicBezTo>
                  </a:path>
                  <a:path w="22723" h="43200" stroke="0">
                    <a:moveTo>
                      <a:pt x="1122" y="0"/>
                    </a:moveTo>
                    <a:cubicBezTo>
                      <a:pt x="13052" y="0"/>
                      <a:pt x="22723" y="9670"/>
                      <a:pt x="22723" y="21600"/>
                    </a:cubicBezTo>
                    <a:cubicBezTo>
                      <a:pt x="22723" y="33529"/>
                      <a:pt x="13052" y="43200"/>
                      <a:pt x="1123" y="43200"/>
                    </a:cubicBezTo>
                    <a:cubicBezTo>
                      <a:pt x="748" y="43200"/>
                      <a:pt x="374" y="43190"/>
                      <a:pt x="0" y="43170"/>
                    </a:cubicBezTo>
                    <a:lnTo>
                      <a:pt x="1123" y="21600"/>
                    </a:lnTo>
                    <a:close/>
                  </a:path>
                </a:pathLst>
              </a:custGeom>
              <a:noFill/>
              <a:ln w="28575" cap="flat" cmpd="sng">
                <a:solidFill>
                  <a:srgbClr val="FF9900"/>
                </a:solidFill>
                <a:prstDash val="solid"/>
                <a:round/>
                <a:headEnd type="none" w="med" len="med"/>
                <a:tailEnd type="none" w="med" len="med"/>
              </a:ln>
            </p:spPr>
            <p:txBody>
              <a:bodyPr wrap="none" anchor="ctr" anchorCtr="0"/>
              <a:p>
                <a:endParaRPr lang="zh-CN" altLang="en-US" dirty="0">
                  <a:latin typeface="楷体_GB2312" pitchFamily="49" charset="-122"/>
                </a:endParaRPr>
              </a:p>
            </p:txBody>
          </p:sp>
          <p:sp>
            <p:nvSpPr>
              <p:cNvPr id="3124" name="Arc 211"/>
              <p:cNvSpPr/>
              <p:nvPr/>
            </p:nvSpPr>
            <p:spPr>
              <a:xfrm flipH="1" flipV="1">
                <a:off x="1565" y="2737"/>
                <a:ext cx="90" cy="116"/>
              </a:xfrm>
              <a:custGeom>
                <a:avLst/>
                <a:gdLst>
                  <a:gd name="txL" fmla="*/ 0 w 22723"/>
                  <a:gd name="txT" fmla="*/ 0 h 43200"/>
                  <a:gd name="txR" fmla="*/ 22723 w 22723"/>
                  <a:gd name="txB" fmla="*/ 43200 h 43200"/>
                </a:gdLst>
                <a:ahLst/>
                <a:cxnLst>
                  <a:cxn ang="0">
                    <a:pos x="1122" y="0"/>
                  </a:cxn>
                  <a:cxn ang="0">
                    <a:pos x="22723" y="21600"/>
                  </a:cxn>
                  <a:cxn ang="0">
                    <a:pos x="1123" y="43200"/>
                  </a:cxn>
                  <a:cxn ang="0">
                    <a:pos x="0" y="43170"/>
                  </a:cxn>
                  <a:cxn ang="0">
                    <a:pos x="1122" y="0"/>
                  </a:cxn>
                  <a:cxn ang="0">
                    <a:pos x="22723" y="21600"/>
                  </a:cxn>
                  <a:cxn ang="0">
                    <a:pos x="1123" y="43200"/>
                  </a:cxn>
                  <a:cxn ang="0">
                    <a:pos x="0" y="43170"/>
                  </a:cxn>
                  <a:cxn ang="0">
                    <a:pos x="1123" y="21600"/>
                  </a:cxn>
                </a:cxnLst>
                <a:rect l="txL" t="txT" r="txR" b="txB"/>
                <a:pathLst>
                  <a:path w="22723" h="43200" fill="none">
                    <a:moveTo>
                      <a:pt x="1122" y="0"/>
                    </a:moveTo>
                    <a:cubicBezTo>
                      <a:pt x="13052" y="0"/>
                      <a:pt x="22723" y="9670"/>
                      <a:pt x="22723" y="21600"/>
                    </a:cubicBezTo>
                    <a:cubicBezTo>
                      <a:pt x="22723" y="33529"/>
                      <a:pt x="13052" y="43200"/>
                      <a:pt x="1123" y="43200"/>
                    </a:cubicBezTo>
                    <a:cubicBezTo>
                      <a:pt x="748" y="43200"/>
                      <a:pt x="374" y="43190"/>
                      <a:pt x="0" y="43170"/>
                    </a:cubicBezTo>
                  </a:path>
                  <a:path w="22723" h="43200" stroke="0">
                    <a:moveTo>
                      <a:pt x="1122" y="0"/>
                    </a:moveTo>
                    <a:cubicBezTo>
                      <a:pt x="13052" y="0"/>
                      <a:pt x="22723" y="9670"/>
                      <a:pt x="22723" y="21600"/>
                    </a:cubicBezTo>
                    <a:cubicBezTo>
                      <a:pt x="22723" y="33529"/>
                      <a:pt x="13052" y="43200"/>
                      <a:pt x="1123" y="43200"/>
                    </a:cubicBezTo>
                    <a:cubicBezTo>
                      <a:pt x="748" y="43200"/>
                      <a:pt x="374" y="43190"/>
                      <a:pt x="0" y="43170"/>
                    </a:cubicBezTo>
                    <a:lnTo>
                      <a:pt x="1123" y="21600"/>
                    </a:lnTo>
                    <a:close/>
                  </a:path>
                </a:pathLst>
              </a:custGeom>
              <a:noFill/>
              <a:ln w="28575" cap="flat" cmpd="sng">
                <a:solidFill>
                  <a:srgbClr val="FF9900"/>
                </a:solidFill>
                <a:prstDash val="solid"/>
                <a:round/>
                <a:headEnd type="none" w="med" len="med"/>
                <a:tailEnd type="none" w="med" len="med"/>
              </a:ln>
            </p:spPr>
            <p:txBody>
              <a:bodyPr wrap="none" anchor="ctr" anchorCtr="0"/>
              <a:p>
                <a:endParaRPr lang="zh-CN" altLang="en-US" dirty="0">
                  <a:latin typeface="楷体_GB2312" pitchFamily="49" charset="-122"/>
                </a:endParaRPr>
              </a:p>
            </p:txBody>
          </p:sp>
          <p:sp>
            <p:nvSpPr>
              <p:cNvPr id="3125" name="Arc 212"/>
              <p:cNvSpPr/>
              <p:nvPr/>
            </p:nvSpPr>
            <p:spPr>
              <a:xfrm flipH="1" flipV="1">
                <a:off x="1565" y="2614"/>
                <a:ext cx="90" cy="116"/>
              </a:xfrm>
              <a:custGeom>
                <a:avLst/>
                <a:gdLst>
                  <a:gd name="txL" fmla="*/ 0 w 22723"/>
                  <a:gd name="txT" fmla="*/ 0 h 43200"/>
                  <a:gd name="txR" fmla="*/ 22723 w 22723"/>
                  <a:gd name="txB" fmla="*/ 43200 h 43200"/>
                </a:gdLst>
                <a:ahLst/>
                <a:cxnLst>
                  <a:cxn ang="0">
                    <a:pos x="1122" y="0"/>
                  </a:cxn>
                  <a:cxn ang="0">
                    <a:pos x="22723" y="21600"/>
                  </a:cxn>
                  <a:cxn ang="0">
                    <a:pos x="1123" y="43200"/>
                  </a:cxn>
                  <a:cxn ang="0">
                    <a:pos x="0" y="43170"/>
                  </a:cxn>
                  <a:cxn ang="0">
                    <a:pos x="1122" y="0"/>
                  </a:cxn>
                  <a:cxn ang="0">
                    <a:pos x="22723" y="21600"/>
                  </a:cxn>
                  <a:cxn ang="0">
                    <a:pos x="1123" y="43200"/>
                  </a:cxn>
                  <a:cxn ang="0">
                    <a:pos x="0" y="43170"/>
                  </a:cxn>
                  <a:cxn ang="0">
                    <a:pos x="1123" y="21600"/>
                  </a:cxn>
                </a:cxnLst>
                <a:rect l="txL" t="txT" r="txR" b="txB"/>
                <a:pathLst>
                  <a:path w="22723" h="43200" fill="none">
                    <a:moveTo>
                      <a:pt x="1122" y="0"/>
                    </a:moveTo>
                    <a:cubicBezTo>
                      <a:pt x="13052" y="0"/>
                      <a:pt x="22723" y="9670"/>
                      <a:pt x="22723" y="21600"/>
                    </a:cubicBezTo>
                    <a:cubicBezTo>
                      <a:pt x="22723" y="33529"/>
                      <a:pt x="13052" y="43200"/>
                      <a:pt x="1123" y="43200"/>
                    </a:cubicBezTo>
                    <a:cubicBezTo>
                      <a:pt x="748" y="43200"/>
                      <a:pt x="374" y="43190"/>
                      <a:pt x="0" y="43170"/>
                    </a:cubicBezTo>
                  </a:path>
                  <a:path w="22723" h="43200" stroke="0">
                    <a:moveTo>
                      <a:pt x="1122" y="0"/>
                    </a:moveTo>
                    <a:cubicBezTo>
                      <a:pt x="13052" y="0"/>
                      <a:pt x="22723" y="9670"/>
                      <a:pt x="22723" y="21600"/>
                    </a:cubicBezTo>
                    <a:cubicBezTo>
                      <a:pt x="22723" y="33529"/>
                      <a:pt x="13052" y="43200"/>
                      <a:pt x="1123" y="43200"/>
                    </a:cubicBezTo>
                    <a:cubicBezTo>
                      <a:pt x="748" y="43200"/>
                      <a:pt x="374" y="43190"/>
                      <a:pt x="0" y="43170"/>
                    </a:cubicBezTo>
                    <a:lnTo>
                      <a:pt x="1123" y="21600"/>
                    </a:lnTo>
                    <a:close/>
                  </a:path>
                </a:pathLst>
              </a:custGeom>
              <a:noFill/>
              <a:ln w="28575" cap="flat" cmpd="sng">
                <a:solidFill>
                  <a:srgbClr val="FF9900"/>
                </a:solidFill>
                <a:prstDash val="solid"/>
                <a:round/>
                <a:headEnd type="none" w="med" len="med"/>
                <a:tailEnd type="none" w="med" len="med"/>
              </a:ln>
            </p:spPr>
            <p:txBody>
              <a:bodyPr wrap="none" anchor="ctr" anchorCtr="0"/>
              <a:p>
                <a:endParaRPr lang="zh-CN" altLang="en-US" dirty="0">
                  <a:latin typeface="楷体_GB2312" pitchFamily="49" charset="-122"/>
                </a:endParaRPr>
              </a:p>
            </p:txBody>
          </p:sp>
          <p:sp>
            <p:nvSpPr>
              <p:cNvPr id="3126" name="Arc 213"/>
              <p:cNvSpPr/>
              <p:nvPr/>
            </p:nvSpPr>
            <p:spPr>
              <a:xfrm flipH="1" flipV="1">
                <a:off x="1565" y="2984"/>
                <a:ext cx="90" cy="116"/>
              </a:xfrm>
              <a:custGeom>
                <a:avLst/>
                <a:gdLst>
                  <a:gd name="txL" fmla="*/ 0 w 22723"/>
                  <a:gd name="txT" fmla="*/ 0 h 43200"/>
                  <a:gd name="txR" fmla="*/ 22723 w 22723"/>
                  <a:gd name="txB" fmla="*/ 43200 h 43200"/>
                </a:gdLst>
                <a:ahLst/>
                <a:cxnLst>
                  <a:cxn ang="0">
                    <a:pos x="1122" y="0"/>
                  </a:cxn>
                  <a:cxn ang="0">
                    <a:pos x="22723" y="21600"/>
                  </a:cxn>
                  <a:cxn ang="0">
                    <a:pos x="1123" y="43200"/>
                  </a:cxn>
                  <a:cxn ang="0">
                    <a:pos x="0" y="43170"/>
                  </a:cxn>
                  <a:cxn ang="0">
                    <a:pos x="1122" y="0"/>
                  </a:cxn>
                  <a:cxn ang="0">
                    <a:pos x="22723" y="21600"/>
                  </a:cxn>
                  <a:cxn ang="0">
                    <a:pos x="1123" y="43200"/>
                  </a:cxn>
                  <a:cxn ang="0">
                    <a:pos x="0" y="43170"/>
                  </a:cxn>
                  <a:cxn ang="0">
                    <a:pos x="1123" y="21600"/>
                  </a:cxn>
                </a:cxnLst>
                <a:rect l="txL" t="txT" r="txR" b="txB"/>
                <a:pathLst>
                  <a:path w="22723" h="43200" fill="none">
                    <a:moveTo>
                      <a:pt x="1122" y="0"/>
                    </a:moveTo>
                    <a:cubicBezTo>
                      <a:pt x="13052" y="0"/>
                      <a:pt x="22723" y="9670"/>
                      <a:pt x="22723" y="21600"/>
                    </a:cubicBezTo>
                    <a:cubicBezTo>
                      <a:pt x="22723" y="33529"/>
                      <a:pt x="13052" y="43200"/>
                      <a:pt x="1123" y="43200"/>
                    </a:cubicBezTo>
                    <a:cubicBezTo>
                      <a:pt x="748" y="43200"/>
                      <a:pt x="374" y="43190"/>
                      <a:pt x="0" y="43170"/>
                    </a:cubicBezTo>
                  </a:path>
                  <a:path w="22723" h="43200" stroke="0">
                    <a:moveTo>
                      <a:pt x="1122" y="0"/>
                    </a:moveTo>
                    <a:cubicBezTo>
                      <a:pt x="13052" y="0"/>
                      <a:pt x="22723" y="9670"/>
                      <a:pt x="22723" y="21600"/>
                    </a:cubicBezTo>
                    <a:cubicBezTo>
                      <a:pt x="22723" y="33529"/>
                      <a:pt x="13052" y="43200"/>
                      <a:pt x="1123" y="43200"/>
                    </a:cubicBezTo>
                    <a:cubicBezTo>
                      <a:pt x="748" y="43200"/>
                      <a:pt x="374" y="43190"/>
                      <a:pt x="0" y="43170"/>
                    </a:cubicBezTo>
                    <a:lnTo>
                      <a:pt x="1123" y="21600"/>
                    </a:lnTo>
                    <a:close/>
                  </a:path>
                </a:pathLst>
              </a:custGeom>
              <a:noFill/>
              <a:ln w="28575" cap="flat" cmpd="sng">
                <a:solidFill>
                  <a:srgbClr val="FF9900"/>
                </a:solidFill>
                <a:prstDash val="solid"/>
                <a:round/>
                <a:headEnd type="none" w="med" len="med"/>
                <a:tailEnd type="none" w="med" len="med"/>
              </a:ln>
            </p:spPr>
            <p:txBody>
              <a:bodyPr wrap="none" anchor="ctr" anchorCtr="0"/>
              <a:p>
                <a:endParaRPr lang="zh-CN" altLang="en-US" dirty="0">
                  <a:latin typeface="楷体_GB2312" pitchFamily="49" charset="-122"/>
                </a:endParaRPr>
              </a:p>
            </p:txBody>
          </p:sp>
        </p:grpSp>
      </p:grpSp>
      <p:grpSp>
        <p:nvGrpSpPr>
          <p:cNvPr id="11" name="Group 220"/>
          <p:cNvGrpSpPr/>
          <p:nvPr/>
        </p:nvGrpSpPr>
        <p:grpSpPr>
          <a:xfrm>
            <a:off x="900113" y="4978400"/>
            <a:ext cx="7343775" cy="1158875"/>
            <a:chOff x="295" y="3136"/>
            <a:chExt cx="4626" cy="730"/>
          </a:xfrm>
        </p:grpSpPr>
        <p:graphicFrame>
          <p:nvGraphicFramePr>
            <p:cNvPr id="3077" name="Object 77"/>
            <p:cNvGraphicFramePr/>
            <p:nvPr/>
          </p:nvGraphicFramePr>
          <p:xfrm>
            <a:off x="295" y="3136"/>
            <a:ext cx="4626" cy="730"/>
          </p:xfrm>
          <a:graphic>
            <a:graphicData uri="http://schemas.openxmlformats.org/presentationml/2006/ole">
              <mc:AlternateContent xmlns:mc="http://schemas.openxmlformats.org/markup-compatibility/2006">
                <mc:Choice xmlns:v="urn:schemas-microsoft-com:vml" Requires="v">
                  <p:oleObj spid="_x0000_s13" name="" r:id="rId20" imgW="2654300" imgH="419100" progId="Equation.DSMT4">
                    <p:embed/>
                  </p:oleObj>
                </mc:Choice>
                <mc:Fallback>
                  <p:oleObj name="" r:id="rId20" imgW="2654300" imgH="419100" progId="Equation.DSMT4">
                    <p:embed/>
                    <p:pic>
                      <p:nvPicPr>
                        <p:cNvPr id="0" name="图片 12"/>
                        <p:cNvPicPr/>
                        <p:nvPr/>
                      </p:nvPicPr>
                      <p:blipFill>
                        <a:blip r:embed="rId21">
                          <a:clrChange>
                            <a:clrFrom>
                              <a:srgbClr val="000000"/>
                            </a:clrFrom>
                            <a:clrTo>
                              <a:srgbClr val="A50021"/>
                            </a:clrTo>
                          </a:clrChange>
                        </a:blip>
                        <a:stretch>
                          <a:fillRect/>
                        </a:stretch>
                      </p:blipFill>
                      <p:spPr>
                        <a:xfrm>
                          <a:off x="295" y="3136"/>
                          <a:ext cx="4626" cy="730"/>
                        </a:xfrm>
                        <a:prstGeom prst="rect">
                          <a:avLst/>
                        </a:prstGeom>
                        <a:gradFill rotWithShape="1">
                          <a:gsLst>
                            <a:gs pos="0">
                              <a:srgbClr val="0099FF"/>
                            </a:gs>
                            <a:gs pos="50000">
                              <a:srgbClr val="FFFFFF"/>
                            </a:gs>
                            <a:gs pos="100000">
                              <a:srgbClr val="0099FF"/>
                            </a:gs>
                          </a:gsLst>
                          <a:lin ang="5400000" scaled="1"/>
                          <a:tileRect/>
                        </a:gradFill>
                        <a:ln w="38100">
                          <a:noFill/>
                          <a:miter/>
                        </a:ln>
                      </p:spPr>
                    </p:pic>
                  </p:oleObj>
                </mc:Fallback>
              </mc:AlternateContent>
            </a:graphicData>
          </a:graphic>
        </p:graphicFrame>
        <p:grpSp>
          <p:nvGrpSpPr>
            <p:cNvPr id="3093" name="Group 219"/>
            <p:cNvGrpSpPr/>
            <p:nvPr/>
          </p:nvGrpSpPr>
          <p:grpSpPr>
            <a:xfrm>
              <a:off x="4513" y="3430"/>
              <a:ext cx="408" cy="272"/>
              <a:chOff x="4513" y="3430"/>
              <a:chExt cx="408" cy="272"/>
            </a:xfrm>
          </p:grpSpPr>
          <p:sp>
            <p:nvSpPr>
              <p:cNvPr id="3094" name="Line 217"/>
              <p:cNvSpPr/>
              <p:nvPr/>
            </p:nvSpPr>
            <p:spPr>
              <a:xfrm flipH="1">
                <a:off x="4513" y="3430"/>
                <a:ext cx="91" cy="272"/>
              </a:xfrm>
              <a:prstGeom prst="line">
                <a:avLst/>
              </a:prstGeom>
              <a:ln w="19050" cap="flat" cmpd="sng">
                <a:solidFill>
                  <a:srgbClr val="993300"/>
                </a:solidFill>
                <a:prstDash val="solid"/>
                <a:headEnd type="none" w="med" len="med"/>
                <a:tailEnd type="none" w="med" len="med"/>
              </a:ln>
            </p:spPr>
          </p:sp>
          <p:sp>
            <p:nvSpPr>
              <p:cNvPr id="3095" name="Line 218"/>
              <p:cNvSpPr/>
              <p:nvPr/>
            </p:nvSpPr>
            <p:spPr>
              <a:xfrm>
                <a:off x="4513" y="3702"/>
                <a:ext cx="408" cy="0"/>
              </a:xfrm>
              <a:prstGeom prst="line">
                <a:avLst/>
              </a:prstGeom>
              <a:ln w="19050" cap="flat" cmpd="sng">
                <a:solidFill>
                  <a:srgbClr val="993300"/>
                </a:solidFill>
                <a:prstDash val="solid"/>
                <a:headEnd type="none" w="med" len="med"/>
                <a:tailEnd type="none" w="med" len="med"/>
              </a:ln>
            </p:spPr>
          </p:sp>
        </p:gr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grpId="0" nodeType="withEffect">
                                  <p:stCondLst>
                                    <p:cond delay="0"/>
                                  </p:stCondLst>
                                  <p:childTnLst>
                                    <p:set>
                                      <p:cBhvr>
                                        <p:cTn id="6" dur="1" fill="hold">
                                          <p:stCondLst>
                                            <p:cond delay="0"/>
                                          </p:stCondLst>
                                        </p:cTn>
                                        <p:tgtEl>
                                          <p:spTgt spid="67586"/>
                                        </p:tgtEl>
                                        <p:attrNameLst>
                                          <p:attrName>style.visibility</p:attrName>
                                        </p:attrNameLst>
                                      </p:cBhvr>
                                      <p:to>
                                        <p:strVal val="visible"/>
                                      </p:to>
                                    </p:set>
                                    <p:anim calcmode="lin" valueType="num">
                                      <p:cBhvr additive="base">
                                        <p:cTn id="7" dur="500" fill="hold"/>
                                        <p:tgtEl>
                                          <p:spTgt spid="67586"/>
                                        </p:tgtEl>
                                        <p:attrNameLst>
                                          <p:attrName>ppt_x</p:attrName>
                                        </p:attrNameLst>
                                      </p:cBhvr>
                                      <p:tavLst>
                                        <p:tav tm="0">
                                          <p:val>
                                            <p:strVal val="0-#ppt_w/2"/>
                                          </p:val>
                                        </p:tav>
                                        <p:tav tm="100000">
                                          <p:val>
                                            <p:strVal val="#ppt_x"/>
                                          </p:val>
                                        </p:tav>
                                      </p:tavLst>
                                    </p:anim>
                                    <p:anim calcmode="lin" valueType="num">
                                      <p:cBhvr additive="base">
                                        <p:cTn id="8" dur="500" fill="hold"/>
                                        <p:tgtEl>
                                          <p:spTgt spid="67586"/>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3" presetClass="entr" presetSubtype="10" fill="hold" nodeType="clickEffect">
                                  <p:stCondLst>
                                    <p:cond delay="0"/>
                                  </p:stCondLst>
                                  <p:childTnLst>
                                    <p:set>
                                      <p:cBhvr>
                                        <p:cTn id="12" dur="1" fill="hold">
                                          <p:stCondLst>
                                            <p:cond delay="0"/>
                                          </p:stCondLst>
                                        </p:cTn>
                                        <p:tgtEl>
                                          <p:spTgt spid="8"/>
                                        </p:tgtEl>
                                        <p:attrNameLst>
                                          <p:attrName>style.visibility</p:attrName>
                                        </p:attrNameLst>
                                      </p:cBhvr>
                                      <p:to>
                                        <p:strVal val="visible"/>
                                      </p:to>
                                    </p:set>
                                    <p:animEffect transition="in" filter="blinds(horizontal)">
                                      <p:cBhvr>
                                        <p:cTn id="13" dur="500"/>
                                        <p:tgtEl>
                                          <p:spTgt spid="8"/>
                                        </p:tgtEl>
                                      </p:cBhvr>
                                    </p:animEffect>
                                  </p:childTnLst>
                                </p:cTn>
                              </p:par>
                            </p:childTnLst>
                          </p:cTn>
                        </p:par>
                      </p:childTnLst>
                    </p:cTn>
                  </p:par>
                  <p:par>
                    <p:cTn id="14" fill="hold">
                      <p:stCondLst>
                        <p:cond delay="indefinite"/>
                      </p:stCondLst>
                      <p:childTnLst>
                        <p:par>
                          <p:cTn id="15" fill="hold">
                            <p:stCondLst>
                              <p:cond delay="0"/>
                            </p:stCondLst>
                            <p:childTnLst>
                              <p:par>
                                <p:cTn id="16" presetID="12" presetClass="entr" presetSubtype="8" fill="hold" grpId="0" nodeType="clickEffect">
                                  <p:stCondLst>
                                    <p:cond delay="0"/>
                                  </p:stCondLst>
                                  <p:childTnLst>
                                    <p:set>
                                      <p:cBhvr>
                                        <p:cTn id="17" dur="1" fill="hold">
                                          <p:stCondLst>
                                            <p:cond delay="0"/>
                                          </p:stCondLst>
                                        </p:cTn>
                                        <p:tgtEl>
                                          <p:spTgt spid="67589"/>
                                        </p:tgtEl>
                                        <p:attrNameLst>
                                          <p:attrName>style.visibility</p:attrName>
                                        </p:attrNameLst>
                                      </p:cBhvr>
                                      <p:to>
                                        <p:strVal val="visible"/>
                                      </p:to>
                                    </p:set>
                                    <p:animEffect transition="in" filter="slide(fromLeft)">
                                      <p:cBhvr>
                                        <p:cTn id="18" dur="500"/>
                                        <p:tgtEl>
                                          <p:spTgt spid="67589"/>
                                        </p:tgtEl>
                                      </p:cBhvr>
                                    </p:animEffect>
                                  </p:childTnLst>
                                </p:cTn>
                              </p:par>
                            </p:childTnLst>
                          </p:cTn>
                        </p:par>
                        <p:par>
                          <p:cTn id="19" fill="hold">
                            <p:stCondLst>
                              <p:cond delay="500"/>
                            </p:stCondLst>
                            <p:childTnLst>
                              <p:par>
                                <p:cTn id="20" presetID="3" presetClass="entr" presetSubtype="10" fill="hold" nodeType="afterEffect">
                                  <p:stCondLst>
                                    <p:cond delay="0"/>
                                  </p:stCondLst>
                                  <p:childTnLst>
                                    <p:set>
                                      <p:cBhvr>
                                        <p:cTn id="21" dur="1" fill="hold">
                                          <p:stCondLst>
                                            <p:cond delay="0"/>
                                          </p:stCondLst>
                                        </p:cTn>
                                        <p:tgtEl>
                                          <p:spTgt spid="5"/>
                                        </p:tgtEl>
                                        <p:attrNameLst>
                                          <p:attrName>style.visibility</p:attrName>
                                        </p:attrNameLst>
                                      </p:cBhvr>
                                      <p:to>
                                        <p:strVal val="visible"/>
                                      </p:to>
                                    </p:set>
                                    <p:animEffect transition="in" filter="blinds(horizontal)">
                                      <p:cBhvr>
                                        <p:cTn id="22" dur="500"/>
                                        <p:tgtEl>
                                          <p:spTgt spid="5"/>
                                        </p:tgtEl>
                                      </p:cBhvr>
                                    </p:animEffect>
                                  </p:childTnLst>
                                </p:cTn>
                              </p:par>
                            </p:childTnLst>
                          </p:cTn>
                        </p:par>
                      </p:childTnLst>
                    </p:cTn>
                  </p:par>
                  <p:par>
                    <p:cTn id="23" fill="hold">
                      <p:stCondLst>
                        <p:cond delay="indefinite"/>
                      </p:stCondLst>
                      <p:childTnLst>
                        <p:par>
                          <p:cTn id="24" fill="hold">
                            <p:stCondLst>
                              <p:cond delay="0"/>
                            </p:stCondLst>
                            <p:childTnLst>
                              <p:par>
                                <p:cTn id="25" presetID="2" presetClass="entr" presetSubtype="8" fill="hold" grpId="0" nodeType="clickEffect">
                                  <p:stCondLst>
                                    <p:cond delay="0"/>
                                  </p:stCondLst>
                                  <p:childTnLst>
                                    <p:set>
                                      <p:cBhvr>
                                        <p:cTn id="26" dur="1" fill="hold">
                                          <p:stCondLst>
                                            <p:cond delay="0"/>
                                          </p:stCondLst>
                                        </p:cTn>
                                        <p:tgtEl>
                                          <p:spTgt spid="67588"/>
                                        </p:tgtEl>
                                        <p:attrNameLst>
                                          <p:attrName>style.visibility</p:attrName>
                                        </p:attrNameLst>
                                      </p:cBhvr>
                                      <p:to>
                                        <p:strVal val="visible"/>
                                      </p:to>
                                    </p:set>
                                    <p:anim calcmode="lin" valueType="num">
                                      <p:cBhvr additive="base">
                                        <p:cTn id="27" dur="500" fill="hold"/>
                                        <p:tgtEl>
                                          <p:spTgt spid="67588"/>
                                        </p:tgtEl>
                                        <p:attrNameLst>
                                          <p:attrName>ppt_x</p:attrName>
                                        </p:attrNameLst>
                                      </p:cBhvr>
                                      <p:tavLst>
                                        <p:tav tm="0">
                                          <p:val>
                                            <p:strVal val="0-#ppt_w/2"/>
                                          </p:val>
                                        </p:tav>
                                        <p:tav tm="100000">
                                          <p:val>
                                            <p:strVal val="#ppt_x"/>
                                          </p:val>
                                        </p:tav>
                                      </p:tavLst>
                                    </p:anim>
                                    <p:anim calcmode="lin" valueType="num">
                                      <p:cBhvr additive="base">
                                        <p:cTn id="28" dur="500" fill="hold"/>
                                        <p:tgtEl>
                                          <p:spTgt spid="67588"/>
                                        </p:tgtEl>
                                        <p:attrNameLst>
                                          <p:attrName>ppt_y</p:attrName>
                                        </p:attrNameLst>
                                      </p:cBhvr>
                                      <p:tavLst>
                                        <p:tav tm="0">
                                          <p:val>
                                            <p:strVal val="#ppt_y"/>
                                          </p:val>
                                        </p:tav>
                                        <p:tav tm="100000">
                                          <p:val>
                                            <p:strVal val="#ppt_y"/>
                                          </p:val>
                                        </p:tav>
                                      </p:tavLst>
                                    </p:anim>
                                  </p:childTnLst>
                                </p:cTn>
                              </p:par>
                            </p:childTnLst>
                          </p:cTn>
                        </p:par>
                      </p:childTnLst>
                    </p:cTn>
                  </p:par>
                  <p:par>
                    <p:cTn id="29" fill="hold">
                      <p:stCondLst>
                        <p:cond delay="indefinite"/>
                      </p:stCondLst>
                      <p:childTnLst>
                        <p:par>
                          <p:cTn id="30" fill="hold">
                            <p:stCondLst>
                              <p:cond delay="0"/>
                            </p:stCondLst>
                            <p:childTnLst>
                              <p:par>
                                <p:cTn id="31" presetID="22" presetClass="entr" presetSubtype="8" fill="hold" nodeType="clickEffect">
                                  <p:stCondLst>
                                    <p:cond delay="0"/>
                                  </p:stCondLst>
                                  <p:childTnLst>
                                    <p:set>
                                      <p:cBhvr>
                                        <p:cTn id="32" dur="1" fill="hold">
                                          <p:stCondLst>
                                            <p:cond delay="0"/>
                                          </p:stCondLst>
                                        </p:cTn>
                                        <p:tgtEl>
                                          <p:spTgt spid="67590"/>
                                        </p:tgtEl>
                                        <p:attrNameLst>
                                          <p:attrName>style.visibility</p:attrName>
                                        </p:attrNameLst>
                                      </p:cBhvr>
                                      <p:to>
                                        <p:strVal val="visible"/>
                                      </p:to>
                                    </p:set>
                                    <p:animEffect transition="in" filter="wipe(left)">
                                      <p:cBhvr>
                                        <p:cTn id="33" dur="2000"/>
                                        <p:tgtEl>
                                          <p:spTgt spid="67590"/>
                                        </p:tgtEl>
                                      </p:cBhvr>
                                    </p:animEffect>
                                  </p:childTnLst>
                                </p:cTn>
                              </p:par>
                            </p:childTnLst>
                          </p:cTn>
                        </p:par>
                      </p:childTnLst>
                    </p:cTn>
                  </p:par>
                  <p:par>
                    <p:cTn id="34" fill="hold">
                      <p:stCondLst>
                        <p:cond delay="indefinite"/>
                      </p:stCondLst>
                      <p:childTnLst>
                        <p:par>
                          <p:cTn id="35" fill="hold">
                            <p:stCondLst>
                              <p:cond delay="0"/>
                            </p:stCondLst>
                            <p:childTnLst>
                              <p:par>
                                <p:cTn id="36" presetID="22" presetClass="entr" presetSubtype="8" fill="hold" nodeType="clickEffect">
                                  <p:stCondLst>
                                    <p:cond delay="0"/>
                                  </p:stCondLst>
                                  <p:childTnLst>
                                    <p:set>
                                      <p:cBhvr>
                                        <p:cTn id="37" dur="1" fill="hold">
                                          <p:stCondLst>
                                            <p:cond delay="0"/>
                                          </p:stCondLst>
                                        </p:cTn>
                                        <p:tgtEl>
                                          <p:spTgt spid="67591"/>
                                        </p:tgtEl>
                                        <p:attrNameLst>
                                          <p:attrName>style.visibility</p:attrName>
                                        </p:attrNameLst>
                                      </p:cBhvr>
                                      <p:to>
                                        <p:strVal val="visible"/>
                                      </p:to>
                                    </p:set>
                                    <p:animEffect transition="in" filter="wipe(left)">
                                      <p:cBhvr>
                                        <p:cTn id="38" dur="2000"/>
                                        <p:tgtEl>
                                          <p:spTgt spid="67591"/>
                                        </p:tgtEl>
                                      </p:cBhvr>
                                    </p:animEffect>
                                  </p:childTnLst>
                                </p:cTn>
                              </p:par>
                            </p:childTnLst>
                          </p:cTn>
                        </p:par>
                      </p:childTnLst>
                    </p:cTn>
                  </p:par>
                  <p:par>
                    <p:cTn id="39" fill="hold">
                      <p:stCondLst>
                        <p:cond delay="indefinite"/>
                      </p:stCondLst>
                      <p:childTnLst>
                        <p:par>
                          <p:cTn id="40" fill="hold">
                            <p:stCondLst>
                              <p:cond delay="0"/>
                            </p:stCondLst>
                            <p:childTnLst>
                              <p:par>
                                <p:cTn id="41" presetID="22" presetClass="entr" presetSubtype="8" fill="hold" nodeType="clickEffect">
                                  <p:stCondLst>
                                    <p:cond delay="0"/>
                                  </p:stCondLst>
                                  <p:childTnLst>
                                    <p:set>
                                      <p:cBhvr>
                                        <p:cTn id="42" dur="1" fill="hold">
                                          <p:stCondLst>
                                            <p:cond delay="0"/>
                                          </p:stCondLst>
                                        </p:cTn>
                                        <p:tgtEl>
                                          <p:spTgt spid="67592"/>
                                        </p:tgtEl>
                                        <p:attrNameLst>
                                          <p:attrName>style.visibility</p:attrName>
                                        </p:attrNameLst>
                                      </p:cBhvr>
                                      <p:to>
                                        <p:strVal val="visible"/>
                                      </p:to>
                                    </p:set>
                                    <p:animEffect transition="in" filter="wipe(left)">
                                      <p:cBhvr>
                                        <p:cTn id="43" dur="2000"/>
                                        <p:tgtEl>
                                          <p:spTgt spid="67592"/>
                                        </p:tgtEl>
                                      </p:cBhvr>
                                    </p:animEffect>
                                  </p:childTnLst>
                                </p:cTn>
                              </p:par>
                            </p:childTnLst>
                          </p:cTn>
                        </p:par>
                      </p:childTnLst>
                    </p:cTn>
                  </p:par>
                  <p:par>
                    <p:cTn id="44" fill="hold">
                      <p:stCondLst>
                        <p:cond delay="indefinite"/>
                      </p:stCondLst>
                      <p:childTnLst>
                        <p:par>
                          <p:cTn id="45" fill="hold">
                            <p:stCondLst>
                              <p:cond delay="0"/>
                            </p:stCondLst>
                            <p:childTnLst>
                              <p:par>
                                <p:cTn id="46" presetID="23" presetClass="entr" presetSubtype="16" fill="hold" nodeType="clickEffect">
                                  <p:stCondLst>
                                    <p:cond delay="0"/>
                                  </p:stCondLst>
                                  <p:childTnLst>
                                    <p:set>
                                      <p:cBhvr>
                                        <p:cTn id="47" dur="1" fill="hold">
                                          <p:stCondLst>
                                            <p:cond delay="0"/>
                                          </p:stCondLst>
                                        </p:cTn>
                                        <p:tgtEl>
                                          <p:spTgt spid="11"/>
                                        </p:tgtEl>
                                        <p:attrNameLst>
                                          <p:attrName>style.visibility</p:attrName>
                                        </p:attrNameLst>
                                      </p:cBhvr>
                                      <p:to>
                                        <p:strVal val="visible"/>
                                      </p:to>
                                    </p:set>
                                    <p:anim calcmode="lin" valueType="num">
                                      <p:cBhvr>
                                        <p:cTn id="48" dur="500" fill="hold"/>
                                        <p:tgtEl>
                                          <p:spTgt spid="11"/>
                                        </p:tgtEl>
                                        <p:attrNameLst>
                                          <p:attrName>ppt_w</p:attrName>
                                        </p:attrNameLst>
                                      </p:cBhvr>
                                      <p:tavLst>
                                        <p:tav tm="0">
                                          <p:val>
                                            <p:fltVal val="0.000000"/>
                                          </p:val>
                                        </p:tav>
                                        <p:tav tm="100000">
                                          <p:val>
                                            <p:strVal val="#ppt_w"/>
                                          </p:val>
                                        </p:tav>
                                      </p:tavLst>
                                    </p:anim>
                                    <p:anim calcmode="lin" valueType="num">
                                      <p:cBhvr>
                                        <p:cTn id="49" dur="500" fill="hold"/>
                                        <p:tgtEl>
                                          <p:spTgt spid="11"/>
                                        </p:tgtEl>
                                        <p:attrNameLst>
                                          <p:attrName>ppt_h</p:attrName>
                                        </p:attrNameLst>
                                      </p:cBhvr>
                                      <p:tavLst>
                                        <p:tav tm="0">
                                          <p:val>
                                            <p:fltVal val="0.000000"/>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7586" grpId="0"/>
      <p:bldP spid="67588" grpId="0"/>
      <p:bldP spid="67589" grpId="0" animBg="1"/>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6563" name="Text Box 3"/>
          <p:cNvSpPr txBox="1"/>
          <p:nvPr/>
        </p:nvSpPr>
        <p:spPr>
          <a:xfrm>
            <a:off x="468313" y="476250"/>
            <a:ext cx="8424862" cy="1117600"/>
          </a:xfrm>
          <a:prstGeom prst="rect">
            <a:avLst/>
          </a:prstGeom>
          <a:noFill/>
          <a:ln w="9525">
            <a:noFill/>
          </a:ln>
        </p:spPr>
        <p:txBody>
          <a:bodyPr>
            <a:spAutoFit/>
          </a:bodyPr>
          <a:p>
            <a:pPr>
              <a:lnSpc>
                <a:spcPct val="120000"/>
              </a:lnSpc>
              <a:spcBef>
                <a:spcPct val="50000"/>
              </a:spcBef>
            </a:pPr>
            <a:r>
              <a:rPr lang="en-US" altLang="zh-CN" b="0" i="1" dirty="0">
                <a:solidFill>
                  <a:schemeClr val="bg1"/>
                </a:solidFill>
                <a:latin typeface="Times New Roman" panose="02020603050405020304" pitchFamily="18" charset="0"/>
              </a:rPr>
              <a:t>Z </a:t>
            </a:r>
            <a:r>
              <a:rPr lang="en-US" altLang="zh-CN" dirty="0">
                <a:solidFill>
                  <a:schemeClr val="bg1"/>
                </a:solidFill>
                <a:latin typeface="Times New Roman" panose="02020603050405020304" pitchFamily="18" charset="0"/>
              </a:rPr>
              <a:t>—</a:t>
            </a:r>
            <a:r>
              <a:rPr lang="en-US" altLang="zh-CN" dirty="0">
                <a:solidFill>
                  <a:schemeClr val="bg1"/>
                </a:solidFill>
                <a:latin typeface="楷体_GB2312" pitchFamily="49" charset="-122"/>
              </a:rPr>
              <a:t> </a:t>
            </a:r>
            <a:r>
              <a:rPr lang="zh-CN" altLang="en-US" dirty="0">
                <a:latin typeface="楷体_GB2312" pitchFamily="49" charset="-122"/>
              </a:rPr>
              <a:t>复阻抗；</a:t>
            </a:r>
            <a:r>
              <a:rPr lang="en-US" altLang="zh-CN" b="0" dirty="0">
                <a:solidFill>
                  <a:schemeClr val="bg1"/>
                </a:solidFill>
                <a:latin typeface="Times New Roman" panose="02020603050405020304" pitchFamily="18" charset="0"/>
              </a:rPr>
              <a:t>|</a:t>
            </a:r>
            <a:r>
              <a:rPr lang="en-US" altLang="zh-CN" b="0" i="1" dirty="0">
                <a:solidFill>
                  <a:schemeClr val="bg1"/>
                </a:solidFill>
                <a:latin typeface="Times New Roman" panose="02020603050405020304" pitchFamily="18" charset="0"/>
              </a:rPr>
              <a:t>Z</a:t>
            </a:r>
            <a:r>
              <a:rPr lang="en-US" altLang="zh-CN" b="0" dirty="0">
                <a:solidFill>
                  <a:schemeClr val="bg1"/>
                </a:solidFill>
                <a:latin typeface="Times New Roman" panose="02020603050405020304" pitchFamily="18" charset="0"/>
              </a:rPr>
              <a:t>| </a:t>
            </a:r>
            <a:r>
              <a:rPr lang="en-US" altLang="zh-CN" dirty="0">
                <a:solidFill>
                  <a:schemeClr val="bg1"/>
                </a:solidFill>
                <a:latin typeface="Times New Roman" panose="02020603050405020304" pitchFamily="18" charset="0"/>
              </a:rPr>
              <a:t>—</a:t>
            </a:r>
            <a:r>
              <a:rPr lang="zh-CN" altLang="en-US" dirty="0">
                <a:latin typeface="楷体_GB2312" pitchFamily="49" charset="-122"/>
              </a:rPr>
              <a:t>复阻抗的模；</a:t>
            </a:r>
            <a:r>
              <a:rPr lang="zh-CN" altLang="en-US" b="0" i="1" dirty="0">
                <a:solidFill>
                  <a:schemeClr val="bg1"/>
                </a:solidFill>
                <a:latin typeface="Times New Roman" panose="02020603050405020304" pitchFamily="18" charset="0"/>
                <a:sym typeface="Symbol" panose="05050102010706020507" pitchFamily="18" charset="2"/>
              </a:rPr>
              <a:t></a:t>
            </a:r>
            <a:r>
              <a:rPr lang="en-US" altLang="zh-CN" b="0" i="1" baseline="-25000" dirty="0">
                <a:solidFill>
                  <a:schemeClr val="bg1"/>
                </a:solidFill>
                <a:latin typeface="Times New Roman" panose="02020603050405020304" pitchFamily="18" charset="0"/>
                <a:sym typeface="Symbol" panose="05050102010706020507" pitchFamily="18" charset="2"/>
              </a:rPr>
              <a:t>Z</a:t>
            </a:r>
            <a:r>
              <a:rPr lang="en-US" altLang="zh-CN" i="1" dirty="0">
                <a:solidFill>
                  <a:schemeClr val="bg1"/>
                </a:solidFill>
                <a:latin typeface="楷体_GB2312" pitchFamily="49" charset="-122"/>
                <a:sym typeface="Symbol" panose="05050102010706020507" pitchFamily="18" charset="2"/>
              </a:rPr>
              <a:t> </a:t>
            </a:r>
            <a:r>
              <a:rPr lang="en-US" altLang="zh-CN" dirty="0">
                <a:solidFill>
                  <a:schemeClr val="bg1"/>
                </a:solidFill>
                <a:latin typeface="Times New Roman" panose="02020603050405020304" pitchFamily="18" charset="0"/>
                <a:sym typeface="Symbol" panose="05050102010706020507" pitchFamily="18" charset="2"/>
              </a:rPr>
              <a:t>—</a:t>
            </a:r>
            <a:r>
              <a:rPr lang="zh-CN" altLang="en-US" dirty="0">
                <a:latin typeface="楷体_GB2312" pitchFamily="49" charset="-122"/>
                <a:sym typeface="Symbol" panose="05050102010706020507" pitchFamily="18" charset="2"/>
              </a:rPr>
              <a:t>阻抗角； </a:t>
            </a:r>
            <a:r>
              <a:rPr lang="en-US" altLang="zh-CN" b="0" i="1" dirty="0">
                <a:solidFill>
                  <a:schemeClr val="bg1"/>
                </a:solidFill>
                <a:latin typeface="Times New Roman" panose="02020603050405020304" pitchFamily="18" charset="0"/>
              </a:rPr>
              <a:t>R </a:t>
            </a:r>
            <a:r>
              <a:rPr lang="en-US" altLang="zh-CN" dirty="0">
                <a:solidFill>
                  <a:schemeClr val="bg1"/>
                </a:solidFill>
                <a:latin typeface="Times New Roman" panose="02020603050405020304" pitchFamily="18" charset="0"/>
              </a:rPr>
              <a:t>—</a:t>
            </a:r>
            <a:r>
              <a:rPr lang="zh-CN" altLang="en-US" dirty="0">
                <a:latin typeface="楷体_GB2312" pitchFamily="49" charset="-122"/>
              </a:rPr>
              <a:t>电阻</a:t>
            </a:r>
            <a:r>
              <a:rPr lang="en-US" altLang="zh-CN" dirty="0">
                <a:latin typeface="楷体_GB2312" pitchFamily="49" charset="-122"/>
              </a:rPr>
              <a:t>(</a:t>
            </a:r>
            <a:r>
              <a:rPr lang="zh-CN" altLang="en-US" dirty="0">
                <a:latin typeface="楷体_GB2312" pitchFamily="49" charset="-122"/>
              </a:rPr>
              <a:t>阻抗的实部</a:t>
            </a:r>
            <a:r>
              <a:rPr lang="en-US" altLang="zh-CN" dirty="0">
                <a:latin typeface="楷体_GB2312" pitchFamily="49" charset="-122"/>
              </a:rPr>
              <a:t>)</a:t>
            </a:r>
            <a:r>
              <a:rPr lang="zh-CN" altLang="en-US" dirty="0">
                <a:latin typeface="楷体_GB2312" pitchFamily="49" charset="-122"/>
              </a:rPr>
              <a:t>；</a:t>
            </a:r>
            <a:r>
              <a:rPr lang="en-US" altLang="zh-CN" i="1" dirty="0">
                <a:solidFill>
                  <a:schemeClr val="bg1"/>
                </a:solidFill>
                <a:latin typeface="Times New Roman" panose="02020603050405020304" pitchFamily="18" charset="0"/>
              </a:rPr>
              <a:t>X</a:t>
            </a:r>
            <a:r>
              <a:rPr lang="en-US" altLang="zh-CN" dirty="0">
                <a:solidFill>
                  <a:schemeClr val="bg1"/>
                </a:solidFill>
                <a:latin typeface="Times New Roman" panose="02020603050405020304" pitchFamily="18" charset="0"/>
              </a:rPr>
              <a:t>—</a:t>
            </a:r>
            <a:r>
              <a:rPr lang="zh-CN" altLang="en-US" dirty="0">
                <a:latin typeface="楷体_GB2312" pitchFamily="49" charset="-122"/>
              </a:rPr>
              <a:t>电抗</a:t>
            </a:r>
            <a:r>
              <a:rPr lang="en-US" altLang="zh-CN" dirty="0">
                <a:latin typeface="楷体_GB2312" pitchFamily="49" charset="-122"/>
              </a:rPr>
              <a:t>(</a:t>
            </a:r>
            <a:r>
              <a:rPr lang="zh-CN" altLang="en-US" dirty="0">
                <a:latin typeface="楷体_GB2312" pitchFamily="49" charset="-122"/>
              </a:rPr>
              <a:t>阻抗的虚部</a:t>
            </a:r>
            <a:r>
              <a:rPr lang="en-US" altLang="zh-CN" dirty="0">
                <a:latin typeface="楷体_GB2312" pitchFamily="49" charset="-122"/>
              </a:rPr>
              <a:t>)</a:t>
            </a:r>
            <a:r>
              <a:rPr lang="zh-CN" altLang="en-US" dirty="0">
                <a:latin typeface="楷体_GB2312" pitchFamily="49" charset="-122"/>
              </a:rPr>
              <a:t>。</a:t>
            </a:r>
            <a:endParaRPr lang="zh-CN" altLang="en-US" dirty="0">
              <a:latin typeface="楷体_GB2312" pitchFamily="49" charset="-122"/>
            </a:endParaRPr>
          </a:p>
        </p:txBody>
      </p:sp>
      <p:sp>
        <p:nvSpPr>
          <p:cNvPr id="66564" name="Text Box 4"/>
          <p:cNvSpPr txBox="1"/>
          <p:nvPr/>
        </p:nvSpPr>
        <p:spPr>
          <a:xfrm>
            <a:off x="827088" y="2189163"/>
            <a:ext cx="2305050" cy="519112"/>
          </a:xfrm>
          <a:prstGeom prst="rect">
            <a:avLst/>
          </a:prstGeom>
          <a:noFill/>
          <a:ln w="9525">
            <a:noFill/>
          </a:ln>
        </p:spPr>
        <p:txBody>
          <a:bodyPr>
            <a:spAutoFit/>
          </a:bodyPr>
          <a:p>
            <a:pPr>
              <a:spcBef>
                <a:spcPct val="50000"/>
              </a:spcBef>
            </a:pPr>
            <a:r>
              <a:rPr lang="zh-CN" altLang="en-US" dirty="0">
                <a:solidFill>
                  <a:schemeClr val="bg1"/>
                </a:solidFill>
                <a:latin typeface="Times New Roman" panose="02020603050405020304" pitchFamily="18" charset="0"/>
              </a:rPr>
              <a:t>转换关系：</a:t>
            </a:r>
            <a:endParaRPr lang="zh-CN" altLang="en-US" dirty="0">
              <a:solidFill>
                <a:schemeClr val="bg1"/>
              </a:solidFill>
              <a:latin typeface="Times New Roman" panose="02020603050405020304" pitchFamily="18" charset="0"/>
            </a:endParaRPr>
          </a:p>
        </p:txBody>
      </p:sp>
      <p:graphicFrame>
        <p:nvGraphicFramePr>
          <p:cNvPr id="66565" name="Object 5"/>
          <p:cNvGraphicFramePr/>
          <p:nvPr/>
        </p:nvGraphicFramePr>
        <p:xfrm>
          <a:off x="2787650" y="1616075"/>
          <a:ext cx="3359150" cy="1706563"/>
        </p:xfrm>
        <a:graphic>
          <a:graphicData uri="http://schemas.openxmlformats.org/presentationml/2006/ole">
            <mc:AlternateContent xmlns:mc="http://schemas.openxmlformats.org/markup-compatibility/2006">
              <mc:Choice xmlns:v="urn:schemas-microsoft-com:vml" Requires="v">
                <p:oleObj spid="_x0000_s3101" name="" r:id="rId1" imgW="1523365" imgH="774065" progId="Equation.3">
                  <p:embed/>
                </p:oleObj>
              </mc:Choice>
              <mc:Fallback>
                <p:oleObj name="" r:id="rId1" imgW="1523365" imgH="774065" progId="Equation.3">
                  <p:embed/>
                  <p:pic>
                    <p:nvPicPr>
                      <p:cNvPr id="0" name="图片 3100"/>
                      <p:cNvPicPr/>
                      <p:nvPr/>
                    </p:nvPicPr>
                    <p:blipFill>
                      <a:blip r:embed="rId2">
                        <a:clrChange>
                          <a:clrFrom>
                            <a:srgbClr val="000000"/>
                          </a:clrFrom>
                          <a:clrTo>
                            <a:srgbClr val="FFFFFF"/>
                          </a:clrTo>
                        </a:clrChange>
                      </a:blip>
                      <a:stretch>
                        <a:fillRect/>
                      </a:stretch>
                    </p:blipFill>
                    <p:spPr>
                      <a:xfrm>
                        <a:off x="2787650" y="1616075"/>
                        <a:ext cx="3359150" cy="1706563"/>
                      </a:xfrm>
                      <a:prstGeom prst="rect">
                        <a:avLst/>
                      </a:prstGeom>
                      <a:noFill/>
                      <a:ln w="38100">
                        <a:noFill/>
                        <a:miter/>
                      </a:ln>
                    </p:spPr>
                  </p:pic>
                </p:oleObj>
              </mc:Fallback>
            </mc:AlternateContent>
          </a:graphicData>
        </a:graphic>
      </p:graphicFrame>
      <p:sp>
        <p:nvSpPr>
          <p:cNvPr id="66566" name="Text Box 6"/>
          <p:cNvSpPr txBox="1"/>
          <p:nvPr/>
        </p:nvSpPr>
        <p:spPr>
          <a:xfrm>
            <a:off x="900113" y="3644900"/>
            <a:ext cx="541337" cy="519113"/>
          </a:xfrm>
          <a:prstGeom prst="rect">
            <a:avLst/>
          </a:prstGeom>
          <a:noFill/>
          <a:ln w="9525">
            <a:noFill/>
          </a:ln>
        </p:spPr>
        <p:txBody>
          <a:bodyPr wrap="none">
            <a:spAutoFit/>
          </a:bodyPr>
          <a:p>
            <a:pPr>
              <a:spcBef>
                <a:spcPct val="50000"/>
              </a:spcBef>
            </a:pPr>
            <a:r>
              <a:rPr lang="zh-CN" altLang="en-US" dirty="0">
                <a:latin typeface="Times New Roman" panose="02020603050405020304" pitchFamily="18" charset="0"/>
              </a:rPr>
              <a:t>或</a:t>
            </a:r>
            <a:endParaRPr lang="zh-CN" altLang="en-US" dirty="0">
              <a:latin typeface="Times New Roman" panose="02020603050405020304" pitchFamily="18" charset="0"/>
            </a:endParaRPr>
          </a:p>
        </p:txBody>
      </p:sp>
      <p:grpSp>
        <p:nvGrpSpPr>
          <p:cNvPr id="2" name="Group 36"/>
          <p:cNvGrpSpPr/>
          <p:nvPr/>
        </p:nvGrpSpPr>
        <p:grpSpPr>
          <a:xfrm>
            <a:off x="1763713" y="3270250"/>
            <a:ext cx="2520950" cy="1311275"/>
            <a:chOff x="1111" y="1979"/>
            <a:chExt cx="1588" cy="826"/>
          </a:xfrm>
        </p:grpSpPr>
        <p:sp>
          <p:nvSpPr>
            <p:cNvPr id="4124" name="Text Box 8"/>
            <p:cNvSpPr txBox="1"/>
            <p:nvPr/>
          </p:nvSpPr>
          <p:spPr>
            <a:xfrm>
              <a:off x="1267" y="1979"/>
              <a:ext cx="1432" cy="826"/>
            </a:xfrm>
            <a:prstGeom prst="rect">
              <a:avLst/>
            </a:prstGeom>
            <a:noFill/>
            <a:ln w="9525">
              <a:noFill/>
            </a:ln>
          </p:spPr>
          <p:txBody>
            <a:bodyPr>
              <a:spAutoFit/>
            </a:bodyPr>
            <a:p>
              <a:pPr>
                <a:spcBef>
                  <a:spcPct val="50000"/>
                </a:spcBef>
              </a:pPr>
              <a:r>
                <a:rPr lang="en-US" altLang="zh-CN" sz="3200" b="0" i="1" dirty="0">
                  <a:solidFill>
                    <a:schemeClr val="bg1"/>
                  </a:solidFill>
                  <a:latin typeface="Times New Roman" panose="02020603050405020304" pitchFamily="18" charset="0"/>
                  <a:ea typeface="宋体" panose="02010600030101010101" pitchFamily="2" charset="-122"/>
                </a:rPr>
                <a:t>R</a:t>
              </a:r>
              <a:r>
                <a:rPr lang="en-US" altLang="zh-CN" sz="3200" b="0" dirty="0">
                  <a:solidFill>
                    <a:schemeClr val="bg1"/>
                  </a:solidFill>
                  <a:latin typeface="Times New Roman" panose="02020603050405020304" pitchFamily="18" charset="0"/>
                  <a:ea typeface="宋体" panose="02010600030101010101" pitchFamily="2" charset="-122"/>
                </a:rPr>
                <a:t>=|</a:t>
              </a:r>
              <a:r>
                <a:rPr lang="en-US" altLang="zh-CN" sz="3200" b="0" i="1" dirty="0">
                  <a:solidFill>
                    <a:schemeClr val="bg1"/>
                  </a:solidFill>
                  <a:latin typeface="Times New Roman" panose="02020603050405020304" pitchFamily="18" charset="0"/>
                  <a:ea typeface="宋体" panose="02010600030101010101" pitchFamily="2" charset="-122"/>
                </a:rPr>
                <a:t>Z</a:t>
              </a:r>
              <a:r>
                <a:rPr lang="en-US" altLang="zh-CN" sz="3200" b="0" dirty="0">
                  <a:solidFill>
                    <a:schemeClr val="bg1"/>
                  </a:solidFill>
                  <a:latin typeface="Times New Roman" panose="02020603050405020304" pitchFamily="18" charset="0"/>
                  <a:ea typeface="宋体" panose="02010600030101010101" pitchFamily="2" charset="-122"/>
                </a:rPr>
                <a:t>|cos</a:t>
              </a:r>
              <a:r>
                <a:rPr lang="en-US" altLang="zh-CN" sz="3200" b="0" i="1" dirty="0">
                  <a:solidFill>
                    <a:schemeClr val="bg1"/>
                  </a:solidFill>
                  <a:latin typeface="Times New Roman" panose="02020603050405020304" pitchFamily="18" charset="0"/>
                  <a:ea typeface="宋体" panose="02010600030101010101" pitchFamily="2" charset="-122"/>
                  <a:sym typeface="Symbol" panose="05050102010706020507" pitchFamily="18" charset="2"/>
                </a:rPr>
                <a:t></a:t>
              </a:r>
              <a:r>
                <a:rPr lang="en-US" altLang="zh-CN" sz="3200" b="0" i="1" baseline="-25000" dirty="0">
                  <a:solidFill>
                    <a:schemeClr val="bg1"/>
                  </a:solidFill>
                  <a:latin typeface="Times New Roman" panose="02020603050405020304" pitchFamily="18" charset="0"/>
                  <a:ea typeface="宋体" panose="02010600030101010101" pitchFamily="2" charset="-122"/>
                  <a:sym typeface="Symbol" panose="05050102010706020507" pitchFamily="18" charset="2"/>
                </a:rPr>
                <a:t>Z</a:t>
              </a:r>
              <a:endParaRPr lang="en-US" altLang="zh-CN" sz="3200" b="0" i="1" baseline="-25000" dirty="0">
                <a:solidFill>
                  <a:schemeClr val="bg1"/>
                </a:solidFill>
                <a:latin typeface="Times New Roman" panose="02020603050405020304" pitchFamily="18" charset="0"/>
                <a:ea typeface="宋体" panose="02010600030101010101" pitchFamily="2" charset="-122"/>
                <a:sym typeface="Symbol" panose="05050102010706020507" pitchFamily="18" charset="2"/>
              </a:endParaRPr>
            </a:p>
            <a:p>
              <a:pPr>
                <a:spcBef>
                  <a:spcPct val="50000"/>
                </a:spcBef>
              </a:pPr>
              <a:r>
                <a:rPr lang="en-US" altLang="zh-CN" sz="3200" b="0" i="1" dirty="0">
                  <a:solidFill>
                    <a:schemeClr val="bg1"/>
                  </a:solidFill>
                  <a:latin typeface="Times New Roman" panose="02020603050405020304" pitchFamily="18" charset="0"/>
                  <a:ea typeface="宋体" panose="02010600030101010101" pitchFamily="2" charset="-122"/>
                </a:rPr>
                <a:t>X</a:t>
              </a:r>
              <a:r>
                <a:rPr lang="en-US" altLang="zh-CN" sz="3200" b="0" dirty="0">
                  <a:solidFill>
                    <a:schemeClr val="bg1"/>
                  </a:solidFill>
                  <a:latin typeface="Times New Roman" panose="02020603050405020304" pitchFamily="18" charset="0"/>
                  <a:ea typeface="宋体" panose="02010600030101010101" pitchFamily="2" charset="-122"/>
                </a:rPr>
                <a:t>=|</a:t>
              </a:r>
              <a:r>
                <a:rPr lang="en-US" altLang="zh-CN" sz="3200" b="0" i="1" dirty="0">
                  <a:solidFill>
                    <a:schemeClr val="bg1"/>
                  </a:solidFill>
                  <a:latin typeface="Times New Roman" panose="02020603050405020304" pitchFamily="18" charset="0"/>
                  <a:ea typeface="宋体" panose="02010600030101010101" pitchFamily="2" charset="-122"/>
                </a:rPr>
                <a:t>Z</a:t>
              </a:r>
              <a:r>
                <a:rPr lang="en-US" altLang="zh-CN" sz="3200" b="0" dirty="0">
                  <a:solidFill>
                    <a:schemeClr val="bg1"/>
                  </a:solidFill>
                  <a:latin typeface="Times New Roman" panose="02020603050405020304" pitchFamily="18" charset="0"/>
                  <a:ea typeface="宋体" panose="02010600030101010101" pitchFamily="2" charset="-122"/>
                </a:rPr>
                <a:t>|sin</a:t>
              </a:r>
              <a:r>
                <a:rPr lang="en-US" altLang="zh-CN" sz="3200" b="0" i="1" dirty="0">
                  <a:solidFill>
                    <a:schemeClr val="bg1"/>
                  </a:solidFill>
                  <a:latin typeface="Times New Roman" panose="02020603050405020304" pitchFamily="18" charset="0"/>
                  <a:ea typeface="宋体" panose="02010600030101010101" pitchFamily="2" charset="-122"/>
                  <a:sym typeface="Symbol" panose="05050102010706020507" pitchFamily="18" charset="2"/>
                </a:rPr>
                <a:t></a:t>
              </a:r>
              <a:r>
                <a:rPr lang="en-US" altLang="zh-CN" sz="3200" b="0" i="1" baseline="-25000" dirty="0">
                  <a:solidFill>
                    <a:schemeClr val="bg1"/>
                  </a:solidFill>
                  <a:latin typeface="Times New Roman" panose="02020603050405020304" pitchFamily="18" charset="0"/>
                  <a:ea typeface="宋体" panose="02010600030101010101" pitchFamily="2" charset="-122"/>
                  <a:sym typeface="Symbol" panose="05050102010706020507" pitchFamily="18" charset="2"/>
                </a:rPr>
                <a:t>Z</a:t>
              </a:r>
              <a:endParaRPr lang="en-US" altLang="zh-CN" sz="3200" b="0" i="1" baseline="-25000" dirty="0">
                <a:solidFill>
                  <a:schemeClr val="bg1"/>
                </a:solidFill>
                <a:latin typeface="Times New Roman" panose="02020603050405020304" pitchFamily="18" charset="0"/>
                <a:ea typeface="宋体" panose="02010600030101010101" pitchFamily="2" charset="-122"/>
              </a:endParaRPr>
            </a:p>
          </p:txBody>
        </p:sp>
        <p:sp>
          <p:nvSpPr>
            <p:cNvPr id="4125" name="AutoShape 9"/>
            <p:cNvSpPr/>
            <p:nvPr/>
          </p:nvSpPr>
          <p:spPr>
            <a:xfrm>
              <a:off x="1111" y="2069"/>
              <a:ext cx="136" cy="726"/>
            </a:xfrm>
            <a:prstGeom prst="leftBrace">
              <a:avLst>
                <a:gd name="adj1" fmla="val 44460"/>
                <a:gd name="adj2" fmla="val 50000"/>
              </a:avLst>
            </a:prstGeom>
            <a:noFill/>
            <a:ln w="28575" cap="flat" cmpd="sng">
              <a:solidFill>
                <a:schemeClr val="bg1"/>
              </a:solidFill>
              <a:prstDash val="solid"/>
              <a:headEnd type="none" w="med" len="med"/>
              <a:tailEnd type="none" w="med" len="med"/>
            </a:ln>
          </p:spPr>
          <p:txBody>
            <a:bodyPr wrap="none" anchor="ctr" anchorCtr="0"/>
            <a:p>
              <a:endParaRPr lang="zh-CN" altLang="en-US" dirty="0">
                <a:latin typeface="楷体_GB2312" pitchFamily="49" charset="-122"/>
              </a:endParaRPr>
            </a:p>
          </p:txBody>
        </p:sp>
      </p:grpSp>
      <p:sp>
        <p:nvSpPr>
          <p:cNvPr id="66579" name="Text Box 19"/>
          <p:cNvSpPr txBox="1"/>
          <p:nvPr/>
        </p:nvSpPr>
        <p:spPr>
          <a:xfrm>
            <a:off x="1258888" y="5300663"/>
            <a:ext cx="2232025" cy="519112"/>
          </a:xfrm>
          <a:prstGeom prst="rect">
            <a:avLst/>
          </a:prstGeom>
          <a:solidFill>
            <a:schemeClr val="hlink"/>
          </a:solidFill>
          <a:ln w="9525">
            <a:noFill/>
          </a:ln>
        </p:spPr>
        <p:txBody>
          <a:bodyPr/>
          <a:p>
            <a:r>
              <a:rPr lang="zh-CN" altLang="en-US" dirty="0">
                <a:solidFill>
                  <a:schemeClr val="bg1"/>
                </a:solidFill>
                <a:latin typeface="Times New Roman" panose="02020603050405020304" pitchFamily="18" charset="0"/>
              </a:rPr>
              <a:t>阻抗三角形</a:t>
            </a:r>
            <a:endParaRPr lang="zh-CN" altLang="en-US" dirty="0">
              <a:solidFill>
                <a:schemeClr val="bg1"/>
              </a:solidFill>
              <a:latin typeface="Times New Roman" panose="02020603050405020304" pitchFamily="18" charset="0"/>
            </a:endParaRPr>
          </a:p>
        </p:txBody>
      </p:sp>
      <p:grpSp>
        <p:nvGrpSpPr>
          <p:cNvPr id="3" name="Group 37"/>
          <p:cNvGrpSpPr/>
          <p:nvPr/>
        </p:nvGrpSpPr>
        <p:grpSpPr>
          <a:xfrm>
            <a:off x="3563938" y="4797425"/>
            <a:ext cx="2201862" cy="1687513"/>
            <a:chOff x="2290" y="2795"/>
            <a:chExt cx="1387" cy="1063"/>
          </a:xfrm>
        </p:grpSpPr>
        <p:sp>
          <p:nvSpPr>
            <p:cNvPr id="4115" name="Line 11"/>
            <p:cNvSpPr/>
            <p:nvPr/>
          </p:nvSpPr>
          <p:spPr>
            <a:xfrm>
              <a:off x="2290" y="3566"/>
              <a:ext cx="1089" cy="0"/>
            </a:xfrm>
            <a:prstGeom prst="line">
              <a:avLst/>
            </a:prstGeom>
            <a:ln w="38100" cap="flat" cmpd="sng">
              <a:solidFill>
                <a:srgbClr val="FF9900"/>
              </a:solidFill>
              <a:prstDash val="solid"/>
              <a:headEnd type="none" w="med" len="med"/>
              <a:tailEnd type="none" w="med" len="med"/>
            </a:ln>
          </p:spPr>
        </p:sp>
        <p:sp>
          <p:nvSpPr>
            <p:cNvPr id="4116" name="Line 12"/>
            <p:cNvSpPr/>
            <p:nvPr/>
          </p:nvSpPr>
          <p:spPr>
            <a:xfrm flipV="1">
              <a:off x="3376" y="2795"/>
              <a:ext cx="0" cy="768"/>
            </a:xfrm>
            <a:prstGeom prst="line">
              <a:avLst/>
            </a:prstGeom>
            <a:ln w="38100" cap="flat" cmpd="sng">
              <a:solidFill>
                <a:srgbClr val="FF9900"/>
              </a:solidFill>
              <a:prstDash val="solid"/>
              <a:headEnd type="none" w="med" len="med"/>
              <a:tailEnd type="none" w="med" len="med"/>
            </a:ln>
          </p:spPr>
        </p:sp>
        <p:sp>
          <p:nvSpPr>
            <p:cNvPr id="4117" name="Line 13"/>
            <p:cNvSpPr/>
            <p:nvPr/>
          </p:nvSpPr>
          <p:spPr>
            <a:xfrm flipH="1">
              <a:off x="2290" y="2795"/>
              <a:ext cx="1089" cy="771"/>
            </a:xfrm>
            <a:prstGeom prst="line">
              <a:avLst/>
            </a:prstGeom>
            <a:ln w="38100" cap="flat" cmpd="sng">
              <a:solidFill>
                <a:srgbClr val="FF9900"/>
              </a:solidFill>
              <a:prstDash val="solid"/>
              <a:headEnd type="none" w="med" len="med"/>
              <a:tailEnd type="none" w="med" len="med"/>
            </a:ln>
          </p:spPr>
        </p:sp>
        <p:sp>
          <p:nvSpPr>
            <p:cNvPr id="4118" name="Freeform 14"/>
            <p:cNvSpPr/>
            <p:nvPr/>
          </p:nvSpPr>
          <p:spPr>
            <a:xfrm>
              <a:off x="2464" y="3455"/>
              <a:ext cx="60" cy="108"/>
            </a:xfrm>
            <a:custGeom>
              <a:avLst/>
              <a:gdLst>
                <a:gd name="txL" fmla="*/ 0 w 60"/>
                <a:gd name="txT" fmla="*/ 0 h 108"/>
                <a:gd name="txR" fmla="*/ 60 w 60"/>
                <a:gd name="txB" fmla="*/ 108 h 108"/>
              </a:gdLst>
              <a:ahLst/>
              <a:cxnLst>
                <a:cxn ang="0">
                  <a:pos x="0" y="0"/>
                </a:cxn>
                <a:cxn ang="0">
                  <a:pos x="60" y="108"/>
                </a:cxn>
              </a:cxnLst>
              <a:rect l="txL" t="txT" r="txR" b="txB"/>
              <a:pathLst>
                <a:path w="60" h="108">
                  <a:moveTo>
                    <a:pt x="0" y="0"/>
                  </a:moveTo>
                  <a:cubicBezTo>
                    <a:pt x="41" y="27"/>
                    <a:pt x="60" y="55"/>
                    <a:pt x="60" y="108"/>
                  </a:cubicBezTo>
                </a:path>
              </a:pathLst>
            </a:custGeom>
            <a:noFill/>
            <a:ln w="38100" cap="flat" cmpd="sng">
              <a:solidFill>
                <a:srgbClr val="66FF33"/>
              </a:solidFill>
              <a:prstDash val="solid"/>
              <a:round/>
              <a:headEnd type="none" w="med" len="med"/>
              <a:tailEnd type="none" w="med" len="med"/>
            </a:ln>
          </p:spPr>
          <p:txBody>
            <a:bodyPr wrap="none" anchor="ctr" anchorCtr="0"/>
            <a:p>
              <a:endParaRPr lang="zh-CN" altLang="en-US" dirty="0">
                <a:latin typeface="楷体_GB2312" pitchFamily="49" charset="-122"/>
              </a:endParaRPr>
            </a:p>
          </p:txBody>
        </p:sp>
        <p:sp>
          <p:nvSpPr>
            <p:cNvPr id="4119" name="Text Box 15"/>
            <p:cNvSpPr txBox="1"/>
            <p:nvPr/>
          </p:nvSpPr>
          <p:spPr>
            <a:xfrm>
              <a:off x="2560" y="2859"/>
              <a:ext cx="365" cy="327"/>
            </a:xfrm>
            <a:prstGeom prst="rect">
              <a:avLst/>
            </a:prstGeom>
            <a:noFill/>
            <a:ln w="9525">
              <a:noFill/>
            </a:ln>
          </p:spPr>
          <p:txBody>
            <a:bodyPr wrap="none">
              <a:spAutoFit/>
            </a:bodyPr>
            <a:p>
              <a:r>
                <a:rPr lang="en-US" altLang="zh-CN" b="0" i="1" dirty="0">
                  <a:solidFill>
                    <a:schemeClr val="bg1"/>
                  </a:solidFill>
                  <a:latin typeface="Times New Roman" panose="02020603050405020304" pitchFamily="18" charset="0"/>
                  <a:ea typeface="宋体" panose="02010600030101010101" pitchFamily="2" charset="-122"/>
                </a:rPr>
                <a:t>|Z|</a:t>
              </a:r>
              <a:endParaRPr lang="en-US" altLang="zh-CN" b="0" i="1" dirty="0">
                <a:solidFill>
                  <a:schemeClr val="bg1"/>
                </a:solidFill>
                <a:latin typeface="Times New Roman" panose="02020603050405020304" pitchFamily="18" charset="0"/>
                <a:ea typeface="宋体" panose="02010600030101010101" pitchFamily="2" charset="-122"/>
              </a:endParaRPr>
            </a:p>
          </p:txBody>
        </p:sp>
        <p:sp>
          <p:nvSpPr>
            <p:cNvPr id="4120" name="Text Box 16"/>
            <p:cNvSpPr txBox="1"/>
            <p:nvPr/>
          </p:nvSpPr>
          <p:spPr>
            <a:xfrm>
              <a:off x="2800" y="3531"/>
              <a:ext cx="253" cy="327"/>
            </a:xfrm>
            <a:prstGeom prst="rect">
              <a:avLst/>
            </a:prstGeom>
            <a:noFill/>
            <a:ln w="9525">
              <a:noFill/>
            </a:ln>
          </p:spPr>
          <p:txBody>
            <a:bodyPr wrap="none">
              <a:spAutoFit/>
            </a:bodyPr>
            <a:p>
              <a:r>
                <a:rPr lang="en-US" altLang="zh-CN" b="0" i="1" dirty="0">
                  <a:solidFill>
                    <a:schemeClr val="bg1"/>
                  </a:solidFill>
                  <a:latin typeface="Times New Roman" panose="02020603050405020304" pitchFamily="18" charset="0"/>
                  <a:ea typeface="宋体" panose="02010600030101010101" pitchFamily="2" charset="-122"/>
                </a:rPr>
                <a:t>R</a:t>
              </a:r>
              <a:endParaRPr lang="en-US" altLang="zh-CN" b="0" i="1" dirty="0">
                <a:solidFill>
                  <a:schemeClr val="bg1"/>
                </a:solidFill>
                <a:latin typeface="Times New Roman" panose="02020603050405020304" pitchFamily="18" charset="0"/>
                <a:ea typeface="宋体" panose="02010600030101010101" pitchFamily="2" charset="-122"/>
              </a:endParaRPr>
            </a:p>
          </p:txBody>
        </p:sp>
        <p:sp>
          <p:nvSpPr>
            <p:cNvPr id="4121" name="Text Box 17"/>
            <p:cNvSpPr txBox="1"/>
            <p:nvPr/>
          </p:nvSpPr>
          <p:spPr>
            <a:xfrm>
              <a:off x="3424" y="3051"/>
              <a:ext cx="253" cy="327"/>
            </a:xfrm>
            <a:prstGeom prst="rect">
              <a:avLst/>
            </a:prstGeom>
            <a:noFill/>
            <a:ln w="9525">
              <a:noFill/>
            </a:ln>
          </p:spPr>
          <p:txBody>
            <a:bodyPr wrap="none">
              <a:spAutoFit/>
            </a:bodyPr>
            <a:p>
              <a:r>
                <a:rPr lang="en-US" altLang="zh-CN" b="0" i="1" dirty="0">
                  <a:solidFill>
                    <a:schemeClr val="bg1"/>
                  </a:solidFill>
                  <a:latin typeface="Times New Roman" panose="02020603050405020304" pitchFamily="18" charset="0"/>
                  <a:ea typeface="宋体" panose="02010600030101010101" pitchFamily="2" charset="-122"/>
                </a:rPr>
                <a:t>X</a:t>
              </a:r>
              <a:endParaRPr lang="en-US" altLang="zh-CN" b="0" i="1" dirty="0">
                <a:solidFill>
                  <a:schemeClr val="bg1"/>
                </a:solidFill>
                <a:latin typeface="Times New Roman" panose="02020603050405020304" pitchFamily="18" charset="0"/>
                <a:ea typeface="宋体" panose="02010600030101010101" pitchFamily="2" charset="-122"/>
              </a:endParaRPr>
            </a:p>
          </p:txBody>
        </p:sp>
        <p:sp>
          <p:nvSpPr>
            <p:cNvPr id="4122" name="Text Box 18"/>
            <p:cNvSpPr txBox="1"/>
            <p:nvPr/>
          </p:nvSpPr>
          <p:spPr>
            <a:xfrm>
              <a:off x="2512" y="3243"/>
              <a:ext cx="336" cy="327"/>
            </a:xfrm>
            <a:prstGeom prst="rect">
              <a:avLst/>
            </a:prstGeom>
            <a:noFill/>
            <a:ln w="9525">
              <a:noFill/>
            </a:ln>
          </p:spPr>
          <p:txBody>
            <a:bodyPr wrap="none">
              <a:spAutoFit/>
            </a:bodyPr>
            <a:p>
              <a:r>
                <a:rPr lang="en-US" altLang="zh-CN" b="0" i="1" dirty="0">
                  <a:solidFill>
                    <a:schemeClr val="bg1"/>
                  </a:solidFill>
                  <a:latin typeface="Symbol" panose="05050102010706020507" pitchFamily="18" charset="2"/>
                  <a:ea typeface="宋体" panose="02010600030101010101" pitchFamily="2" charset="-122"/>
                </a:rPr>
                <a:t>j</a:t>
              </a:r>
              <a:r>
                <a:rPr lang="en-US" altLang="zh-CN" b="0" i="1" baseline="-25000" dirty="0">
                  <a:solidFill>
                    <a:schemeClr val="bg1"/>
                  </a:solidFill>
                  <a:latin typeface="Times New Roman" panose="02020603050405020304" pitchFamily="18" charset="0"/>
                  <a:ea typeface="宋体" panose="02010600030101010101" pitchFamily="2" charset="-122"/>
                </a:rPr>
                <a:t>Z</a:t>
              </a:r>
              <a:endParaRPr lang="en-US" altLang="zh-CN" b="0" i="1" baseline="-25000" dirty="0">
                <a:solidFill>
                  <a:schemeClr val="bg1"/>
                </a:solidFill>
                <a:latin typeface="Times New Roman" panose="02020603050405020304" pitchFamily="18" charset="0"/>
                <a:ea typeface="宋体" panose="02010600030101010101" pitchFamily="2" charset="-122"/>
              </a:endParaRPr>
            </a:p>
          </p:txBody>
        </p:sp>
        <p:sp>
          <p:nvSpPr>
            <p:cNvPr id="4123" name="Freeform 20"/>
            <p:cNvSpPr/>
            <p:nvPr/>
          </p:nvSpPr>
          <p:spPr>
            <a:xfrm>
              <a:off x="3232" y="3419"/>
              <a:ext cx="144" cy="144"/>
            </a:xfrm>
            <a:custGeom>
              <a:avLst/>
              <a:gdLst>
                <a:gd name="txL" fmla="*/ 0 w 96"/>
                <a:gd name="txT" fmla="*/ 0 h 144"/>
                <a:gd name="txR" fmla="*/ 96 w 96"/>
                <a:gd name="txB" fmla="*/ 144 h 144"/>
              </a:gdLst>
              <a:ahLst/>
              <a:cxnLst>
                <a:cxn ang="0">
                  <a:pos x="96" y="0"/>
                </a:cxn>
                <a:cxn ang="0">
                  <a:pos x="0" y="0"/>
                </a:cxn>
                <a:cxn ang="0">
                  <a:pos x="0" y="144"/>
                </a:cxn>
              </a:cxnLst>
              <a:rect l="txL" t="txT" r="txR" b="txB"/>
              <a:pathLst>
                <a:path w="96" h="144">
                  <a:moveTo>
                    <a:pt x="96" y="0"/>
                  </a:moveTo>
                  <a:lnTo>
                    <a:pt x="0" y="0"/>
                  </a:lnTo>
                  <a:lnTo>
                    <a:pt x="0" y="144"/>
                  </a:lnTo>
                </a:path>
              </a:pathLst>
            </a:custGeom>
            <a:noFill/>
            <a:ln w="38100" cap="flat" cmpd="sng">
              <a:solidFill>
                <a:srgbClr val="66FFFF"/>
              </a:solidFill>
              <a:prstDash val="solid"/>
              <a:round/>
              <a:headEnd type="none" w="med" len="med"/>
              <a:tailEnd type="none" w="med" len="med"/>
            </a:ln>
          </p:spPr>
          <p:txBody>
            <a:bodyPr wrap="none" anchor="ctr" anchorCtr="0"/>
            <a:p>
              <a:endParaRPr lang="zh-CN" altLang="en-US" dirty="0">
                <a:latin typeface="楷体_GB2312" pitchFamily="49" charset="-122"/>
              </a:endParaRPr>
            </a:p>
          </p:txBody>
        </p:sp>
      </p:grpSp>
      <p:graphicFrame>
        <p:nvGraphicFramePr>
          <p:cNvPr id="66581" name="Object 21"/>
          <p:cNvGraphicFramePr/>
          <p:nvPr/>
        </p:nvGraphicFramePr>
        <p:xfrm>
          <a:off x="5508625" y="3068638"/>
          <a:ext cx="1870075" cy="1660525"/>
        </p:xfrm>
        <a:graphic>
          <a:graphicData uri="http://schemas.openxmlformats.org/presentationml/2006/ole">
            <mc:AlternateContent xmlns:mc="http://schemas.openxmlformats.org/markup-compatibility/2006">
              <mc:Choice xmlns:v="urn:schemas-microsoft-com:vml" Requires="v">
                <p:oleObj spid="_x0000_s3102" name="" r:id="rId3" imgW="812165" imgH="723900" progId="Equation.3">
                  <p:embed/>
                </p:oleObj>
              </mc:Choice>
              <mc:Fallback>
                <p:oleObj name="" r:id="rId3" imgW="812165" imgH="723900" progId="Equation.3">
                  <p:embed/>
                  <p:pic>
                    <p:nvPicPr>
                      <p:cNvPr id="0" name="图片 3101"/>
                      <p:cNvPicPr/>
                      <p:nvPr/>
                    </p:nvPicPr>
                    <p:blipFill>
                      <a:blip r:embed="rId4">
                        <a:clrChange>
                          <a:clrFrom>
                            <a:srgbClr val="000000"/>
                          </a:clrFrom>
                          <a:clrTo>
                            <a:srgbClr val="FFFFFF"/>
                          </a:clrTo>
                        </a:clrChange>
                      </a:blip>
                      <a:stretch>
                        <a:fillRect/>
                      </a:stretch>
                    </p:blipFill>
                    <p:spPr>
                      <a:xfrm>
                        <a:off x="5508625" y="3068638"/>
                        <a:ext cx="1870075" cy="1660525"/>
                      </a:xfrm>
                      <a:prstGeom prst="rect">
                        <a:avLst/>
                      </a:prstGeom>
                      <a:noFill/>
                      <a:ln w="38100">
                        <a:noFill/>
                        <a:miter/>
                      </a:ln>
                    </p:spPr>
                  </p:pic>
                </p:oleObj>
              </mc:Fallback>
            </mc:AlternateContent>
          </a:graphicData>
        </a:graphic>
      </p:graphicFrame>
      <p:grpSp>
        <p:nvGrpSpPr>
          <p:cNvPr id="4106" name="Group 27"/>
          <p:cNvGrpSpPr/>
          <p:nvPr/>
        </p:nvGrpSpPr>
        <p:grpSpPr>
          <a:xfrm>
            <a:off x="8316913" y="6446838"/>
            <a:ext cx="792162" cy="366712"/>
            <a:chOff x="5193" y="4020"/>
            <a:chExt cx="499" cy="231"/>
          </a:xfrm>
        </p:grpSpPr>
        <p:pic>
          <p:nvPicPr>
            <p:cNvPr id="4113" name="Picture 28" descr="78900"/>
            <p:cNvPicPr>
              <a:picLocks noChangeAspect="1"/>
            </p:cNvPicPr>
            <p:nvPr/>
          </p:nvPicPr>
          <p:blipFill>
            <a:blip r:embed="rId5"/>
            <a:stretch>
              <a:fillRect/>
            </a:stretch>
          </p:blipFill>
          <p:spPr>
            <a:xfrm>
              <a:off x="5193" y="4066"/>
              <a:ext cx="499" cy="181"/>
            </a:xfrm>
            <a:prstGeom prst="rect">
              <a:avLst/>
            </a:prstGeom>
            <a:noFill/>
            <a:ln w="9525">
              <a:noFill/>
            </a:ln>
          </p:spPr>
        </p:pic>
        <p:sp>
          <p:nvSpPr>
            <p:cNvPr id="4114" name="Text Box 29">
              <a:hlinkClick r:id="" action="ppaction://hlinkshowjump?jump=nextslide"/>
            </p:cNvPr>
            <p:cNvSpPr txBox="1"/>
            <p:nvPr/>
          </p:nvSpPr>
          <p:spPr>
            <a:xfrm>
              <a:off x="5216" y="4020"/>
              <a:ext cx="476" cy="231"/>
            </a:xfrm>
            <a:prstGeom prst="rect">
              <a:avLst/>
            </a:prstGeom>
            <a:noFill/>
            <a:ln w="9525">
              <a:noFill/>
            </a:ln>
          </p:spPr>
          <p:txBody>
            <a:bodyPr wrap="none">
              <a:spAutoFit/>
            </a:bodyPr>
            <a:p>
              <a:pPr>
                <a:spcBef>
                  <a:spcPct val="50000"/>
                </a:spcBef>
              </a:pPr>
              <a:r>
                <a:rPr lang="zh-CN" altLang="en-US" sz="1800" b="0" dirty="0">
                  <a:solidFill>
                    <a:schemeClr val="bg1"/>
                  </a:solidFill>
                  <a:latin typeface="隶书" panose="02010509060101010101" pitchFamily="49" charset="-122"/>
                  <a:ea typeface="隶书" panose="02010509060101010101" pitchFamily="49" charset="-122"/>
                </a:rPr>
                <a:t>下 页</a:t>
              </a:r>
              <a:endParaRPr lang="zh-CN" altLang="en-US" sz="1800" b="0" dirty="0">
                <a:solidFill>
                  <a:schemeClr val="bg1"/>
                </a:solidFill>
                <a:latin typeface="隶书" panose="02010509060101010101" pitchFamily="49" charset="-122"/>
                <a:ea typeface="隶书" panose="02010509060101010101" pitchFamily="49" charset="-122"/>
              </a:endParaRPr>
            </a:p>
          </p:txBody>
        </p:sp>
      </p:grpSp>
      <p:grpSp>
        <p:nvGrpSpPr>
          <p:cNvPr id="4107" name="Group 30"/>
          <p:cNvGrpSpPr/>
          <p:nvPr/>
        </p:nvGrpSpPr>
        <p:grpSpPr>
          <a:xfrm>
            <a:off x="7453313" y="6446838"/>
            <a:ext cx="792162" cy="366712"/>
            <a:chOff x="4649" y="4020"/>
            <a:chExt cx="499" cy="231"/>
          </a:xfrm>
        </p:grpSpPr>
        <p:pic>
          <p:nvPicPr>
            <p:cNvPr id="4111" name="Picture 31" descr="78900"/>
            <p:cNvPicPr>
              <a:picLocks noChangeAspect="1"/>
            </p:cNvPicPr>
            <p:nvPr/>
          </p:nvPicPr>
          <p:blipFill>
            <a:blip r:embed="rId5"/>
            <a:stretch>
              <a:fillRect/>
            </a:stretch>
          </p:blipFill>
          <p:spPr>
            <a:xfrm>
              <a:off x="4649" y="4066"/>
              <a:ext cx="499" cy="181"/>
            </a:xfrm>
            <a:prstGeom prst="rect">
              <a:avLst/>
            </a:prstGeom>
            <a:noFill/>
            <a:ln w="9525">
              <a:noFill/>
            </a:ln>
          </p:spPr>
        </p:pic>
        <p:sp>
          <p:nvSpPr>
            <p:cNvPr id="4112" name="Text Box 32">
              <a:hlinkClick r:id="" action="ppaction://hlinkshowjump?jump=previousslide"/>
            </p:cNvPr>
            <p:cNvSpPr txBox="1"/>
            <p:nvPr/>
          </p:nvSpPr>
          <p:spPr>
            <a:xfrm>
              <a:off x="4672" y="4020"/>
              <a:ext cx="476" cy="231"/>
            </a:xfrm>
            <a:prstGeom prst="rect">
              <a:avLst/>
            </a:prstGeom>
            <a:noFill/>
            <a:ln w="9525">
              <a:noFill/>
            </a:ln>
          </p:spPr>
          <p:txBody>
            <a:bodyPr wrap="none">
              <a:spAutoFit/>
            </a:bodyPr>
            <a:p>
              <a:pPr>
                <a:spcBef>
                  <a:spcPct val="50000"/>
                </a:spcBef>
              </a:pPr>
              <a:r>
                <a:rPr lang="zh-CN" altLang="en-US" sz="1800" b="0" dirty="0">
                  <a:solidFill>
                    <a:schemeClr val="bg1"/>
                  </a:solidFill>
                  <a:latin typeface="隶书" panose="02010509060101010101" pitchFamily="49" charset="-122"/>
                  <a:ea typeface="隶书" panose="02010509060101010101" pitchFamily="49" charset="-122"/>
                </a:rPr>
                <a:t>上 页</a:t>
              </a:r>
              <a:endParaRPr lang="zh-CN" altLang="en-US" sz="1800" b="0" dirty="0">
                <a:solidFill>
                  <a:schemeClr val="bg1"/>
                </a:solidFill>
                <a:latin typeface="隶书" panose="02010509060101010101" pitchFamily="49" charset="-122"/>
                <a:ea typeface="隶书" panose="02010509060101010101" pitchFamily="49" charset="-122"/>
              </a:endParaRPr>
            </a:p>
          </p:txBody>
        </p:sp>
      </p:grpSp>
      <p:grpSp>
        <p:nvGrpSpPr>
          <p:cNvPr id="4108" name="Group 41"/>
          <p:cNvGrpSpPr/>
          <p:nvPr/>
        </p:nvGrpSpPr>
        <p:grpSpPr>
          <a:xfrm>
            <a:off x="6588125" y="6446838"/>
            <a:ext cx="792163" cy="366712"/>
            <a:chOff x="4649" y="4020"/>
            <a:chExt cx="499" cy="231"/>
          </a:xfrm>
        </p:grpSpPr>
        <p:pic>
          <p:nvPicPr>
            <p:cNvPr id="4109" name="Picture 42" descr="78900"/>
            <p:cNvPicPr>
              <a:picLocks noChangeAspect="1"/>
            </p:cNvPicPr>
            <p:nvPr/>
          </p:nvPicPr>
          <p:blipFill>
            <a:blip r:embed="rId5"/>
            <a:stretch>
              <a:fillRect/>
            </a:stretch>
          </p:blipFill>
          <p:spPr>
            <a:xfrm>
              <a:off x="4649" y="4066"/>
              <a:ext cx="499" cy="181"/>
            </a:xfrm>
            <a:prstGeom prst="rect">
              <a:avLst/>
            </a:prstGeom>
            <a:noFill/>
            <a:ln w="9525">
              <a:noFill/>
            </a:ln>
          </p:spPr>
        </p:pic>
        <p:sp>
          <p:nvSpPr>
            <p:cNvPr id="4110" name="Text Box 43">
              <a:hlinkClick r:id="" action="ppaction://hlinkshowjump?jump=firstslide"/>
            </p:cNvPr>
            <p:cNvSpPr txBox="1"/>
            <p:nvPr/>
          </p:nvSpPr>
          <p:spPr>
            <a:xfrm>
              <a:off x="4672" y="4020"/>
              <a:ext cx="476" cy="231"/>
            </a:xfrm>
            <a:prstGeom prst="rect">
              <a:avLst/>
            </a:prstGeom>
            <a:noFill/>
            <a:ln w="9525">
              <a:noFill/>
            </a:ln>
          </p:spPr>
          <p:txBody>
            <a:bodyPr wrap="none">
              <a:spAutoFit/>
            </a:bodyPr>
            <a:p>
              <a:pPr>
                <a:spcBef>
                  <a:spcPct val="50000"/>
                </a:spcBef>
              </a:pPr>
              <a:r>
                <a:rPr lang="zh-CN" altLang="en-US" sz="1800" b="0" dirty="0">
                  <a:solidFill>
                    <a:schemeClr val="bg1"/>
                  </a:solidFill>
                  <a:latin typeface="隶书" panose="02010509060101010101" pitchFamily="49" charset="-122"/>
                  <a:ea typeface="隶书" panose="02010509060101010101" pitchFamily="49" charset="-122"/>
                </a:rPr>
                <a:t>返 回</a:t>
              </a:r>
              <a:endParaRPr lang="zh-CN" altLang="en-US" sz="1800" b="0" dirty="0">
                <a:solidFill>
                  <a:schemeClr val="bg1"/>
                </a:solidFill>
                <a:latin typeface="隶书" panose="02010509060101010101" pitchFamily="49" charset="-122"/>
                <a:ea typeface="隶书" panose="02010509060101010101" pitchFamily="49" charset="-122"/>
              </a:endParaRP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7" presetClass="entr" presetSubtype="8" fill="hold" grpId="0" nodeType="withEffect">
                                  <p:stCondLst>
                                    <p:cond delay="0"/>
                                  </p:stCondLst>
                                  <p:childTnLst>
                                    <p:set>
                                      <p:cBhvr>
                                        <p:cTn id="6" dur="1" fill="hold">
                                          <p:stCondLst>
                                            <p:cond delay="0"/>
                                          </p:stCondLst>
                                        </p:cTn>
                                        <p:tgtEl>
                                          <p:spTgt spid="66563"/>
                                        </p:tgtEl>
                                        <p:attrNameLst>
                                          <p:attrName>style.visibility</p:attrName>
                                        </p:attrNameLst>
                                      </p:cBhvr>
                                      <p:to>
                                        <p:strVal val="visible"/>
                                      </p:to>
                                    </p:set>
                                    <p:anim calcmode="lin" valueType="num">
                                      <p:cBhvr>
                                        <p:cTn id="7" dur="500" fill="hold"/>
                                        <p:tgtEl>
                                          <p:spTgt spid="66563"/>
                                        </p:tgtEl>
                                        <p:attrNameLst>
                                          <p:attrName>ppt_x</p:attrName>
                                        </p:attrNameLst>
                                      </p:cBhvr>
                                      <p:tavLst>
                                        <p:tav tm="0">
                                          <p:val>
                                            <p:strVal val="#ppt_x-#ppt_w/2"/>
                                          </p:val>
                                        </p:tav>
                                        <p:tav tm="100000">
                                          <p:val>
                                            <p:strVal val="#ppt_x"/>
                                          </p:val>
                                        </p:tav>
                                      </p:tavLst>
                                    </p:anim>
                                    <p:anim calcmode="lin" valueType="num">
                                      <p:cBhvr>
                                        <p:cTn id="8" dur="500" fill="hold"/>
                                        <p:tgtEl>
                                          <p:spTgt spid="66563"/>
                                        </p:tgtEl>
                                        <p:attrNameLst>
                                          <p:attrName>ppt_y</p:attrName>
                                        </p:attrNameLst>
                                      </p:cBhvr>
                                      <p:tavLst>
                                        <p:tav tm="0">
                                          <p:val>
                                            <p:strVal val="#ppt_y"/>
                                          </p:val>
                                        </p:tav>
                                        <p:tav tm="100000">
                                          <p:val>
                                            <p:strVal val="#ppt_y"/>
                                          </p:val>
                                        </p:tav>
                                      </p:tavLst>
                                    </p:anim>
                                    <p:anim calcmode="lin" valueType="num">
                                      <p:cBhvr>
                                        <p:cTn id="9" dur="500" fill="hold"/>
                                        <p:tgtEl>
                                          <p:spTgt spid="66563"/>
                                        </p:tgtEl>
                                        <p:attrNameLst>
                                          <p:attrName>ppt_w</p:attrName>
                                        </p:attrNameLst>
                                      </p:cBhvr>
                                      <p:tavLst>
                                        <p:tav tm="0">
                                          <p:val>
                                            <p:fltVal val="0.000000"/>
                                          </p:val>
                                        </p:tav>
                                        <p:tav tm="100000">
                                          <p:val>
                                            <p:strVal val="#ppt_w"/>
                                          </p:val>
                                        </p:tav>
                                      </p:tavLst>
                                    </p:anim>
                                    <p:anim calcmode="lin" valueType="num">
                                      <p:cBhvr>
                                        <p:cTn id="10" dur="500" fill="hold"/>
                                        <p:tgtEl>
                                          <p:spTgt spid="66563"/>
                                        </p:tgtEl>
                                        <p:attrNameLst>
                                          <p:attrName>ppt_h</p:attrName>
                                        </p:attrNameLst>
                                      </p:cBhvr>
                                      <p:tavLst>
                                        <p:tav tm="0">
                                          <p:val>
                                            <p:strVal val="#ppt_h"/>
                                          </p:val>
                                        </p:tav>
                                        <p:tav tm="100000">
                                          <p:val>
                                            <p:strVal val="#ppt_h"/>
                                          </p:val>
                                        </p:tav>
                                      </p:tavLst>
                                    </p:anim>
                                  </p:childTnLst>
                                </p:cTn>
                              </p:par>
                            </p:childTnLst>
                          </p:cTn>
                        </p:par>
                      </p:childTnLst>
                    </p:cTn>
                  </p:par>
                  <p:par>
                    <p:cTn id="11" fill="hold">
                      <p:stCondLst>
                        <p:cond delay="indefinite"/>
                      </p:stCondLst>
                      <p:childTnLst>
                        <p:par>
                          <p:cTn id="12" fill="hold">
                            <p:stCondLst>
                              <p:cond delay="0"/>
                            </p:stCondLst>
                            <p:childTnLst>
                              <p:par>
                                <p:cTn id="13" presetID="2" presetClass="entr" presetSubtype="8" fill="hold" grpId="0" nodeType="clickEffect">
                                  <p:stCondLst>
                                    <p:cond delay="0"/>
                                  </p:stCondLst>
                                  <p:childTnLst>
                                    <p:set>
                                      <p:cBhvr>
                                        <p:cTn id="14" dur="1" fill="hold">
                                          <p:stCondLst>
                                            <p:cond delay="0"/>
                                          </p:stCondLst>
                                        </p:cTn>
                                        <p:tgtEl>
                                          <p:spTgt spid="66564"/>
                                        </p:tgtEl>
                                        <p:attrNameLst>
                                          <p:attrName>style.visibility</p:attrName>
                                        </p:attrNameLst>
                                      </p:cBhvr>
                                      <p:to>
                                        <p:strVal val="visible"/>
                                      </p:to>
                                    </p:set>
                                    <p:anim calcmode="lin" valueType="num">
                                      <p:cBhvr additive="base">
                                        <p:cTn id="15" dur="500" fill="hold"/>
                                        <p:tgtEl>
                                          <p:spTgt spid="66564"/>
                                        </p:tgtEl>
                                        <p:attrNameLst>
                                          <p:attrName>ppt_x</p:attrName>
                                        </p:attrNameLst>
                                      </p:cBhvr>
                                      <p:tavLst>
                                        <p:tav tm="0">
                                          <p:val>
                                            <p:strVal val="0-#ppt_w/2"/>
                                          </p:val>
                                        </p:tav>
                                        <p:tav tm="100000">
                                          <p:val>
                                            <p:strVal val="#ppt_x"/>
                                          </p:val>
                                        </p:tav>
                                      </p:tavLst>
                                    </p:anim>
                                    <p:anim calcmode="lin" valueType="num">
                                      <p:cBhvr additive="base">
                                        <p:cTn id="16" dur="500" fill="hold"/>
                                        <p:tgtEl>
                                          <p:spTgt spid="66564"/>
                                        </p:tgtEl>
                                        <p:attrNameLst>
                                          <p:attrName>ppt_y</p:attrName>
                                        </p:attrNameLst>
                                      </p:cBhvr>
                                      <p:tavLst>
                                        <p:tav tm="0">
                                          <p:val>
                                            <p:strVal val="#ppt_y"/>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22" presetClass="entr" presetSubtype="1" fill="hold" nodeType="clickEffect">
                                  <p:stCondLst>
                                    <p:cond delay="0"/>
                                  </p:stCondLst>
                                  <p:childTnLst>
                                    <p:set>
                                      <p:cBhvr>
                                        <p:cTn id="20" dur="1" fill="hold">
                                          <p:stCondLst>
                                            <p:cond delay="0"/>
                                          </p:stCondLst>
                                        </p:cTn>
                                        <p:tgtEl>
                                          <p:spTgt spid="66565"/>
                                        </p:tgtEl>
                                        <p:attrNameLst>
                                          <p:attrName>style.visibility</p:attrName>
                                        </p:attrNameLst>
                                      </p:cBhvr>
                                      <p:to>
                                        <p:strVal val="visible"/>
                                      </p:to>
                                    </p:set>
                                    <p:animEffect transition="in" filter="wipe(up)">
                                      <p:cBhvr>
                                        <p:cTn id="21" dur="2000"/>
                                        <p:tgtEl>
                                          <p:spTgt spid="66565"/>
                                        </p:tgtEl>
                                      </p:cBhvr>
                                    </p:animEffect>
                                  </p:childTnLst>
                                </p:cTn>
                              </p:par>
                            </p:childTnLst>
                          </p:cTn>
                        </p:par>
                      </p:childTnLst>
                    </p:cTn>
                  </p:par>
                  <p:par>
                    <p:cTn id="22" fill="hold">
                      <p:stCondLst>
                        <p:cond delay="indefinite"/>
                      </p:stCondLst>
                      <p:childTnLst>
                        <p:par>
                          <p:cTn id="23" fill="hold">
                            <p:stCondLst>
                              <p:cond delay="0"/>
                            </p:stCondLst>
                            <p:childTnLst>
                              <p:par>
                                <p:cTn id="24" presetID="1" presetClass="entr" presetSubtype="0" fill="hold" grpId="0" nodeType="clickEffect">
                                  <p:stCondLst>
                                    <p:cond delay="0"/>
                                  </p:stCondLst>
                                  <p:childTnLst>
                                    <p:set>
                                      <p:cBhvr>
                                        <p:cTn id="25" dur="1" fill="hold">
                                          <p:stCondLst>
                                            <p:cond delay="499"/>
                                          </p:stCondLst>
                                        </p:cTn>
                                        <p:tgtEl>
                                          <p:spTgt spid="66566"/>
                                        </p:tgtEl>
                                        <p:attrNameLst>
                                          <p:attrName>style.visibility</p:attrName>
                                        </p:attrNameLst>
                                      </p:cBhvr>
                                      <p:to>
                                        <p:strVal val="visible"/>
                                      </p:to>
                                    </p:set>
                                  </p:childTnLst>
                                </p:cTn>
                              </p:par>
                            </p:childTnLst>
                          </p:cTn>
                        </p:par>
                        <p:par>
                          <p:cTn id="26" fill="hold">
                            <p:stCondLst>
                              <p:cond delay="500"/>
                            </p:stCondLst>
                            <p:childTnLst>
                              <p:par>
                                <p:cTn id="27" presetID="3" presetClass="entr" presetSubtype="10" fill="hold" nodeType="afterEffect">
                                  <p:stCondLst>
                                    <p:cond delay="0"/>
                                  </p:stCondLst>
                                  <p:childTnLst>
                                    <p:set>
                                      <p:cBhvr>
                                        <p:cTn id="28" dur="1" fill="hold">
                                          <p:stCondLst>
                                            <p:cond delay="0"/>
                                          </p:stCondLst>
                                        </p:cTn>
                                        <p:tgtEl>
                                          <p:spTgt spid="2"/>
                                        </p:tgtEl>
                                        <p:attrNameLst>
                                          <p:attrName>style.visibility</p:attrName>
                                        </p:attrNameLst>
                                      </p:cBhvr>
                                      <p:to>
                                        <p:strVal val="visible"/>
                                      </p:to>
                                    </p:set>
                                    <p:animEffect transition="in" filter="blinds(horizontal)">
                                      <p:cBhvr>
                                        <p:cTn id="29" dur="500"/>
                                        <p:tgtEl>
                                          <p:spTgt spid="2"/>
                                        </p:tgtEl>
                                      </p:cBhvr>
                                    </p:animEffect>
                                  </p:childTnLst>
                                </p:cTn>
                              </p:par>
                            </p:childTnLst>
                          </p:cTn>
                        </p:par>
                      </p:childTnLst>
                    </p:cTn>
                  </p:par>
                  <p:par>
                    <p:cTn id="30" fill="hold">
                      <p:stCondLst>
                        <p:cond delay="indefinite"/>
                      </p:stCondLst>
                      <p:childTnLst>
                        <p:par>
                          <p:cTn id="31" fill="hold">
                            <p:stCondLst>
                              <p:cond delay="0"/>
                            </p:stCondLst>
                            <p:childTnLst>
                              <p:par>
                                <p:cTn id="32" presetID="3" presetClass="entr" presetSubtype="5" fill="hold" nodeType="clickEffect">
                                  <p:stCondLst>
                                    <p:cond delay="0"/>
                                  </p:stCondLst>
                                  <p:childTnLst>
                                    <p:set>
                                      <p:cBhvr>
                                        <p:cTn id="33" dur="1" fill="hold">
                                          <p:stCondLst>
                                            <p:cond delay="0"/>
                                          </p:stCondLst>
                                        </p:cTn>
                                        <p:tgtEl>
                                          <p:spTgt spid="66581"/>
                                        </p:tgtEl>
                                        <p:attrNameLst>
                                          <p:attrName>style.visibility</p:attrName>
                                        </p:attrNameLst>
                                      </p:cBhvr>
                                      <p:to>
                                        <p:strVal val="visible"/>
                                      </p:to>
                                    </p:set>
                                    <p:animEffect transition="in" filter="blinds(vertical)">
                                      <p:cBhvr>
                                        <p:cTn id="34" dur="500"/>
                                        <p:tgtEl>
                                          <p:spTgt spid="66581"/>
                                        </p:tgtEl>
                                      </p:cBhvr>
                                    </p:animEffect>
                                  </p:childTnLst>
                                </p:cTn>
                              </p:par>
                            </p:childTnLst>
                          </p:cTn>
                        </p:par>
                      </p:childTnLst>
                    </p:cTn>
                  </p:par>
                  <p:par>
                    <p:cTn id="35" fill="hold">
                      <p:stCondLst>
                        <p:cond delay="indefinite"/>
                      </p:stCondLst>
                      <p:childTnLst>
                        <p:par>
                          <p:cTn id="36" fill="hold">
                            <p:stCondLst>
                              <p:cond delay="0"/>
                            </p:stCondLst>
                            <p:childTnLst>
                              <p:par>
                                <p:cTn id="37" presetID="2" presetClass="entr" presetSubtype="8" fill="hold" grpId="0" nodeType="clickEffect">
                                  <p:stCondLst>
                                    <p:cond delay="0"/>
                                  </p:stCondLst>
                                  <p:childTnLst>
                                    <p:set>
                                      <p:cBhvr>
                                        <p:cTn id="38" dur="1" fill="hold">
                                          <p:stCondLst>
                                            <p:cond delay="0"/>
                                          </p:stCondLst>
                                        </p:cTn>
                                        <p:tgtEl>
                                          <p:spTgt spid="66579"/>
                                        </p:tgtEl>
                                        <p:attrNameLst>
                                          <p:attrName>style.visibility</p:attrName>
                                        </p:attrNameLst>
                                      </p:cBhvr>
                                      <p:to>
                                        <p:strVal val="visible"/>
                                      </p:to>
                                    </p:set>
                                    <p:anim calcmode="lin" valueType="num">
                                      <p:cBhvr additive="base">
                                        <p:cTn id="39" dur="500" fill="hold"/>
                                        <p:tgtEl>
                                          <p:spTgt spid="66579"/>
                                        </p:tgtEl>
                                        <p:attrNameLst>
                                          <p:attrName>ppt_x</p:attrName>
                                        </p:attrNameLst>
                                      </p:cBhvr>
                                      <p:tavLst>
                                        <p:tav tm="0">
                                          <p:val>
                                            <p:strVal val="0-#ppt_w/2"/>
                                          </p:val>
                                        </p:tav>
                                        <p:tav tm="100000">
                                          <p:val>
                                            <p:strVal val="#ppt_x"/>
                                          </p:val>
                                        </p:tav>
                                      </p:tavLst>
                                    </p:anim>
                                    <p:anim calcmode="lin" valueType="num">
                                      <p:cBhvr additive="base">
                                        <p:cTn id="40" dur="500" fill="hold"/>
                                        <p:tgtEl>
                                          <p:spTgt spid="66579"/>
                                        </p:tgtEl>
                                        <p:attrNameLst>
                                          <p:attrName>ppt_y</p:attrName>
                                        </p:attrNameLst>
                                      </p:cBhvr>
                                      <p:tavLst>
                                        <p:tav tm="0">
                                          <p:val>
                                            <p:strVal val="#ppt_y"/>
                                          </p:val>
                                        </p:tav>
                                        <p:tav tm="100000">
                                          <p:val>
                                            <p:strVal val="#ppt_y"/>
                                          </p:val>
                                        </p:tav>
                                      </p:tavLst>
                                    </p:anim>
                                  </p:childTnLst>
                                </p:cTn>
                              </p:par>
                            </p:childTnLst>
                          </p:cTn>
                        </p:par>
                      </p:childTnLst>
                    </p:cTn>
                  </p:par>
                  <p:par>
                    <p:cTn id="41" fill="hold">
                      <p:stCondLst>
                        <p:cond delay="indefinite"/>
                      </p:stCondLst>
                      <p:childTnLst>
                        <p:par>
                          <p:cTn id="42" fill="hold">
                            <p:stCondLst>
                              <p:cond delay="0"/>
                            </p:stCondLst>
                            <p:childTnLst>
                              <p:par>
                                <p:cTn id="43" presetID="3" presetClass="entr" presetSubtype="10" fill="hold" nodeType="clickEffect">
                                  <p:stCondLst>
                                    <p:cond delay="0"/>
                                  </p:stCondLst>
                                  <p:childTnLst>
                                    <p:set>
                                      <p:cBhvr>
                                        <p:cTn id="44" dur="1" fill="hold">
                                          <p:stCondLst>
                                            <p:cond delay="0"/>
                                          </p:stCondLst>
                                        </p:cTn>
                                        <p:tgtEl>
                                          <p:spTgt spid="3"/>
                                        </p:tgtEl>
                                        <p:attrNameLst>
                                          <p:attrName>style.visibility</p:attrName>
                                        </p:attrNameLst>
                                      </p:cBhvr>
                                      <p:to>
                                        <p:strVal val="visible"/>
                                      </p:to>
                                    </p:set>
                                    <p:animEffect transition="in" filter="blinds(horizontal)">
                                      <p:cBhvr>
                                        <p:cTn id="45"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6563" grpId="0"/>
      <p:bldP spid="66564" grpId="0"/>
      <p:bldP spid="66566" grpId="0"/>
      <p:bldP spid="66579" grpId="0" animBg="1"/>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grpSp>
        <p:nvGrpSpPr>
          <p:cNvPr id="2" name="Group 112"/>
          <p:cNvGrpSpPr/>
          <p:nvPr/>
        </p:nvGrpSpPr>
        <p:grpSpPr>
          <a:xfrm>
            <a:off x="1042988" y="5445125"/>
            <a:ext cx="3024187" cy="576263"/>
            <a:chOff x="2608" y="3067"/>
            <a:chExt cx="1905" cy="363"/>
          </a:xfrm>
        </p:grpSpPr>
        <p:graphicFrame>
          <p:nvGraphicFramePr>
            <p:cNvPr id="5130" name="Object 94"/>
            <p:cNvGraphicFramePr/>
            <p:nvPr/>
          </p:nvGraphicFramePr>
          <p:xfrm>
            <a:off x="4332" y="3113"/>
            <a:ext cx="160" cy="317"/>
          </p:xfrm>
          <a:graphic>
            <a:graphicData uri="http://schemas.openxmlformats.org/presentationml/2006/ole">
              <mc:AlternateContent xmlns:mc="http://schemas.openxmlformats.org/markup-compatibility/2006">
                <mc:Choice xmlns:v="urn:schemas-microsoft-com:vml" Requires="v">
                  <p:oleObj spid="_x0000_s3106" name="" r:id="rId1" imgW="127000" imgH="215265" progId="Equation.3">
                    <p:embed/>
                  </p:oleObj>
                </mc:Choice>
                <mc:Fallback>
                  <p:oleObj name="" r:id="rId1" imgW="127000" imgH="215265" progId="Equation.3">
                    <p:embed/>
                    <p:pic>
                      <p:nvPicPr>
                        <p:cNvPr id="0" name="图片 3105"/>
                        <p:cNvPicPr/>
                        <p:nvPr/>
                      </p:nvPicPr>
                      <p:blipFill>
                        <a:blip r:embed="rId2">
                          <a:clrChange>
                            <a:clrFrom>
                              <a:srgbClr val="000000"/>
                            </a:clrFrom>
                            <a:clrTo>
                              <a:srgbClr val="FFFFFF"/>
                            </a:clrTo>
                          </a:clrChange>
                        </a:blip>
                        <a:stretch>
                          <a:fillRect/>
                        </a:stretch>
                      </p:blipFill>
                      <p:spPr>
                        <a:xfrm>
                          <a:off x="4332" y="3113"/>
                          <a:ext cx="160" cy="317"/>
                        </a:xfrm>
                        <a:prstGeom prst="rect">
                          <a:avLst/>
                        </a:prstGeom>
                        <a:noFill/>
                        <a:ln w="38100">
                          <a:noFill/>
                          <a:miter/>
                        </a:ln>
                      </p:spPr>
                    </p:pic>
                  </p:oleObj>
                </mc:Fallback>
              </mc:AlternateContent>
            </a:graphicData>
          </a:graphic>
        </p:graphicFrame>
        <p:sp>
          <p:nvSpPr>
            <p:cNvPr id="5189" name="Line 111"/>
            <p:cNvSpPr/>
            <p:nvPr/>
          </p:nvSpPr>
          <p:spPr>
            <a:xfrm>
              <a:off x="2608" y="3067"/>
              <a:ext cx="1905" cy="0"/>
            </a:xfrm>
            <a:prstGeom prst="line">
              <a:avLst/>
            </a:prstGeom>
            <a:ln w="28575" cap="flat" cmpd="sng">
              <a:solidFill>
                <a:srgbClr val="FFFF00"/>
              </a:solidFill>
              <a:prstDash val="solid"/>
              <a:headEnd type="none" w="med" len="med"/>
              <a:tailEnd type="triangle" w="med" len="med"/>
            </a:ln>
          </p:spPr>
        </p:sp>
      </p:grpSp>
      <p:sp>
        <p:nvSpPr>
          <p:cNvPr id="84994" name="Text Box 2"/>
          <p:cNvSpPr txBox="1"/>
          <p:nvPr/>
        </p:nvSpPr>
        <p:spPr>
          <a:xfrm>
            <a:off x="611188" y="476250"/>
            <a:ext cx="4805362" cy="519113"/>
          </a:xfrm>
          <a:prstGeom prst="rect">
            <a:avLst/>
          </a:prstGeom>
          <a:solidFill>
            <a:schemeClr val="hlink"/>
          </a:solidFill>
          <a:ln w="9525">
            <a:noFill/>
          </a:ln>
        </p:spPr>
        <p:txBody>
          <a:bodyPr wrap="none">
            <a:spAutoFit/>
          </a:bodyPr>
          <a:p>
            <a:r>
              <a:rPr lang="zh-CN" altLang="en-US" dirty="0">
                <a:solidFill>
                  <a:schemeClr val="bg1"/>
                </a:solidFill>
                <a:latin typeface="楷体_GB2312" pitchFamily="49" charset="-122"/>
              </a:rPr>
              <a:t>分析 </a:t>
            </a:r>
            <a:r>
              <a:rPr lang="en-US" altLang="zh-CN" i="1" dirty="0">
                <a:solidFill>
                  <a:schemeClr val="bg1"/>
                </a:solidFill>
                <a:latin typeface="Times New Roman" panose="02020603050405020304" pitchFamily="18" charset="0"/>
              </a:rPr>
              <a:t>R</a:t>
            </a:r>
            <a:r>
              <a:rPr lang="zh-CN" altLang="en-US" dirty="0">
                <a:solidFill>
                  <a:schemeClr val="bg1"/>
                </a:solidFill>
                <a:latin typeface="Times New Roman" panose="02020603050405020304" pitchFamily="18" charset="0"/>
              </a:rPr>
              <a:t>、</a:t>
            </a:r>
            <a:r>
              <a:rPr lang="en-US" altLang="zh-CN" i="1" dirty="0">
                <a:solidFill>
                  <a:schemeClr val="bg1"/>
                </a:solidFill>
                <a:latin typeface="Times New Roman" panose="02020603050405020304" pitchFamily="18" charset="0"/>
              </a:rPr>
              <a:t>L</a:t>
            </a:r>
            <a:r>
              <a:rPr lang="zh-CN" altLang="en-US" dirty="0">
                <a:solidFill>
                  <a:schemeClr val="bg1"/>
                </a:solidFill>
                <a:latin typeface="Times New Roman" panose="02020603050405020304" pitchFamily="18" charset="0"/>
              </a:rPr>
              <a:t>、</a:t>
            </a:r>
            <a:r>
              <a:rPr lang="en-US" altLang="zh-CN" i="1" dirty="0">
                <a:solidFill>
                  <a:schemeClr val="bg1"/>
                </a:solidFill>
                <a:latin typeface="Times New Roman" panose="02020603050405020304" pitchFamily="18" charset="0"/>
              </a:rPr>
              <a:t>C</a:t>
            </a:r>
            <a:r>
              <a:rPr lang="en-US" altLang="zh-CN" i="1" dirty="0">
                <a:solidFill>
                  <a:schemeClr val="bg1"/>
                </a:solidFill>
                <a:latin typeface="楷体_GB2312" pitchFamily="49" charset="-122"/>
              </a:rPr>
              <a:t> </a:t>
            </a:r>
            <a:r>
              <a:rPr lang="zh-CN" altLang="en-US" dirty="0">
                <a:solidFill>
                  <a:schemeClr val="bg1"/>
                </a:solidFill>
                <a:latin typeface="楷体_GB2312" pitchFamily="49" charset="-122"/>
              </a:rPr>
              <a:t>串联电路得出</a:t>
            </a:r>
            <a:endParaRPr lang="zh-CN" altLang="en-US" dirty="0">
              <a:solidFill>
                <a:schemeClr val="bg1"/>
              </a:solidFill>
              <a:latin typeface="楷体_GB2312" pitchFamily="49" charset="-122"/>
            </a:endParaRPr>
          </a:p>
        </p:txBody>
      </p:sp>
      <p:sp>
        <p:nvSpPr>
          <p:cNvPr id="84996" name="Text Box 4"/>
          <p:cNvSpPr txBox="1"/>
          <p:nvPr/>
        </p:nvSpPr>
        <p:spPr>
          <a:xfrm>
            <a:off x="468313" y="1557338"/>
            <a:ext cx="7848600" cy="1189037"/>
          </a:xfrm>
          <a:prstGeom prst="rect">
            <a:avLst/>
          </a:prstGeom>
          <a:noFill/>
          <a:ln w="9525">
            <a:noFill/>
          </a:ln>
        </p:spPr>
        <p:txBody>
          <a:bodyPr>
            <a:spAutoFit/>
          </a:bodyPr>
          <a:p>
            <a:pPr marL="342900" indent="-342900">
              <a:lnSpc>
                <a:spcPct val="120000"/>
              </a:lnSpc>
              <a:buClr>
                <a:srgbClr val="FFFF00"/>
              </a:buClr>
              <a:buSzPct val="90000"/>
            </a:pPr>
            <a:r>
              <a:rPr lang="zh-CN" altLang="en-US" sz="2400" dirty="0">
                <a:latin typeface="Symbol" panose="05050102010706020507" pitchFamily="18" charset="2"/>
                <a:ea typeface="宋体" panose="02010600030101010101" pitchFamily="2" charset="-122"/>
              </a:rPr>
              <a:t>（</a:t>
            </a:r>
            <a:r>
              <a:rPr lang="en-US" altLang="zh-CN" sz="2400" dirty="0">
                <a:latin typeface="Symbol" panose="05050102010706020507" pitchFamily="18" charset="2"/>
                <a:ea typeface="宋体" panose="02010600030101010101" pitchFamily="2" charset="-122"/>
              </a:rPr>
              <a:t>2</a:t>
            </a:r>
            <a:r>
              <a:rPr lang="zh-CN" altLang="en-US" sz="2400" dirty="0">
                <a:latin typeface="Symbol" panose="05050102010706020507" pitchFamily="18" charset="2"/>
                <a:ea typeface="宋体" panose="02010600030101010101" pitchFamily="2" charset="-122"/>
              </a:rPr>
              <a:t>）</a:t>
            </a:r>
            <a:r>
              <a:rPr lang="en-US" altLang="zh-CN" sz="3200" b="0" i="1" dirty="0">
                <a:solidFill>
                  <a:schemeClr val="bg1"/>
                </a:solidFill>
                <a:latin typeface="Symbol" panose="05050102010706020507" pitchFamily="18" charset="2"/>
                <a:ea typeface="宋体" panose="02010600030101010101" pitchFamily="2" charset="-122"/>
              </a:rPr>
              <a:t>w</a:t>
            </a:r>
            <a:r>
              <a:rPr lang="en-US" altLang="zh-CN" sz="3200" b="0" i="1" dirty="0">
                <a:solidFill>
                  <a:schemeClr val="bg1"/>
                </a:solidFill>
                <a:latin typeface="Times New Roman" panose="02020603050405020304" pitchFamily="18" charset="0"/>
                <a:ea typeface="宋体" panose="02010600030101010101" pitchFamily="2" charset="-122"/>
              </a:rPr>
              <a:t>L</a:t>
            </a:r>
            <a:r>
              <a:rPr lang="en-US" altLang="zh-CN" sz="3200" b="0" dirty="0">
                <a:solidFill>
                  <a:schemeClr val="bg1"/>
                </a:solidFill>
                <a:latin typeface="Times New Roman" panose="02020603050405020304" pitchFamily="18" charset="0"/>
                <a:ea typeface="宋体" panose="02010600030101010101" pitchFamily="2" charset="-122"/>
              </a:rPr>
              <a:t> &gt; 1</a:t>
            </a:r>
            <a:r>
              <a:rPr lang="en-US" altLang="zh-CN" sz="3200" b="0" i="1" dirty="0">
                <a:solidFill>
                  <a:schemeClr val="bg1"/>
                </a:solidFill>
                <a:latin typeface="Times New Roman" panose="02020603050405020304" pitchFamily="18" charset="0"/>
                <a:ea typeface="宋体" panose="02010600030101010101" pitchFamily="2" charset="-122"/>
              </a:rPr>
              <a:t>/</a:t>
            </a:r>
            <a:r>
              <a:rPr lang="en-US" altLang="zh-CN" sz="3200" b="0" i="1" dirty="0">
                <a:solidFill>
                  <a:schemeClr val="bg1"/>
                </a:solidFill>
                <a:latin typeface="Symbol" panose="05050102010706020507" pitchFamily="18" charset="2"/>
                <a:ea typeface="宋体" panose="02010600030101010101" pitchFamily="2" charset="-122"/>
              </a:rPr>
              <a:t>w</a:t>
            </a:r>
            <a:r>
              <a:rPr lang="en-US" altLang="zh-CN" sz="3200" b="0" i="1" dirty="0">
                <a:solidFill>
                  <a:schemeClr val="bg1"/>
                </a:solidFill>
                <a:latin typeface="Times New Roman" panose="02020603050405020304" pitchFamily="18" charset="0"/>
                <a:ea typeface="宋体" panose="02010600030101010101" pitchFamily="2" charset="-122"/>
              </a:rPr>
              <a:t>C</a:t>
            </a:r>
            <a:r>
              <a:rPr lang="en-US" altLang="zh-CN" sz="3200" b="0" dirty="0">
                <a:solidFill>
                  <a:schemeClr val="bg1"/>
                </a:solidFill>
                <a:latin typeface="Times New Roman" panose="02020603050405020304" pitchFamily="18" charset="0"/>
                <a:ea typeface="宋体" panose="02010600030101010101" pitchFamily="2" charset="-122"/>
              </a:rPr>
              <a:t> </a:t>
            </a:r>
            <a:r>
              <a:rPr lang="zh-CN" altLang="en-US" sz="3200" b="0" dirty="0">
                <a:solidFill>
                  <a:schemeClr val="bg1"/>
                </a:solidFill>
                <a:latin typeface="Times New Roman" panose="02020603050405020304" pitchFamily="18" charset="0"/>
                <a:ea typeface="宋体" panose="02010600030101010101" pitchFamily="2" charset="-122"/>
              </a:rPr>
              <a:t>，</a:t>
            </a:r>
            <a:r>
              <a:rPr lang="en-US" altLang="zh-CN" sz="3200" b="0" i="1" dirty="0">
                <a:solidFill>
                  <a:schemeClr val="bg1"/>
                </a:solidFill>
                <a:latin typeface="Times New Roman" panose="02020603050405020304" pitchFamily="18" charset="0"/>
                <a:ea typeface="宋体" panose="02010600030101010101" pitchFamily="2" charset="-122"/>
              </a:rPr>
              <a:t>X</a:t>
            </a:r>
            <a:r>
              <a:rPr lang="en-US" altLang="zh-CN" sz="3200" b="0" dirty="0">
                <a:solidFill>
                  <a:schemeClr val="bg1"/>
                </a:solidFill>
                <a:latin typeface="Times New Roman" panose="02020603050405020304" pitchFamily="18" charset="0"/>
                <a:ea typeface="宋体" panose="02010600030101010101" pitchFamily="2" charset="-122"/>
              </a:rPr>
              <a:t>&gt;0</a:t>
            </a:r>
            <a:r>
              <a:rPr lang="zh-CN" altLang="en-US" sz="3200" b="0" dirty="0">
                <a:solidFill>
                  <a:schemeClr val="bg1"/>
                </a:solidFill>
                <a:latin typeface="Times New Roman" panose="02020603050405020304" pitchFamily="18" charset="0"/>
                <a:ea typeface="宋体" panose="02010600030101010101" pitchFamily="2" charset="-122"/>
              </a:rPr>
              <a:t>， </a:t>
            </a:r>
            <a:r>
              <a:rPr lang="en-US" altLang="zh-CN" sz="3200" b="0" i="1" dirty="0">
                <a:solidFill>
                  <a:schemeClr val="bg1"/>
                </a:solidFill>
                <a:latin typeface="Symbol" panose="05050102010706020507" pitchFamily="18" charset="2"/>
                <a:ea typeface="宋体" panose="02010600030101010101" pitchFamily="2" charset="-122"/>
              </a:rPr>
              <a:t>j</a:t>
            </a:r>
            <a:r>
              <a:rPr lang="en-US" altLang="zh-CN" sz="3200" b="0" i="1" baseline="-25000" dirty="0">
                <a:solidFill>
                  <a:schemeClr val="bg1"/>
                </a:solidFill>
                <a:latin typeface="Times New Roman" panose="02020603050405020304" pitchFamily="18" charset="0"/>
                <a:ea typeface="宋体" panose="02010600030101010101" pitchFamily="2" charset="-122"/>
              </a:rPr>
              <a:t>Z</a:t>
            </a:r>
            <a:r>
              <a:rPr lang="en-US" altLang="zh-CN" sz="3200" b="0" dirty="0">
                <a:solidFill>
                  <a:schemeClr val="bg1"/>
                </a:solidFill>
                <a:latin typeface="Times New Roman" panose="02020603050405020304" pitchFamily="18" charset="0"/>
                <a:ea typeface="宋体" panose="02010600030101010101" pitchFamily="2" charset="-122"/>
              </a:rPr>
              <a:t>&gt;0</a:t>
            </a:r>
            <a:r>
              <a:rPr lang="zh-CN" altLang="en-US" b="0" dirty="0">
                <a:latin typeface="Times New Roman" panose="02020603050405020304" pitchFamily="18" charset="0"/>
              </a:rPr>
              <a:t>，</a:t>
            </a:r>
            <a:r>
              <a:rPr lang="zh-CN" altLang="en-US" dirty="0">
                <a:latin typeface="Times New Roman" panose="02020603050405020304" pitchFamily="18" charset="0"/>
              </a:rPr>
              <a:t>电路为感性，</a:t>
            </a:r>
            <a:endParaRPr lang="zh-CN" altLang="en-US" dirty="0">
              <a:latin typeface="Times New Roman" panose="02020603050405020304" pitchFamily="18" charset="0"/>
            </a:endParaRPr>
          </a:p>
          <a:p>
            <a:pPr marL="342900" indent="-342900">
              <a:lnSpc>
                <a:spcPct val="120000"/>
              </a:lnSpc>
              <a:buClr>
                <a:srgbClr val="FFFF00"/>
              </a:buClr>
              <a:buSzPct val="90000"/>
            </a:pPr>
            <a:r>
              <a:rPr lang="zh-CN" altLang="en-US" dirty="0">
                <a:latin typeface="Times New Roman" panose="02020603050405020304" pitchFamily="18" charset="0"/>
              </a:rPr>
              <a:t>        电压超前电流。</a:t>
            </a:r>
            <a:endParaRPr lang="zh-CN" altLang="en-US" dirty="0">
              <a:latin typeface="Times New Roman" panose="02020603050405020304" pitchFamily="18" charset="0"/>
            </a:endParaRPr>
          </a:p>
        </p:txBody>
      </p:sp>
      <p:grpSp>
        <p:nvGrpSpPr>
          <p:cNvPr id="5134" name="Group 76"/>
          <p:cNvGrpSpPr/>
          <p:nvPr/>
        </p:nvGrpSpPr>
        <p:grpSpPr>
          <a:xfrm>
            <a:off x="8316913" y="6446838"/>
            <a:ext cx="792162" cy="366712"/>
            <a:chOff x="5193" y="4020"/>
            <a:chExt cx="499" cy="231"/>
          </a:xfrm>
        </p:grpSpPr>
        <p:pic>
          <p:nvPicPr>
            <p:cNvPr id="5187" name="Picture 77" descr="78900"/>
            <p:cNvPicPr>
              <a:picLocks noChangeAspect="1"/>
            </p:cNvPicPr>
            <p:nvPr/>
          </p:nvPicPr>
          <p:blipFill>
            <a:blip r:embed="rId3"/>
            <a:stretch>
              <a:fillRect/>
            </a:stretch>
          </p:blipFill>
          <p:spPr>
            <a:xfrm>
              <a:off x="5193" y="4066"/>
              <a:ext cx="499" cy="181"/>
            </a:xfrm>
            <a:prstGeom prst="rect">
              <a:avLst/>
            </a:prstGeom>
            <a:noFill/>
            <a:ln w="9525">
              <a:noFill/>
            </a:ln>
          </p:spPr>
        </p:pic>
        <p:sp>
          <p:nvSpPr>
            <p:cNvPr id="5188" name="Text Box 78">
              <a:hlinkClick r:id="" action="ppaction://hlinkshowjump?jump=nextslide"/>
            </p:cNvPr>
            <p:cNvSpPr txBox="1"/>
            <p:nvPr/>
          </p:nvSpPr>
          <p:spPr>
            <a:xfrm>
              <a:off x="5216" y="4020"/>
              <a:ext cx="476" cy="231"/>
            </a:xfrm>
            <a:prstGeom prst="rect">
              <a:avLst/>
            </a:prstGeom>
            <a:noFill/>
            <a:ln w="9525">
              <a:noFill/>
            </a:ln>
          </p:spPr>
          <p:txBody>
            <a:bodyPr wrap="none">
              <a:spAutoFit/>
            </a:bodyPr>
            <a:p>
              <a:pPr>
                <a:spcBef>
                  <a:spcPct val="50000"/>
                </a:spcBef>
              </a:pPr>
              <a:r>
                <a:rPr lang="zh-CN" altLang="en-US" sz="1800" b="0" dirty="0">
                  <a:solidFill>
                    <a:schemeClr val="bg1"/>
                  </a:solidFill>
                  <a:latin typeface="隶书" panose="02010509060101010101" pitchFamily="49" charset="-122"/>
                  <a:ea typeface="隶书" panose="02010509060101010101" pitchFamily="49" charset="-122"/>
                </a:rPr>
                <a:t>下 页</a:t>
              </a:r>
              <a:endParaRPr lang="zh-CN" altLang="en-US" sz="1800" b="0" dirty="0">
                <a:solidFill>
                  <a:schemeClr val="bg1"/>
                </a:solidFill>
                <a:latin typeface="隶书" panose="02010509060101010101" pitchFamily="49" charset="-122"/>
                <a:ea typeface="隶书" panose="02010509060101010101" pitchFamily="49" charset="-122"/>
              </a:endParaRPr>
            </a:p>
          </p:txBody>
        </p:sp>
      </p:grpSp>
      <p:grpSp>
        <p:nvGrpSpPr>
          <p:cNvPr id="5135" name="Group 79"/>
          <p:cNvGrpSpPr/>
          <p:nvPr/>
        </p:nvGrpSpPr>
        <p:grpSpPr>
          <a:xfrm>
            <a:off x="7453313" y="6446838"/>
            <a:ext cx="792162" cy="366712"/>
            <a:chOff x="4649" y="4020"/>
            <a:chExt cx="499" cy="231"/>
          </a:xfrm>
        </p:grpSpPr>
        <p:pic>
          <p:nvPicPr>
            <p:cNvPr id="5185" name="Picture 80" descr="78900"/>
            <p:cNvPicPr>
              <a:picLocks noChangeAspect="1"/>
            </p:cNvPicPr>
            <p:nvPr/>
          </p:nvPicPr>
          <p:blipFill>
            <a:blip r:embed="rId3"/>
            <a:stretch>
              <a:fillRect/>
            </a:stretch>
          </p:blipFill>
          <p:spPr>
            <a:xfrm>
              <a:off x="4649" y="4066"/>
              <a:ext cx="499" cy="181"/>
            </a:xfrm>
            <a:prstGeom prst="rect">
              <a:avLst/>
            </a:prstGeom>
            <a:noFill/>
            <a:ln w="9525">
              <a:noFill/>
            </a:ln>
          </p:spPr>
        </p:pic>
        <p:sp>
          <p:nvSpPr>
            <p:cNvPr id="5186" name="Text Box 81">
              <a:hlinkClick r:id="" action="ppaction://hlinkshowjump?jump=previousslide"/>
            </p:cNvPr>
            <p:cNvSpPr txBox="1"/>
            <p:nvPr/>
          </p:nvSpPr>
          <p:spPr>
            <a:xfrm>
              <a:off x="4672" y="4020"/>
              <a:ext cx="476" cy="231"/>
            </a:xfrm>
            <a:prstGeom prst="rect">
              <a:avLst/>
            </a:prstGeom>
            <a:noFill/>
            <a:ln w="9525">
              <a:noFill/>
            </a:ln>
          </p:spPr>
          <p:txBody>
            <a:bodyPr wrap="none">
              <a:spAutoFit/>
            </a:bodyPr>
            <a:p>
              <a:pPr>
                <a:spcBef>
                  <a:spcPct val="50000"/>
                </a:spcBef>
              </a:pPr>
              <a:r>
                <a:rPr lang="zh-CN" altLang="en-US" sz="1800" b="0" dirty="0">
                  <a:solidFill>
                    <a:schemeClr val="bg1"/>
                  </a:solidFill>
                  <a:latin typeface="隶书" panose="02010509060101010101" pitchFamily="49" charset="-122"/>
                  <a:ea typeface="隶书" panose="02010509060101010101" pitchFamily="49" charset="-122"/>
                </a:rPr>
                <a:t>上 页</a:t>
              </a:r>
              <a:endParaRPr lang="zh-CN" altLang="en-US" sz="1800" b="0" dirty="0">
                <a:solidFill>
                  <a:schemeClr val="bg1"/>
                </a:solidFill>
                <a:latin typeface="隶书" panose="02010509060101010101" pitchFamily="49" charset="-122"/>
                <a:ea typeface="隶书" panose="02010509060101010101" pitchFamily="49" charset="-122"/>
              </a:endParaRPr>
            </a:p>
          </p:txBody>
        </p:sp>
      </p:grpSp>
      <p:sp>
        <p:nvSpPr>
          <p:cNvPr id="85080" name="Text Box 88"/>
          <p:cNvSpPr txBox="1"/>
          <p:nvPr/>
        </p:nvSpPr>
        <p:spPr>
          <a:xfrm>
            <a:off x="755650" y="2708275"/>
            <a:ext cx="6048375" cy="519113"/>
          </a:xfrm>
          <a:prstGeom prst="rect">
            <a:avLst/>
          </a:prstGeom>
          <a:noFill/>
          <a:ln w="9525">
            <a:noFill/>
          </a:ln>
        </p:spPr>
        <p:txBody>
          <a:bodyPr>
            <a:spAutoFit/>
          </a:bodyPr>
          <a:p>
            <a:r>
              <a:rPr lang="zh-CN" altLang="en-US" dirty="0">
                <a:latin typeface="Times New Roman" panose="02020603050405020304" pitchFamily="18" charset="0"/>
              </a:rPr>
              <a:t>相量图：一般选电流为参考相量，</a:t>
            </a:r>
            <a:endParaRPr lang="zh-CN" altLang="en-US" dirty="0">
              <a:latin typeface="Times New Roman" panose="02020603050405020304" pitchFamily="18" charset="0"/>
            </a:endParaRPr>
          </a:p>
        </p:txBody>
      </p:sp>
      <p:grpSp>
        <p:nvGrpSpPr>
          <p:cNvPr id="5" name="Group 89"/>
          <p:cNvGrpSpPr/>
          <p:nvPr/>
        </p:nvGrpSpPr>
        <p:grpSpPr>
          <a:xfrm>
            <a:off x="3059113" y="3862388"/>
            <a:ext cx="649287" cy="1008062"/>
            <a:chOff x="1651" y="2533"/>
            <a:chExt cx="301" cy="484"/>
          </a:xfrm>
        </p:grpSpPr>
        <p:sp>
          <p:nvSpPr>
            <p:cNvPr id="5184" name="Line 90"/>
            <p:cNvSpPr/>
            <p:nvPr/>
          </p:nvSpPr>
          <p:spPr>
            <a:xfrm>
              <a:off x="1651" y="2533"/>
              <a:ext cx="0" cy="408"/>
            </a:xfrm>
            <a:prstGeom prst="line">
              <a:avLst/>
            </a:prstGeom>
            <a:ln w="38100" cap="flat" cmpd="sng">
              <a:solidFill>
                <a:srgbClr val="FF66FF"/>
              </a:solidFill>
              <a:prstDash val="solid"/>
              <a:headEnd type="none" w="med" len="med"/>
              <a:tailEnd type="triangle" w="med" len="med"/>
            </a:ln>
          </p:spPr>
        </p:sp>
        <p:graphicFrame>
          <p:nvGraphicFramePr>
            <p:cNvPr id="5129" name="Object 91"/>
            <p:cNvGraphicFramePr/>
            <p:nvPr/>
          </p:nvGraphicFramePr>
          <p:xfrm>
            <a:off x="1716" y="2770"/>
            <a:ext cx="236" cy="247"/>
          </p:xfrm>
          <a:graphic>
            <a:graphicData uri="http://schemas.openxmlformats.org/presentationml/2006/ole">
              <mc:AlternateContent xmlns:mc="http://schemas.openxmlformats.org/markup-compatibility/2006">
                <mc:Choice xmlns:v="urn:schemas-microsoft-com:vml" Requires="v">
                  <p:oleObj spid="_x0000_s3104" name="" r:id="rId4" imgW="241300" imgH="266065" progId="Equation.3">
                    <p:embed/>
                  </p:oleObj>
                </mc:Choice>
                <mc:Fallback>
                  <p:oleObj name="" r:id="rId4" imgW="241300" imgH="266065" progId="Equation.3">
                    <p:embed/>
                    <p:pic>
                      <p:nvPicPr>
                        <p:cNvPr id="0" name="图片 3103"/>
                        <p:cNvPicPr/>
                        <p:nvPr/>
                      </p:nvPicPr>
                      <p:blipFill>
                        <a:blip r:embed="rId5">
                          <a:clrChange>
                            <a:clrFrom>
                              <a:srgbClr val="000000"/>
                            </a:clrFrom>
                            <a:clrTo>
                              <a:srgbClr val="FFFFFF"/>
                            </a:clrTo>
                          </a:clrChange>
                        </a:blip>
                        <a:stretch>
                          <a:fillRect/>
                        </a:stretch>
                      </p:blipFill>
                      <p:spPr>
                        <a:xfrm>
                          <a:off x="1716" y="2770"/>
                          <a:ext cx="236" cy="247"/>
                        </a:xfrm>
                        <a:prstGeom prst="rect">
                          <a:avLst/>
                        </a:prstGeom>
                        <a:noFill/>
                        <a:ln w="38100">
                          <a:noFill/>
                          <a:miter/>
                        </a:ln>
                      </p:spPr>
                    </p:pic>
                  </p:oleObj>
                </mc:Fallback>
              </mc:AlternateContent>
            </a:graphicData>
          </a:graphic>
        </p:graphicFrame>
      </p:grpSp>
      <p:grpSp>
        <p:nvGrpSpPr>
          <p:cNvPr id="6" name="Group 113"/>
          <p:cNvGrpSpPr/>
          <p:nvPr/>
        </p:nvGrpSpPr>
        <p:grpSpPr>
          <a:xfrm>
            <a:off x="1042988" y="5445125"/>
            <a:ext cx="2160587" cy="606425"/>
            <a:chOff x="2290" y="3475"/>
            <a:chExt cx="1638" cy="382"/>
          </a:xfrm>
        </p:grpSpPr>
        <p:sp>
          <p:nvSpPr>
            <p:cNvPr id="5183" name="Line 96"/>
            <p:cNvSpPr/>
            <p:nvPr/>
          </p:nvSpPr>
          <p:spPr>
            <a:xfrm>
              <a:off x="2290" y="3475"/>
              <a:ext cx="1543" cy="0"/>
            </a:xfrm>
            <a:prstGeom prst="line">
              <a:avLst/>
            </a:prstGeom>
            <a:ln w="28575" cap="flat" cmpd="sng">
              <a:solidFill>
                <a:srgbClr val="FF3300"/>
              </a:solidFill>
              <a:prstDash val="solid"/>
              <a:headEnd type="none" w="med" len="med"/>
              <a:tailEnd type="triangle" w="med" len="med"/>
            </a:ln>
          </p:spPr>
        </p:sp>
        <p:graphicFrame>
          <p:nvGraphicFramePr>
            <p:cNvPr id="5128" name="Object 97"/>
            <p:cNvGraphicFramePr/>
            <p:nvPr/>
          </p:nvGraphicFramePr>
          <p:xfrm>
            <a:off x="3606" y="3521"/>
            <a:ext cx="322" cy="336"/>
          </p:xfrm>
          <a:graphic>
            <a:graphicData uri="http://schemas.openxmlformats.org/presentationml/2006/ole">
              <mc:AlternateContent xmlns:mc="http://schemas.openxmlformats.org/markup-compatibility/2006">
                <mc:Choice xmlns:v="urn:schemas-microsoft-com:vml" Requires="v">
                  <p:oleObj spid="_x0000_s3108" name="" r:id="rId6" imgW="241300" imgH="266065" progId="Equation.3">
                    <p:embed/>
                  </p:oleObj>
                </mc:Choice>
                <mc:Fallback>
                  <p:oleObj name="" r:id="rId6" imgW="241300" imgH="266065" progId="Equation.3">
                    <p:embed/>
                    <p:pic>
                      <p:nvPicPr>
                        <p:cNvPr id="0" name="图片 3107"/>
                        <p:cNvPicPr/>
                        <p:nvPr/>
                      </p:nvPicPr>
                      <p:blipFill>
                        <a:blip r:embed="rId7">
                          <a:clrChange>
                            <a:clrFrom>
                              <a:srgbClr val="000000"/>
                            </a:clrFrom>
                            <a:clrTo>
                              <a:srgbClr val="FFFFFF"/>
                            </a:clrTo>
                          </a:clrChange>
                        </a:blip>
                        <a:stretch>
                          <a:fillRect/>
                        </a:stretch>
                      </p:blipFill>
                      <p:spPr>
                        <a:xfrm>
                          <a:off x="3606" y="3521"/>
                          <a:ext cx="322" cy="336"/>
                        </a:xfrm>
                        <a:prstGeom prst="rect">
                          <a:avLst/>
                        </a:prstGeom>
                        <a:noFill/>
                        <a:ln w="38100">
                          <a:noFill/>
                          <a:miter/>
                        </a:ln>
                      </p:spPr>
                    </p:pic>
                  </p:oleObj>
                </mc:Fallback>
              </mc:AlternateContent>
            </a:graphicData>
          </a:graphic>
        </p:graphicFrame>
      </p:grpSp>
      <p:grpSp>
        <p:nvGrpSpPr>
          <p:cNvPr id="7" name="Group 98"/>
          <p:cNvGrpSpPr/>
          <p:nvPr/>
        </p:nvGrpSpPr>
        <p:grpSpPr>
          <a:xfrm>
            <a:off x="2484438" y="3717925"/>
            <a:ext cx="592137" cy="1762125"/>
            <a:chOff x="1341" y="2443"/>
            <a:chExt cx="283" cy="974"/>
          </a:xfrm>
        </p:grpSpPr>
        <p:grpSp>
          <p:nvGrpSpPr>
            <p:cNvPr id="5180" name="Group 99"/>
            <p:cNvGrpSpPr/>
            <p:nvPr/>
          </p:nvGrpSpPr>
          <p:grpSpPr>
            <a:xfrm>
              <a:off x="1341" y="2443"/>
              <a:ext cx="283" cy="974"/>
              <a:chOff x="1341" y="2443"/>
              <a:chExt cx="283" cy="974"/>
            </a:xfrm>
          </p:grpSpPr>
          <p:sp>
            <p:nvSpPr>
              <p:cNvPr id="5182" name="Line 100"/>
              <p:cNvSpPr/>
              <p:nvPr/>
            </p:nvSpPr>
            <p:spPr>
              <a:xfrm flipV="1">
                <a:off x="1603" y="2510"/>
                <a:ext cx="0" cy="907"/>
              </a:xfrm>
              <a:prstGeom prst="line">
                <a:avLst/>
              </a:prstGeom>
              <a:ln w="28575" cap="flat" cmpd="sng">
                <a:solidFill>
                  <a:schemeClr val="accent1"/>
                </a:solidFill>
                <a:prstDash val="solid"/>
                <a:headEnd type="none" w="med" len="med"/>
                <a:tailEnd type="triangle" w="med" len="med"/>
              </a:ln>
            </p:spPr>
          </p:sp>
          <p:graphicFrame>
            <p:nvGraphicFramePr>
              <p:cNvPr id="5127" name="Object 101"/>
              <p:cNvGraphicFramePr/>
              <p:nvPr/>
            </p:nvGraphicFramePr>
            <p:xfrm>
              <a:off x="1341" y="2443"/>
              <a:ext cx="283" cy="314"/>
            </p:xfrm>
            <a:graphic>
              <a:graphicData uri="http://schemas.openxmlformats.org/presentationml/2006/ole">
                <mc:AlternateContent xmlns:mc="http://schemas.openxmlformats.org/markup-compatibility/2006">
                  <mc:Choice xmlns:v="urn:schemas-microsoft-com:vml" Requires="v">
                    <p:oleObj spid="_x0000_s3105" name="" r:id="rId8" imgW="228600" imgH="266065" progId="Equation.3">
                      <p:embed/>
                    </p:oleObj>
                  </mc:Choice>
                  <mc:Fallback>
                    <p:oleObj name="" r:id="rId8" imgW="228600" imgH="266065" progId="Equation.3">
                      <p:embed/>
                      <p:pic>
                        <p:nvPicPr>
                          <p:cNvPr id="0" name="图片 3104"/>
                          <p:cNvPicPr/>
                          <p:nvPr/>
                        </p:nvPicPr>
                        <p:blipFill>
                          <a:blip r:embed="rId9">
                            <a:clrChange>
                              <a:clrFrom>
                                <a:srgbClr val="000000"/>
                              </a:clrFrom>
                              <a:clrTo>
                                <a:srgbClr val="FFFFFF"/>
                              </a:clrTo>
                            </a:clrChange>
                          </a:blip>
                          <a:stretch>
                            <a:fillRect/>
                          </a:stretch>
                        </p:blipFill>
                        <p:spPr>
                          <a:xfrm>
                            <a:off x="1341" y="2443"/>
                            <a:ext cx="283" cy="314"/>
                          </a:xfrm>
                          <a:prstGeom prst="rect">
                            <a:avLst/>
                          </a:prstGeom>
                          <a:noFill/>
                          <a:ln w="38100">
                            <a:noFill/>
                            <a:miter/>
                          </a:ln>
                        </p:spPr>
                      </p:pic>
                    </p:oleObj>
                  </mc:Fallback>
                </mc:AlternateContent>
              </a:graphicData>
            </a:graphic>
          </p:graphicFrame>
        </p:grpSp>
        <p:sp>
          <p:nvSpPr>
            <p:cNvPr id="5181" name="Freeform 102"/>
            <p:cNvSpPr/>
            <p:nvPr/>
          </p:nvSpPr>
          <p:spPr>
            <a:xfrm>
              <a:off x="1484" y="3326"/>
              <a:ext cx="119" cy="91"/>
            </a:xfrm>
            <a:custGeom>
              <a:avLst/>
              <a:gdLst>
                <a:gd name="txL" fmla="*/ 0 w 120"/>
                <a:gd name="txT" fmla="*/ 0 h 96"/>
                <a:gd name="txR" fmla="*/ 120 w 120"/>
                <a:gd name="txB" fmla="*/ 96 h 96"/>
              </a:gdLst>
              <a:ahLst/>
              <a:cxnLst>
                <a:cxn ang="0">
                  <a:pos x="120" y="0"/>
                </a:cxn>
                <a:cxn ang="0">
                  <a:pos x="0" y="0"/>
                </a:cxn>
                <a:cxn ang="0">
                  <a:pos x="0" y="96"/>
                </a:cxn>
              </a:cxnLst>
              <a:rect l="txL" t="txT" r="txR" b="txB"/>
              <a:pathLst>
                <a:path w="120" h="96">
                  <a:moveTo>
                    <a:pt x="120" y="0"/>
                  </a:moveTo>
                  <a:lnTo>
                    <a:pt x="0" y="0"/>
                  </a:lnTo>
                  <a:lnTo>
                    <a:pt x="0" y="96"/>
                  </a:lnTo>
                </a:path>
              </a:pathLst>
            </a:custGeom>
            <a:noFill/>
            <a:ln w="28575" cap="flat" cmpd="sng">
              <a:solidFill>
                <a:srgbClr val="66FF33"/>
              </a:solidFill>
              <a:prstDash val="solid"/>
              <a:round/>
              <a:headEnd type="none" w="med" len="med"/>
              <a:tailEnd type="none" w="med" len="med"/>
            </a:ln>
          </p:spPr>
          <p:txBody>
            <a:bodyPr wrap="none" anchor="ctr" anchorCtr="0"/>
            <a:p>
              <a:endParaRPr lang="zh-CN" altLang="en-US" dirty="0">
                <a:latin typeface="楷体_GB2312" pitchFamily="49" charset="-122"/>
              </a:endParaRPr>
            </a:p>
          </p:txBody>
        </p:sp>
      </p:grpSp>
      <p:grpSp>
        <p:nvGrpSpPr>
          <p:cNvPr id="9" name="Group 141"/>
          <p:cNvGrpSpPr/>
          <p:nvPr/>
        </p:nvGrpSpPr>
        <p:grpSpPr>
          <a:xfrm>
            <a:off x="1042988" y="4464050"/>
            <a:ext cx="2016125" cy="981075"/>
            <a:chOff x="703" y="3702"/>
            <a:chExt cx="1270" cy="618"/>
          </a:xfrm>
        </p:grpSpPr>
        <p:sp>
          <p:nvSpPr>
            <p:cNvPr id="5177" name="Freeform 104"/>
            <p:cNvSpPr/>
            <p:nvPr/>
          </p:nvSpPr>
          <p:spPr>
            <a:xfrm>
              <a:off x="703" y="3802"/>
              <a:ext cx="1270" cy="492"/>
            </a:xfrm>
            <a:custGeom>
              <a:avLst/>
              <a:gdLst>
                <a:gd name="txL" fmla="*/ 0 w 834"/>
                <a:gd name="txT" fmla="*/ 0 h 540"/>
                <a:gd name="txR" fmla="*/ 834 w 834"/>
                <a:gd name="txB" fmla="*/ 540 h 540"/>
              </a:gdLst>
              <a:ahLst/>
              <a:cxnLst>
                <a:cxn ang="0">
                  <a:pos x="0" y="540"/>
                </a:cxn>
                <a:cxn ang="0">
                  <a:pos x="834" y="0"/>
                </a:cxn>
              </a:cxnLst>
              <a:rect l="txL" t="txT" r="txR" b="txB"/>
              <a:pathLst>
                <a:path w="834" h="540">
                  <a:moveTo>
                    <a:pt x="0" y="540"/>
                  </a:moveTo>
                  <a:lnTo>
                    <a:pt x="834" y="0"/>
                  </a:lnTo>
                </a:path>
              </a:pathLst>
            </a:custGeom>
            <a:noFill/>
            <a:ln w="28575" cap="flat" cmpd="sng">
              <a:solidFill>
                <a:srgbClr val="FF9900"/>
              </a:solidFill>
              <a:prstDash val="solid"/>
              <a:round/>
              <a:headEnd type="none" w="med" len="med"/>
              <a:tailEnd type="triangle" w="med" len="med"/>
            </a:ln>
          </p:spPr>
          <p:txBody>
            <a:bodyPr wrap="none" anchor="ctr" anchorCtr="0"/>
            <a:p>
              <a:endParaRPr lang="zh-CN" altLang="en-US" dirty="0">
                <a:latin typeface="楷体_GB2312" pitchFamily="49" charset="-122"/>
              </a:endParaRPr>
            </a:p>
          </p:txBody>
        </p:sp>
        <p:graphicFrame>
          <p:nvGraphicFramePr>
            <p:cNvPr id="5126" name="Object 105"/>
            <p:cNvGraphicFramePr/>
            <p:nvPr/>
          </p:nvGraphicFramePr>
          <p:xfrm>
            <a:off x="1156" y="3702"/>
            <a:ext cx="189" cy="318"/>
          </p:xfrm>
          <a:graphic>
            <a:graphicData uri="http://schemas.openxmlformats.org/presentationml/2006/ole">
              <mc:AlternateContent xmlns:mc="http://schemas.openxmlformats.org/markup-compatibility/2006">
                <mc:Choice xmlns:v="urn:schemas-microsoft-com:vml" Requires="v">
                  <p:oleObj spid="_x0000_s3107" name="" r:id="rId10" imgW="177800" imgH="227965" progId="Equation.3">
                    <p:embed/>
                  </p:oleObj>
                </mc:Choice>
                <mc:Fallback>
                  <p:oleObj name="" r:id="rId10" imgW="177800" imgH="227965" progId="Equation.3">
                    <p:embed/>
                    <p:pic>
                      <p:nvPicPr>
                        <p:cNvPr id="0" name="图片 3106"/>
                        <p:cNvPicPr/>
                        <p:nvPr/>
                      </p:nvPicPr>
                      <p:blipFill>
                        <a:blip r:embed="rId11">
                          <a:clrChange>
                            <a:clrFrom>
                              <a:srgbClr val="000000"/>
                            </a:clrFrom>
                            <a:clrTo>
                              <a:srgbClr val="FFFFFF"/>
                            </a:clrTo>
                          </a:clrChange>
                        </a:blip>
                        <a:stretch>
                          <a:fillRect/>
                        </a:stretch>
                      </p:blipFill>
                      <p:spPr>
                        <a:xfrm>
                          <a:off x="1156" y="3702"/>
                          <a:ext cx="189" cy="318"/>
                        </a:xfrm>
                        <a:prstGeom prst="rect">
                          <a:avLst/>
                        </a:prstGeom>
                        <a:noFill/>
                        <a:ln w="38100">
                          <a:noFill/>
                          <a:miter/>
                        </a:ln>
                      </p:spPr>
                    </p:pic>
                  </p:oleObj>
                </mc:Fallback>
              </mc:AlternateContent>
            </a:graphicData>
          </a:graphic>
        </p:graphicFrame>
        <p:sp>
          <p:nvSpPr>
            <p:cNvPr id="5178" name="Freeform 106"/>
            <p:cNvSpPr/>
            <p:nvPr/>
          </p:nvSpPr>
          <p:spPr>
            <a:xfrm>
              <a:off x="991" y="4185"/>
              <a:ext cx="41" cy="101"/>
            </a:xfrm>
            <a:custGeom>
              <a:avLst/>
              <a:gdLst>
                <a:gd name="txL" fmla="*/ 0 w 27"/>
                <a:gd name="txT" fmla="*/ 0 h 111"/>
                <a:gd name="txR" fmla="*/ 27 w 27"/>
                <a:gd name="txB" fmla="*/ 111 h 111"/>
              </a:gdLst>
              <a:ahLst/>
              <a:cxnLst>
                <a:cxn ang="0">
                  <a:pos x="0" y="0"/>
                </a:cxn>
                <a:cxn ang="0">
                  <a:pos x="21" y="57"/>
                </a:cxn>
                <a:cxn ang="0">
                  <a:pos x="27" y="111"/>
                </a:cxn>
              </a:cxnLst>
              <a:rect l="txL" t="txT" r="txR" b="txB"/>
              <a:pathLst>
                <a:path w="27" h="111">
                  <a:moveTo>
                    <a:pt x="0" y="0"/>
                  </a:moveTo>
                  <a:cubicBezTo>
                    <a:pt x="3" y="10"/>
                    <a:pt x="17" y="39"/>
                    <a:pt x="21" y="57"/>
                  </a:cubicBezTo>
                  <a:cubicBezTo>
                    <a:pt x="25" y="75"/>
                    <a:pt x="26" y="100"/>
                    <a:pt x="27" y="111"/>
                  </a:cubicBezTo>
                </a:path>
              </a:pathLst>
            </a:custGeom>
            <a:noFill/>
            <a:ln w="28575" cap="flat" cmpd="sng">
              <a:solidFill>
                <a:srgbClr val="66FF33"/>
              </a:solidFill>
              <a:prstDash val="solid"/>
              <a:round/>
              <a:headEnd type="none" w="med" len="med"/>
              <a:tailEnd type="none" w="med" len="med"/>
            </a:ln>
          </p:spPr>
          <p:txBody>
            <a:bodyPr wrap="none" anchor="ctr" anchorCtr="0"/>
            <a:p>
              <a:endParaRPr lang="zh-CN" altLang="en-US" dirty="0">
                <a:latin typeface="楷体_GB2312" pitchFamily="49" charset="-122"/>
              </a:endParaRPr>
            </a:p>
          </p:txBody>
        </p:sp>
        <p:sp>
          <p:nvSpPr>
            <p:cNvPr id="5179" name="Text Box 107"/>
            <p:cNvSpPr txBox="1"/>
            <p:nvPr/>
          </p:nvSpPr>
          <p:spPr>
            <a:xfrm>
              <a:off x="1066" y="4032"/>
              <a:ext cx="438" cy="288"/>
            </a:xfrm>
            <a:prstGeom prst="rect">
              <a:avLst/>
            </a:prstGeom>
            <a:noFill/>
            <a:ln w="9525">
              <a:noFill/>
            </a:ln>
          </p:spPr>
          <p:txBody>
            <a:bodyPr>
              <a:spAutoFit/>
            </a:bodyPr>
            <a:p>
              <a:pPr>
                <a:spcBef>
                  <a:spcPct val="50000"/>
                </a:spcBef>
              </a:pPr>
              <a:r>
                <a:rPr lang="en-US" altLang="zh-CN" sz="2400" b="0" i="1" dirty="0">
                  <a:solidFill>
                    <a:schemeClr val="bg1"/>
                  </a:solidFill>
                  <a:latin typeface="Times New Roman" panose="02020603050405020304" pitchFamily="18" charset="0"/>
                  <a:ea typeface="宋体" panose="02010600030101010101" pitchFamily="2" charset="-122"/>
                  <a:sym typeface="Symbol" panose="05050102010706020507" pitchFamily="18" charset="2"/>
                </a:rPr>
                <a:t></a:t>
              </a:r>
              <a:r>
                <a:rPr lang="en-US" altLang="zh-CN" sz="2400" b="0" i="1" baseline="-25000" dirty="0">
                  <a:solidFill>
                    <a:schemeClr val="bg1"/>
                  </a:solidFill>
                  <a:latin typeface="Times New Roman" panose="02020603050405020304" pitchFamily="18" charset="0"/>
                  <a:ea typeface="宋体" panose="02010600030101010101" pitchFamily="2" charset="-122"/>
                  <a:sym typeface="Symbol" panose="05050102010706020507" pitchFamily="18" charset="2"/>
                </a:rPr>
                <a:t>Z</a:t>
              </a:r>
              <a:endParaRPr lang="en-US" altLang="zh-CN" sz="2400" b="0" i="1" baseline="-25000" dirty="0">
                <a:solidFill>
                  <a:schemeClr val="bg1"/>
                </a:solidFill>
                <a:latin typeface="Times New Roman" panose="02020603050405020304" pitchFamily="18" charset="0"/>
                <a:ea typeface="宋体" panose="02010600030101010101" pitchFamily="2" charset="-122"/>
              </a:endParaRPr>
            </a:p>
          </p:txBody>
        </p:sp>
      </p:grpSp>
      <p:grpSp>
        <p:nvGrpSpPr>
          <p:cNvPr id="10" name="Group 108"/>
          <p:cNvGrpSpPr/>
          <p:nvPr/>
        </p:nvGrpSpPr>
        <p:grpSpPr>
          <a:xfrm>
            <a:off x="3059113" y="4652963"/>
            <a:ext cx="604837" cy="792162"/>
            <a:chOff x="1627" y="2918"/>
            <a:chExt cx="381" cy="499"/>
          </a:xfrm>
        </p:grpSpPr>
        <p:sp>
          <p:nvSpPr>
            <p:cNvPr id="5175" name="AutoShape 109"/>
            <p:cNvSpPr/>
            <p:nvPr/>
          </p:nvSpPr>
          <p:spPr>
            <a:xfrm>
              <a:off x="1627" y="2918"/>
              <a:ext cx="48" cy="499"/>
            </a:xfrm>
            <a:prstGeom prst="rightBrace">
              <a:avLst>
                <a:gd name="adj1" fmla="val 86583"/>
                <a:gd name="adj2" fmla="val 50000"/>
              </a:avLst>
            </a:prstGeom>
            <a:noFill/>
            <a:ln w="28575" cap="flat" cmpd="sng">
              <a:solidFill>
                <a:schemeClr val="bg1"/>
              </a:solidFill>
              <a:prstDash val="solid"/>
              <a:headEnd type="none" w="med" len="med"/>
              <a:tailEnd type="triangle" w="med" len="med"/>
            </a:ln>
          </p:spPr>
          <p:txBody>
            <a:bodyPr wrap="none" anchor="ctr" anchorCtr="0"/>
            <a:p>
              <a:endParaRPr lang="zh-CN" altLang="en-US" dirty="0">
                <a:latin typeface="楷体_GB2312" pitchFamily="49" charset="-122"/>
              </a:endParaRPr>
            </a:p>
          </p:txBody>
        </p:sp>
        <p:sp>
          <p:nvSpPr>
            <p:cNvPr id="5176" name="Text Box 110"/>
            <p:cNvSpPr txBox="1"/>
            <p:nvPr/>
          </p:nvSpPr>
          <p:spPr>
            <a:xfrm>
              <a:off x="1627" y="3054"/>
              <a:ext cx="381" cy="327"/>
            </a:xfrm>
            <a:prstGeom prst="rect">
              <a:avLst/>
            </a:prstGeom>
            <a:noFill/>
            <a:ln w="9525">
              <a:noFill/>
            </a:ln>
          </p:spPr>
          <p:txBody>
            <a:bodyPr>
              <a:spAutoFit/>
            </a:bodyPr>
            <a:p>
              <a:pPr>
                <a:spcBef>
                  <a:spcPct val="50000"/>
                </a:spcBef>
              </a:pPr>
              <a:r>
                <a:rPr lang="en-US" altLang="zh-CN" b="0" i="1" dirty="0">
                  <a:solidFill>
                    <a:schemeClr val="bg1"/>
                  </a:solidFill>
                  <a:latin typeface="Times New Roman" panose="02020603050405020304" pitchFamily="18" charset="0"/>
                  <a:ea typeface="宋体" panose="02010600030101010101" pitchFamily="2" charset="-122"/>
                </a:rPr>
                <a:t>U</a:t>
              </a:r>
              <a:r>
                <a:rPr lang="en-US" altLang="zh-CN" b="0" i="1" baseline="-25000" dirty="0">
                  <a:solidFill>
                    <a:schemeClr val="bg1"/>
                  </a:solidFill>
                  <a:latin typeface="Times New Roman" panose="02020603050405020304" pitchFamily="18" charset="0"/>
                  <a:ea typeface="宋体" panose="02010600030101010101" pitchFamily="2" charset="-122"/>
                </a:rPr>
                <a:t>X</a:t>
              </a:r>
              <a:endParaRPr lang="en-US" altLang="zh-CN" b="0" i="1" baseline="-25000" dirty="0">
                <a:solidFill>
                  <a:schemeClr val="bg1"/>
                </a:solidFill>
                <a:latin typeface="Times New Roman" panose="02020603050405020304" pitchFamily="18" charset="0"/>
                <a:ea typeface="宋体" panose="02010600030101010101" pitchFamily="2" charset="-122"/>
              </a:endParaRPr>
            </a:p>
          </p:txBody>
        </p:sp>
      </p:grpSp>
      <p:sp>
        <p:nvSpPr>
          <p:cNvPr id="85106" name="AutoShape 114"/>
          <p:cNvSpPr/>
          <p:nvPr/>
        </p:nvSpPr>
        <p:spPr>
          <a:xfrm>
            <a:off x="539750" y="3644900"/>
            <a:ext cx="1187450" cy="1368425"/>
          </a:xfrm>
          <a:prstGeom prst="wedgeRoundRectCallout">
            <a:avLst>
              <a:gd name="adj1" fmla="val 78208"/>
              <a:gd name="adj2" fmla="val 66125"/>
              <a:gd name="adj3" fmla="val 16667"/>
            </a:avLst>
          </a:prstGeom>
          <a:solidFill>
            <a:schemeClr val="accent1"/>
          </a:solidFill>
          <a:ln w="9525">
            <a:noFill/>
          </a:ln>
        </p:spPr>
        <p:txBody>
          <a:bodyPr/>
          <a:p>
            <a:pPr algn="ctr"/>
            <a:r>
              <a:rPr lang="zh-CN" altLang="en-US" dirty="0">
                <a:solidFill>
                  <a:schemeClr val="tx1"/>
                </a:solidFill>
                <a:latin typeface="Arial" panose="020B0604020202020204" pitchFamily="34" charset="0"/>
              </a:rPr>
              <a:t>电压三角形</a:t>
            </a:r>
            <a:endParaRPr lang="zh-CN" altLang="en-US" dirty="0">
              <a:solidFill>
                <a:schemeClr val="tx1"/>
              </a:solidFill>
              <a:latin typeface="Arial" panose="020B0604020202020204" pitchFamily="34" charset="0"/>
            </a:endParaRPr>
          </a:p>
        </p:txBody>
      </p:sp>
      <p:graphicFrame>
        <p:nvGraphicFramePr>
          <p:cNvPr id="85107" name="Object 115"/>
          <p:cNvGraphicFramePr/>
          <p:nvPr/>
        </p:nvGraphicFramePr>
        <p:xfrm>
          <a:off x="3563938" y="3357563"/>
          <a:ext cx="4968875" cy="682625"/>
        </p:xfrm>
        <a:graphic>
          <a:graphicData uri="http://schemas.openxmlformats.org/presentationml/2006/ole">
            <mc:AlternateContent xmlns:mc="http://schemas.openxmlformats.org/markup-compatibility/2006">
              <mc:Choice xmlns:v="urn:schemas-microsoft-com:vml" Requires="v">
                <p:oleObj spid="_x0000_s3117" name="" r:id="rId12" imgW="2512695" imgH="304800" progId="Equation.3">
                  <p:embed/>
                </p:oleObj>
              </mc:Choice>
              <mc:Fallback>
                <p:oleObj name="" r:id="rId12" imgW="2512695" imgH="304800" progId="Equation.3">
                  <p:embed/>
                  <p:pic>
                    <p:nvPicPr>
                      <p:cNvPr id="0" name="图片 3116"/>
                      <p:cNvPicPr/>
                      <p:nvPr/>
                    </p:nvPicPr>
                    <p:blipFill>
                      <a:blip r:embed="rId13"/>
                      <a:stretch>
                        <a:fillRect/>
                      </a:stretch>
                    </p:blipFill>
                    <p:spPr>
                      <a:xfrm>
                        <a:off x="3563938" y="3357563"/>
                        <a:ext cx="4968875" cy="682625"/>
                      </a:xfrm>
                      <a:prstGeom prst="rect">
                        <a:avLst/>
                      </a:prstGeom>
                      <a:gradFill rotWithShape="1">
                        <a:gsLst>
                          <a:gs pos="0">
                            <a:srgbClr val="0099FF"/>
                          </a:gs>
                          <a:gs pos="50000">
                            <a:schemeClr val="bg1"/>
                          </a:gs>
                          <a:gs pos="100000">
                            <a:srgbClr val="0099FF"/>
                          </a:gs>
                        </a:gsLst>
                        <a:lin ang="5400000" scaled="1"/>
                        <a:tileRect/>
                      </a:gradFill>
                      <a:ln w="38100">
                        <a:noFill/>
                        <a:miter/>
                      </a:ln>
                    </p:spPr>
                  </p:pic>
                </p:oleObj>
              </mc:Fallback>
            </mc:AlternateContent>
          </a:graphicData>
        </a:graphic>
      </p:graphicFrame>
      <p:grpSp>
        <p:nvGrpSpPr>
          <p:cNvPr id="11" name="Group 138"/>
          <p:cNvGrpSpPr/>
          <p:nvPr/>
        </p:nvGrpSpPr>
        <p:grpSpPr>
          <a:xfrm>
            <a:off x="4067175" y="4724400"/>
            <a:ext cx="1655763" cy="576263"/>
            <a:chOff x="793" y="3022"/>
            <a:chExt cx="1043" cy="363"/>
          </a:xfrm>
        </p:grpSpPr>
        <p:sp>
          <p:nvSpPr>
            <p:cNvPr id="5173" name="Line 139"/>
            <p:cNvSpPr/>
            <p:nvPr/>
          </p:nvSpPr>
          <p:spPr>
            <a:xfrm>
              <a:off x="930" y="3385"/>
              <a:ext cx="725" cy="0"/>
            </a:xfrm>
            <a:prstGeom prst="line">
              <a:avLst/>
            </a:prstGeom>
            <a:ln w="76200" cap="flat" cmpd="sng">
              <a:solidFill>
                <a:srgbClr val="0066FF"/>
              </a:solidFill>
              <a:prstDash val="solid"/>
              <a:headEnd type="none" w="med" len="med"/>
              <a:tailEnd type="triangle" w="med" len="med"/>
            </a:ln>
          </p:spPr>
        </p:sp>
        <p:sp>
          <p:nvSpPr>
            <p:cNvPr id="5174" name="Text Box 140"/>
            <p:cNvSpPr txBox="1"/>
            <p:nvPr/>
          </p:nvSpPr>
          <p:spPr>
            <a:xfrm>
              <a:off x="793" y="3022"/>
              <a:ext cx="1043" cy="327"/>
            </a:xfrm>
            <a:prstGeom prst="rect">
              <a:avLst/>
            </a:prstGeom>
            <a:noFill/>
            <a:ln w="9525">
              <a:noFill/>
            </a:ln>
          </p:spPr>
          <p:txBody>
            <a:bodyPr>
              <a:spAutoFit/>
            </a:bodyPr>
            <a:p>
              <a:pPr>
                <a:spcBef>
                  <a:spcPct val="50000"/>
                </a:spcBef>
              </a:pPr>
              <a:r>
                <a:rPr lang="zh-CN" altLang="en-US" dirty="0">
                  <a:latin typeface="Arial" panose="020B0604020202020204" pitchFamily="34" charset="0"/>
                </a:rPr>
                <a:t>等效电路</a:t>
              </a:r>
              <a:endParaRPr lang="zh-CN" altLang="en-US" dirty="0">
                <a:latin typeface="Arial" panose="020B0604020202020204" pitchFamily="34" charset="0"/>
              </a:endParaRPr>
            </a:p>
          </p:txBody>
        </p:sp>
      </p:grpSp>
      <p:grpSp>
        <p:nvGrpSpPr>
          <p:cNvPr id="5144" name="Group 145"/>
          <p:cNvGrpSpPr/>
          <p:nvPr/>
        </p:nvGrpSpPr>
        <p:grpSpPr>
          <a:xfrm>
            <a:off x="6588125" y="6446838"/>
            <a:ext cx="792163" cy="366712"/>
            <a:chOff x="4649" y="4020"/>
            <a:chExt cx="499" cy="231"/>
          </a:xfrm>
        </p:grpSpPr>
        <p:pic>
          <p:nvPicPr>
            <p:cNvPr id="5171" name="Picture 146" descr="78900"/>
            <p:cNvPicPr>
              <a:picLocks noChangeAspect="1"/>
            </p:cNvPicPr>
            <p:nvPr/>
          </p:nvPicPr>
          <p:blipFill>
            <a:blip r:embed="rId3"/>
            <a:stretch>
              <a:fillRect/>
            </a:stretch>
          </p:blipFill>
          <p:spPr>
            <a:xfrm>
              <a:off x="4649" y="4066"/>
              <a:ext cx="499" cy="181"/>
            </a:xfrm>
            <a:prstGeom prst="rect">
              <a:avLst/>
            </a:prstGeom>
            <a:noFill/>
            <a:ln w="9525">
              <a:noFill/>
            </a:ln>
          </p:spPr>
        </p:pic>
        <p:sp>
          <p:nvSpPr>
            <p:cNvPr id="5172" name="Text Box 147">
              <a:hlinkClick r:id="" action="ppaction://hlinkshowjump?jump=firstslide"/>
            </p:cNvPr>
            <p:cNvSpPr txBox="1"/>
            <p:nvPr/>
          </p:nvSpPr>
          <p:spPr>
            <a:xfrm>
              <a:off x="4672" y="4020"/>
              <a:ext cx="476" cy="231"/>
            </a:xfrm>
            <a:prstGeom prst="rect">
              <a:avLst/>
            </a:prstGeom>
            <a:noFill/>
            <a:ln w="9525">
              <a:noFill/>
            </a:ln>
          </p:spPr>
          <p:txBody>
            <a:bodyPr wrap="none">
              <a:spAutoFit/>
            </a:bodyPr>
            <a:p>
              <a:pPr>
                <a:spcBef>
                  <a:spcPct val="50000"/>
                </a:spcBef>
              </a:pPr>
              <a:r>
                <a:rPr lang="zh-CN" altLang="en-US" sz="1800" b="0" dirty="0">
                  <a:solidFill>
                    <a:schemeClr val="bg1"/>
                  </a:solidFill>
                  <a:latin typeface="隶书" panose="02010509060101010101" pitchFamily="49" charset="-122"/>
                  <a:ea typeface="隶书" panose="02010509060101010101" pitchFamily="49" charset="-122"/>
                </a:rPr>
                <a:t>返 回</a:t>
              </a:r>
              <a:endParaRPr lang="zh-CN" altLang="en-US" sz="1800" b="0" dirty="0">
                <a:solidFill>
                  <a:schemeClr val="bg1"/>
                </a:solidFill>
                <a:latin typeface="隶书" panose="02010509060101010101" pitchFamily="49" charset="-122"/>
                <a:ea typeface="隶书" panose="02010509060101010101" pitchFamily="49" charset="-122"/>
              </a:endParaRPr>
            </a:p>
          </p:txBody>
        </p:sp>
      </p:grpSp>
      <p:graphicFrame>
        <p:nvGraphicFramePr>
          <p:cNvPr id="85140" name="Object 148"/>
          <p:cNvGraphicFramePr/>
          <p:nvPr/>
        </p:nvGraphicFramePr>
        <p:xfrm>
          <a:off x="6156325" y="2636838"/>
          <a:ext cx="1150938" cy="641350"/>
        </p:xfrm>
        <a:graphic>
          <a:graphicData uri="http://schemas.openxmlformats.org/presentationml/2006/ole">
            <mc:AlternateContent xmlns:mc="http://schemas.openxmlformats.org/markup-compatibility/2006">
              <mc:Choice xmlns:v="urn:schemas-microsoft-com:vml" Requires="v">
                <p:oleObj spid="_x0000_s3116" name="" r:id="rId14" imgW="431800" imgH="241300" progId="Equation.3">
                  <p:embed/>
                </p:oleObj>
              </mc:Choice>
              <mc:Fallback>
                <p:oleObj name="" r:id="rId14" imgW="431800" imgH="241300" progId="Equation.3">
                  <p:embed/>
                  <p:pic>
                    <p:nvPicPr>
                      <p:cNvPr id="0" name="图片 3115"/>
                      <p:cNvPicPr/>
                      <p:nvPr/>
                    </p:nvPicPr>
                    <p:blipFill>
                      <a:blip r:embed="rId15">
                        <a:clrChange>
                          <a:clrFrom>
                            <a:srgbClr val="000000"/>
                          </a:clrFrom>
                          <a:clrTo>
                            <a:srgbClr val="000000"/>
                          </a:clrTo>
                        </a:clrChange>
                      </a:blip>
                      <a:stretch>
                        <a:fillRect/>
                      </a:stretch>
                    </p:blipFill>
                    <p:spPr>
                      <a:xfrm>
                        <a:off x="6156325" y="2636838"/>
                        <a:ext cx="1150938" cy="641350"/>
                      </a:xfrm>
                      <a:prstGeom prst="rect">
                        <a:avLst/>
                      </a:prstGeom>
                      <a:solidFill>
                        <a:srgbClr val="C0C0C0"/>
                      </a:solidFill>
                      <a:ln w="38100">
                        <a:noFill/>
                        <a:miter/>
                      </a:ln>
                    </p:spPr>
                  </p:pic>
                </p:oleObj>
              </mc:Fallback>
            </mc:AlternateContent>
          </a:graphicData>
        </a:graphic>
      </p:graphicFrame>
      <p:grpSp>
        <p:nvGrpSpPr>
          <p:cNvPr id="13" name="Group 159"/>
          <p:cNvGrpSpPr/>
          <p:nvPr/>
        </p:nvGrpSpPr>
        <p:grpSpPr>
          <a:xfrm>
            <a:off x="5759450" y="4076700"/>
            <a:ext cx="3355975" cy="2103438"/>
            <a:chOff x="3628" y="2568"/>
            <a:chExt cx="2114" cy="1325"/>
          </a:xfrm>
        </p:grpSpPr>
        <p:sp>
          <p:nvSpPr>
            <p:cNvPr id="5150" name="Text Box 117"/>
            <p:cNvSpPr txBox="1"/>
            <p:nvPr/>
          </p:nvSpPr>
          <p:spPr>
            <a:xfrm>
              <a:off x="4880" y="3113"/>
              <a:ext cx="862" cy="327"/>
            </a:xfrm>
            <a:prstGeom prst="rect">
              <a:avLst/>
            </a:prstGeom>
            <a:noFill/>
            <a:ln w="9525">
              <a:noFill/>
            </a:ln>
          </p:spPr>
          <p:txBody>
            <a:bodyPr>
              <a:spAutoFit/>
            </a:bodyPr>
            <a:p>
              <a:r>
                <a:rPr lang="en-US" altLang="zh-CN" b="0" dirty="0">
                  <a:solidFill>
                    <a:schemeClr val="bg1"/>
                  </a:solidFill>
                  <a:latin typeface="Times New Roman" panose="02020603050405020304" pitchFamily="18" charset="0"/>
                  <a:ea typeface="宋体" panose="02010600030101010101" pitchFamily="2" charset="-122"/>
                </a:rPr>
                <a:t>j</a:t>
              </a:r>
              <a:r>
                <a:rPr lang="en-US" altLang="zh-CN" b="0" i="1" dirty="0">
                  <a:solidFill>
                    <a:schemeClr val="bg1"/>
                  </a:solidFill>
                  <a:latin typeface="Times New Roman" panose="02020603050405020304" pitchFamily="18" charset="0"/>
                  <a:ea typeface="宋体" panose="02010600030101010101" pitchFamily="2" charset="-122"/>
                  <a:sym typeface="Symbol" panose="05050102010706020507" pitchFamily="18" charset="2"/>
                </a:rPr>
                <a:t> </a:t>
              </a:r>
              <a:r>
                <a:rPr lang="en-US" altLang="zh-CN" b="0" i="1" dirty="0">
                  <a:solidFill>
                    <a:schemeClr val="bg1"/>
                  </a:solidFill>
                  <a:latin typeface="Times New Roman" panose="02020603050405020304" pitchFamily="18" charset="0"/>
                  <a:ea typeface="宋体" panose="02010600030101010101" pitchFamily="2" charset="-122"/>
                </a:rPr>
                <a:t>L</a:t>
              </a:r>
              <a:r>
                <a:rPr lang="en-US" altLang="zh-CN" b="0" baseline="-25000" dirty="0">
                  <a:solidFill>
                    <a:schemeClr val="bg1"/>
                  </a:solidFill>
                  <a:latin typeface="Times New Roman" panose="02020603050405020304" pitchFamily="18" charset="0"/>
                  <a:ea typeface="宋体" panose="02010600030101010101" pitchFamily="2" charset="-122"/>
                </a:rPr>
                <a:t>eq</a:t>
              </a:r>
              <a:endParaRPr lang="en-US" altLang="zh-CN" b="0" dirty="0">
                <a:solidFill>
                  <a:schemeClr val="bg1"/>
                </a:solidFill>
                <a:latin typeface="Times New Roman" panose="02020603050405020304" pitchFamily="18" charset="0"/>
                <a:ea typeface="宋体" panose="02010600030101010101" pitchFamily="2" charset="-122"/>
              </a:endParaRPr>
            </a:p>
          </p:txBody>
        </p:sp>
        <p:grpSp>
          <p:nvGrpSpPr>
            <p:cNvPr id="5151" name="Group 154"/>
            <p:cNvGrpSpPr/>
            <p:nvPr/>
          </p:nvGrpSpPr>
          <p:grpSpPr>
            <a:xfrm>
              <a:off x="3628" y="2568"/>
              <a:ext cx="1265" cy="1325"/>
              <a:chOff x="3628" y="2568"/>
              <a:chExt cx="1265" cy="1325"/>
            </a:xfrm>
          </p:grpSpPr>
          <p:graphicFrame>
            <p:nvGraphicFramePr>
              <p:cNvPr id="5124" name="Object 118"/>
              <p:cNvGraphicFramePr/>
              <p:nvPr/>
            </p:nvGraphicFramePr>
            <p:xfrm>
              <a:off x="4489" y="3248"/>
              <a:ext cx="313" cy="318"/>
            </p:xfrm>
            <a:graphic>
              <a:graphicData uri="http://schemas.openxmlformats.org/presentationml/2006/ole">
                <mc:AlternateContent xmlns:mc="http://schemas.openxmlformats.org/markup-compatibility/2006">
                  <mc:Choice xmlns:v="urn:schemas-microsoft-com:vml" Requires="v">
                    <p:oleObj spid="_x0000_s3118" name="" r:id="rId16" imgW="253365" imgH="266065" progId="Equation.3">
                      <p:embed/>
                    </p:oleObj>
                  </mc:Choice>
                  <mc:Fallback>
                    <p:oleObj name="" r:id="rId16" imgW="253365" imgH="266065" progId="Equation.3">
                      <p:embed/>
                      <p:pic>
                        <p:nvPicPr>
                          <p:cNvPr id="0" name="图片 3117"/>
                          <p:cNvPicPr/>
                          <p:nvPr/>
                        </p:nvPicPr>
                        <p:blipFill>
                          <a:blip r:embed="rId17">
                            <a:clrChange>
                              <a:clrFrom>
                                <a:srgbClr val="000000"/>
                              </a:clrFrom>
                              <a:clrTo>
                                <a:srgbClr val="FFFFFF"/>
                              </a:clrTo>
                            </a:clrChange>
                          </a:blip>
                          <a:stretch>
                            <a:fillRect/>
                          </a:stretch>
                        </p:blipFill>
                        <p:spPr>
                          <a:xfrm>
                            <a:off x="4489" y="3248"/>
                            <a:ext cx="313" cy="318"/>
                          </a:xfrm>
                          <a:prstGeom prst="rect">
                            <a:avLst/>
                          </a:prstGeom>
                          <a:noFill/>
                          <a:ln w="38100">
                            <a:noFill/>
                            <a:miter/>
                          </a:ln>
                        </p:spPr>
                      </p:pic>
                    </p:oleObj>
                  </mc:Fallback>
                </mc:AlternateContent>
              </a:graphicData>
            </a:graphic>
          </p:graphicFrame>
          <p:sp>
            <p:nvSpPr>
              <p:cNvPr id="5152" name="Text Box 119"/>
              <p:cNvSpPr txBox="1"/>
              <p:nvPr/>
            </p:nvSpPr>
            <p:spPr>
              <a:xfrm>
                <a:off x="4081" y="3021"/>
                <a:ext cx="253" cy="327"/>
              </a:xfrm>
              <a:prstGeom prst="rect">
                <a:avLst/>
              </a:prstGeom>
              <a:noFill/>
              <a:ln w="9525">
                <a:noFill/>
              </a:ln>
            </p:spPr>
            <p:txBody>
              <a:bodyPr wrap="none">
                <a:spAutoFit/>
              </a:bodyPr>
              <a:p>
                <a:r>
                  <a:rPr lang="en-US" altLang="zh-CN" b="0" i="1" dirty="0">
                    <a:solidFill>
                      <a:schemeClr val="bg1"/>
                    </a:solidFill>
                    <a:latin typeface="Times New Roman" panose="02020603050405020304" pitchFamily="18" charset="0"/>
                    <a:ea typeface="宋体" panose="02010600030101010101" pitchFamily="2" charset="-122"/>
                  </a:rPr>
                  <a:t>R</a:t>
                </a:r>
                <a:endParaRPr lang="en-US" altLang="zh-CN" b="0" i="1" dirty="0">
                  <a:solidFill>
                    <a:schemeClr val="bg1"/>
                  </a:solidFill>
                  <a:latin typeface="Times New Roman" panose="02020603050405020304" pitchFamily="18" charset="0"/>
                  <a:ea typeface="宋体" panose="02010600030101010101" pitchFamily="2" charset="-122"/>
                </a:endParaRPr>
              </a:p>
            </p:txBody>
          </p:sp>
          <p:sp>
            <p:nvSpPr>
              <p:cNvPr id="5153" name="Text Box 120"/>
              <p:cNvSpPr txBox="1"/>
              <p:nvPr/>
            </p:nvSpPr>
            <p:spPr>
              <a:xfrm>
                <a:off x="3628" y="2976"/>
                <a:ext cx="242" cy="327"/>
              </a:xfrm>
              <a:prstGeom prst="rect">
                <a:avLst/>
              </a:prstGeom>
              <a:noFill/>
              <a:ln w="9525">
                <a:noFill/>
              </a:ln>
            </p:spPr>
            <p:txBody>
              <a:bodyPr wrap="none">
                <a:spAutoFit/>
              </a:bodyPr>
              <a:p>
                <a:pPr>
                  <a:spcBef>
                    <a:spcPct val="50000"/>
                  </a:spcBef>
                </a:pPr>
                <a:r>
                  <a:rPr lang="en-US" altLang="zh-CN" b="0" dirty="0">
                    <a:solidFill>
                      <a:schemeClr val="bg1"/>
                    </a:solidFill>
                    <a:latin typeface="Times New Roman" panose="02020603050405020304" pitchFamily="18" charset="0"/>
                    <a:ea typeface="宋体" panose="02010600030101010101" pitchFamily="2" charset="-122"/>
                  </a:rPr>
                  <a:t>+</a:t>
                </a:r>
                <a:endParaRPr lang="en-US" altLang="zh-CN" b="0" dirty="0">
                  <a:solidFill>
                    <a:schemeClr val="bg1"/>
                  </a:solidFill>
                  <a:latin typeface="Times New Roman" panose="02020603050405020304" pitchFamily="18" charset="0"/>
                  <a:ea typeface="宋体" panose="02010600030101010101" pitchFamily="2" charset="-122"/>
                </a:endParaRPr>
              </a:p>
            </p:txBody>
          </p:sp>
          <p:sp>
            <p:nvSpPr>
              <p:cNvPr id="5154" name="Text Box 121"/>
              <p:cNvSpPr txBox="1"/>
              <p:nvPr/>
            </p:nvSpPr>
            <p:spPr>
              <a:xfrm>
                <a:off x="3628" y="3566"/>
                <a:ext cx="229" cy="327"/>
              </a:xfrm>
              <a:prstGeom prst="rect">
                <a:avLst/>
              </a:prstGeom>
              <a:noFill/>
              <a:ln w="9525">
                <a:noFill/>
              </a:ln>
            </p:spPr>
            <p:txBody>
              <a:bodyPr>
                <a:spAutoFit/>
              </a:bodyPr>
              <a:p>
                <a:pPr>
                  <a:spcBef>
                    <a:spcPct val="50000"/>
                  </a:spcBef>
                </a:pPr>
                <a:r>
                  <a:rPr lang="en-US" altLang="zh-CN" b="0" dirty="0">
                    <a:solidFill>
                      <a:schemeClr val="bg1"/>
                    </a:solidFill>
                    <a:latin typeface="宋体" panose="02010600030101010101" pitchFamily="2" charset="-122"/>
                    <a:ea typeface="宋体" panose="02010600030101010101" pitchFamily="2" charset="-122"/>
                  </a:rPr>
                  <a:t>-</a:t>
                </a:r>
                <a:endParaRPr lang="en-US" altLang="zh-CN" b="0" dirty="0">
                  <a:solidFill>
                    <a:schemeClr val="bg1"/>
                  </a:solidFill>
                  <a:latin typeface="Times New Roman" panose="02020603050405020304" pitchFamily="18" charset="0"/>
                  <a:ea typeface="宋体" panose="02010600030101010101" pitchFamily="2" charset="-122"/>
                </a:endParaRPr>
              </a:p>
            </p:txBody>
          </p:sp>
          <p:sp>
            <p:nvSpPr>
              <p:cNvPr id="5155" name="Line 122"/>
              <p:cNvSpPr/>
              <p:nvPr/>
            </p:nvSpPr>
            <p:spPr>
              <a:xfrm>
                <a:off x="3854" y="2976"/>
                <a:ext cx="953" cy="0"/>
              </a:xfrm>
              <a:prstGeom prst="line">
                <a:avLst/>
              </a:prstGeom>
              <a:ln w="28575" cap="flat" cmpd="sng">
                <a:solidFill>
                  <a:srgbClr val="FFCC00"/>
                </a:solidFill>
                <a:prstDash val="solid"/>
                <a:headEnd type="none" w="med" len="med"/>
                <a:tailEnd type="none" w="med" len="med"/>
              </a:ln>
            </p:spPr>
          </p:sp>
          <p:sp>
            <p:nvSpPr>
              <p:cNvPr id="5156" name="Text Box 123"/>
              <p:cNvSpPr txBox="1"/>
              <p:nvPr/>
            </p:nvSpPr>
            <p:spPr>
              <a:xfrm>
                <a:off x="3854" y="2613"/>
                <a:ext cx="242" cy="327"/>
              </a:xfrm>
              <a:prstGeom prst="rect">
                <a:avLst/>
              </a:prstGeom>
              <a:noFill/>
              <a:ln w="9525">
                <a:noFill/>
              </a:ln>
            </p:spPr>
            <p:txBody>
              <a:bodyPr wrap="none">
                <a:spAutoFit/>
              </a:bodyPr>
              <a:p>
                <a:pPr>
                  <a:spcBef>
                    <a:spcPct val="50000"/>
                  </a:spcBef>
                </a:pPr>
                <a:r>
                  <a:rPr lang="en-US" altLang="zh-CN" b="0" dirty="0">
                    <a:solidFill>
                      <a:schemeClr val="bg1"/>
                    </a:solidFill>
                    <a:latin typeface="Times New Roman" panose="02020603050405020304" pitchFamily="18" charset="0"/>
                    <a:ea typeface="宋体" panose="02010600030101010101" pitchFamily="2" charset="-122"/>
                  </a:rPr>
                  <a:t>+</a:t>
                </a:r>
                <a:endParaRPr lang="en-US" altLang="zh-CN" b="0" dirty="0">
                  <a:solidFill>
                    <a:schemeClr val="bg1"/>
                  </a:solidFill>
                  <a:latin typeface="Times New Roman" panose="02020603050405020304" pitchFamily="18" charset="0"/>
                  <a:ea typeface="宋体" panose="02010600030101010101" pitchFamily="2" charset="-122"/>
                </a:endParaRPr>
              </a:p>
            </p:txBody>
          </p:sp>
          <p:sp>
            <p:nvSpPr>
              <p:cNvPr id="5157" name="Text Box 124"/>
              <p:cNvSpPr txBox="1"/>
              <p:nvPr/>
            </p:nvSpPr>
            <p:spPr>
              <a:xfrm>
                <a:off x="4580" y="3475"/>
                <a:ext cx="229" cy="327"/>
              </a:xfrm>
              <a:prstGeom prst="rect">
                <a:avLst/>
              </a:prstGeom>
              <a:noFill/>
              <a:ln w="9525">
                <a:noFill/>
              </a:ln>
            </p:spPr>
            <p:txBody>
              <a:bodyPr wrap="none">
                <a:spAutoFit/>
              </a:bodyPr>
              <a:p>
                <a:pPr>
                  <a:spcBef>
                    <a:spcPct val="50000"/>
                  </a:spcBef>
                </a:pPr>
                <a:r>
                  <a:rPr lang="en-US" altLang="zh-CN" b="0" dirty="0">
                    <a:solidFill>
                      <a:schemeClr val="bg1"/>
                    </a:solidFill>
                    <a:latin typeface="宋体" panose="02010600030101010101" pitchFamily="2" charset="-122"/>
                    <a:ea typeface="宋体" panose="02010600030101010101" pitchFamily="2" charset="-122"/>
                  </a:rPr>
                  <a:t>-</a:t>
                </a:r>
                <a:endParaRPr lang="en-US" altLang="zh-CN" b="0" dirty="0">
                  <a:solidFill>
                    <a:schemeClr val="bg1"/>
                  </a:solidFill>
                  <a:latin typeface="Times New Roman" panose="02020603050405020304" pitchFamily="18" charset="0"/>
                  <a:ea typeface="宋体" panose="02010600030101010101" pitchFamily="2" charset="-122"/>
                </a:endParaRPr>
              </a:p>
            </p:txBody>
          </p:sp>
          <p:sp>
            <p:nvSpPr>
              <p:cNvPr id="5158" name="Oval 125"/>
              <p:cNvSpPr/>
              <p:nvPr/>
            </p:nvSpPr>
            <p:spPr>
              <a:xfrm>
                <a:off x="3784" y="3815"/>
                <a:ext cx="70" cy="68"/>
              </a:xfrm>
              <a:prstGeom prst="ellipse">
                <a:avLst/>
              </a:prstGeom>
              <a:noFill/>
              <a:ln w="38100" cap="flat" cmpd="sng">
                <a:solidFill>
                  <a:srgbClr val="FFCC00"/>
                </a:solidFill>
                <a:prstDash val="solid"/>
                <a:headEnd type="none" w="med" len="med"/>
                <a:tailEnd type="none" w="med" len="med"/>
              </a:ln>
            </p:spPr>
            <p:txBody>
              <a:bodyPr wrap="none" anchor="ctr" anchorCtr="0"/>
              <a:p>
                <a:endParaRPr lang="zh-CN" altLang="en-US" dirty="0">
                  <a:latin typeface="楷体_GB2312" pitchFamily="49" charset="-122"/>
                </a:endParaRPr>
              </a:p>
            </p:txBody>
          </p:sp>
          <p:sp>
            <p:nvSpPr>
              <p:cNvPr id="5159" name="Oval 126"/>
              <p:cNvSpPr/>
              <p:nvPr/>
            </p:nvSpPr>
            <p:spPr>
              <a:xfrm>
                <a:off x="3809" y="2931"/>
                <a:ext cx="71" cy="68"/>
              </a:xfrm>
              <a:prstGeom prst="ellipse">
                <a:avLst/>
              </a:prstGeom>
              <a:noFill/>
              <a:ln w="38100" cap="flat" cmpd="sng">
                <a:solidFill>
                  <a:srgbClr val="FFCC00"/>
                </a:solidFill>
                <a:prstDash val="solid"/>
                <a:headEnd type="none" w="med" len="med"/>
                <a:tailEnd type="none" w="med" len="med"/>
              </a:ln>
            </p:spPr>
            <p:txBody>
              <a:bodyPr wrap="none" anchor="ctr" anchorCtr="0"/>
              <a:p>
                <a:endParaRPr lang="zh-CN" altLang="en-US" dirty="0">
                  <a:latin typeface="楷体_GB2312" pitchFamily="49" charset="-122"/>
                </a:endParaRPr>
              </a:p>
            </p:txBody>
          </p:sp>
          <p:sp>
            <p:nvSpPr>
              <p:cNvPr id="5160" name="Text Box 127"/>
              <p:cNvSpPr txBox="1"/>
              <p:nvPr/>
            </p:nvSpPr>
            <p:spPr>
              <a:xfrm>
                <a:off x="4535" y="2976"/>
                <a:ext cx="242" cy="327"/>
              </a:xfrm>
              <a:prstGeom prst="rect">
                <a:avLst/>
              </a:prstGeom>
              <a:noFill/>
              <a:ln w="9525">
                <a:noFill/>
              </a:ln>
            </p:spPr>
            <p:txBody>
              <a:bodyPr wrap="none">
                <a:spAutoFit/>
              </a:bodyPr>
              <a:p>
                <a:pPr>
                  <a:spcBef>
                    <a:spcPct val="50000"/>
                  </a:spcBef>
                </a:pPr>
                <a:r>
                  <a:rPr lang="en-US" altLang="zh-CN" b="0" dirty="0">
                    <a:solidFill>
                      <a:schemeClr val="bg1"/>
                    </a:solidFill>
                    <a:latin typeface="Times New Roman" panose="02020603050405020304" pitchFamily="18" charset="0"/>
                    <a:ea typeface="宋体" panose="02010600030101010101" pitchFamily="2" charset="-122"/>
                  </a:rPr>
                  <a:t>+</a:t>
                </a:r>
                <a:endParaRPr lang="en-US" altLang="zh-CN" b="0" dirty="0">
                  <a:solidFill>
                    <a:schemeClr val="bg1"/>
                  </a:solidFill>
                  <a:latin typeface="Times New Roman" panose="02020603050405020304" pitchFamily="18" charset="0"/>
                  <a:ea typeface="宋体" panose="02010600030101010101" pitchFamily="2" charset="-122"/>
                </a:endParaRPr>
              </a:p>
            </p:txBody>
          </p:sp>
          <p:sp>
            <p:nvSpPr>
              <p:cNvPr id="5161" name="Text Box 128"/>
              <p:cNvSpPr txBox="1"/>
              <p:nvPr/>
            </p:nvSpPr>
            <p:spPr>
              <a:xfrm>
                <a:off x="4399" y="2613"/>
                <a:ext cx="229" cy="327"/>
              </a:xfrm>
              <a:prstGeom prst="rect">
                <a:avLst/>
              </a:prstGeom>
              <a:noFill/>
              <a:ln w="9525">
                <a:noFill/>
              </a:ln>
            </p:spPr>
            <p:txBody>
              <a:bodyPr wrap="none">
                <a:spAutoFit/>
              </a:bodyPr>
              <a:p>
                <a:pPr>
                  <a:spcBef>
                    <a:spcPct val="50000"/>
                  </a:spcBef>
                </a:pPr>
                <a:r>
                  <a:rPr lang="en-US" altLang="zh-CN" b="0" dirty="0">
                    <a:solidFill>
                      <a:schemeClr val="bg1"/>
                    </a:solidFill>
                    <a:latin typeface="宋体" panose="02010600030101010101" pitchFamily="2" charset="-122"/>
                    <a:ea typeface="宋体" panose="02010600030101010101" pitchFamily="2" charset="-122"/>
                  </a:rPr>
                  <a:t>-</a:t>
                </a:r>
                <a:endParaRPr lang="en-US" altLang="zh-CN" b="0" dirty="0">
                  <a:solidFill>
                    <a:schemeClr val="bg1"/>
                  </a:solidFill>
                  <a:latin typeface="Times New Roman" panose="02020603050405020304" pitchFamily="18" charset="0"/>
                  <a:ea typeface="宋体" panose="02010600030101010101" pitchFamily="2" charset="-122"/>
                </a:endParaRPr>
              </a:p>
            </p:txBody>
          </p:sp>
          <p:sp>
            <p:nvSpPr>
              <p:cNvPr id="5162" name="Line 129"/>
              <p:cNvSpPr/>
              <p:nvPr/>
            </p:nvSpPr>
            <p:spPr>
              <a:xfrm>
                <a:off x="4803" y="3475"/>
                <a:ext cx="0" cy="363"/>
              </a:xfrm>
              <a:prstGeom prst="line">
                <a:avLst/>
              </a:prstGeom>
              <a:ln w="28575" cap="flat" cmpd="sng">
                <a:solidFill>
                  <a:srgbClr val="FFCC00"/>
                </a:solidFill>
                <a:prstDash val="solid"/>
                <a:headEnd type="none" w="med" len="med"/>
                <a:tailEnd type="none" w="med" len="med"/>
              </a:ln>
            </p:spPr>
          </p:sp>
          <p:sp>
            <p:nvSpPr>
              <p:cNvPr id="5163" name="Rectangle 130"/>
              <p:cNvSpPr/>
              <p:nvPr/>
            </p:nvSpPr>
            <p:spPr>
              <a:xfrm>
                <a:off x="4081" y="2913"/>
                <a:ext cx="317" cy="136"/>
              </a:xfrm>
              <a:prstGeom prst="rect">
                <a:avLst/>
              </a:prstGeom>
              <a:gradFill rotWithShape="1">
                <a:gsLst>
                  <a:gs pos="0">
                    <a:srgbClr val="764700"/>
                  </a:gs>
                  <a:gs pos="50000">
                    <a:srgbClr val="FF9900"/>
                  </a:gs>
                  <a:gs pos="100000">
                    <a:srgbClr val="764700"/>
                  </a:gs>
                </a:gsLst>
                <a:lin ang="5400000" scaled="1"/>
                <a:tileRect/>
              </a:gradFill>
              <a:ln w="28575">
                <a:noFill/>
              </a:ln>
            </p:spPr>
            <p:txBody>
              <a:bodyPr wrap="none" anchor="ctr" anchorCtr="0"/>
              <a:p>
                <a:endParaRPr lang="zh-CN" altLang="en-US" dirty="0">
                  <a:latin typeface="楷体_GB2312" pitchFamily="49" charset="-122"/>
                </a:endParaRPr>
              </a:p>
            </p:txBody>
          </p:sp>
          <p:sp>
            <p:nvSpPr>
              <p:cNvPr id="5164" name="Line 131"/>
              <p:cNvSpPr/>
              <p:nvPr/>
            </p:nvSpPr>
            <p:spPr>
              <a:xfrm>
                <a:off x="4807" y="2976"/>
                <a:ext cx="0" cy="136"/>
              </a:xfrm>
              <a:prstGeom prst="line">
                <a:avLst/>
              </a:prstGeom>
              <a:ln w="28575" cap="flat" cmpd="sng">
                <a:solidFill>
                  <a:srgbClr val="FFCC00"/>
                </a:solidFill>
                <a:prstDash val="solid"/>
                <a:headEnd type="none" w="med" len="med"/>
                <a:tailEnd type="none" w="med" len="med"/>
              </a:ln>
            </p:spPr>
          </p:sp>
          <p:sp>
            <p:nvSpPr>
              <p:cNvPr id="5165" name="Line 136"/>
              <p:cNvSpPr/>
              <p:nvPr/>
            </p:nvSpPr>
            <p:spPr>
              <a:xfrm>
                <a:off x="3854" y="3838"/>
                <a:ext cx="953" cy="0"/>
              </a:xfrm>
              <a:prstGeom prst="line">
                <a:avLst/>
              </a:prstGeom>
              <a:ln w="28575" cap="flat" cmpd="sng">
                <a:solidFill>
                  <a:srgbClr val="FFCC00"/>
                </a:solidFill>
                <a:prstDash val="solid"/>
                <a:headEnd type="none" w="med" len="med"/>
                <a:tailEnd type="none" w="med" len="med"/>
              </a:ln>
            </p:spPr>
          </p:sp>
          <p:graphicFrame>
            <p:nvGraphicFramePr>
              <p:cNvPr id="5125" name="Object 137"/>
              <p:cNvGraphicFramePr/>
              <p:nvPr/>
            </p:nvGraphicFramePr>
            <p:xfrm>
              <a:off x="4081" y="2568"/>
              <a:ext cx="347" cy="363"/>
            </p:xfrm>
            <a:graphic>
              <a:graphicData uri="http://schemas.openxmlformats.org/presentationml/2006/ole">
                <mc:AlternateContent xmlns:mc="http://schemas.openxmlformats.org/markup-compatibility/2006">
                  <mc:Choice xmlns:v="urn:schemas-microsoft-com:vml" Requires="v">
                    <p:oleObj spid="_x0000_s3119" name="" r:id="rId18" imgW="241300" imgH="266065" progId="Equation.3">
                      <p:embed/>
                    </p:oleObj>
                  </mc:Choice>
                  <mc:Fallback>
                    <p:oleObj name="" r:id="rId18" imgW="241300" imgH="266065" progId="Equation.3">
                      <p:embed/>
                      <p:pic>
                        <p:nvPicPr>
                          <p:cNvPr id="0" name="图片 3118"/>
                          <p:cNvPicPr/>
                          <p:nvPr/>
                        </p:nvPicPr>
                        <p:blipFill>
                          <a:blip r:embed="rId19">
                            <a:clrChange>
                              <a:clrFrom>
                                <a:srgbClr val="000000"/>
                              </a:clrFrom>
                              <a:clrTo>
                                <a:srgbClr val="FFFFFF"/>
                              </a:clrTo>
                            </a:clrChange>
                          </a:blip>
                          <a:stretch>
                            <a:fillRect/>
                          </a:stretch>
                        </p:blipFill>
                        <p:spPr>
                          <a:xfrm>
                            <a:off x="4081" y="2568"/>
                            <a:ext cx="347" cy="363"/>
                          </a:xfrm>
                          <a:prstGeom prst="rect">
                            <a:avLst/>
                          </a:prstGeom>
                          <a:noFill/>
                          <a:ln w="38100">
                            <a:noFill/>
                            <a:miter/>
                          </a:ln>
                        </p:spPr>
                      </p:pic>
                    </p:oleObj>
                  </mc:Fallback>
                </mc:AlternateContent>
              </a:graphicData>
            </a:graphic>
          </p:graphicFrame>
          <p:grpSp>
            <p:nvGrpSpPr>
              <p:cNvPr id="5166" name="Group 149"/>
              <p:cNvGrpSpPr/>
              <p:nvPr/>
            </p:nvGrpSpPr>
            <p:grpSpPr>
              <a:xfrm rot="10800000">
                <a:off x="4803" y="3113"/>
                <a:ext cx="90" cy="363"/>
                <a:chOff x="1565" y="2614"/>
                <a:chExt cx="90" cy="486"/>
              </a:xfrm>
            </p:grpSpPr>
            <p:sp>
              <p:nvSpPr>
                <p:cNvPr id="5167" name="Arc 150"/>
                <p:cNvSpPr/>
                <p:nvPr/>
              </p:nvSpPr>
              <p:spPr>
                <a:xfrm flipH="1" flipV="1">
                  <a:off x="1565" y="2860"/>
                  <a:ext cx="90" cy="116"/>
                </a:xfrm>
                <a:custGeom>
                  <a:avLst/>
                  <a:gdLst>
                    <a:gd name="txL" fmla="*/ 0 w 22723"/>
                    <a:gd name="txT" fmla="*/ 0 h 43200"/>
                    <a:gd name="txR" fmla="*/ 22723 w 22723"/>
                    <a:gd name="txB" fmla="*/ 43200 h 43200"/>
                  </a:gdLst>
                  <a:ahLst/>
                  <a:cxnLst>
                    <a:cxn ang="0">
                      <a:pos x="1122" y="0"/>
                    </a:cxn>
                    <a:cxn ang="0">
                      <a:pos x="22723" y="21600"/>
                    </a:cxn>
                    <a:cxn ang="0">
                      <a:pos x="1123" y="43200"/>
                    </a:cxn>
                    <a:cxn ang="0">
                      <a:pos x="0" y="43170"/>
                    </a:cxn>
                    <a:cxn ang="0">
                      <a:pos x="1122" y="0"/>
                    </a:cxn>
                    <a:cxn ang="0">
                      <a:pos x="22723" y="21600"/>
                    </a:cxn>
                    <a:cxn ang="0">
                      <a:pos x="1123" y="43200"/>
                    </a:cxn>
                    <a:cxn ang="0">
                      <a:pos x="0" y="43170"/>
                    </a:cxn>
                    <a:cxn ang="0">
                      <a:pos x="1123" y="21600"/>
                    </a:cxn>
                  </a:cxnLst>
                  <a:rect l="txL" t="txT" r="txR" b="txB"/>
                  <a:pathLst>
                    <a:path w="22723" h="43200" fill="none">
                      <a:moveTo>
                        <a:pt x="1122" y="0"/>
                      </a:moveTo>
                      <a:cubicBezTo>
                        <a:pt x="13052" y="0"/>
                        <a:pt x="22723" y="9670"/>
                        <a:pt x="22723" y="21600"/>
                      </a:cubicBezTo>
                      <a:cubicBezTo>
                        <a:pt x="22723" y="33529"/>
                        <a:pt x="13052" y="43200"/>
                        <a:pt x="1123" y="43200"/>
                      </a:cubicBezTo>
                      <a:cubicBezTo>
                        <a:pt x="748" y="43200"/>
                        <a:pt x="374" y="43190"/>
                        <a:pt x="0" y="43170"/>
                      </a:cubicBezTo>
                    </a:path>
                    <a:path w="22723" h="43200" stroke="0">
                      <a:moveTo>
                        <a:pt x="1122" y="0"/>
                      </a:moveTo>
                      <a:cubicBezTo>
                        <a:pt x="13052" y="0"/>
                        <a:pt x="22723" y="9670"/>
                        <a:pt x="22723" y="21600"/>
                      </a:cubicBezTo>
                      <a:cubicBezTo>
                        <a:pt x="22723" y="33529"/>
                        <a:pt x="13052" y="43200"/>
                        <a:pt x="1123" y="43200"/>
                      </a:cubicBezTo>
                      <a:cubicBezTo>
                        <a:pt x="748" y="43200"/>
                        <a:pt x="374" y="43190"/>
                        <a:pt x="0" y="43170"/>
                      </a:cubicBezTo>
                      <a:lnTo>
                        <a:pt x="1123" y="21600"/>
                      </a:lnTo>
                      <a:close/>
                    </a:path>
                  </a:pathLst>
                </a:custGeom>
                <a:noFill/>
                <a:ln w="28575" cap="flat" cmpd="sng">
                  <a:solidFill>
                    <a:srgbClr val="FF9900"/>
                  </a:solidFill>
                  <a:prstDash val="solid"/>
                  <a:round/>
                  <a:headEnd type="none" w="med" len="med"/>
                  <a:tailEnd type="none" w="med" len="med"/>
                </a:ln>
              </p:spPr>
              <p:txBody>
                <a:bodyPr wrap="none" anchor="ctr" anchorCtr="0"/>
                <a:p>
                  <a:endParaRPr lang="zh-CN" altLang="en-US" dirty="0">
                    <a:latin typeface="楷体_GB2312" pitchFamily="49" charset="-122"/>
                  </a:endParaRPr>
                </a:p>
              </p:txBody>
            </p:sp>
            <p:sp>
              <p:nvSpPr>
                <p:cNvPr id="5168" name="Arc 151"/>
                <p:cNvSpPr/>
                <p:nvPr/>
              </p:nvSpPr>
              <p:spPr>
                <a:xfrm flipH="1" flipV="1">
                  <a:off x="1565" y="2737"/>
                  <a:ext cx="90" cy="116"/>
                </a:xfrm>
                <a:custGeom>
                  <a:avLst/>
                  <a:gdLst>
                    <a:gd name="txL" fmla="*/ 0 w 22723"/>
                    <a:gd name="txT" fmla="*/ 0 h 43200"/>
                    <a:gd name="txR" fmla="*/ 22723 w 22723"/>
                    <a:gd name="txB" fmla="*/ 43200 h 43200"/>
                  </a:gdLst>
                  <a:ahLst/>
                  <a:cxnLst>
                    <a:cxn ang="0">
                      <a:pos x="1122" y="0"/>
                    </a:cxn>
                    <a:cxn ang="0">
                      <a:pos x="22723" y="21600"/>
                    </a:cxn>
                    <a:cxn ang="0">
                      <a:pos x="1123" y="43200"/>
                    </a:cxn>
                    <a:cxn ang="0">
                      <a:pos x="0" y="43170"/>
                    </a:cxn>
                    <a:cxn ang="0">
                      <a:pos x="1122" y="0"/>
                    </a:cxn>
                    <a:cxn ang="0">
                      <a:pos x="22723" y="21600"/>
                    </a:cxn>
                    <a:cxn ang="0">
                      <a:pos x="1123" y="43200"/>
                    </a:cxn>
                    <a:cxn ang="0">
                      <a:pos x="0" y="43170"/>
                    </a:cxn>
                    <a:cxn ang="0">
                      <a:pos x="1123" y="21600"/>
                    </a:cxn>
                  </a:cxnLst>
                  <a:rect l="txL" t="txT" r="txR" b="txB"/>
                  <a:pathLst>
                    <a:path w="22723" h="43200" fill="none">
                      <a:moveTo>
                        <a:pt x="1122" y="0"/>
                      </a:moveTo>
                      <a:cubicBezTo>
                        <a:pt x="13052" y="0"/>
                        <a:pt x="22723" y="9670"/>
                        <a:pt x="22723" y="21600"/>
                      </a:cubicBezTo>
                      <a:cubicBezTo>
                        <a:pt x="22723" y="33529"/>
                        <a:pt x="13052" y="43200"/>
                        <a:pt x="1123" y="43200"/>
                      </a:cubicBezTo>
                      <a:cubicBezTo>
                        <a:pt x="748" y="43200"/>
                        <a:pt x="374" y="43190"/>
                        <a:pt x="0" y="43170"/>
                      </a:cubicBezTo>
                    </a:path>
                    <a:path w="22723" h="43200" stroke="0">
                      <a:moveTo>
                        <a:pt x="1122" y="0"/>
                      </a:moveTo>
                      <a:cubicBezTo>
                        <a:pt x="13052" y="0"/>
                        <a:pt x="22723" y="9670"/>
                        <a:pt x="22723" y="21600"/>
                      </a:cubicBezTo>
                      <a:cubicBezTo>
                        <a:pt x="22723" y="33529"/>
                        <a:pt x="13052" y="43200"/>
                        <a:pt x="1123" y="43200"/>
                      </a:cubicBezTo>
                      <a:cubicBezTo>
                        <a:pt x="748" y="43200"/>
                        <a:pt x="374" y="43190"/>
                        <a:pt x="0" y="43170"/>
                      </a:cubicBezTo>
                      <a:lnTo>
                        <a:pt x="1123" y="21600"/>
                      </a:lnTo>
                      <a:close/>
                    </a:path>
                  </a:pathLst>
                </a:custGeom>
                <a:noFill/>
                <a:ln w="28575" cap="flat" cmpd="sng">
                  <a:solidFill>
                    <a:srgbClr val="FF9900"/>
                  </a:solidFill>
                  <a:prstDash val="solid"/>
                  <a:round/>
                  <a:headEnd type="none" w="med" len="med"/>
                  <a:tailEnd type="none" w="med" len="med"/>
                </a:ln>
              </p:spPr>
              <p:txBody>
                <a:bodyPr wrap="none" anchor="ctr" anchorCtr="0"/>
                <a:p>
                  <a:endParaRPr lang="zh-CN" altLang="en-US" dirty="0">
                    <a:latin typeface="楷体_GB2312" pitchFamily="49" charset="-122"/>
                  </a:endParaRPr>
                </a:p>
              </p:txBody>
            </p:sp>
            <p:sp>
              <p:nvSpPr>
                <p:cNvPr id="5169" name="Arc 152"/>
                <p:cNvSpPr/>
                <p:nvPr/>
              </p:nvSpPr>
              <p:spPr>
                <a:xfrm flipH="1" flipV="1">
                  <a:off x="1565" y="2614"/>
                  <a:ext cx="90" cy="116"/>
                </a:xfrm>
                <a:custGeom>
                  <a:avLst/>
                  <a:gdLst>
                    <a:gd name="txL" fmla="*/ 0 w 22723"/>
                    <a:gd name="txT" fmla="*/ 0 h 43200"/>
                    <a:gd name="txR" fmla="*/ 22723 w 22723"/>
                    <a:gd name="txB" fmla="*/ 43200 h 43200"/>
                  </a:gdLst>
                  <a:ahLst/>
                  <a:cxnLst>
                    <a:cxn ang="0">
                      <a:pos x="1122" y="0"/>
                    </a:cxn>
                    <a:cxn ang="0">
                      <a:pos x="22723" y="21600"/>
                    </a:cxn>
                    <a:cxn ang="0">
                      <a:pos x="1123" y="43200"/>
                    </a:cxn>
                    <a:cxn ang="0">
                      <a:pos x="0" y="43170"/>
                    </a:cxn>
                    <a:cxn ang="0">
                      <a:pos x="1122" y="0"/>
                    </a:cxn>
                    <a:cxn ang="0">
                      <a:pos x="22723" y="21600"/>
                    </a:cxn>
                    <a:cxn ang="0">
                      <a:pos x="1123" y="43200"/>
                    </a:cxn>
                    <a:cxn ang="0">
                      <a:pos x="0" y="43170"/>
                    </a:cxn>
                    <a:cxn ang="0">
                      <a:pos x="1123" y="21600"/>
                    </a:cxn>
                  </a:cxnLst>
                  <a:rect l="txL" t="txT" r="txR" b="txB"/>
                  <a:pathLst>
                    <a:path w="22723" h="43200" fill="none">
                      <a:moveTo>
                        <a:pt x="1122" y="0"/>
                      </a:moveTo>
                      <a:cubicBezTo>
                        <a:pt x="13052" y="0"/>
                        <a:pt x="22723" y="9670"/>
                        <a:pt x="22723" y="21600"/>
                      </a:cubicBezTo>
                      <a:cubicBezTo>
                        <a:pt x="22723" y="33529"/>
                        <a:pt x="13052" y="43200"/>
                        <a:pt x="1123" y="43200"/>
                      </a:cubicBezTo>
                      <a:cubicBezTo>
                        <a:pt x="748" y="43200"/>
                        <a:pt x="374" y="43190"/>
                        <a:pt x="0" y="43170"/>
                      </a:cubicBezTo>
                    </a:path>
                    <a:path w="22723" h="43200" stroke="0">
                      <a:moveTo>
                        <a:pt x="1122" y="0"/>
                      </a:moveTo>
                      <a:cubicBezTo>
                        <a:pt x="13052" y="0"/>
                        <a:pt x="22723" y="9670"/>
                        <a:pt x="22723" y="21600"/>
                      </a:cubicBezTo>
                      <a:cubicBezTo>
                        <a:pt x="22723" y="33529"/>
                        <a:pt x="13052" y="43200"/>
                        <a:pt x="1123" y="43200"/>
                      </a:cubicBezTo>
                      <a:cubicBezTo>
                        <a:pt x="748" y="43200"/>
                        <a:pt x="374" y="43190"/>
                        <a:pt x="0" y="43170"/>
                      </a:cubicBezTo>
                      <a:lnTo>
                        <a:pt x="1123" y="21600"/>
                      </a:lnTo>
                      <a:close/>
                    </a:path>
                  </a:pathLst>
                </a:custGeom>
                <a:noFill/>
                <a:ln w="28575" cap="flat" cmpd="sng">
                  <a:solidFill>
                    <a:srgbClr val="FF9900"/>
                  </a:solidFill>
                  <a:prstDash val="solid"/>
                  <a:round/>
                  <a:headEnd type="none" w="med" len="med"/>
                  <a:tailEnd type="none" w="med" len="med"/>
                </a:ln>
              </p:spPr>
              <p:txBody>
                <a:bodyPr wrap="none" anchor="ctr" anchorCtr="0"/>
                <a:p>
                  <a:endParaRPr lang="zh-CN" altLang="en-US" dirty="0">
                    <a:latin typeface="楷体_GB2312" pitchFamily="49" charset="-122"/>
                  </a:endParaRPr>
                </a:p>
              </p:txBody>
            </p:sp>
            <p:sp>
              <p:nvSpPr>
                <p:cNvPr id="5170" name="Arc 153"/>
                <p:cNvSpPr/>
                <p:nvPr/>
              </p:nvSpPr>
              <p:spPr>
                <a:xfrm flipH="1" flipV="1">
                  <a:off x="1565" y="2984"/>
                  <a:ext cx="90" cy="116"/>
                </a:xfrm>
                <a:custGeom>
                  <a:avLst/>
                  <a:gdLst>
                    <a:gd name="txL" fmla="*/ 0 w 22723"/>
                    <a:gd name="txT" fmla="*/ 0 h 43200"/>
                    <a:gd name="txR" fmla="*/ 22723 w 22723"/>
                    <a:gd name="txB" fmla="*/ 43200 h 43200"/>
                  </a:gdLst>
                  <a:ahLst/>
                  <a:cxnLst>
                    <a:cxn ang="0">
                      <a:pos x="1122" y="0"/>
                    </a:cxn>
                    <a:cxn ang="0">
                      <a:pos x="22723" y="21600"/>
                    </a:cxn>
                    <a:cxn ang="0">
                      <a:pos x="1123" y="43200"/>
                    </a:cxn>
                    <a:cxn ang="0">
                      <a:pos x="0" y="43170"/>
                    </a:cxn>
                    <a:cxn ang="0">
                      <a:pos x="1122" y="0"/>
                    </a:cxn>
                    <a:cxn ang="0">
                      <a:pos x="22723" y="21600"/>
                    </a:cxn>
                    <a:cxn ang="0">
                      <a:pos x="1123" y="43200"/>
                    </a:cxn>
                    <a:cxn ang="0">
                      <a:pos x="0" y="43170"/>
                    </a:cxn>
                    <a:cxn ang="0">
                      <a:pos x="1123" y="21600"/>
                    </a:cxn>
                  </a:cxnLst>
                  <a:rect l="txL" t="txT" r="txR" b="txB"/>
                  <a:pathLst>
                    <a:path w="22723" h="43200" fill="none">
                      <a:moveTo>
                        <a:pt x="1122" y="0"/>
                      </a:moveTo>
                      <a:cubicBezTo>
                        <a:pt x="13052" y="0"/>
                        <a:pt x="22723" y="9670"/>
                        <a:pt x="22723" y="21600"/>
                      </a:cubicBezTo>
                      <a:cubicBezTo>
                        <a:pt x="22723" y="33529"/>
                        <a:pt x="13052" y="43200"/>
                        <a:pt x="1123" y="43200"/>
                      </a:cubicBezTo>
                      <a:cubicBezTo>
                        <a:pt x="748" y="43200"/>
                        <a:pt x="374" y="43190"/>
                        <a:pt x="0" y="43170"/>
                      </a:cubicBezTo>
                    </a:path>
                    <a:path w="22723" h="43200" stroke="0">
                      <a:moveTo>
                        <a:pt x="1122" y="0"/>
                      </a:moveTo>
                      <a:cubicBezTo>
                        <a:pt x="13052" y="0"/>
                        <a:pt x="22723" y="9670"/>
                        <a:pt x="22723" y="21600"/>
                      </a:cubicBezTo>
                      <a:cubicBezTo>
                        <a:pt x="22723" y="33529"/>
                        <a:pt x="13052" y="43200"/>
                        <a:pt x="1123" y="43200"/>
                      </a:cubicBezTo>
                      <a:cubicBezTo>
                        <a:pt x="748" y="43200"/>
                        <a:pt x="374" y="43190"/>
                        <a:pt x="0" y="43170"/>
                      </a:cubicBezTo>
                      <a:lnTo>
                        <a:pt x="1123" y="21600"/>
                      </a:lnTo>
                      <a:close/>
                    </a:path>
                  </a:pathLst>
                </a:custGeom>
                <a:noFill/>
                <a:ln w="28575" cap="flat" cmpd="sng">
                  <a:solidFill>
                    <a:srgbClr val="FF9900"/>
                  </a:solidFill>
                  <a:prstDash val="solid"/>
                  <a:round/>
                  <a:headEnd type="none" w="med" len="med"/>
                  <a:tailEnd type="none" w="med" len="med"/>
                </a:ln>
              </p:spPr>
              <p:txBody>
                <a:bodyPr wrap="none" anchor="ctr" anchorCtr="0"/>
                <a:p>
                  <a:endParaRPr lang="zh-CN" altLang="en-US" dirty="0">
                    <a:latin typeface="楷体_GB2312" pitchFamily="49" charset="-122"/>
                  </a:endParaRPr>
                </a:p>
              </p:txBody>
            </p:sp>
          </p:grpSp>
        </p:grpSp>
      </p:grpSp>
      <p:grpSp>
        <p:nvGrpSpPr>
          <p:cNvPr id="16" name="Group 158"/>
          <p:cNvGrpSpPr/>
          <p:nvPr/>
        </p:nvGrpSpPr>
        <p:grpSpPr>
          <a:xfrm>
            <a:off x="468313" y="981075"/>
            <a:ext cx="8675687" cy="652463"/>
            <a:chOff x="295" y="618"/>
            <a:chExt cx="5465" cy="411"/>
          </a:xfrm>
        </p:grpSpPr>
        <p:sp>
          <p:nvSpPr>
            <p:cNvPr id="5147" name="Text Box 3"/>
            <p:cNvSpPr txBox="1"/>
            <p:nvPr/>
          </p:nvSpPr>
          <p:spPr>
            <a:xfrm>
              <a:off x="295" y="618"/>
              <a:ext cx="5465" cy="411"/>
            </a:xfrm>
            <a:prstGeom prst="rect">
              <a:avLst/>
            </a:prstGeom>
            <a:noFill/>
            <a:ln w="9525">
              <a:noFill/>
            </a:ln>
          </p:spPr>
          <p:txBody>
            <a:bodyPr tIns="82800" bIns="82800">
              <a:spAutoFit/>
            </a:bodyPr>
            <a:p>
              <a:pPr marL="342900" indent="-342900">
                <a:buClr>
                  <a:srgbClr val="FFFF00"/>
                </a:buClr>
                <a:buSzPct val="95000"/>
              </a:pPr>
              <a:r>
                <a:rPr lang="zh-CN" altLang="en-US" sz="2400" dirty="0">
                  <a:latin typeface="Times New Roman" panose="02020603050405020304" pitchFamily="18" charset="0"/>
                  <a:ea typeface="宋体" panose="02010600030101010101" pitchFamily="2" charset="-122"/>
                </a:rPr>
                <a:t>（</a:t>
              </a:r>
              <a:r>
                <a:rPr lang="en-US" altLang="zh-CN" sz="2400" dirty="0">
                  <a:latin typeface="Times New Roman" panose="02020603050405020304" pitchFamily="18" charset="0"/>
                  <a:ea typeface="宋体" panose="02010600030101010101" pitchFamily="2" charset="-122"/>
                </a:rPr>
                <a:t>1</a:t>
              </a:r>
              <a:r>
                <a:rPr lang="zh-CN" altLang="en-US" sz="2400" dirty="0">
                  <a:latin typeface="Times New Roman" panose="02020603050405020304" pitchFamily="18" charset="0"/>
                  <a:ea typeface="宋体" panose="02010600030101010101" pitchFamily="2" charset="-122"/>
                </a:rPr>
                <a:t>）</a:t>
              </a:r>
              <a:r>
                <a:rPr lang="en-US" altLang="zh-CN" sz="3200" b="0" i="1" dirty="0">
                  <a:solidFill>
                    <a:schemeClr val="bg1"/>
                  </a:solidFill>
                  <a:latin typeface="Times New Roman" panose="02020603050405020304" pitchFamily="18" charset="0"/>
                  <a:ea typeface="宋体" panose="02010600030101010101" pitchFamily="2" charset="-122"/>
                </a:rPr>
                <a:t>Z=R+</a:t>
              </a:r>
              <a:r>
                <a:rPr lang="en-US" altLang="zh-CN" sz="3200" b="0" dirty="0">
                  <a:solidFill>
                    <a:schemeClr val="bg1"/>
                  </a:solidFill>
                  <a:latin typeface="Times New Roman" panose="02020603050405020304" pitchFamily="18" charset="0"/>
                  <a:ea typeface="宋体" panose="02010600030101010101" pitchFamily="2" charset="-122"/>
                </a:rPr>
                <a:t>j(</a:t>
              </a:r>
              <a:r>
                <a:rPr lang="en-US" altLang="zh-CN" sz="3200" b="0" i="1" dirty="0">
                  <a:solidFill>
                    <a:schemeClr val="bg1"/>
                  </a:solidFill>
                  <a:latin typeface="Symbol" panose="05050102010706020507" pitchFamily="18" charset="2"/>
                  <a:ea typeface="宋体" panose="02010600030101010101" pitchFamily="2" charset="-122"/>
                </a:rPr>
                <a:t>w</a:t>
              </a:r>
              <a:r>
                <a:rPr lang="en-US" altLang="zh-CN" sz="3200" b="0" i="1" dirty="0">
                  <a:solidFill>
                    <a:schemeClr val="bg1"/>
                  </a:solidFill>
                  <a:latin typeface="Times New Roman" panose="02020603050405020304" pitchFamily="18" charset="0"/>
                  <a:ea typeface="宋体" panose="02010600030101010101" pitchFamily="2" charset="-122"/>
                </a:rPr>
                <a:t>L</a:t>
              </a:r>
              <a:r>
                <a:rPr lang="en-US" altLang="zh-CN" sz="3200" b="0" i="1" dirty="0">
                  <a:solidFill>
                    <a:schemeClr val="bg1"/>
                  </a:solidFill>
                  <a:latin typeface="宋体" panose="02010600030101010101" pitchFamily="2" charset="-122"/>
                  <a:ea typeface="宋体" panose="02010600030101010101" pitchFamily="2" charset="-122"/>
                </a:rPr>
                <a:t>-</a:t>
              </a:r>
              <a:r>
                <a:rPr lang="en-US" altLang="zh-CN" sz="3200" b="0" dirty="0">
                  <a:solidFill>
                    <a:schemeClr val="bg1"/>
                  </a:solidFill>
                  <a:latin typeface="Times New Roman" panose="02020603050405020304" pitchFamily="18" charset="0"/>
                  <a:ea typeface="宋体" panose="02010600030101010101" pitchFamily="2" charset="-122"/>
                </a:rPr>
                <a:t>1</a:t>
              </a:r>
              <a:r>
                <a:rPr lang="en-US" altLang="zh-CN" sz="3200" b="0" i="1" dirty="0">
                  <a:solidFill>
                    <a:schemeClr val="bg1"/>
                  </a:solidFill>
                  <a:latin typeface="Times New Roman" panose="02020603050405020304" pitchFamily="18" charset="0"/>
                  <a:ea typeface="宋体" panose="02010600030101010101" pitchFamily="2" charset="-122"/>
                </a:rPr>
                <a:t>/</a:t>
              </a:r>
              <a:r>
                <a:rPr lang="en-US" altLang="zh-CN" sz="3200" b="0" i="1" dirty="0">
                  <a:solidFill>
                    <a:schemeClr val="bg1"/>
                  </a:solidFill>
                  <a:latin typeface="Symbol" panose="05050102010706020507" pitchFamily="18" charset="2"/>
                  <a:ea typeface="宋体" panose="02010600030101010101" pitchFamily="2" charset="-122"/>
                </a:rPr>
                <a:t>w</a:t>
              </a:r>
              <a:r>
                <a:rPr lang="en-US" altLang="zh-CN" sz="3200" b="0" i="1" dirty="0">
                  <a:solidFill>
                    <a:schemeClr val="bg1"/>
                  </a:solidFill>
                  <a:latin typeface="Times New Roman" panose="02020603050405020304" pitchFamily="18" charset="0"/>
                  <a:ea typeface="宋体" panose="02010600030101010101" pitchFamily="2" charset="-122"/>
                </a:rPr>
                <a:t>C</a:t>
              </a:r>
              <a:r>
                <a:rPr lang="en-US" altLang="zh-CN" sz="3200" b="0" dirty="0">
                  <a:solidFill>
                    <a:schemeClr val="bg1"/>
                  </a:solidFill>
                  <a:latin typeface="Times New Roman" panose="02020603050405020304" pitchFamily="18" charset="0"/>
                  <a:ea typeface="宋体" panose="02010600030101010101" pitchFamily="2" charset="-122"/>
                </a:rPr>
                <a:t>)</a:t>
              </a:r>
              <a:r>
                <a:rPr lang="en-US" altLang="zh-CN" sz="3200" b="0" i="1" dirty="0">
                  <a:solidFill>
                    <a:schemeClr val="bg1"/>
                  </a:solidFill>
                  <a:latin typeface="Times New Roman" panose="02020603050405020304" pitchFamily="18" charset="0"/>
                  <a:ea typeface="宋体" panose="02010600030101010101" pitchFamily="2" charset="-122"/>
                </a:rPr>
                <a:t>=|Z|  </a:t>
              </a:r>
              <a:r>
                <a:rPr lang="en-US" altLang="zh-CN" sz="3200" b="0" i="1" dirty="0">
                  <a:solidFill>
                    <a:schemeClr val="bg1"/>
                  </a:solidFill>
                  <a:latin typeface="Symbol" panose="05050102010706020507" pitchFamily="18" charset="2"/>
                  <a:ea typeface="宋体" panose="02010600030101010101" pitchFamily="2" charset="-122"/>
                </a:rPr>
                <a:t>j</a:t>
              </a:r>
              <a:r>
                <a:rPr lang="en-US" altLang="zh-CN" sz="3200" b="0" i="1" baseline="-25000" dirty="0">
                  <a:solidFill>
                    <a:schemeClr val="bg1"/>
                  </a:solidFill>
                  <a:latin typeface="Times New Roman" panose="02020603050405020304" pitchFamily="18" charset="0"/>
                  <a:ea typeface="宋体" panose="02010600030101010101" pitchFamily="2" charset="-122"/>
                </a:rPr>
                <a:t>Z</a:t>
              </a:r>
              <a:r>
                <a:rPr lang="en-US" altLang="zh-CN" sz="3200" b="0" baseline="-25000" dirty="0">
                  <a:solidFill>
                    <a:schemeClr val="bg1"/>
                  </a:solidFill>
                  <a:latin typeface="Times New Roman" panose="02020603050405020304" pitchFamily="18" charset="0"/>
                  <a:ea typeface="宋体" panose="02010600030101010101" pitchFamily="2" charset="-122"/>
                </a:rPr>
                <a:t> </a:t>
              </a:r>
              <a:r>
                <a:rPr lang="zh-CN" altLang="en-US" dirty="0">
                  <a:latin typeface="Symbol" panose="05050102010706020507" pitchFamily="18" charset="2"/>
                </a:rPr>
                <a:t>为复数，称复阻抗。</a:t>
              </a:r>
              <a:endParaRPr lang="zh-CN" altLang="en-US" dirty="0">
                <a:latin typeface="Times New Roman" panose="02020603050405020304" pitchFamily="18" charset="0"/>
              </a:endParaRPr>
            </a:p>
          </p:txBody>
        </p:sp>
        <p:sp>
          <p:nvSpPr>
            <p:cNvPr id="5148" name="Line 155"/>
            <p:cNvSpPr/>
            <p:nvPr/>
          </p:nvSpPr>
          <p:spPr>
            <a:xfrm flipH="1">
              <a:off x="3152" y="754"/>
              <a:ext cx="136" cy="271"/>
            </a:xfrm>
            <a:prstGeom prst="line">
              <a:avLst/>
            </a:prstGeom>
            <a:ln w="12700" cap="flat" cmpd="sng">
              <a:solidFill>
                <a:schemeClr val="bg1"/>
              </a:solidFill>
              <a:prstDash val="solid"/>
              <a:headEnd type="none" w="med" len="med"/>
              <a:tailEnd type="none" w="med" len="med"/>
            </a:ln>
          </p:spPr>
        </p:sp>
        <p:sp>
          <p:nvSpPr>
            <p:cNvPr id="5149" name="Line 156"/>
            <p:cNvSpPr/>
            <p:nvPr/>
          </p:nvSpPr>
          <p:spPr>
            <a:xfrm flipH="1" flipV="1">
              <a:off x="3152" y="1026"/>
              <a:ext cx="363" cy="1"/>
            </a:xfrm>
            <a:prstGeom prst="line">
              <a:avLst/>
            </a:prstGeom>
            <a:ln w="12700" cap="flat" cmpd="sng">
              <a:solidFill>
                <a:schemeClr val="bg1"/>
              </a:solidFill>
              <a:prstDash val="solid"/>
              <a:headEnd type="none" w="med" len="med"/>
              <a:tailEnd type="none" w="med" len="med"/>
            </a:ln>
          </p:spPr>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grpId="0" nodeType="withEffect">
                                  <p:stCondLst>
                                    <p:cond delay="0"/>
                                  </p:stCondLst>
                                  <p:childTnLst>
                                    <p:set>
                                      <p:cBhvr>
                                        <p:cTn id="6" dur="1" fill="hold">
                                          <p:stCondLst>
                                            <p:cond delay="0"/>
                                          </p:stCondLst>
                                        </p:cTn>
                                        <p:tgtEl>
                                          <p:spTgt spid="84994"/>
                                        </p:tgtEl>
                                        <p:attrNameLst>
                                          <p:attrName>style.visibility</p:attrName>
                                        </p:attrNameLst>
                                      </p:cBhvr>
                                      <p:to>
                                        <p:strVal val="visible"/>
                                      </p:to>
                                    </p:set>
                                    <p:anim calcmode="lin" valueType="num">
                                      <p:cBhvr additive="base">
                                        <p:cTn id="7" dur="500" fill="hold"/>
                                        <p:tgtEl>
                                          <p:spTgt spid="84994"/>
                                        </p:tgtEl>
                                        <p:attrNameLst>
                                          <p:attrName>ppt_x</p:attrName>
                                        </p:attrNameLst>
                                      </p:cBhvr>
                                      <p:tavLst>
                                        <p:tav tm="0">
                                          <p:val>
                                            <p:strVal val="0-#ppt_w/2"/>
                                          </p:val>
                                        </p:tav>
                                        <p:tav tm="100000">
                                          <p:val>
                                            <p:strVal val="#ppt_x"/>
                                          </p:val>
                                        </p:tav>
                                      </p:tavLst>
                                    </p:anim>
                                    <p:anim calcmode="lin" valueType="num">
                                      <p:cBhvr additive="base">
                                        <p:cTn id="8" dur="500" fill="hold"/>
                                        <p:tgtEl>
                                          <p:spTgt spid="84994"/>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2" presetClass="entr" presetSubtype="8" fill="hold" nodeType="clickEffect">
                                  <p:stCondLst>
                                    <p:cond delay="0"/>
                                  </p:stCondLst>
                                  <p:childTnLst>
                                    <p:set>
                                      <p:cBhvr>
                                        <p:cTn id="12" dur="1" fill="hold">
                                          <p:stCondLst>
                                            <p:cond delay="0"/>
                                          </p:stCondLst>
                                        </p:cTn>
                                        <p:tgtEl>
                                          <p:spTgt spid="16"/>
                                        </p:tgtEl>
                                        <p:attrNameLst>
                                          <p:attrName>style.visibility</p:attrName>
                                        </p:attrNameLst>
                                      </p:cBhvr>
                                      <p:to>
                                        <p:strVal val="visible"/>
                                      </p:to>
                                    </p:set>
                                    <p:animEffect transition="in" filter="wipe(left)">
                                      <p:cBhvr>
                                        <p:cTn id="13" dur="1000"/>
                                        <p:tgtEl>
                                          <p:spTgt spid="16"/>
                                        </p:tgtEl>
                                      </p:cBhvr>
                                    </p:animEffect>
                                  </p:childTnLst>
                                </p:cTn>
                              </p:par>
                            </p:childTnLst>
                          </p:cTn>
                        </p:par>
                      </p:childTnLst>
                    </p:cTn>
                  </p:par>
                  <p:par>
                    <p:cTn id="14" fill="hold">
                      <p:stCondLst>
                        <p:cond delay="indefinite"/>
                      </p:stCondLst>
                      <p:childTnLst>
                        <p:par>
                          <p:cTn id="15" fill="hold">
                            <p:stCondLst>
                              <p:cond delay="0"/>
                            </p:stCondLst>
                            <p:childTnLst>
                              <p:par>
                                <p:cTn id="16" presetID="22" presetClass="entr" presetSubtype="8" fill="hold" grpId="0" nodeType="clickEffect">
                                  <p:stCondLst>
                                    <p:cond delay="0"/>
                                  </p:stCondLst>
                                  <p:childTnLst>
                                    <p:set>
                                      <p:cBhvr>
                                        <p:cTn id="17" dur="1" fill="hold">
                                          <p:stCondLst>
                                            <p:cond delay="0"/>
                                          </p:stCondLst>
                                        </p:cTn>
                                        <p:tgtEl>
                                          <p:spTgt spid="84996"/>
                                        </p:tgtEl>
                                        <p:attrNameLst>
                                          <p:attrName>style.visibility</p:attrName>
                                        </p:attrNameLst>
                                      </p:cBhvr>
                                      <p:to>
                                        <p:strVal val="visible"/>
                                      </p:to>
                                    </p:set>
                                    <p:animEffect transition="in" filter="wipe(left)">
                                      <p:cBhvr>
                                        <p:cTn id="18" dur="1000"/>
                                        <p:tgtEl>
                                          <p:spTgt spid="84996"/>
                                        </p:tgtEl>
                                      </p:cBhvr>
                                    </p:animEffect>
                                  </p:childTnLst>
                                </p:cTn>
                              </p:par>
                            </p:childTnLst>
                          </p:cTn>
                        </p:par>
                      </p:childTnLst>
                    </p:cTn>
                  </p:par>
                  <p:par>
                    <p:cTn id="19" fill="hold">
                      <p:stCondLst>
                        <p:cond delay="indefinite"/>
                      </p:stCondLst>
                      <p:childTnLst>
                        <p:par>
                          <p:cTn id="20" fill="hold">
                            <p:stCondLst>
                              <p:cond delay="0"/>
                            </p:stCondLst>
                            <p:childTnLst>
                              <p:par>
                                <p:cTn id="21" presetID="2" presetClass="entr" presetSubtype="8" fill="hold" grpId="0" nodeType="clickEffect">
                                  <p:stCondLst>
                                    <p:cond delay="0"/>
                                  </p:stCondLst>
                                  <p:childTnLst>
                                    <p:set>
                                      <p:cBhvr>
                                        <p:cTn id="22" dur="1" fill="hold">
                                          <p:stCondLst>
                                            <p:cond delay="0"/>
                                          </p:stCondLst>
                                        </p:cTn>
                                        <p:tgtEl>
                                          <p:spTgt spid="85080"/>
                                        </p:tgtEl>
                                        <p:attrNameLst>
                                          <p:attrName>style.visibility</p:attrName>
                                        </p:attrNameLst>
                                      </p:cBhvr>
                                      <p:to>
                                        <p:strVal val="visible"/>
                                      </p:to>
                                    </p:set>
                                    <p:anim calcmode="lin" valueType="num">
                                      <p:cBhvr additive="base">
                                        <p:cTn id="23" dur="500" fill="hold"/>
                                        <p:tgtEl>
                                          <p:spTgt spid="85080"/>
                                        </p:tgtEl>
                                        <p:attrNameLst>
                                          <p:attrName>ppt_x</p:attrName>
                                        </p:attrNameLst>
                                      </p:cBhvr>
                                      <p:tavLst>
                                        <p:tav tm="0">
                                          <p:val>
                                            <p:strVal val="0-#ppt_w/2"/>
                                          </p:val>
                                        </p:tav>
                                        <p:tav tm="100000">
                                          <p:val>
                                            <p:strVal val="#ppt_x"/>
                                          </p:val>
                                        </p:tav>
                                      </p:tavLst>
                                    </p:anim>
                                    <p:anim calcmode="lin" valueType="num">
                                      <p:cBhvr additive="base">
                                        <p:cTn id="24" dur="500" fill="hold"/>
                                        <p:tgtEl>
                                          <p:spTgt spid="85080"/>
                                        </p:tgtEl>
                                        <p:attrNameLst>
                                          <p:attrName>ppt_y</p:attrName>
                                        </p:attrNameLst>
                                      </p:cBhvr>
                                      <p:tavLst>
                                        <p:tav tm="0">
                                          <p:val>
                                            <p:strVal val="#ppt_y"/>
                                          </p:val>
                                        </p:tav>
                                        <p:tav tm="100000">
                                          <p:val>
                                            <p:strVal val="#ppt_y"/>
                                          </p:val>
                                        </p:tav>
                                      </p:tavLst>
                                    </p:anim>
                                  </p:childTnLst>
                                </p:cTn>
                              </p:par>
                            </p:childTnLst>
                          </p:cTn>
                        </p:par>
                        <p:par>
                          <p:cTn id="25" fill="hold">
                            <p:stCondLst>
                              <p:cond delay="500"/>
                            </p:stCondLst>
                            <p:childTnLst>
                              <p:par>
                                <p:cTn id="26" presetID="3" presetClass="entr" presetSubtype="5" fill="hold" nodeType="afterEffect">
                                  <p:stCondLst>
                                    <p:cond delay="0"/>
                                  </p:stCondLst>
                                  <p:childTnLst>
                                    <p:set>
                                      <p:cBhvr>
                                        <p:cTn id="27" dur="1" fill="hold">
                                          <p:stCondLst>
                                            <p:cond delay="0"/>
                                          </p:stCondLst>
                                        </p:cTn>
                                        <p:tgtEl>
                                          <p:spTgt spid="85140"/>
                                        </p:tgtEl>
                                        <p:attrNameLst>
                                          <p:attrName>style.visibility</p:attrName>
                                        </p:attrNameLst>
                                      </p:cBhvr>
                                      <p:to>
                                        <p:strVal val="visible"/>
                                      </p:to>
                                    </p:set>
                                    <p:animEffect transition="in" filter="blinds(vertical)">
                                      <p:cBhvr>
                                        <p:cTn id="28" dur="500"/>
                                        <p:tgtEl>
                                          <p:spTgt spid="85140"/>
                                        </p:tgtEl>
                                      </p:cBhvr>
                                    </p:animEffect>
                                  </p:childTnLst>
                                </p:cTn>
                              </p:par>
                            </p:childTnLst>
                          </p:cTn>
                        </p:par>
                      </p:childTnLst>
                    </p:cTn>
                  </p:par>
                  <p:par>
                    <p:cTn id="29" fill="hold">
                      <p:stCondLst>
                        <p:cond delay="indefinite"/>
                      </p:stCondLst>
                      <p:childTnLst>
                        <p:par>
                          <p:cTn id="30" fill="hold">
                            <p:stCondLst>
                              <p:cond delay="0"/>
                            </p:stCondLst>
                            <p:childTnLst>
                              <p:par>
                                <p:cTn id="31" presetID="22" presetClass="entr" presetSubtype="8" fill="hold" nodeType="clickEffect">
                                  <p:stCondLst>
                                    <p:cond delay="0"/>
                                  </p:stCondLst>
                                  <p:childTnLst>
                                    <p:set>
                                      <p:cBhvr>
                                        <p:cTn id="32" dur="1" fill="hold">
                                          <p:stCondLst>
                                            <p:cond delay="0"/>
                                          </p:stCondLst>
                                        </p:cTn>
                                        <p:tgtEl>
                                          <p:spTgt spid="2"/>
                                        </p:tgtEl>
                                        <p:attrNameLst>
                                          <p:attrName>style.visibility</p:attrName>
                                        </p:attrNameLst>
                                      </p:cBhvr>
                                      <p:to>
                                        <p:strVal val="visible"/>
                                      </p:to>
                                    </p:set>
                                    <p:animEffect transition="in" filter="wipe(left)">
                                      <p:cBhvr>
                                        <p:cTn id="33" dur="1000"/>
                                        <p:tgtEl>
                                          <p:spTgt spid="2"/>
                                        </p:tgtEl>
                                      </p:cBhvr>
                                    </p:animEffect>
                                  </p:childTnLst>
                                </p:cTn>
                              </p:par>
                            </p:childTnLst>
                          </p:cTn>
                        </p:par>
                      </p:childTnLst>
                    </p:cTn>
                  </p:par>
                  <p:par>
                    <p:cTn id="34" fill="hold">
                      <p:stCondLst>
                        <p:cond delay="indefinite"/>
                      </p:stCondLst>
                      <p:childTnLst>
                        <p:par>
                          <p:cTn id="35" fill="hold">
                            <p:stCondLst>
                              <p:cond delay="0"/>
                            </p:stCondLst>
                            <p:childTnLst>
                              <p:par>
                                <p:cTn id="36" presetID="22" presetClass="entr" presetSubtype="8" fill="hold" nodeType="clickEffect">
                                  <p:stCondLst>
                                    <p:cond delay="0"/>
                                  </p:stCondLst>
                                  <p:childTnLst>
                                    <p:set>
                                      <p:cBhvr>
                                        <p:cTn id="37" dur="1" fill="hold">
                                          <p:stCondLst>
                                            <p:cond delay="0"/>
                                          </p:stCondLst>
                                        </p:cTn>
                                        <p:tgtEl>
                                          <p:spTgt spid="6"/>
                                        </p:tgtEl>
                                        <p:attrNameLst>
                                          <p:attrName>style.visibility</p:attrName>
                                        </p:attrNameLst>
                                      </p:cBhvr>
                                      <p:to>
                                        <p:strVal val="visible"/>
                                      </p:to>
                                    </p:set>
                                    <p:animEffect transition="in" filter="wipe(left)">
                                      <p:cBhvr>
                                        <p:cTn id="38" dur="1000"/>
                                        <p:tgtEl>
                                          <p:spTgt spid="6"/>
                                        </p:tgtEl>
                                      </p:cBhvr>
                                    </p:animEffect>
                                  </p:childTnLst>
                                </p:cTn>
                              </p:par>
                            </p:childTnLst>
                          </p:cTn>
                        </p:par>
                      </p:childTnLst>
                    </p:cTn>
                  </p:par>
                  <p:par>
                    <p:cTn id="39" fill="hold">
                      <p:stCondLst>
                        <p:cond delay="indefinite"/>
                      </p:stCondLst>
                      <p:childTnLst>
                        <p:par>
                          <p:cTn id="40" fill="hold">
                            <p:stCondLst>
                              <p:cond delay="0"/>
                            </p:stCondLst>
                            <p:childTnLst>
                              <p:par>
                                <p:cTn id="41" presetID="22" presetClass="entr" presetSubtype="4" fill="hold" nodeType="clickEffect">
                                  <p:stCondLst>
                                    <p:cond delay="0"/>
                                  </p:stCondLst>
                                  <p:childTnLst>
                                    <p:set>
                                      <p:cBhvr>
                                        <p:cTn id="42" dur="1" fill="hold">
                                          <p:stCondLst>
                                            <p:cond delay="0"/>
                                          </p:stCondLst>
                                        </p:cTn>
                                        <p:tgtEl>
                                          <p:spTgt spid="7"/>
                                        </p:tgtEl>
                                        <p:attrNameLst>
                                          <p:attrName>style.visibility</p:attrName>
                                        </p:attrNameLst>
                                      </p:cBhvr>
                                      <p:to>
                                        <p:strVal val="visible"/>
                                      </p:to>
                                    </p:set>
                                    <p:animEffect transition="in" filter="wipe(down)">
                                      <p:cBhvr>
                                        <p:cTn id="43" dur="500"/>
                                        <p:tgtEl>
                                          <p:spTgt spid="7"/>
                                        </p:tgtEl>
                                      </p:cBhvr>
                                    </p:animEffect>
                                  </p:childTnLst>
                                </p:cTn>
                              </p:par>
                            </p:childTnLst>
                          </p:cTn>
                        </p:par>
                      </p:childTnLst>
                    </p:cTn>
                  </p:par>
                  <p:par>
                    <p:cTn id="44" fill="hold">
                      <p:stCondLst>
                        <p:cond delay="indefinite"/>
                      </p:stCondLst>
                      <p:childTnLst>
                        <p:par>
                          <p:cTn id="45" fill="hold">
                            <p:stCondLst>
                              <p:cond delay="0"/>
                            </p:stCondLst>
                            <p:childTnLst>
                              <p:par>
                                <p:cTn id="46" presetID="22" presetClass="entr" presetSubtype="1" fill="hold" nodeType="clickEffect">
                                  <p:stCondLst>
                                    <p:cond delay="0"/>
                                  </p:stCondLst>
                                  <p:childTnLst>
                                    <p:set>
                                      <p:cBhvr>
                                        <p:cTn id="47" dur="1" fill="hold">
                                          <p:stCondLst>
                                            <p:cond delay="0"/>
                                          </p:stCondLst>
                                        </p:cTn>
                                        <p:tgtEl>
                                          <p:spTgt spid="5"/>
                                        </p:tgtEl>
                                        <p:attrNameLst>
                                          <p:attrName>style.visibility</p:attrName>
                                        </p:attrNameLst>
                                      </p:cBhvr>
                                      <p:to>
                                        <p:strVal val="visible"/>
                                      </p:to>
                                    </p:set>
                                    <p:animEffect transition="in" filter="wipe(up)">
                                      <p:cBhvr>
                                        <p:cTn id="48" dur="1000"/>
                                        <p:tgtEl>
                                          <p:spTgt spid="5"/>
                                        </p:tgtEl>
                                      </p:cBhvr>
                                    </p:animEffect>
                                  </p:childTnLst>
                                </p:cTn>
                              </p:par>
                            </p:childTnLst>
                          </p:cTn>
                        </p:par>
                      </p:childTnLst>
                    </p:cTn>
                  </p:par>
                  <p:par>
                    <p:cTn id="49" fill="hold">
                      <p:stCondLst>
                        <p:cond delay="indefinite"/>
                      </p:stCondLst>
                      <p:childTnLst>
                        <p:par>
                          <p:cTn id="50" fill="hold">
                            <p:stCondLst>
                              <p:cond delay="0"/>
                            </p:stCondLst>
                            <p:childTnLst>
                              <p:par>
                                <p:cTn id="51" presetID="3" presetClass="entr" presetSubtype="10" fill="hold" nodeType="clickEffect">
                                  <p:stCondLst>
                                    <p:cond delay="0"/>
                                  </p:stCondLst>
                                  <p:childTnLst>
                                    <p:set>
                                      <p:cBhvr>
                                        <p:cTn id="52" dur="1" fill="hold">
                                          <p:stCondLst>
                                            <p:cond delay="0"/>
                                          </p:stCondLst>
                                        </p:cTn>
                                        <p:tgtEl>
                                          <p:spTgt spid="10"/>
                                        </p:tgtEl>
                                        <p:attrNameLst>
                                          <p:attrName>style.visibility</p:attrName>
                                        </p:attrNameLst>
                                      </p:cBhvr>
                                      <p:to>
                                        <p:strVal val="visible"/>
                                      </p:to>
                                    </p:set>
                                    <p:animEffect transition="in" filter="blinds(horizontal)">
                                      <p:cBhvr>
                                        <p:cTn id="53" dur="500"/>
                                        <p:tgtEl>
                                          <p:spTgt spid="10"/>
                                        </p:tgtEl>
                                      </p:cBhvr>
                                    </p:animEffect>
                                  </p:childTnLst>
                                </p:cTn>
                              </p:par>
                            </p:childTnLst>
                          </p:cTn>
                        </p:par>
                      </p:childTnLst>
                    </p:cTn>
                  </p:par>
                  <p:par>
                    <p:cTn id="54" fill="hold">
                      <p:stCondLst>
                        <p:cond delay="indefinite"/>
                      </p:stCondLst>
                      <p:childTnLst>
                        <p:par>
                          <p:cTn id="55" fill="hold">
                            <p:stCondLst>
                              <p:cond delay="0"/>
                            </p:stCondLst>
                            <p:childTnLst>
                              <p:par>
                                <p:cTn id="56" presetID="22" presetClass="entr" presetSubtype="4" fill="hold" nodeType="clickEffect">
                                  <p:stCondLst>
                                    <p:cond delay="0"/>
                                  </p:stCondLst>
                                  <p:childTnLst>
                                    <p:set>
                                      <p:cBhvr>
                                        <p:cTn id="57" dur="1" fill="hold">
                                          <p:stCondLst>
                                            <p:cond delay="0"/>
                                          </p:stCondLst>
                                        </p:cTn>
                                        <p:tgtEl>
                                          <p:spTgt spid="9"/>
                                        </p:tgtEl>
                                        <p:attrNameLst>
                                          <p:attrName>style.visibility</p:attrName>
                                        </p:attrNameLst>
                                      </p:cBhvr>
                                      <p:to>
                                        <p:strVal val="visible"/>
                                      </p:to>
                                    </p:set>
                                    <p:animEffect transition="in" filter="wipe(down)">
                                      <p:cBhvr>
                                        <p:cTn id="58" dur="1000"/>
                                        <p:tgtEl>
                                          <p:spTgt spid="9"/>
                                        </p:tgtEl>
                                      </p:cBhvr>
                                    </p:animEffect>
                                  </p:childTnLst>
                                </p:cTn>
                              </p:par>
                            </p:childTnLst>
                          </p:cTn>
                        </p:par>
                        <p:par>
                          <p:cTn id="59" fill="hold">
                            <p:stCondLst>
                              <p:cond delay="1000"/>
                            </p:stCondLst>
                            <p:childTnLst>
                              <p:par>
                                <p:cTn id="60" presetID="20" presetClass="entr" presetSubtype="0" fill="hold" grpId="0" nodeType="afterEffect">
                                  <p:stCondLst>
                                    <p:cond delay="0"/>
                                  </p:stCondLst>
                                  <p:childTnLst>
                                    <p:set>
                                      <p:cBhvr>
                                        <p:cTn id="61" dur="1" fill="hold">
                                          <p:stCondLst>
                                            <p:cond delay="0"/>
                                          </p:stCondLst>
                                        </p:cTn>
                                        <p:tgtEl>
                                          <p:spTgt spid="85106"/>
                                        </p:tgtEl>
                                        <p:attrNameLst>
                                          <p:attrName>style.visibility</p:attrName>
                                        </p:attrNameLst>
                                      </p:cBhvr>
                                      <p:to>
                                        <p:strVal val="visible"/>
                                      </p:to>
                                    </p:set>
                                    <p:animEffect transition="in" filter="wedge">
                                      <p:cBhvr>
                                        <p:cTn id="62" dur="2000"/>
                                        <p:tgtEl>
                                          <p:spTgt spid="85106"/>
                                        </p:tgtEl>
                                      </p:cBhvr>
                                    </p:animEffect>
                                  </p:childTnLst>
                                </p:cTn>
                              </p:par>
                            </p:childTnLst>
                          </p:cTn>
                        </p:par>
                      </p:childTnLst>
                    </p:cTn>
                  </p:par>
                  <p:par>
                    <p:cTn id="63" fill="hold">
                      <p:stCondLst>
                        <p:cond delay="indefinite"/>
                      </p:stCondLst>
                      <p:childTnLst>
                        <p:par>
                          <p:cTn id="64" fill="hold">
                            <p:stCondLst>
                              <p:cond delay="0"/>
                            </p:stCondLst>
                            <p:childTnLst>
                              <p:par>
                                <p:cTn id="65" presetID="2" presetClass="entr" presetSubtype="2" fill="hold" nodeType="clickEffect">
                                  <p:stCondLst>
                                    <p:cond delay="0"/>
                                  </p:stCondLst>
                                  <p:childTnLst>
                                    <p:set>
                                      <p:cBhvr>
                                        <p:cTn id="66" dur="1" fill="hold">
                                          <p:stCondLst>
                                            <p:cond delay="0"/>
                                          </p:stCondLst>
                                        </p:cTn>
                                        <p:tgtEl>
                                          <p:spTgt spid="85107"/>
                                        </p:tgtEl>
                                        <p:attrNameLst>
                                          <p:attrName>style.visibility</p:attrName>
                                        </p:attrNameLst>
                                      </p:cBhvr>
                                      <p:to>
                                        <p:strVal val="visible"/>
                                      </p:to>
                                    </p:set>
                                    <p:anim calcmode="lin" valueType="num">
                                      <p:cBhvr additive="base">
                                        <p:cTn id="67" dur="500" fill="hold"/>
                                        <p:tgtEl>
                                          <p:spTgt spid="85107"/>
                                        </p:tgtEl>
                                        <p:attrNameLst>
                                          <p:attrName>ppt_x</p:attrName>
                                        </p:attrNameLst>
                                      </p:cBhvr>
                                      <p:tavLst>
                                        <p:tav tm="0">
                                          <p:val>
                                            <p:strVal val="1+#ppt_w/2"/>
                                          </p:val>
                                        </p:tav>
                                        <p:tav tm="100000">
                                          <p:val>
                                            <p:strVal val="#ppt_x"/>
                                          </p:val>
                                        </p:tav>
                                      </p:tavLst>
                                    </p:anim>
                                    <p:anim calcmode="lin" valueType="num">
                                      <p:cBhvr additive="base">
                                        <p:cTn id="68" dur="500" fill="hold"/>
                                        <p:tgtEl>
                                          <p:spTgt spid="85107"/>
                                        </p:tgtEl>
                                        <p:attrNameLst>
                                          <p:attrName>ppt_y</p:attrName>
                                        </p:attrNameLst>
                                      </p:cBhvr>
                                      <p:tavLst>
                                        <p:tav tm="0">
                                          <p:val>
                                            <p:strVal val="#ppt_y"/>
                                          </p:val>
                                        </p:tav>
                                        <p:tav tm="100000">
                                          <p:val>
                                            <p:strVal val="#ppt_y"/>
                                          </p:val>
                                        </p:tav>
                                      </p:tavLst>
                                    </p:anim>
                                  </p:childTnLst>
                                </p:cTn>
                              </p:par>
                            </p:childTnLst>
                          </p:cTn>
                        </p:par>
                      </p:childTnLst>
                    </p:cTn>
                  </p:par>
                  <p:par>
                    <p:cTn id="69" fill="hold">
                      <p:stCondLst>
                        <p:cond delay="indefinite"/>
                      </p:stCondLst>
                      <p:childTnLst>
                        <p:par>
                          <p:cTn id="70" fill="hold">
                            <p:stCondLst>
                              <p:cond delay="0"/>
                            </p:stCondLst>
                            <p:childTnLst>
                              <p:par>
                                <p:cTn id="71" presetID="12" presetClass="entr" presetSubtype="8" fill="hold" nodeType="clickEffect">
                                  <p:stCondLst>
                                    <p:cond delay="0"/>
                                  </p:stCondLst>
                                  <p:childTnLst>
                                    <p:set>
                                      <p:cBhvr>
                                        <p:cTn id="72" dur="1" fill="hold">
                                          <p:stCondLst>
                                            <p:cond delay="0"/>
                                          </p:stCondLst>
                                        </p:cTn>
                                        <p:tgtEl>
                                          <p:spTgt spid="11"/>
                                        </p:tgtEl>
                                        <p:attrNameLst>
                                          <p:attrName>style.visibility</p:attrName>
                                        </p:attrNameLst>
                                      </p:cBhvr>
                                      <p:to>
                                        <p:strVal val="visible"/>
                                      </p:to>
                                    </p:set>
                                    <p:animEffect transition="in" filter="slide(fromLeft)">
                                      <p:cBhvr>
                                        <p:cTn id="73" dur="500"/>
                                        <p:tgtEl>
                                          <p:spTgt spid="11"/>
                                        </p:tgtEl>
                                      </p:cBhvr>
                                    </p:animEffect>
                                  </p:childTnLst>
                                </p:cTn>
                              </p:par>
                            </p:childTnLst>
                          </p:cTn>
                        </p:par>
                        <p:par>
                          <p:cTn id="74" fill="hold">
                            <p:stCondLst>
                              <p:cond delay="500"/>
                            </p:stCondLst>
                            <p:childTnLst>
                              <p:par>
                                <p:cTn id="75" presetID="3" presetClass="entr" presetSubtype="10" fill="hold" nodeType="afterEffect">
                                  <p:stCondLst>
                                    <p:cond delay="0"/>
                                  </p:stCondLst>
                                  <p:childTnLst>
                                    <p:set>
                                      <p:cBhvr>
                                        <p:cTn id="76" dur="1" fill="hold">
                                          <p:stCondLst>
                                            <p:cond delay="0"/>
                                          </p:stCondLst>
                                        </p:cTn>
                                        <p:tgtEl>
                                          <p:spTgt spid="13"/>
                                        </p:tgtEl>
                                        <p:attrNameLst>
                                          <p:attrName>style.visibility</p:attrName>
                                        </p:attrNameLst>
                                      </p:cBhvr>
                                      <p:to>
                                        <p:strVal val="visible"/>
                                      </p:to>
                                    </p:set>
                                    <p:animEffect transition="in" filter="blinds(horizontal)">
                                      <p:cBhvr>
                                        <p:cTn id="77" dur="5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4994" grpId="0" animBg="1"/>
      <p:bldP spid="84996" grpId="0"/>
      <p:bldP spid="85080" grpId="0"/>
      <p:bldP spid="85106" grpId="0" animBg="1"/>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grpSp>
        <p:nvGrpSpPr>
          <p:cNvPr id="2" name="Group 91"/>
          <p:cNvGrpSpPr/>
          <p:nvPr/>
        </p:nvGrpSpPr>
        <p:grpSpPr>
          <a:xfrm>
            <a:off x="900113" y="1628775"/>
            <a:ext cx="2862262" cy="431800"/>
            <a:chOff x="567" y="1162"/>
            <a:chExt cx="1803" cy="272"/>
          </a:xfrm>
        </p:grpSpPr>
        <p:graphicFrame>
          <p:nvGraphicFramePr>
            <p:cNvPr id="6163" name="Object 9"/>
            <p:cNvGraphicFramePr/>
            <p:nvPr/>
          </p:nvGraphicFramePr>
          <p:xfrm>
            <a:off x="2200" y="1162"/>
            <a:ext cx="170" cy="272"/>
          </p:xfrm>
          <a:graphic>
            <a:graphicData uri="http://schemas.openxmlformats.org/presentationml/2006/ole">
              <mc:AlternateContent xmlns:mc="http://schemas.openxmlformats.org/markup-compatibility/2006">
                <mc:Choice xmlns:v="urn:schemas-microsoft-com:vml" Requires="v">
                  <p:oleObj spid="_x0000_s3110" name="" r:id="rId1" imgW="127000" imgH="215265" progId="Equation.3">
                    <p:embed/>
                  </p:oleObj>
                </mc:Choice>
                <mc:Fallback>
                  <p:oleObj name="" r:id="rId1" imgW="127000" imgH="215265" progId="Equation.3">
                    <p:embed/>
                    <p:pic>
                      <p:nvPicPr>
                        <p:cNvPr id="0" name="图片 3109"/>
                        <p:cNvPicPr/>
                        <p:nvPr/>
                      </p:nvPicPr>
                      <p:blipFill>
                        <a:blip r:embed="rId2">
                          <a:clrChange>
                            <a:clrFrom>
                              <a:srgbClr val="000000"/>
                            </a:clrFrom>
                            <a:clrTo>
                              <a:srgbClr val="FFFFFF"/>
                            </a:clrTo>
                          </a:clrChange>
                        </a:blip>
                        <a:stretch>
                          <a:fillRect/>
                        </a:stretch>
                      </p:blipFill>
                      <p:spPr>
                        <a:xfrm>
                          <a:off x="2200" y="1162"/>
                          <a:ext cx="170" cy="272"/>
                        </a:xfrm>
                        <a:prstGeom prst="rect">
                          <a:avLst/>
                        </a:prstGeom>
                        <a:noFill/>
                        <a:ln w="38100">
                          <a:noFill/>
                          <a:miter/>
                        </a:ln>
                      </p:spPr>
                    </p:pic>
                  </p:oleObj>
                </mc:Fallback>
              </mc:AlternateContent>
            </a:graphicData>
          </a:graphic>
        </p:graphicFrame>
        <p:sp>
          <p:nvSpPr>
            <p:cNvPr id="6235" name="Line 88"/>
            <p:cNvSpPr/>
            <p:nvPr/>
          </p:nvSpPr>
          <p:spPr>
            <a:xfrm>
              <a:off x="567" y="1298"/>
              <a:ext cx="1587" cy="0"/>
            </a:xfrm>
            <a:prstGeom prst="line">
              <a:avLst/>
            </a:prstGeom>
            <a:ln w="38100" cap="flat" cmpd="sng">
              <a:solidFill>
                <a:srgbClr val="FFFF00"/>
              </a:solidFill>
              <a:prstDash val="solid"/>
              <a:headEnd type="none" w="med" len="med"/>
              <a:tailEnd type="triangle" w="med" len="med"/>
            </a:ln>
          </p:spPr>
        </p:sp>
      </p:grpSp>
      <p:sp>
        <p:nvSpPr>
          <p:cNvPr id="101378" name="Text Box 2"/>
          <p:cNvSpPr txBox="1"/>
          <p:nvPr/>
        </p:nvSpPr>
        <p:spPr>
          <a:xfrm>
            <a:off x="468313" y="333375"/>
            <a:ext cx="7848600" cy="1262063"/>
          </a:xfrm>
          <a:prstGeom prst="rect">
            <a:avLst/>
          </a:prstGeom>
          <a:noFill/>
          <a:ln w="9525">
            <a:noFill/>
          </a:ln>
        </p:spPr>
        <p:txBody>
          <a:bodyPr tIns="82800" bIns="82800">
            <a:spAutoFit/>
          </a:bodyPr>
          <a:p>
            <a:pPr marL="342900" indent="-342900">
              <a:lnSpc>
                <a:spcPct val="120000"/>
              </a:lnSpc>
              <a:buClr>
                <a:srgbClr val="FFFF00"/>
              </a:buClr>
              <a:buSzPct val="90000"/>
            </a:pPr>
            <a:r>
              <a:rPr lang="zh-CN" altLang="en-US" sz="2400" dirty="0">
                <a:latin typeface="Symbol" panose="05050102010706020507" pitchFamily="18" charset="2"/>
                <a:ea typeface="宋体" panose="02010600030101010101" pitchFamily="2" charset="-122"/>
              </a:rPr>
              <a:t>（</a:t>
            </a:r>
            <a:r>
              <a:rPr lang="en-US" altLang="zh-CN" sz="2400" dirty="0">
                <a:latin typeface="Symbol" panose="05050102010706020507" pitchFamily="18" charset="2"/>
                <a:ea typeface="宋体" panose="02010600030101010101" pitchFamily="2" charset="-122"/>
              </a:rPr>
              <a:t>3</a:t>
            </a:r>
            <a:r>
              <a:rPr lang="zh-CN" altLang="en-US" sz="2400" dirty="0">
                <a:latin typeface="Symbol" panose="05050102010706020507" pitchFamily="18" charset="2"/>
                <a:ea typeface="宋体" panose="02010600030101010101" pitchFamily="2" charset="-122"/>
              </a:rPr>
              <a:t>）</a:t>
            </a:r>
            <a:r>
              <a:rPr lang="en-US" altLang="zh-CN" sz="3200" b="0" i="1" dirty="0">
                <a:solidFill>
                  <a:schemeClr val="bg1"/>
                </a:solidFill>
                <a:latin typeface="Symbol" panose="05050102010706020507" pitchFamily="18" charset="2"/>
                <a:ea typeface="宋体" panose="02010600030101010101" pitchFamily="2" charset="-122"/>
              </a:rPr>
              <a:t>w</a:t>
            </a:r>
            <a:r>
              <a:rPr lang="en-US" altLang="zh-CN" sz="3200" b="0" i="1" dirty="0">
                <a:solidFill>
                  <a:schemeClr val="bg1"/>
                </a:solidFill>
                <a:latin typeface="Times New Roman" panose="02020603050405020304" pitchFamily="18" charset="0"/>
                <a:ea typeface="宋体" panose="02010600030101010101" pitchFamily="2" charset="-122"/>
              </a:rPr>
              <a:t>L</a:t>
            </a:r>
            <a:r>
              <a:rPr lang="en-US" altLang="zh-CN" sz="3200" b="0" dirty="0">
                <a:solidFill>
                  <a:schemeClr val="bg1"/>
                </a:solidFill>
                <a:latin typeface="Times New Roman" panose="02020603050405020304" pitchFamily="18" charset="0"/>
                <a:ea typeface="宋体" panose="02010600030101010101" pitchFamily="2" charset="-122"/>
              </a:rPr>
              <a:t>&lt;1</a:t>
            </a:r>
            <a:r>
              <a:rPr lang="en-US" altLang="zh-CN" sz="3200" b="0" i="1" dirty="0">
                <a:solidFill>
                  <a:schemeClr val="bg1"/>
                </a:solidFill>
                <a:latin typeface="Times New Roman" panose="02020603050405020304" pitchFamily="18" charset="0"/>
                <a:ea typeface="宋体" panose="02010600030101010101" pitchFamily="2" charset="-122"/>
              </a:rPr>
              <a:t>/</a:t>
            </a:r>
            <a:r>
              <a:rPr lang="en-US" altLang="zh-CN" sz="3200" b="0" i="1" dirty="0">
                <a:solidFill>
                  <a:schemeClr val="bg1"/>
                </a:solidFill>
                <a:latin typeface="Symbol" panose="05050102010706020507" pitchFamily="18" charset="2"/>
                <a:ea typeface="宋体" panose="02010600030101010101" pitchFamily="2" charset="-122"/>
              </a:rPr>
              <a:t>w</a:t>
            </a:r>
            <a:r>
              <a:rPr lang="en-US" altLang="zh-CN" sz="3200" b="0" i="1" dirty="0">
                <a:solidFill>
                  <a:schemeClr val="bg1"/>
                </a:solidFill>
                <a:latin typeface="Times New Roman" panose="02020603050405020304" pitchFamily="18" charset="0"/>
                <a:ea typeface="宋体" panose="02010600030101010101" pitchFamily="2" charset="-122"/>
              </a:rPr>
              <a:t>C</a:t>
            </a:r>
            <a:r>
              <a:rPr lang="zh-CN" altLang="en-US" sz="3200" b="0" i="1" dirty="0">
                <a:solidFill>
                  <a:schemeClr val="bg1"/>
                </a:solidFill>
                <a:latin typeface="Times New Roman" panose="02020603050405020304" pitchFamily="18" charset="0"/>
                <a:ea typeface="宋体" panose="02010600030101010101" pitchFamily="2" charset="-122"/>
              </a:rPr>
              <a:t>，</a:t>
            </a:r>
            <a:r>
              <a:rPr lang="zh-CN" altLang="en-US" sz="3200" b="0" dirty="0">
                <a:solidFill>
                  <a:schemeClr val="bg1"/>
                </a:solidFill>
                <a:latin typeface="Times New Roman" panose="02020603050405020304" pitchFamily="18" charset="0"/>
                <a:ea typeface="宋体" panose="02010600030101010101" pitchFamily="2" charset="-122"/>
              </a:rPr>
              <a:t> </a:t>
            </a:r>
            <a:r>
              <a:rPr lang="en-US" altLang="zh-CN" sz="3200" b="0" i="1" dirty="0">
                <a:solidFill>
                  <a:schemeClr val="bg1"/>
                </a:solidFill>
                <a:latin typeface="Times New Roman" panose="02020603050405020304" pitchFamily="18" charset="0"/>
                <a:ea typeface="宋体" panose="02010600030101010101" pitchFamily="2" charset="-122"/>
              </a:rPr>
              <a:t>X</a:t>
            </a:r>
            <a:r>
              <a:rPr lang="en-US" altLang="zh-CN" sz="3200" b="0" dirty="0">
                <a:solidFill>
                  <a:schemeClr val="bg1"/>
                </a:solidFill>
                <a:latin typeface="Times New Roman" panose="02020603050405020304" pitchFamily="18" charset="0"/>
                <a:ea typeface="宋体" panose="02010600030101010101" pitchFamily="2" charset="-122"/>
              </a:rPr>
              <a:t>&lt;0</a:t>
            </a:r>
            <a:r>
              <a:rPr lang="zh-CN" altLang="en-US" sz="3200" b="0" dirty="0">
                <a:solidFill>
                  <a:schemeClr val="bg1"/>
                </a:solidFill>
                <a:latin typeface="Times New Roman" panose="02020603050405020304" pitchFamily="18" charset="0"/>
                <a:ea typeface="宋体" panose="02010600030101010101" pitchFamily="2" charset="-122"/>
              </a:rPr>
              <a:t>， </a:t>
            </a:r>
            <a:r>
              <a:rPr lang="en-US" altLang="zh-CN" sz="3200" b="0" i="1" dirty="0">
                <a:solidFill>
                  <a:schemeClr val="bg1"/>
                </a:solidFill>
                <a:latin typeface="Symbol" panose="05050102010706020507" pitchFamily="18" charset="2"/>
                <a:ea typeface="宋体" panose="02010600030101010101" pitchFamily="2" charset="-122"/>
              </a:rPr>
              <a:t>j</a:t>
            </a:r>
            <a:r>
              <a:rPr lang="en-US" altLang="zh-CN" sz="3200" b="0" i="1" baseline="-25000" dirty="0">
                <a:solidFill>
                  <a:schemeClr val="bg1"/>
                </a:solidFill>
                <a:latin typeface="Times New Roman" panose="02020603050405020304" pitchFamily="18" charset="0"/>
                <a:ea typeface="宋体" panose="02010600030101010101" pitchFamily="2" charset="-122"/>
              </a:rPr>
              <a:t>Z</a:t>
            </a:r>
            <a:r>
              <a:rPr lang="en-US" altLang="zh-CN" sz="3200" b="0" baseline="-25000" dirty="0">
                <a:solidFill>
                  <a:schemeClr val="bg1"/>
                </a:solidFill>
                <a:latin typeface="Times New Roman" panose="02020603050405020304" pitchFamily="18" charset="0"/>
                <a:ea typeface="宋体" panose="02010600030101010101" pitchFamily="2" charset="-122"/>
              </a:rPr>
              <a:t> </a:t>
            </a:r>
            <a:r>
              <a:rPr lang="en-US" altLang="zh-CN" sz="3200" b="0" dirty="0">
                <a:solidFill>
                  <a:schemeClr val="bg1"/>
                </a:solidFill>
                <a:latin typeface="Times New Roman" panose="02020603050405020304" pitchFamily="18" charset="0"/>
                <a:ea typeface="宋体" panose="02010600030101010101" pitchFamily="2" charset="-122"/>
              </a:rPr>
              <a:t>&lt;0</a:t>
            </a:r>
            <a:r>
              <a:rPr lang="zh-CN" altLang="en-US" sz="3200" b="0" dirty="0">
                <a:solidFill>
                  <a:schemeClr val="bg1"/>
                </a:solidFill>
                <a:latin typeface="Times New Roman" panose="02020603050405020304" pitchFamily="18" charset="0"/>
                <a:ea typeface="宋体" panose="02010600030101010101" pitchFamily="2" charset="-122"/>
              </a:rPr>
              <a:t>，</a:t>
            </a:r>
            <a:r>
              <a:rPr lang="zh-CN" altLang="en-US" dirty="0">
                <a:latin typeface="Times New Roman" panose="02020603050405020304" pitchFamily="18" charset="0"/>
              </a:rPr>
              <a:t>电路为容性，</a:t>
            </a:r>
            <a:endParaRPr lang="zh-CN" altLang="en-US" dirty="0">
              <a:latin typeface="Times New Roman" panose="02020603050405020304" pitchFamily="18" charset="0"/>
            </a:endParaRPr>
          </a:p>
          <a:p>
            <a:pPr marL="342900" indent="-342900">
              <a:lnSpc>
                <a:spcPct val="120000"/>
              </a:lnSpc>
              <a:buClr>
                <a:srgbClr val="FFFF00"/>
              </a:buClr>
              <a:buSzPct val="90000"/>
            </a:pPr>
            <a:r>
              <a:rPr lang="zh-CN" altLang="en-US" dirty="0">
                <a:latin typeface="Times New Roman" panose="02020603050405020304" pitchFamily="18" charset="0"/>
              </a:rPr>
              <a:t>         电压落后电流。</a:t>
            </a:r>
            <a:endParaRPr lang="zh-CN" altLang="en-US" dirty="0">
              <a:latin typeface="Times New Roman" panose="02020603050405020304" pitchFamily="18" charset="0"/>
            </a:endParaRPr>
          </a:p>
        </p:txBody>
      </p:sp>
      <p:grpSp>
        <p:nvGrpSpPr>
          <p:cNvPr id="3" name="Group 92"/>
          <p:cNvGrpSpPr/>
          <p:nvPr/>
        </p:nvGrpSpPr>
        <p:grpSpPr>
          <a:xfrm>
            <a:off x="2843213" y="1844675"/>
            <a:ext cx="439737" cy="1973263"/>
            <a:chOff x="1791" y="1298"/>
            <a:chExt cx="277" cy="1243"/>
          </a:xfrm>
        </p:grpSpPr>
        <p:sp>
          <p:nvSpPr>
            <p:cNvPr id="6234" name="Line 5"/>
            <p:cNvSpPr/>
            <p:nvPr/>
          </p:nvSpPr>
          <p:spPr>
            <a:xfrm>
              <a:off x="1791" y="1298"/>
              <a:ext cx="0" cy="1043"/>
            </a:xfrm>
            <a:prstGeom prst="line">
              <a:avLst/>
            </a:prstGeom>
            <a:ln w="38100" cap="flat" cmpd="sng">
              <a:solidFill>
                <a:srgbClr val="FF66FF"/>
              </a:solidFill>
              <a:prstDash val="solid"/>
              <a:headEnd type="none" w="med" len="med"/>
              <a:tailEnd type="triangle" w="med" len="med"/>
            </a:ln>
          </p:spPr>
        </p:sp>
        <p:graphicFrame>
          <p:nvGraphicFramePr>
            <p:cNvPr id="6162" name="Object 6"/>
            <p:cNvGraphicFramePr/>
            <p:nvPr/>
          </p:nvGraphicFramePr>
          <p:xfrm>
            <a:off x="1837" y="2160"/>
            <a:ext cx="231" cy="381"/>
          </p:xfrm>
          <a:graphic>
            <a:graphicData uri="http://schemas.openxmlformats.org/presentationml/2006/ole">
              <mc:AlternateContent xmlns:mc="http://schemas.openxmlformats.org/markup-compatibility/2006">
                <mc:Choice xmlns:v="urn:schemas-microsoft-com:vml" Requires="v">
                  <p:oleObj spid="_x0000_s3111" name="" r:id="rId3" imgW="241300" imgH="266065" progId="Equation.3">
                    <p:embed/>
                  </p:oleObj>
                </mc:Choice>
                <mc:Fallback>
                  <p:oleObj name="" r:id="rId3" imgW="241300" imgH="266065" progId="Equation.3">
                    <p:embed/>
                    <p:pic>
                      <p:nvPicPr>
                        <p:cNvPr id="0" name="图片 3110"/>
                        <p:cNvPicPr/>
                        <p:nvPr/>
                      </p:nvPicPr>
                      <p:blipFill>
                        <a:blip r:embed="rId4">
                          <a:clrChange>
                            <a:clrFrom>
                              <a:srgbClr val="000000"/>
                            </a:clrFrom>
                            <a:clrTo>
                              <a:srgbClr val="FFFFFF"/>
                            </a:clrTo>
                          </a:clrChange>
                        </a:blip>
                        <a:stretch>
                          <a:fillRect/>
                        </a:stretch>
                      </p:blipFill>
                      <p:spPr>
                        <a:xfrm>
                          <a:off x="1837" y="2160"/>
                          <a:ext cx="231" cy="381"/>
                        </a:xfrm>
                        <a:prstGeom prst="rect">
                          <a:avLst/>
                        </a:prstGeom>
                        <a:noFill/>
                        <a:ln w="38100">
                          <a:noFill/>
                          <a:miter/>
                        </a:ln>
                      </p:spPr>
                    </p:pic>
                  </p:oleObj>
                </mc:Fallback>
              </mc:AlternateContent>
            </a:graphicData>
          </a:graphic>
        </p:graphicFrame>
      </p:grpSp>
      <p:grpSp>
        <p:nvGrpSpPr>
          <p:cNvPr id="4" name="Group 10"/>
          <p:cNvGrpSpPr/>
          <p:nvPr/>
        </p:nvGrpSpPr>
        <p:grpSpPr>
          <a:xfrm>
            <a:off x="900113" y="1844675"/>
            <a:ext cx="1943100" cy="576263"/>
            <a:chOff x="768" y="3417"/>
            <a:chExt cx="859" cy="284"/>
          </a:xfrm>
        </p:grpSpPr>
        <p:sp>
          <p:nvSpPr>
            <p:cNvPr id="6233" name="Line 11"/>
            <p:cNvSpPr/>
            <p:nvPr/>
          </p:nvSpPr>
          <p:spPr>
            <a:xfrm>
              <a:off x="768" y="3417"/>
              <a:ext cx="859" cy="0"/>
            </a:xfrm>
            <a:prstGeom prst="line">
              <a:avLst/>
            </a:prstGeom>
            <a:ln w="38100" cap="flat" cmpd="sng">
              <a:solidFill>
                <a:srgbClr val="FF3300"/>
              </a:solidFill>
              <a:prstDash val="solid"/>
              <a:headEnd type="none" w="med" len="med"/>
              <a:tailEnd type="triangle" w="med" len="med"/>
            </a:ln>
          </p:spPr>
        </p:sp>
        <p:graphicFrame>
          <p:nvGraphicFramePr>
            <p:cNvPr id="6161" name="Object 12"/>
            <p:cNvGraphicFramePr/>
            <p:nvPr/>
          </p:nvGraphicFramePr>
          <p:xfrm>
            <a:off x="1381" y="3444"/>
            <a:ext cx="245" cy="257"/>
          </p:xfrm>
          <a:graphic>
            <a:graphicData uri="http://schemas.openxmlformats.org/presentationml/2006/ole">
              <mc:AlternateContent xmlns:mc="http://schemas.openxmlformats.org/markup-compatibility/2006">
                <mc:Choice xmlns:v="urn:schemas-microsoft-com:vml" Requires="v">
                  <p:oleObj spid="_x0000_s3114" name="" r:id="rId5" imgW="241300" imgH="266065" progId="Equation.3">
                    <p:embed/>
                  </p:oleObj>
                </mc:Choice>
                <mc:Fallback>
                  <p:oleObj name="" r:id="rId5" imgW="241300" imgH="266065" progId="Equation.3">
                    <p:embed/>
                    <p:pic>
                      <p:nvPicPr>
                        <p:cNvPr id="0" name="图片 3113"/>
                        <p:cNvPicPr/>
                        <p:nvPr/>
                      </p:nvPicPr>
                      <p:blipFill>
                        <a:blip r:embed="rId6">
                          <a:clrChange>
                            <a:clrFrom>
                              <a:srgbClr val="000000"/>
                            </a:clrFrom>
                            <a:clrTo>
                              <a:srgbClr val="FFFFFF"/>
                            </a:clrTo>
                          </a:clrChange>
                        </a:blip>
                        <a:stretch>
                          <a:fillRect/>
                        </a:stretch>
                      </p:blipFill>
                      <p:spPr>
                        <a:xfrm>
                          <a:off x="1381" y="3444"/>
                          <a:ext cx="245" cy="257"/>
                        </a:xfrm>
                        <a:prstGeom prst="rect">
                          <a:avLst/>
                        </a:prstGeom>
                        <a:noFill/>
                        <a:ln w="38100">
                          <a:noFill/>
                          <a:miter/>
                        </a:ln>
                      </p:spPr>
                    </p:pic>
                  </p:oleObj>
                </mc:Fallback>
              </mc:AlternateContent>
            </a:graphicData>
          </a:graphic>
        </p:graphicFrame>
      </p:grpSp>
      <p:grpSp>
        <p:nvGrpSpPr>
          <p:cNvPr id="5" name="Group 93"/>
          <p:cNvGrpSpPr/>
          <p:nvPr/>
        </p:nvGrpSpPr>
        <p:grpSpPr>
          <a:xfrm>
            <a:off x="2843213" y="2636838"/>
            <a:ext cx="649287" cy="790575"/>
            <a:chOff x="2458" y="2089"/>
            <a:chExt cx="409" cy="498"/>
          </a:xfrm>
        </p:grpSpPr>
        <p:sp>
          <p:nvSpPr>
            <p:cNvPr id="6232" name="Line 14"/>
            <p:cNvSpPr/>
            <p:nvPr/>
          </p:nvSpPr>
          <p:spPr>
            <a:xfrm flipV="1">
              <a:off x="2458" y="2089"/>
              <a:ext cx="0" cy="498"/>
            </a:xfrm>
            <a:prstGeom prst="line">
              <a:avLst/>
            </a:prstGeom>
            <a:ln w="38100" cap="flat" cmpd="sng">
              <a:solidFill>
                <a:schemeClr val="accent1"/>
              </a:solidFill>
              <a:prstDash val="solid"/>
              <a:headEnd type="none" w="med" len="med"/>
              <a:tailEnd type="triangle" w="med" len="med"/>
            </a:ln>
          </p:spPr>
        </p:sp>
        <p:graphicFrame>
          <p:nvGraphicFramePr>
            <p:cNvPr id="6160" name="Object 15"/>
            <p:cNvGraphicFramePr/>
            <p:nvPr/>
          </p:nvGraphicFramePr>
          <p:xfrm>
            <a:off x="2517" y="2115"/>
            <a:ext cx="350" cy="351"/>
          </p:xfrm>
          <a:graphic>
            <a:graphicData uri="http://schemas.openxmlformats.org/presentationml/2006/ole">
              <mc:AlternateContent xmlns:mc="http://schemas.openxmlformats.org/markup-compatibility/2006">
                <mc:Choice xmlns:v="urn:schemas-microsoft-com:vml" Requires="v">
                  <p:oleObj spid="_x0000_s3115" name="" r:id="rId7" imgW="228600" imgH="266065" progId="Equation.3">
                    <p:embed/>
                  </p:oleObj>
                </mc:Choice>
                <mc:Fallback>
                  <p:oleObj name="" r:id="rId7" imgW="228600" imgH="266065" progId="Equation.3">
                    <p:embed/>
                    <p:pic>
                      <p:nvPicPr>
                        <p:cNvPr id="0" name="图片 3114"/>
                        <p:cNvPicPr/>
                        <p:nvPr/>
                      </p:nvPicPr>
                      <p:blipFill>
                        <a:blip r:embed="rId8">
                          <a:clrChange>
                            <a:clrFrom>
                              <a:srgbClr val="000000"/>
                            </a:clrFrom>
                            <a:clrTo>
                              <a:srgbClr val="FFFFFF"/>
                            </a:clrTo>
                          </a:clrChange>
                        </a:blip>
                        <a:stretch>
                          <a:fillRect/>
                        </a:stretch>
                      </p:blipFill>
                      <p:spPr>
                        <a:xfrm>
                          <a:off x="2517" y="2115"/>
                          <a:ext cx="350" cy="351"/>
                        </a:xfrm>
                        <a:prstGeom prst="rect">
                          <a:avLst/>
                        </a:prstGeom>
                        <a:noFill/>
                        <a:ln w="38100">
                          <a:noFill/>
                          <a:miter/>
                        </a:ln>
                      </p:spPr>
                    </p:pic>
                  </p:oleObj>
                </mc:Fallback>
              </mc:AlternateContent>
            </a:graphicData>
          </a:graphic>
        </p:graphicFrame>
      </p:grpSp>
      <p:grpSp>
        <p:nvGrpSpPr>
          <p:cNvPr id="6" name="Group 94"/>
          <p:cNvGrpSpPr/>
          <p:nvPr/>
        </p:nvGrpSpPr>
        <p:grpSpPr>
          <a:xfrm>
            <a:off x="1042988" y="1628775"/>
            <a:ext cx="1728787" cy="1246188"/>
            <a:chOff x="657" y="1162"/>
            <a:chExt cx="1089" cy="785"/>
          </a:xfrm>
        </p:grpSpPr>
        <p:sp>
          <p:nvSpPr>
            <p:cNvPr id="6229" name="Freeform 17"/>
            <p:cNvSpPr/>
            <p:nvPr/>
          </p:nvSpPr>
          <p:spPr>
            <a:xfrm rot="4554952">
              <a:off x="808" y="1009"/>
              <a:ext cx="785" cy="1089"/>
            </a:xfrm>
            <a:custGeom>
              <a:avLst/>
              <a:gdLst>
                <a:gd name="txL" fmla="*/ 0 w 834"/>
                <a:gd name="txT" fmla="*/ 0 h 540"/>
                <a:gd name="txR" fmla="*/ 834 w 834"/>
                <a:gd name="txB" fmla="*/ 540 h 540"/>
              </a:gdLst>
              <a:ahLst/>
              <a:cxnLst>
                <a:cxn ang="0">
                  <a:pos x="0" y="540"/>
                </a:cxn>
                <a:cxn ang="0">
                  <a:pos x="834" y="0"/>
                </a:cxn>
              </a:cxnLst>
              <a:rect l="txL" t="txT" r="txR" b="txB"/>
              <a:pathLst>
                <a:path w="834" h="540">
                  <a:moveTo>
                    <a:pt x="0" y="540"/>
                  </a:moveTo>
                  <a:lnTo>
                    <a:pt x="834" y="0"/>
                  </a:lnTo>
                </a:path>
              </a:pathLst>
            </a:custGeom>
            <a:noFill/>
            <a:ln w="38100" cap="flat" cmpd="sng">
              <a:solidFill>
                <a:srgbClr val="FF9900"/>
              </a:solidFill>
              <a:prstDash val="solid"/>
              <a:round/>
              <a:headEnd type="none" w="med" len="med"/>
              <a:tailEnd type="triangle" w="med" len="med"/>
            </a:ln>
          </p:spPr>
          <p:txBody>
            <a:bodyPr wrap="none" anchor="ctr" anchorCtr="0"/>
            <a:p>
              <a:endParaRPr lang="zh-CN" altLang="en-US" dirty="0">
                <a:latin typeface="楷体_GB2312" pitchFamily="49" charset="-122"/>
              </a:endParaRPr>
            </a:p>
          </p:txBody>
        </p:sp>
        <p:graphicFrame>
          <p:nvGraphicFramePr>
            <p:cNvPr id="6159" name="Object 18"/>
            <p:cNvGraphicFramePr/>
            <p:nvPr/>
          </p:nvGraphicFramePr>
          <p:xfrm>
            <a:off x="839" y="1525"/>
            <a:ext cx="223" cy="318"/>
          </p:xfrm>
          <a:graphic>
            <a:graphicData uri="http://schemas.openxmlformats.org/presentationml/2006/ole">
              <mc:AlternateContent xmlns:mc="http://schemas.openxmlformats.org/markup-compatibility/2006">
                <mc:Choice xmlns:v="urn:schemas-microsoft-com:vml" Requires="v">
                  <p:oleObj spid="_x0000_s3109" name="" r:id="rId9" imgW="177800" imgH="227965" progId="Equation.3">
                    <p:embed/>
                  </p:oleObj>
                </mc:Choice>
                <mc:Fallback>
                  <p:oleObj name="" r:id="rId9" imgW="177800" imgH="227965" progId="Equation.3">
                    <p:embed/>
                    <p:pic>
                      <p:nvPicPr>
                        <p:cNvPr id="0" name="图片 3108"/>
                        <p:cNvPicPr/>
                        <p:nvPr/>
                      </p:nvPicPr>
                      <p:blipFill>
                        <a:blip r:embed="rId10">
                          <a:clrChange>
                            <a:clrFrom>
                              <a:srgbClr val="000000"/>
                            </a:clrFrom>
                            <a:clrTo>
                              <a:srgbClr val="FFFFFF"/>
                            </a:clrTo>
                          </a:clrChange>
                        </a:blip>
                        <a:stretch>
                          <a:fillRect/>
                        </a:stretch>
                      </p:blipFill>
                      <p:spPr>
                        <a:xfrm>
                          <a:off x="839" y="1525"/>
                          <a:ext cx="223" cy="318"/>
                        </a:xfrm>
                        <a:prstGeom prst="rect">
                          <a:avLst/>
                        </a:prstGeom>
                        <a:noFill/>
                        <a:ln w="38100">
                          <a:noFill/>
                          <a:miter/>
                        </a:ln>
                      </p:spPr>
                    </p:pic>
                  </p:oleObj>
                </mc:Fallback>
              </mc:AlternateContent>
            </a:graphicData>
          </a:graphic>
        </p:graphicFrame>
        <p:sp>
          <p:nvSpPr>
            <p:cNvPr id="6230" name="Freeform 19"/>
            <p:cNvSpPr/>
            <p:nvPr/>
          </p:nvSpPr>
          <p:spPr>
            <a:xfrm>
              <a:off x="839" y="1298"/>
              <a:ext cx="45" cy="136"/>
            </a:xfrm>
            <a:custGeom>
              <a:avLst/>
              <a:gdLst>
                <a:gd name="txL" fmla="*/ 0 w 27"/>
                <a:gd name="txT" fmla="*/ 0 h 111"/>
                <a:gd name="txR" fmla="*/ 27 w 27"/>
                <a:gd name="txB" fmla="*/ 111 h 111"/>
              </a:gdLst>
              <a:ahLst/>
              <a:cxnLst>
                <a:cxn ang="0">
                  <a:pos x="0" y="0"/>
                </a:cxn>
                <a:cxn ang="0">
                  <a:pos x="21" y="57"/>
                </a:cxn>
                <a:cxn ang="0">
                  <a:pos x="27" y="111"/>
                </a:cxn>
              </a:cxnLst>
              <a:rect l="txL" t="txT" r="txR" b="txB"/>
              <a:pathLst>
                <a:path w="27" h="111">
                  <a:moveTo>
                    <a:pt x="0" y="0"/>
                  </a:moveTo>
                  <a:cubicBezTo>
                    <a:pt x="3" y="10"/>
                    <a:pt x="17" y="39"/>
                    <a:pt x="21" y="57"/>
                  </a:cubicBezTo>
                  <a:cubicBezTo>
                    <a:pt x="25" y="75"/>
                    <a:pt x="26" y="100"/>
                    <a:pt x="27" y="111"/>
                  </a:cubicBezTo>
                </a:path>
              </a:pathLst>
            </a:custGeom>
            <a:noFill/>
            <a:ln w="38100" cap="flat" cmpd="sng">
              <a:solidFill>
                <a:srgbClr val="66FF33"/>
              </a:solidFill>
              <a:prstDash val="solid"/>
              <a:round/>
              <a:headEnd type="none" w="med" len="med"/>
              <a:tailEnd type="none" w="med" len="med"/>
            </a:ln>
          </p:spPr>
          <p:txBody>
            <a:bodyPr wrap="none" anchor="ctr" anchorCtr="0"/>
            <a:p>
              <a:endParaRPr lang="zh-CN" altLang="en-US" dirty="0">
                <a:latin typeface="楷体_GB2312" pitchFamily="49" charset="-122"/>
              </a:endParaRPr>
            </a:p>
          </p:txBody>
        </p:sp>
        <p:sp>
          <p:nvSpPr>
            <p:cNvPr id="6231" name="Text Box 20"/>
            <p:cNvSpPr txBox="1"/>
            <p:nvPr/>
          </p:nvSpPr>
          <p:spPr>
            <a:xfrm>
              <a:off x="930" y="1207"/>
              <a:ext cx="480" cy="288"/>
            </a:xfrm>
            <a:prstGeom prst="rect">
              <a:avLst/>
            </a:prstGeom>
            <a:noFill/>
            <a:ln w="9525">
              <a:noFill/>
            </a:ln>
          </p:spPr>
          <p:txBody>
            <a:bodyPr>
              <a:spAutoFit/>
            </a:bodyPr>
            <a:p>
              <a:pPr>
                <a:spcBef>
                  <a:spcPct val="50000"/>
                </a:spcBef>
              </a:pPr>
              <a:r>
                <a:rPr lang="en-US" altLang="zh-CN" sz="2400" b="0" i="1" dirty="0">
                  <a:solidFill>
                    <a:schemeClr val="bg1"/>
                  </a:solidFill>
                  <a:latin typeface="Times New Roman" panose="02020603050405020304" pitchFamily="18" charset="0"/>
                  <a:ea typeface="宋体" panose="02010600030101010101" pitchFamily="2" charset="-122"/>
                  <a:sym typeface="Symbol" panose="05050102010706020507" pitchFamily="18" charset="2"/>
                </a:rPr>
                <a:t></a:t>
              </a:r>
              <a:r>
                <a:rPr lang="en-US" altLang="zh-CN" sz="2400" b="0" i="1" baseline="-25000" dirty="0">
                  <a:solidFill>
                    <a:schemeClr val="bg1"/>
                  </a:solidFill>
                  <a:latin typeface="Times New Roman" panose="02020603050405020304" pitchFamily="18" charset="0"/>
                  <a:ea typeface="宋体" panose="02010600030101010101" pitchFamily="2" charset="-122"/>
                  <a:sym typeface="Symbol" panose="05050102010706020507" pitchFamily="18" charset="2"/>
                </a:rPr>
                <a:t>Z</a:t>
              </a:r>
              <a:endParaRPr lang="en-US" altLang="zh-CN" sz="2400" b="0" i="1" baseline="-25000" dirty="0">
                <a:solidFill>
                  <a:schemeClr val="bg1"/>
                </a:solidFill>
                <a:latin typeface="Times New Roman" panose="02020603050405020304" pitchFamily="18" charset="0"/>
                <a:ea typeface="宋体" panose="02010600030101010101" pitchFamily="2" charset="-122"/>
              </a:endParaRPr>
            </a:p>
          </p:txBody>
        </p:sp>
      </p:grpSp>
      <p:grpSp>
        <p:nvGrpSpPr>
          <p:cNvPr id="7" name="Group 21"/>
          <p:cNvGrpSpPr/>
          <p:nvPr/>
        </p:nvGrpSpPr>
        <p:grpSpPr>
          <a:xfrm>
            <a:off x="2843213" y="1844675"/>
            <a:ext cx="604837" cy="792163"/>
            <a:chOff x="1627" y="2918"/>
            <a:chExt cx="381" cy="499"/>
          </a:xfrm>
        </p:grpSpPr>
        <p:sp>
          <p:nvSpPr>
            <p:cNvPr id="6227" name="AutoShape 22"/>
            <p:cNvSpPr/>
            <p:nvPr/>
          </p:nvSpPr>
          <p:spPr>
            <a:xfrm>
              <a:off x="1627" y="2918"/>
              <a:ext cx="48" cy="499"/>
            </a:xfrm>
            <a:prstGeom prst="rightBrace">
              <a:avLst>
                <a:gd name="adj1" fmla="val 86583"/>
                <a:gd name="adj2" fmla="val 50000"/>
              </a:avLst>
            </a:prstGeom>
            <a:noFill/>
            <a:ln w="38100" cap="flat" cmpd="sng">
              <a:solidFill>
                <a:schemeClr val="bg1"/>
              </a:solidFill>
              <a:prstDash val="solid"/>
              <a:headEnd type="none" w="med" len="med"/>
              <a:tailEnd type="triangle" w="med" len="med"/>
            </a:ln>
          </p:spPr>
          <p:txBody>
            <a:bodyPr wrap="none" anchor="ctr" anchorCtr="0"/>
            <a:p>
              <a:endParaRPr lang="zh-CN" altLang="en-US" dirty="0">
                <a:latin typeface="楷体_GB2312" pitchFamily="49" charset="-122"/>
              </a:endParaRPr>
            </a:p>
          </p:txBody>
        </p:sp>
        <p:sp>
          <p:nvSpPr>
            <p:cNvPr id="6228" name="Text Box 23"/>
            <p:cNvSpPr txBox="1"/>
            <p:nvPr/>
          </p:nvSpPr>
          <p:spPr>
            <a:xfrm>
              <a:off x="1627" y="3054"/>
              <a:ext cx="381" cy="327"/>
            </a:xfrm>
            <a:prstGeom prst="rect">
              <a:avLst/>
            </a:prstGeom>
            <a:noFill/>
            <a:ln w="9525">
              <a:noFill/>
            </a:ln>
          </p:spPr>
          <p:txBody>
            <a:bodyPr>
              <a:spAutoFit/>
            </a:bodyPr>
            <a:p>
              <a:pPr>
                <a:spcBef>
                  <a:spcPct val="50000"/>
                </a:spcBef>
              </a:pPr>
              <a:r>
                <a:rPr lang="en-US" altLang="zh-CN" b="0" i="1" dirty="0">
                  <a:solidFill>
                    <a:schemeClr val="bg1"/>
                  </a:solidFill>
                  <a:latin typeface="Times New Roman" panose="02020603050405020304" pitchFamily="18" charset="0"/>
                  <a:ea typeface="宋体" panose="02010600030101010101" pitchFamily="2" charset="-122"/>
                </a:rPr>
                <a:t>U</a:t>
              </a:r>
              <a:r>
                <a:rPr lang="en-US" altLang="zh-CN" b="0" i="1" baseline="-25000" dirty="0">
                  <a:solidFill>
                    <a:schemeClr val="bg1"/>
                  </a:solidFill>
                  <a:latin typeface="Times New Roman" panose="02020603050405020304" pitchFamily="18" charset="0"/>
                  <a:ea typeface="宋体" panose="02010600030101010101" pitchFamily="2" charset="-122"/>
                </a:rPr>
                <a:t>X</a:t>
              </a:r>
              <a:endParaRPr lang="en-US" altLang="zh-CN" b="0" i="1" baseline="-25000" dirty="0">
                <a:solidFill>
                  <a:schemeClr val="bg1"/>
                </a:solidFill>
                <a:latin typeface="Times New Roman" panose="02020603050405020304" pitchFamily="18" charset="0"/>
                <a:ea typeface="宋体" panose="02010600030101010101" pitchFamily="2" charset="-122"/>
              </a:endParaRPr>
            </a:p>
          </p:txBody>
        </p:sp>
      </p:grpSp>
      <p:grpSp>
        <p:nvGrpSpPr>
          <p:cNvPr id="8" name="Group 48"/>
          <p:cNvGrpSpPr/>
          <p:nvPr/>
        </p:nvGrpSpPr>
        <p:grpSpPr>
          <a:xfrm>
            <a:off x="3779838" y="2636838"/>
            <a:ext cx="1655762" cy="576262"/>
            <a:chOff x="793" y="3022"/>
            <a:chExt cx="1043" cy="363"/>
          </a:xfrm>
        </p:grpSpPr>
        <p:sp>
          <p:nvSpPr>
            <p:cNvPr id="6225" name="Line 49"/>
            <p:cNvSpPr/>
            <p:nvPr/>
          </p:nvSpPr>
          <p:spPr>
            <a:xfrm>
              <a:off x="930" y="3385"/>
              <a:ext cx="725" cy="0"/>
            </a:xfrm>
            <a:prstGeom prst="line">
              <a:avLst/>
            </a:prstGeom>
            <a:ln w="76200" cap="flat" cmpd="sng">
              <a:solidFill>
                <a:srgbClr val="0066FF"/>
              </a:solidFill>
              <a:prstDash val="solid"/>
              <a:headEnd type="none" w="med" len="med"/>
              <a:tailEnd type="triangle" w="med" len="med"/>
            </a:ln>
          </p:spPr>
        </p:sp>
        <p:sp>
          <p:nvSpPr>
            <p:cNvPr id="6226" name="Text Box 50"/>
            <p:cNvSpPr txBox="1"/>
            <p:nvPr/>
          </p:nvSpPr>
          <p:spPr>
            <a:xfrm>
              <a:off x="793" y="3022"/>
              <a:ext cx="1043" cy="327"/>
            </a:xfrm>
            <a:prstGeom prst="rect">
              <a:avLst/>
            </a:prstGeom>
            <a:noFill/>
            <a:ln w="9525">
              <a:noFill/>
            </a:ln>
          </p:spPr>
          <p:txBody>
            <a:bodyPr>
              <a:spAutoFit/>
            </a:bodyPr>
            <a:p>
              <a:pPr>
                <a:spcBef>
                  <a:spcPct val="50000"/>
                </a:spcBef>
              </a:pPr>
              <a:r>
                <a:rPr lang="zh-CN" altLang="en-US" dirty="0">
                  <a:latin typeface="Arial" panose="020B0604020202020204" pitchFamily="34" charset="0"/>
                </a:rPr>
                <a:t>等效电路</a:t>
              </a:r>
              <a:endParaRPr lang="zh-CN" altLang="en-US" dirty="0">
                <a:latin typeface="Arial" panose="020B0604020202020204" pitchFamily="34" charset="0"/>
              </a:endParaRPr>
            </a:p>
          </p:txBody>
        </p:sp>
      </p:grpSp>
      <p:grpSp>
        <p:nvGrpSpPr>
          <p:cNvPr id="6172" name="Group 82"/>
          <p:cNvGrpSpPr/>
          <p:nvPr/>
        </p:nvGrpSpPr>
        <p:grpSpPr>
          <a:xfrm>
            <a:off x="8316913" y="6446838"/>
            <a:ext cx="792162" cy="366712"/>
            <a:chOff x="5193" y="4020"/>
            <a:chExt cx="499" cy="231"/>
          </a:xfrm>
        </p:grpSpPr>
        <p:pic>
          <p:nvPicPr>
            <p:cNvPr id="6223" name="Picture 83" descr="78900"/>
            <p:cNvPicPr>
              <a:picLocks noChangeAspect="1"/>
            </p:cNvPicPr>
            <p:nvPr/>
          </p:nvPicPr>
          <p:blipFill>
            <a:blip r:embed="rId11"/>
            <a:stretch>
              <a:fillRect/>
            </a:stretch>
          </p:blipFill>
          <p:spPr>
            <a:xfrm>
              <a:off x="5193" y="4066"/>
              <a:ext cx="499" cy="181"/>
            </a:xfrm>
            <a:prstGeom prst="rect">
              <a:avLst/>
            </a:prstGeom>
            <a:noFill/>
            <a:ln w="9525">
              <a:noFill/>
            </a:ln>
          </p:spPr>
        </p:pic>
        <p:sp>
          <p:nvSpPr>
            <p:cNvPr id="6224" name="Text Box 84">
              <a:hlinkClick r:id="" action="ppaction://hlinkshowjump?jump=nextslide"/>
            </p:cNvPr>
            <p:cNvSpPr txBox="1"/>
            <p:nvPr/>
          </p:nvSpPr>
          <p:spPr>
            <a:xfrm>
              <a:off x="5216" y="4020"/>
              <a:ext cx="476" cy="231"/>
            </a:xfrm>
            <a:prstGeom prst="rect">
              <a:avLst/>
            </a:prstGeom>
            <a:noFill/>
            <a:ln w="9525">
              <a:noFill/>
            </a:ln>
          </p:spPr>
          <p:txBody>
            <a:bodyPr wrap="none">
              <a:spAutoFit/>
            </a:bodyPr>
            <a:p>
              <a:pPr>
                <a:spcBef>
                  <a:spcPct val="50000"/>
                </a:spcBef>
              </a:pPr>
              <a:r>
                <a:rPr lang="zh-CN" altLang="en-US" sz="1800" b="0" dirty="0">
                  <a:solidFill>
                    <a:schemeClr val="bg1"/>
                  </a:solidFill>
                  <a:latin typeface="隶书" panose="02010509060101010101" pitchFamily="49" charset="-122"/>
                  <a:ea typeface="隶书" panose="02010509060101010101" pitchFamily="49" charset="-122"/>
                </a:rPr>
                <a:t>下 页</a:t>
              </a:r>
              <a:endParaRPr lang="zh-CN" altLang="en-US" sz="1800" b="0" dirty="0">
                <a:solidFill>
                  <a:schemeClr val="bg1"/>
                </a:solidFill>
                <a:latin typeface="隶书" panose="02010509060101010101" pitchFamily="49" charset="-122"/>
                <a:ea typeface="隶书" panose="02010509060101010101" pitchFamily="49" charset="-122"/>
              </a:endParaRPr>
            </a:p>
          </p:txBody>
        </p:sp>
      </p:grpSp>
      <p:grpSp>
        <p:nvGrpSpPr>
          <p:cNvPr id="6173" name="Group 85"/>
          <p:cNvGrpSpPr/>
          <p:nvPr/>
        </p:nvGrpSpPr>
        <p:grpSpPr>
          <a:xfrm>
            <a:off x="7453313" y="6446838"/>
            <a:ext cx="792162" cy="366712"/>
            <a:chOff x="4649" y="4020"/>
            <a:chExt cx="499" cy="231"/>
          </a:xfrm>
        </p:grpSpPr>
        <p:pic>
          <p:nvPicPr>
            <p:cNvPr id="6221" name="Picture 86" descr="78900"/>
            <p:cNvPicPr>
              <a:picLocks noChangeAspect="1"/>
            </p:cNvPicPr>
            <p:nvPr/>
          </p:nvPicPr>
          <p:blipFill>
            <a:blip r:embed="rId11"/>
            <a:stretch>
              <a:fillRect/>
            </a:stretch>
          </p:blipFill>
          <p:spPr>
            <a:xfrm>
              <a:off x="4649" y="4066"/>
              <a:ext cx="499" cy="181"/>
            </a:xfrm>
            <a:prstGeom prst="rect">
              <a:avLst/>
            </a:prstGeom>
            <a:noFill/>
            <a:ln w="9525">
              <a:noFill/>
            </a:ln>
          </p:spPr>
        </p:pic>
        <p:sp>
          <p:nvSpPr>
            <p:cNvPr id="6222" name="Text Box 87">
              <a:hlinkClick r:id="" action="ppaction://hlinkshowjump?jump=previousslide"/>
            </p:cNvPr>
            <p:cNvSpPr txBox="1"/>
            <p:nvPr/>
          </p:nvSpPr>
          <p:spPr>
            <a:xfrm>
              <a:off x="4672" y="4020"/>
              <a:ext cx="476" cy="231"/>
            </a:xfrm>
            <a:prstGeom prst="rect">
              <a:avLst/>
            </a:prstGeom>
            <a:noFill/>
            <a:ln w="9525">
              <a:noFill/>
            </a:ln>
          </p:spPr>
          <p:txBody>
            <a:bodyPr wrap="none">
              <a:spAutoFit/>
            </a:bodyPr>
            <a:p>
              <a:pPr>
                <a:spcBef>
                  <a:spcPct val="50000"/>
                </a:spcBef>
              </a:pPr>
              <a:r>
                <a:rPr lang="zh-CN" altLang="en-US" sz="1800" b="0" dirty="0">
                  <a:solidFill>
                    <a:schemeClr val="bg1"/>
                  </a:solidFill>
                  <a:latin typeface="隶书" panose="02010509060101010101" pitchFamily="49" charset="-122"/>
                  <a:ea typeface="隶书" panose="02010509060101010101" pitchFamily="49" charset="-122"/>
                </a:rPr>
                <a:t>上 页</a:t>
              </a:r>
              <a:endParaRPr lang="zh-CN" altLang="en-US" sz="1800" b="0" dirty="0">
                <a:solidFill>
                  <a:schemeClr val="bg1"/>
                </a:solidFill>
                <a:latin typeface="隶书" panose="02010509060101010101" pitchFamily="49" charset="-122"/>
                <a:ea typeface="隶书" panose="02010509060101010101" pitchFamily="49" charset="-122"/>
              </a:endParaRPr>
            </a:p>
          </p:txBody>
        </p:sp>
      </p:grpSp>
      <p:grpSp>
        <p:nvGrpSpPr>
          <p:cNvPr id="11" name="Group 161"/>
          <p:cNvGrpSpPr/>
          <p:nvPr/>
        </p:nvGrpSpPr>
        <p:grpSpPr>
          <a:xfrm>
            <a:off x="5724525" y="1844675"/>
            <a:ext cx="2941638" cy="2197100"/>
            <a:chOff x="3606" y="1162"/>
            <a:chExt cx="1853" cy="1384"/>
          </a:xfrm>
        </p:grpSpPr>
        <p:sp>
          <p:nvSpPr>
            <p:cNvPr id="6203" name="Line 110"/>
            <p:cNvSpPr/>
            <p:nvPr/>
          </p:nvSpPr>
          <p:spPr>
            <a:xfrm>
              <a:off x="3696" y="1570"/>
              <a:ext cx="1316" cy="1"/>
            </a:xfrm>
            <a:prstGeom prst="line">
              <a:avLst/>
            </a:prstGeom>
            <a:ln w="28575" cap="flat" cmpd="sng">
              <a:solidFill>
                <a:srgbClr val="FFCC00"/>
              </a:solidFill>
              <a:prstDash val="solid"/>
              <a:headEnd type="none" w="med" len="med"/>
              <a:tailEnd type="none" w="med" len="med"/>
            </a:ln>
          </p:spPr>
        </p:sp>
        <p:graphicFrame>
          <p:nvGraphicFramePr>
            <p:cNvPr id="6154" name="Object 96"/>
            <p:cNvGraphicFramePr/>
            <p:nvPr/>
          </p:nvGraphicFramePr>
          <p:xfrm>
            <a:off x="5155" y="1910"/>
            <a:ext cx="304" cy="321"/>
          </p:xfrm>
          <a:graphic>
            <a:graphicData uri="http://schemas.openxmlformats.org/presentationml/2006/ole">
              <mc:AlternateContent xmlns:mc="http://schemas.openxmlformats.org/markup-compatibility/2006">
                <mc:Choice xmlns:v="urn:schemas-microsoft-com:vml" Requires="v">
                  <p:oleObj spid="_x0000_s3112" name="" r:id="rId12" imgW="253365" imgH="266065" progId="Equation.3">
                    <p:embed/>
                  </p:oleObj>
                </mc:Choice>
                <mc:Fallback>
                  <p:oleObj name="" r:id="rId12" imgW="253365" imgH="266065" progId="Equation.3">
                    <p:embed/>
                    <p:pic>
                      <p:nvPicPr>
                        <p:cNvPr id="0" name="图片 3111"/>
                        <p:cNvPicPr/>
                        <p:nvPr/>
                      </p:nvPicPr>
                      <p:blipFill>
                        <a:blip r:embed="rId13">
                          <a:clrChange>
                            <a:clrFrom>
                              <a:srgbClr val="000000"/>
                            </a:clrFrom>
                            <a:clrTo>
                              <a:srgbClr val="FFFFFF"/>
                            </a:clrTo>
                          </a:clrChange>
                        </a:blip>
                        <a:stretch>
                          <a:fillRect/>
                        </a:stretch>
                      </p:blipFill>
                      <p:spPr>
                        <a:xfrm>
                          <a:off x="5155" y="1910"/>
                          <a:ext cx="304" cy="321"/>
                        </a:xfrm>
                        <a:prstGeom prst="rect">
                          <a:avLst/>
                        </a:prstGeom>
                        <a:noFill/>
                        <a:ln w="38100">
                          <a:noFill/>
                          <a:miter/>
                        </a:ln>
                      </p:spPr>
                    </p:pic>
                  </p:oleObj>
                </mc:Fallback>
              </mc:AlternateContent>
            </a:graphicData>
          </a:graphic>
        </p:graphicFrame>
        <p:graphicFrame>
          <p:nvGraphicFramePr>
            <p:cNvPr id="6155" name="Object 97"/>
            <p:cNvGraphicFramePr/>
            <p:nvPr/>
          </p:nvGraphicFramePr>
          <p:xfrm>
            <a:off x="4340" y="1918"/>
            <a:ext cx="702" cy="607"/>
          </p:xfrm>
          <a:graphic>
            <a:graphicData uri="http://schemas.openxmlformats.org/presentationml/2006/ole">
              <mc:AlternateContent xmlns:mc="http://schemas.openxmlformats.org/markup-compatibility/2006">
                <mc:Choice xmlns:v="urn:schemas-microsoft-com:vml" Requires="v">
                  <p:oleObj spid="_x0000_s3113" name="" r:id="rId14" imgW="482600" imgH="508000" progId="Equation.3">
                    <p:embed/>
                  </p:oleObj>
                </mc:Choice>
                <mc:Fallback>
                  <p:oleObj name="" r:id="rId14" imgW="482600" imgH="508000" progId="Equation.3">
                    <p:embed/>
                    <p:pic>
                      <p:nvPicPr>
                        <p:cNvPr id="0" name="图片 3112"/>
                        <p:cNvPicPr/>
                        <p:nvPr/>
                      </p:nvPicPr>
                      <p:blipFill>
                        <a:blip r:embed="rId15">
                          <a:clrChange>
                            <a:clrFrom>
                              <a:srgbClr val="000000"/>
                            </a:clrFrom>
                            <a:clrTo>
                              <a:srgbClr val="FFFFFF"/>
                            </a:clrTo>
                          </a:clrChange>
                        </a:blip>
                        <a:stretch>
                          <a:fillRect/>
                        </a:stretch>
                      </p:blipFill>
                      <p:spPr>
                        <a:xfrm>
                          <a:off x="4340" y="1918"/>
                          <a:ext cx="702" cy="607"/>
                        </a:xfrm>
                        <a:prstGeom prst="rect">
                          <a:avLst/>
                        </a:prstGeom>
                        <a:noFill/>
                        <a:ln w="38100">
                          <a:noFill/>
                          <a:miter/>
                        </a:ln>
                      </p:spPr>
                    </p:pic>
                  </p:oleObj>
                </mc:Fallback>
              </mc:AlternateContent>
            </a:graphicData>
          </a:graphic>
        </p:graphicFrame>
        <p:sp>
          <p:nvSpPr>
            <p:cNvPr id="6204" name="Freeform 98"/>
            <p:cNvSpPr/>
            <p:nvPr/>
          </p:nvSpPr>
          <p:spPr>
            <a:xfrm>
              <a:off x="5012" y="1570"/>
              <a:ext cx="1" cy="432"/>
            </a:xfrm>
            <a:custGeom>
              <a:avLst/>
              <a:gdLst>
                <a:gd name="txL" fmla="*/ 0 w 1"/>
                <a:gd name="txT" fmla="*/ 0 h 432"/>
                <a:gd name="txR" fmla="*/ 1 w 1"/>
                <a:gd name="txB" fmla="*/ 432 h 432"/>
              </a:gdLst>
              <a:ahLst/>
              <a:cxnLst>
                <a:cxn ang="0">
                  <a:pos x="0" y="0"/>
                </a:cxn>
                <a:cxn ang="0">
                  <a:pos x="1" y="6"/>
                </a:cxn>
                <a:cxn ang="0">
                  <a:pos x="1" y="432"/>
                </a:cxn>
              </a:cxnLst>
              <a:rect l="txL" t="txT" r="txR" b="txB"/>
              <a:pathLst>
                <a:path w="1" h="432">
                  <a:moveTo>
                    <a:pt x="0" y="0"/>
                  </a:moveTo>
                  <a:lnTo>
                    <a:pt x="1" y="6"/>
                  </a:lnTo>
                  <a:lnTo>
                    <a:pt x="1" y="432"/>
                  </a:lnTo>
                </a:path>
              </a:pathLst>
            </a:custGeom>
            <a:solidFill>
              <a:srgbClr val="FFFFFF"/>
            </a:solidFill>
            <a:ln w="28575" cap="flat" cmpd="sng">
              <a:solidFill>
                <a:srgbClr val="FFCC00"/>
              </a:solidFill>
              <a:prstDash val="solid"/>
              <a:round/>
              <a:headEnd type="none" w="med" len="med"/>
              <a:tailEnd type="none" w="med" len="med"/>
            </a:ln>
          </p:spPr>
          <p:txBody>
            <a:bodyPr/>
            <a:p>
              <a:endParaRPr lang="zh-CN" altLang="en-US" dirty="0">
                <a:latin typeface="楷体_GB2312" pitchFamily="49" charset="-122"/>
              </a:endParaRPr>
            </a:p>
          </p:txBody>
        </p:sp>
        <p:sp>
          <p:nvSpPr>
            <p:cNvPr id="6205" name="Freeform 99"/>
            <p:cNvSpPr/>
            <p:nvPr/>
          </p:nvSpPr>
          <p:spPr>
            <a:xfrm>
              <a:off x="5012" y="2115"/>
              <a:ext cx="1" cy="388"/>
            </a:xfrm>
            <a:custGeom>
              <a:avLst/>
              <a:gdLst>
                <a:gd name="txL" fmla="*/ 0 w 1"/>
                <a:gd name="txT" fmla="*/ 0 h 388"/>
                <a:gd name="txR" fmla="*/ 1 w 1"/>
                <a:gd name="txB" fmla="*/ 388 h 388"/>
              </a:gdLst>
              <a:ahLst/>
              <a:cxnLst>
                <a:cxn ang="0">
                  <a:pos x="0" y="0"/>
                </a:cxn>
                <a:cxn ang="0">
                  <a:pos x="1" y="388"/>
                </a:cxn>
                <a:cxn ang="0">
                  <a:pos x="1" y="382"/>
                </a:cxn>
              </a:cxnLst>
              <a:rect l="txL" t="txT" r="txR" b="txB"/>
              <a:pathLst>
                <a:path w="1" h="388">
                  <a:moveTo>
                    <a:pt x="0" y="0"/>
                  </a:moveTo>
                  <a:lnTo>
                    <a:pt x="1" y="388"/>
                  </a:lnTo>
                  <a:lnTo>
                    <a:pt x="1" y="382"/>
                  </a:lnTo>
                </a:path>
              </a:pathLst>
            </a:custGeom>
            <a:solidFill>
              <a:srgbClr val="FFFFFF"/>
            </a:solidFill>
            <a:ln w="28575" cap="flat" cmpd="sng">
              <a:solidFill>
                <a:srgbClr val="FFCC00"/>
              </a:solidFill>
              <a:prstDash val="solid"/>
              <a:round/>
              <a:headEnd type="none" w="med" len="med"/>
              <a:tailEnd type="none" w="med" len="med"/>
            </a:ln>
          </p:spPr>
          <p:txBody>
            <a:bodyPr/>
            <a:p>
              <a:endParaRPr lang="zh-CN" altLang="en-US" dirty="0">
                <a:latin typeface="楷体_GB2312" pitchFamily="49" charset="-122"/>
              </a:endParaRPr>
            </a:p>
          </p:txBody>
        </p:sp>
        <p:sp>
          <p:nvSpPr>
            <p:cNvPr id="6206" name="Text Box 100"/>
            <p:cNvSpPr txBox="1"/>
            <p:nvPr/>
          </p:nvSpPr>
          <p:spPr>
            <a:xfrm>
              <a:off x="4286" y="1661"/>
              <a:ext cx="253" cy="327"/>
            </a:xfrm>
            <a:prstGeom prst="rect">
              <a:avLst/>
            </a:prstGeom>
            <a:noFill/>
            <a:ln w="9525">
              <a:noFill/>
            </a:ln>
          </p:spPr>
          <p:txBody>
            <a:bodyPr wrap="none">
              <a:spAutoFit/>
            </a:bodyPr>
            <a:p>
              <a:r>
                <a:rPr lang="en-US" altLang="zh-CN" b="0" i="1" dirty="0">
                  <a:solidFill>
                    <a:schemeClr val="bg1"/>
                  </a:solidFill>
                  <a:latin typeface="Times New Roman" panose="02020603050405020304" pitchFamily="18" charset="0"/>
                  <a:ea typeface="宋体" panose="02010600030101010101" pitchFamily="2" charset="-122"/>
                </a:rPr>
                <a:t>R</a:t>
              </a:r>
              <a:endParaRPr lang="en-US" altLang="zh-CN" b="0" i="1" dirty="0">
                <a:solidFill>
                  <a:schemeClr val="bg1"/>
                </a:solidFill>
                <a:latin typeface="Times New Roman" panose="02020603050405020304" pitchFamily="18" charset="0"/>
                <a:ea typeface="宋体" panose="02010600030101010101" pitchFamily="2" charset="-122"/>
              </a:endParaRPr>
            </a:p>
          </p:txBody>
        </p:sp>
        <p:sp>
          <p:nvSpPr>
            <p:cNvPr id="6207" name="Line 101"/>
            <p:cNvSpPr/>
            <p:nvPr/>
          </p:nvSpPr>
          <p:spPr>
            <a:xfrm>
              <a:off x="3787" y="1570"/>
              <a:ext cx="288" cy="0"/>
            </a:xfrm>
            <a:prstGeom prst="line">
              <a:avLst/>
            </a:prstGeom>
            <a:ln w="38100" cap="flat" cmpd="sng">
              <a:solidFill>
                <a:srgbClr val="66FFFF"/>
              </a:solidFill>
              <a:prstDash val="solid"/>
              <a:headEnd type="none" w="med" len="med"/>
              <a:tailEnd type="triangle" w="med" len="med"/>
            </a:ln>
          </p:spPr>
        </p:sp>
        <p:sp>
          <p:nvSpPr>
            <p:cNvPr id="6208" name="Text Box 102"/>
            <p:cNvSpPr txBox="1"/>
            <p:nvPr/>
          </p:nvSpPr>
          <p:spPr>
            <a:xfrm>
              <a:off x="3651" y="1570"/>
              <a:ext cx="242" cy="327"/>
            </a:xfrm>
            <a:prstGeom prst="rect">
              <a:avLst/>
            </a:prstGeom>
            <a:noFill/>
            <a:ln w="9525">
              <a:noFill/>
            </a:ln>
          </p:spPr>
          <p:txBody>
            <a:bodyPr wrap="none">
              <a:spAutoFit/>
            </a:bodyPr>
            <a:p>
              <a:pPr>
                <a:spcBef>
                  <a:spcPct val="50000"/>
                </a:spcBef>
              </a:pPr>
              <a:r>
                <a:rPr lang="en-US" altLang="zh-CN" b="0" dirty="0">
                  <a:solidFill>
                    <a:schemeClr val="bg1"/>
                  </a:solidFill>
                  <a:latin typeface="Times New Roman" panose="02020603050405020304" pitchFamily="18" charset="0"/>
                  <a:ea typeface="宋体" panose="02010600030101010101" pitchFamily="2" charset="-122"/>
                </a:rPr>
                <a:t>+</a:t>
              </a:r>
              <a:endParaRPr lang="en-US" altLang="zh-CN" b="0" dirty="0">
                <a:solidFill>
                  <a:schemeClr val="bg1"/>
                </a:solidFill>
                <a:latin typeface="Times New Roman" panose="02020603050405020304" pitchFamily="18" charset="0"/>
                <a:ea typeface="宋体" panose="02010600030101010101" pitchFamily="2" charset="-122"/>
              </a:endParaRPr>
            </a:p>
          </p:txBody>
        </p:sp>
        <p:sp>
          <p:nvSpPr>
            <p:cNvPr id="6209" name="Text Box 103"/>
            <p:cNvSpPr txBox="1"/>
            <p:nvPr/>
          </p:nvSpPr>
          <p:spPr>
            <a:xfrm>
              <a:off x="3606" y="2160"/>
              <a:ext cx="228" cy="327"/>
            </a:xfrm>
            <a:prstGeom prst="rect">
              <a:avLst/>
            </a:prstGeom>
            <a:noFill/>
            <a:ln w="9525">
              <a:noFill/>
            </a:ln>
          </p:spPr>
          <p:txBody>
            <a:bodyPr wrap="none">
              <a:spAutoFit/>
            </a:bodyPr>
            <a:p>
              <a:pPr>
                <a:spcBef>
                  <a:spcPct val="50000"/>
                </a:spcBef>
              </a:pPr>
              <a:r>
                <a:rPr lang="en-US" altLang="zh-CN" b="0" dirty="0">
                  <a:solidFill>
                    <a:schemeClr val="bg1"/>
                  </a:solidFill>
                  <a:latin typeface="宋体" panose="02010600030101010101" pitchFamily="2" charset="-122"/>
                  <a:ea typeface="宋体" panose="02010600030101010101" pitchFamily="2" charset="-122"/>
                </a:rPr>
                <a:t>-</a:t>
              </a:r>
              <a:endParaRPr lang="en-US" altLang="zh-CN" b="0" dirty="0">
                <a:solidFill>
                  <a:schemeClr val="bg1"/>
                </a:solidFill>
                <a:latin typeface="Times New Roman" panose="02020603050405020304" pitchFamily="18" charset="0"/>
                <a:ea typeface="宋体" panose="02010600030101010101" pitchFamily="2" charset="-122"/>
              </a:endParaRPr>
            </a:p>
          </p:txBody>
        </p:sp>
        <p:sp>
          <p:nvSpPr>
            <p:cNvPr id="6210" name="Text Box 104"/>
            <p:cNvSpPr txBox="1"/>
            <p:nvPr/>
          </p:nvSpPr>
          <p:spPr>
            <a:xfrm>
              <a:off x="5057" y="1661"/>
              <a:ext cx="242" cy="327"/>
            </a:xfrm>
            <a:prstGeom prst="rect">
              <a:avLst/>
            </a:prstGeom>
            <a:noFill/>
            <a:ln w="9525">
              <a:noFill/>
            </a:ln>
          </p:spPr>
          <p:txBody>
            <a:bodyPr wrap="none">
              <a:spAutoFit/>
            </a:bodyPr>
            <a:p>
              <a:pPr>
                <a:spcBef>
                  <a:spcPct val="50000"/>
                </a:spcBef>
              </a:pPr>
              <a:r>
                <a:rPr lang="en-US" altLang="zh-CN" b="0" dirty="0">
                  <a:solidFill>
                    <a:schemeClr val="bg1"/>
                  </a:solidFill>
                  <a:latin typeface="Times New Roman" panose="02020603050405020304" pitchFamily="18" charset="0"/>
                  <a:ea typeface="宋体" panose="02010600030101010101" pitchFamily="2" charset="-122"/>
                </a:rPr>
                <a:t>+</a:t>
              </a:r>
              <a:endParaRPr lang="en-US" altLang="zh-CN" b="0" dirty="0">
                <a:solidFill>
                  <a:schemeClr val="bg1"/>
                </a:solidFill>
                <a:latin typeface="Times New Roman" panose="02020603050405020304" pitchFamily="18" charset="0"/>
                <a:ea typeface="宋体" panose="02010600030101010101" pitchFamily="2" charset="-122"/>
              </a:endParaRPr>
            </a:p>
          </p:txBody>
        </p:sp>
        <p:sp>
          <p:nvSpPr>
            <p:cNvPr id="6211" name="Text Box 105"/>
            <p:cNvSpPr txBox="1"/>
            <p:nvPr/>
          </p:nvSpPr>
          <p:spPr>
            <a:xfrm>
              <a:off x="5057" y="2160"/>
              <a:ext cx="228" cy="327"/>
            </a:xfrm>
            <a:prstGeom prst="rect">
              <a:avLst/>
            </a:prstGeom>
            <a:noFill/>
            <a:ln w="9525">
              <a:noFill/>
            </a:ln>
          </p:spPr>
          <p:txBody>
            <a:bodyPr wrap="none">
              <a:spAutoFit/>
            </a:bodyPr>
            <a:p>
              <a:pPr>
                <a:spcBef>
                  <a:spcPct val="50000"/>
                </a:spcBef>
              </a:pPr>
              <a:r>
                <a:rPr lang="en-US" altLang="zh-CN" b="0" dirty="0">
                  <a:solidFill>
                    <a:schemeClr val="bg1"/>
                  </a:solidFill>
                  <a:latin typeface="宋体" panose="02010600030101010101" pitchFamily="2" charset="-122"/>
                  <a:ea typeface="宋体" panose="02010600030101010101" pitchFamily="2" charset="-122"/>
                </a:rPr>
                <a:t>-</a:t>
              </a:r>
              <a:endParaRPr lang="en-US" altLang="zh-CN" b="0" dirty="0">
                <a:solidFill>
                  <a:schemeClr val="bg1"/>
                </a:solidFill>
                <a:latin typeface="Times New Roman" panose="02020603050405020304" pitchFamily="18" charset="0"/>
                <a:ea typeface="宋体" panose="02010600030101010101" pitchFamily="2" charset="-122"/>
              </a:endParaRPr>
            </a:p>
          </p:txBody>
        </p:sp>
        <p:sp>
          <p:nvSpPr>
            <p:cNvPr id="6212" name="Oval 106"/>
            <p:cNvSpPr/>
            <p:nvPr/>
          </p:nvSpPr>
          <p:spPr>
            <a:xfrm>
              <a:off x="3650" y="2478"/>
              <a:ext cx="68" cy="68"/>
            </a:xfrm>
            <a:prstGeom prst="ellipse">
              <a:avLst/>
            </a:prstGeom>
            <a:noFill/>
            <a:ln w="38100" cap="flat" cmpd="sng">
              <a:solidFill>
                <a:srgbClr val="FFCC00"/>
              </a:solidFill>
              <a:prstDash val="solid"/>
              <a:headEnd type="none" w="med" len="med"/>
              <a:tailEnd type="none" w="med" len="med"/>
            </a:ln>
          </p:spPr>
          <p:txBody>
            <a:bodyPr wrap="none" anchor="ctr" anchorCtr="0"/>
            <a:p>
              <a:endParaRPr lang="zh-CN" altLang="en-US" dirty="0">
                <a:latin typeface="楷体_GB2312" pitchFamily="49" charset="-122"/>
              </a:endParaRPr>
            </a:p>
          </p:txBody>
        </p:sp>
        <p:sp>
          <p:nvSpPr>
            <p:cNvPr id="6213" name="Oval 107"/>
            <p:cNvSpPr/>
            <p:nvPr/>
          </p:nvSpPr>
          <p:spPr>
            <a:xfrm>
              <a:off x="3651" y="1525"/>
              <a:ext cx="68" cy="68"/>
            </a:xfrm>
            <a:prstGeom prst="ellipse">
              <a:avLst/>
            </a:prstGeom>
            <a:noFill/>
            <a:ln w="38100" cap="flat" cmpd="sng">
              <a:solidFill>
                <a:srgbClr val="FFCC00"/>
              </a:solidFill>
              <a:prstDash val="solid"/>
              <a:headEnd type="none" w="med" len="med"/>
              <a:tailEnd type="none" w="med" len="med"/>
            </a:ln>
          </p:spPr>
          <p:txBody>
            <a:bodyPr wrap="none" anchor="ctr" anchorCtr="0"/>
            <a:p>
              <a:endParaRPr lang="zh-CN" altLang="en-US" dirty="0">
                <a:latin typeface="楷体_GB2312" pitchFamily="49" charset="-122"/>
              </a:endParaRPr>
            </a:p>
          </p:txBody>
        </p:sp>
        <p:sp>
          <p:nvSpPr>
            <p:cNvPr id="6214" name="Text Box 108"/>
            <p:cNvSpPr txBox="1"/>
            <p:nvPr/>
          </p:nvSpPr>
          <p:spPr>
            <a:xfrm>
              <a:off x="4059" y="1253"/>
              <a:ext cx="242" cy="327"/>
            </a:xfrm>
            <a:prstGeom prst="rect">
              <a:avLst/>
            </a:prstGeom>
            <a:noFill/>
            <a:ln w="9525">
              <a:noFill/>
            </a:ln>
          </p:spPr>
          <p:txBody>
            <a:bodyPr wrap="none">
              <a:spAutoFit/>
            </a:bodyPr>
            <a:p>
              <a:pPr>
                <a:spcBef>
                  <a:spcPct val="50000"/>
                </a:spcBef>
              </a:pPr>
              <a:r>
                <a:rPr lang="en-US" altLang="zh-CN" b="0" dirty="0">
                  <a:solidFill>
                    <a:schemeClr val="bg1"/>
                  </a:solidFill>
                  <a:latin typeface="Times New Roman" panose="02020603050405020304" pitchFamily="18" charset="0"/>
                  <a:ea typeface="宋体" panose="02010600030101010101" pitchFamily="2" charset="-122"/>
                </a:rPr>
                <a:t>+</a:t>
              </a:r>
              <a:endParaRPr lang="en-US" altLang="zh-CN" b="0" dirty="0">
                <a:solidFill>
                  <a:schemeClr val="bg1"/>
                </a:solidFill>
                <a:latin typeface="Times New Roman" panose="02020603050405020304" pitchFamily="18" charset="0"/>
                <a:ea typeface="宋体" panose="02010600030101010101" pitchFamily="2" charset="-122"/>
              </a:endParaRPr>
            </a:p>
          </p:txBody>
        </p:sp>
        <p:sp>
          <p:nvSpPr>
            <p:cNvPr id="6215" name="Text Box 109"/>
            <p:cNvSpPr txBox="1"/>
            <p:nvPr/>
          </p:nvSpPr>
          <p:spPr>
            <a:xfrm>
              <a:off x="4694" y="1207"/>
              <a:ext cx="228" cy="327"/>
            </a:xfrm>
            <a:prstGeom prst="rect">
              <a:avLst/>
            </a:prstGeom>
            <a:noFill/>
            <a:ln w="9525">
              <a:noFill/>
            </a:ln>
          </p:spPr>
          <p:txBody>
            <a:bodyPr wrap="none">
              <a:spAutoFit/>
            </a:bodyPr>
            <a:p>
              <a:pPr>
                <a:spcBef>
                  <a:spcPct val="50000"/>
                </a:spcBef>
              </a:pPr>
              <a:r>
                <a:rPr lang="en-US" altLang="zh-CN" b="0" dirty="0">
                  <a:solidFill>
                    <a:schemeClr val="bg1"/>
                  </a:solidFill>
                  <a:latin typeface="宋体" panose="02010600030101010101" pitchFamily="2" charset="-122"/>
                  <a:ea typeface="宋体" panose="02010600030101010101" pitchFamily="2" charset="-122"/>
                </a:rPr>
                <a:t>-</a:t>
              </a:r>
              <a:endParaRPr lang="en-US" altLang="zh-CN" b="0" dirty="0">
                <a:solidFill>
                  <a:schemeClr val="bg1"/>
                </a:solidFill>
                <a:latin typeface="Times New Roman" panose="02020603050405020304" pitchFamily="18" charset="0"/>
                <a:ea typeface="宋体" panose="02010600030101010101" pitchFamily="2" charset="-122"/>
              </a:endParaRPr>
            </a:p>
          </p:txBody>
        </p:sp>
        <p:sp>
          <p:nvSpPr>
            <p:cNvPr id="6216" name="Rectangle 111"/>
            <p:cNvSpPr/>
            <p:nvPr/>
          </p:nvSpPr>
          <p:spPr>
            <a:xfrm>
              <a:off x="4286" y="1525"/>
              <a:ext cx="317" cy="136"/>
            </a:xfrm>
            <a:prstGeom prst="rect">
              <a:avLst/>
            </a:prstGeom>
            <a:gradFill rotWithShape="1">
              <a:gsLst>
                <a:gs pos="0">
                  <a:srgbClr val="764700"/>
                </a:gs>
                <a:gs pos="50000">
                  <a:srgbClr val="FF9900"/>
                </a:gs>
                <a:gs pos="100000">
                  <a:srgbClr val="764700"/>
                </a:gs>
              </a:gsLst>
              <a:lin ang="5400000" scaled="1"/>
              <a:tileRect/>
            </a:gradFill>
            <a:ln w="28575">
              <a:noFill/>
            </a:ln>
          </p:spPr>
          <p:txBody>
            <a:bodyPr wrap="none" anchor="ctr" anchorCtr="0"/>
            <a:p>
              <a:endParaRPr lang="zh-CN" altLang="en-US" dirty="0">
                <a:latin typeface="楷体_GB2312" pitchFamily="49" charset="-122"/>
              </a:endParaRPr>
            </a:p>
          </p:txBody>
        </p:sp>
        <p:grpSp>
          <p:nvGrpSpPr>
            <p:cNvPr id="6217" name="Group 112"/>
            <p:cNvGrpSpPr/>
            <p:nvPr/>
          </p:nvGrpSpPr>
          <p:grpSpPr>
            <a:xfrm>
              <a:off x="4876" y="2024"/>
              <a:ext cx="240" cy="93"/>
              <a:chOff x="3787" y="2478"/>
              <a:chExt cx="240" cy="93"/>
            </a:xfrm>
          </p:grpSpPr>
          <p:sp>
            <p:nvSpPr>
              <p:cNvPr id="6219" name="Line 113"/>
              <p:cNvSpPr/>
              <p:nvPr/>
            </p:nvSpPr>
            <p:spPr>
              <a:xfrm flipV="1">
                <a:off x="3787" y="2568"/>
                <a:ext cx="240" cy="3"/>
              </a:xfrm>
              <a:prstGeom prst="line">
                <a:avLst/>
              </a:prstGeom>
              <a:ln w="57150" cap="flat" cmpd="sng">
                <a:solidFill>
                  <a:srgbClr val="FF9900"/>
                </a:solidFill>
                <a:prstDash val="solid"/>
                <a:headEnd type="none" w="med" len="med"/>
                <a:tailEnd type="none" w="med" len="med"/>
              </a:ln>
            </p:spPr>
          </p:sp>
          <p:sp>
            <p:nvSpPr>
              <p:cNvPr id="6220" name="Line 114"/>
              <p:cNvSpPr/>
              <p:nvPr/>
            </p:nvSpPr>
            <p:spPr>
              <a:xfrm>
                <a:off x="3787" y="2478"/>
                <a:ext cx="240" cy="1"/>
              </a:xfrm>
              <a:prstGeom prst="line">
                <a:avLst/>
              </a:prstGeom>
              <a:ln w="57150" cap="flat" cmpd="sng">
                <a:solidFill>
                  <a:srgbClr val="FF9900"/>
                </a:solidFill>
                <a:prstDash val="solid"/>
                <a:headEnd type="none" w="med" len="med"/>
                <a:tailEnd type="none" w="med" len="med"/>
              </a:ln>
            </p:spPr>
          </p:sp>
        </p:grpSp>
        <p:sp>
          <p:nvSpPr>
            <p:cNvPr id="6218" name="Line 115"/>
            <p:cNvSpPr/>
            <p:nvPr/>
          </p:nvSpPr>
          <p:spPr>
            <a:xfrm>
              <a:off x="3696" y="2523"/>
              <a:ext cx="1316" cy="0"/>
            </a:xfrm>
            <a:prstGeom prst="line">
              <a:avLst/>
            </a:prstGeom>
            <a:ln w="28575" cap="flat" cmpd="sng">
              <a:solidFill>
                <a:srgbClr val="FFCC00"/>
              </a:solidFill>
              <a:prstDash val="solid"/>
              <a:headEnd type="none" w="med" len="med"/>
              <a:tailEnd type="none" w="med" len="med"/>
            </a:ln>
          </p:spPr>
        </p:sp>
        <p:graphicFrame>
          <p:nvGraphicFramePr>
            <p:cNvPr id="6156" name="Object 116"/>
            <p:cNvGraphicFramePr/>
            <p:nvPr/>
          </p:nvGraphicFramePr>
          <p:xfrm>
            <a:off x="4331" y="1162"/>
            <a:ext cx="338" cy="354"/>
          </p:xfrm>
          <a:graphic>
            <a:graphicData uri="http://schemas.openxmlformats.org/presentationml/2006/ole">
              <mc:AlternateContent xmlns:mc="http://schemas.openxmlformats.org/markup-compatibility/2006">
                <mc:Choice xmlns:v="urn:schemas-microsoft-com:vml" Requires="v">
                  <p:oleObj spid="_x0000_s3134" name="" r:id="rId16" imgW="241300" imgH="266065" progId="Equation.3">
                    <p:embed/>
                  </p:oleObj>
                </mc:Choice>
                <mc:Fallback>
                  <p:oleObj name="" r:id="rId16" imgW="241300" imgH="266065" progId="Equation.3">
                    <p:embed/>
                    <p:pic>
                      <p:nvPicPr>
                        <p:cNvPr id="0" name="图片 3133"/>
                        <p:cNvPicPr/>
                        <p:nvPr/>
                      </p:nvPicPr>
                      <p:blipFill>
                        <a:blip r:embed="rId17">
                          <a:clrChange>
                            <a:clrFrom>
                              <a:srgbClr val="000000"/>
                            </a:clrFrom>
                            <a:clrTo>
                              <a:srgbClr val="FFFFFF"/>
                            </a:clrTo>
                          </a:clrChange>
                        </a:blip>
                        <a:stretch>
                          <a:fillRect/>
                        </a:stretch>
                      </p:blipFill>
                      <p:spPr>
                        <a:xfrm>
                          <a:off x="4331" y="1162"/>
                          <a:ext cx="338" cy="354"/>
                        </a:xfrm>
                        <a:prstGeom prst="rect">
                          <a:avLst/>
                        </a:prstGeom>
                        <a:noFill/>
                        <a:ln w="38100">
                          <a:noFill/>
                          <a:miter/>
                        </a:ln>
                      </p:spPr>
                    </p:pic>
                  </p:oleObj>
                </mc:Fallback>
              </mc:AlternateContent>
            </a:graphicData>
          </a:graphic>
        </p:graphicFrame>
        <p:graphicFrame>
          <p:nvGraphicFramePr>
            <p:cNvPr id="6157" name="Object 117"/>
            <p:cNvGraphicFramePr/>
            <p:nvPr/>
          </p:nvGraphicFramePr>
          <p:xfrm>
            <a:off x="3606" y="1842"/>
            <a:ext cx="253" cy="415"/>
          </p:xfrm>
          <a:graphic>
            <a:graphicData uri="http://schemas.openxmlformats.org/presentationml/2006/ole">
              <mc:AlternateContent xmlns:mc="http://schemas.openxmlformats.org/markup-compatibility/2006">
                <mc:Choice xmlns:v="urn:schemas-microsoft-com:vml" Requires="v">
                  <p:oleObj spid="_x0000_s3135" name="" r:id="rId18" imgW="177800" imgH="291465" progId="Equation.3">
                    <p:embed/>
                  </p:oleObj>
                </mc:Choice>
                <mc:Fallback>
                  <p:oleObj name="" r:id="rId18" imgW="177800" imgH="291465" progId="Equation.3">
                    <p:embed/>
                    <p:pic>
                      <p:nvPicPr>
                        <p:cNvPr id="0" name="图片 3134"/>
                        <p:cNvPicPr/>
                        <p:nvPr/>
                      </p:nvPicPr>
                      <p:blipFill>
                        <a:blip r:embed="rId19">
                          <a:clrChange>
                            <a:clrFrom>
                              <a:srgbClr val="000000"/>
                            </a:clrFrom>
                            <a:clrTo>
                              <a:srgbClr val="FFFFFF"/>
                            </a:clrTo>
                          </a:clrChange>
                        </a:blip>
                        <a:stretch>
                          <a:fillRect/>
                        </a:stretch>
                      </p:blipFill>
                      <p:spPr>
                        <a:xfrm>
                          <a:off x="3606" y="1842"/>
                          <a:ext cx="253" cy="415"/>
                        </a:xfrm>
                        <a:prstGeom prst="rect">
                          <a:avLst/>
                        </a:prstGeom>
                        <a:noFill/>
                        <a:ln w="38100">
                          <a:noFill/>
                          <a:miter/>
                        </a:ln>
                      </p:spPr>
                    </p:pic>
                  </p:oleObj>
                </mc:Fallback>
              </mc:AlternateContent>
            </a:graphicData>
          </a:graphic>
        </p:graphicFrame>
        <p:graphicFrame>
          <p:nvGraphicFramePr>
            <p:cNvPr id="6158" name="Object 118"/>
            <p:cNvGraphicFramePr/>
            <p:nvPr/>
          </p:nvGraphicFramePr>
          <p:xfrm>
            <a:off x="3833" y="1207"/>
            <a:ext cx="194" cy="318"/>
          </p:xfrm>
          <a:graphic>
            <a:graphicData uri="http://schemas.openxmlformats.org/presentationml/2006/ole">
              <mc:AlternateContent xmlns:mc="http://schemas.openxmlformats.org/markup-compatibility/2006">
                <mc:Choice xmlns:v="urn:schemas-microsoft-com:vml" Requires="v">
                  <p:oleObj spid="_x0000_s3132" name="" r:id="rId20" imgW="127000" imgH="215265" progId="Equation.3">
                    <p:embed/>
                  </p:oleObj>
                </mc:Choice>
                <mc:Fallback>
                  <p:oleObj name="" r:id="rId20" imgW="127000" imgH="215265" progId="Equation.3">
                    <p:embed/>
                    <p:pic>
                      <p:nvPicPr>
                        <p:cNvPr id="0" name="图片 3131"/>
                        <p:cNvPicPr/>
                        <p:nvPr/>
                      </p:nvPicPr>
                      <p:blipFill>
                        <a:blip r:embed="rId21">
                          <a:clrChange>
                            <a:clrFrom>
                              <a:srgbClr val="000000"/>
                            </a:clrFrom>
                            <a:clrTo>
                              <a:srgbClr val="FFFFFF"/>
                            </a:clrTo>
                          </a:clrChange>
                        </a:blip>
                        <a:stretch>
                          <a:fillRect/>
                        </a:stretch>
                      </p:blipFill>
                      <p:spPr>
                        <a:xfrm>
                          <a:off x="3833" y="1207"/>
                          <a:ext cx="194" cy="318"/>
                        </a:xfrm>
                        <a:prstGeom prst="rect">
                          <a:avLst/>
                        </a:prstGeom>
                        <a:noFill/>
                        <a:ln w="38100">
                          <a:noFill/>
                          <a:miter/>
                        </a:ln>
                      </p:spPr>
                    </p:pic>
                  </p:oleObj>
                </mc:Fallback>
              </mc:AlternateContent>
            </a:graphicData>
          </a:graphic>
        </p:graphicFrame>
      </p:grpSp>
      <p:sp>
        <p:nvSpPr>
          <p:cNvPr id="101495" name="Text Box 119"/>
          <p:cNvSpPr txBox="1"/>
          <p:nvPr/>
        </p:nvSpPr>
        <p:spPr>
          <a:xfrm>
            <a:off x="755650" y="3933825"/>
            <a:ext cx="7632700" cy="1117600"/>
          </a:xfrm>
          <a:prstGeom prst="rect">
            <a:avLst/>
          </a:prstGeom>
          <a:noFill/>
          <a:ln w="9525">
            <a:noFill/>
          </a:ln>
        </p:spPr>
        <p:txBody>
          <a:bodyPr>
            <a:spAutoFit/>
          </a:bodyPr>
          <a:p>
            <a:pPr marL="342900" indent="-342900">
              <a:lnSpc>
                <a:spcPct val="120000"/>
              </a:lnSpc>
              <a:buClr>
                <a:srgbClr val="FFFF00"/>
              </a:buClr>
            </a:pPr>
            <a:r>
              <a:rPr lang="zh-CN" altLang="en-US" sz="2400" dirty="0">
                <a:latin typeface="Symbol" panose="05050102010706020507" pitchFamily="18" charset="2"/>
                <a:ea typeface="宋体" panose="02010600030101010101" pitchFamily="2" charset="-122"/>
              </a:rPr>
              <a:t>（</a:t>
            </a:r>
            <a:r>
              <a:rPr lang="en-US" altLang="zh-CN" sz="2400" dirty="0">
                <a:latin typeface="Symbol" panose="05050102010706020507" pitchFamily="18" charset="2"/>
                <a:ea typeface="宋体" panose="02010600030101010101" pitchFamily="2" charset="-122"/>
              </a:rPr>
              <a:t>4</a:t>
            </a:r>
            <a:r>
              <a:rPr lang="zh-CN" altLang="en-US" sz="2400" dirty="0">
                <a:latin typeface="Symbol" panose="05050102010706020507" pitchFamily="18" charset="2"/>
                <a:ea typeface="宋体" panose="02010600030101010101" pitchFamily="2" charset="-122"/>
              </a:rPr>
              <a:t>）</a:t>
            </a:r>
            <a:r>
              <a:rPr lang="en-US" altLang="zh-CN" b="0" i="1" dirty="0">
                <a:solidFill>
                  <a:schemeClr val="bg1"/>
                </a:solidFill>
                <a:latin typeface="Symbol" panose="05050102010706020507" pitchFamily="18" charset="2"/>
                <a:ea typeface="宋体" panose="02010600030101010101" pitchFamily="2" charset="-122"/>
              </a:rPr>
              <a:t>w</a:t>
            </a:r>
            <a:r>
              <a:rPr lang="en-US" altLang="zh-CN" b="0" i="1" dirty="0">
                <a:solidFill>
                  <a:schemeClr val="bg1"/>
                </a:solidFill>
                <a:latin typeface="Times New Roman" panose="02020603050405020304" pitchFamily="18" charset="0"/>
                <a:ea typeface="宋体" panose="02010600030101010101" pitchFamily="2" charset="-122"/>
              </a:rPr>
              <a:t>L</a:t>
            </a:r>
            <a:r>
              <a:rPr lang="en-US" altLang="zh-CN" b="0" dirty="0">
                <a:solidFill>
                  <a:schemeClr val="bg1"/>
                </a:solidFill>
                <a:latin typeface="Times New Roman" panose="02020603050405020304" pitchFamily="18" charset="0"/>
                <a:ea typeface="宋体" panose="02010600030101010101" pitchFamily="2" charset="-122"/>
              </a:rPr>
              <a:t>=1</a:t>
            </a:r>
            <a:r>
              <a:rPr lang="en-US" altLang="zh-CN" b="0" i="1" dirty="0">
                <a:solidFill>
                  <a:schemeClr val="bg1"/>
                </a:solidFill>
                <a:latin typeface="Times New Roman" panose="02020603050405020304" pitchFamily="18" charset="0"/>
                <a:ea typeface="宋体" panose="02010600030101010101" pitchFamily="2" charset="-122"/>
              </a:rPr>
              <a:t>/</a:t>
            </a:r>
            <a:r>
              <a:rPr lang="en-US" altLang="zh-CN" b="0" i="1" dirty="0">
                <a:solidFill>
                  <a:schemeClr val="bg1"/>
                </a:solidFill>
                <a:latin typeface="Symbol" panose="05050102010706020507" pitchFamily="18" charset="2"/>
                <a:ea typeface="宋体" panose="02010600030101010101" pitchFamily="2" charset="-122"/>
              </a:rPr>
              <a:t>w</a:t>
            </a:r>
            <a:r>
              <a:rPr lang="en-US" altLang="zh-CN" b="0" i="1" dirty="0">
                <a:solidFill>
                  <a:schemeClr val="bg1"/>
                </a:solidFill>
                <a:latin typeface="Times New Roman" panose="02020603050405020304" pitchFamily="18" charset="0"/>
                <a:ea typeface="宋体" panose="02010600030101010101" pitchFamily="2" charset="-122"/>
              </a:rPr>
              <a:t>C</a:t>
            </a:r>
            <a:r>
              <a:rPr lang="en-US" altLang="zh-CN" b="0" dirty="0">
                <a:solidFill>
                  <a:schemeClr val="bg1"/>
                </a:solidFill>
                <a:latin typeface="Times New Roman" panose="02020603050405020304" pitchFamily="18" charset="0"/>
                <a:ea typeface="宋体" panose="02010600030101010101" pitchFamily="2" charset="-122"/>
              </a:rPr>
              <a:t> </a:t>
            </a:r>
            <a:r>
              <a:rPr lang="zh-CN" altLang="en-US" b="0" dirty="0">
                <a:solidFill>
                  <a:schemeClr val="bg1"/>
                </a:solidFill>
                <a:latin typeface="Times New Roman" panose="02020603050405020304" pitchFamily="18" charset="0"/>
                <a:ea typeface="宋体" panose="02010600030101010101" pitchFamily="2" charset="-122"/>
              </a:rPr>
              <a:t>，</a:t>
            </a:r>
            <a:r>
              <a:rPr lang="en-US" altLang="zh-CN" b="0" i="1" dirty="0">
                <a:solidFill>
                  <a:schemeClr val="bg1"/>
                </a:solidFill>
                <a:latin typeface="Times New Roman" panose="02020603050405020304" pitchFamily="18" charset="0"/>
                <a:ea typeface="宋体" panose="02010600030101010101" pitchFamily="2" charset="-122"/>
              </a:rPr>
              <a:t>X</a:t>
            </a:r>
            <a:r>
              <a:rPr lang="en-US" altLang="zh-CN" b="0" dirty="0">
                <a:solidFill>
                  <a:schemeClr val="bg1"/>
                </a:solidFill>
                <a:latin typeface="Times New Roman" panose="02020603050405020304" pitchFamily="18" charset="0"/>
                <a:ea typeface="宋体" panose="02010600030101010101" pitchFamily="2" charset="-122"/>
              </a:rPr>
              <a:t>=0</a:t>
            </a:r>
            <a:r>
              <a:rPr lang="zh-CN" altLang="en-US" b="0" dirty="0">
                <a:solidFill>
                  <a:schemeClr val="bg1"/>
                </a:solidFill>
                <a:latin typeface="Times New Roman" panose="02020603050405020304" pitchFamily="18" charset="0"/>
                <a:ea typeface="宋体" panose="02010600030101010101" pitchFamily="2" charset="-122"/>
              </a:rPr>
              <a:t>， </a:t>
            </a:r>
            <a:r>
              <a:rPr lang="en-US" altLang="zh-CN" b="0" i="1" dirty="0">
                <a:solidFill>
                  <a:schemeClr val="bg1"/>
                </a:solidFill>
                <a:latin typeface="Symbol" panose="05050102010706020507" pitchFamily="18" charset="2"/>
                <a:ea typeface="宋体" panose="02010600030101010101" pitchFamily="2" charset="-122"/>
              </a:rPr>
              <a:t>j</a:t>
            </a:r>
            <a:r>
              <a:rPr lang="en-US" altLang="zh-CN" b="0" dirty="0">
                <a:solidFill>
                  <a:schemeClr val="bg1"/>
                </a:solidFill>
                <a:latin typeface="Times New Roman" panose="02020603050405020304" pitchFamily="18" charset="0"/>
                <a:ea typeface="宋体" panose="02010600030101010101" pitchFamily="2" charset="-122"/>
              </a:rPr>
              <a:t> </a:t>
            </a:r>
            <a:r>
              <a:rPr lang="en-US" altLang="zh-CN" b="0" i="1" baseline="-25000" dirty="0">
                <a:solidFill>
                  <a:schemeClr val="bg1"/>
                </a:solidFill>
                <a:latin typeface="Times New Roman" panose="02020603050405020304" pitchFamily="18" charset="0"/>
                <a:ea typeface="宋体" panose="02010600030101010101" pitchFamily="2" charset="-122"/>
              </a:rPr>
              <a:t>Z</a:t>
            </a:r>
            <a:r>
              <a:rPr lang="en-US" altLang="zh-CN" b="0" dirty="0">
                <a:solidFill>
                  <a:schemeClr val="bg1"/>
                </a:solidFill>
                <a:latin typeface="Times New Roman" panose="02020603050405020304" pitchFamily="18" charset="0"/>
                <a:ea typeface="宋体" panose="02010600030101010101" pitchFamily="2" charset="-122"/>
              </a:rPr>
              <a:t>=0</a:t>
            </a:r>
            <a:r>
              <a:rPr lang="zh-CN" altLang="en-US" sz="2400" dirty="0">
                <a:solidFill>
                  <a:schemeClr val="bg1"/>
                </a:solidFill>
                <a:latin typeface="Times New Roman" panose="02020603050405020304" pitchFamily="18" charset="0"/>
                <a:ea typeface="宋体" panose="02010600030101010101" pitchFamily="2" charset="-122"/>
              </a:rPr>
              <a:t>，</a:t>
            </a:r>
            <a:r>
              <a:rPr lang="zh-CN" altLang="en-US" dirty="0">
                <a:latin typeface="Times New Roman" panose="02020603050405020304" pitchFamily="18" charset="0"/>
              </a:rPr>
              <a:t>电路为电阻性，</a:t>
            </a:r>
            <a:endParaRPr lang="zh-CN" altLang="en-US" dirty="0">
              <a:latin typeface="Times New Roman" panose="02020603050405020304" pitchFamily="18" charset="0"/>
            </a:endParaRPr>
          </a:p>
          <a:p>
            <a:pPr marL="342900" indent="-342900">
              <a:lnSpc>
                <a:spcPct val="120000"/>
              </a:lnSpc>
              <a:buClr>
                <a:srgbClr val="FFFF00"/>
              </a:buClr>
            </a:pPr>
            <a:r>
              <a:rPr lang="zh-CN" altLang="en-US" dirty="0">
                <a:latin typeface="Times New Roman" panose="02020603050405020304" pitchFamily="18" charset="0"/>
              </a:rPr>
              <a:t>        电压与电流同相。</a:t>
            </a:r>
            <a:endParaRPr lang="zh-CN" altLang="en-US" dirty="0">
              <a:latin typeface="Times New Roman" panose="02020603050405020304" pitchFamily="18" charset="0"/>
            </a:endParaRPr>
          </a:p>
        </p:txBody>
      </p:sp>
      <p:grpSp>
        <p:nvGrpSpPr>
          <p:cNvPr id="13" name="Group 120"/>
          <p:cNvGrpSpPr/>
          <p:nvPr/>
        </p:nvGrpSpPr>
        <p:grpSpPr>
          <a:xfrm>
            <a:off x="846138" y="5300663"/>
            <a:ext cx="2862262" cy="431800"/>
            <a:chOff x="567" y="1162"/>
            <a:chExt cx="1803" cy="272"/>
          </a:xfrm>
        </p:grpSpPr>
        <p:graphicFrame>
          <p:nvGraphicFramePr>
            <p:cNvPr id="6153" name="Object 121"/>
            <p:cNvGraphicFramePr/>
            <p:nvPr/>
          </p:nvGraphicFramePr>
          <p:xfrm>
            <a:off x="2200" y="1162"/>
            <a:ext cx="170" cy="272"/>
          </p:xfrm>
          <a:graphic>
            <a:graphicData uri="http://schemas.openxmlformats.org/presentationml/2006/ole">
              <mc:AlternateContent xmlns:mc="http://schemas.openxmlformats.org/markup-compatibility/2006">
                <mc:Choice xmlns:v="urn:schemas-microsoft-com:vml" Requires="v">
                  <p:oleObj spid="_x0000_s3133" name="" r:id="rId22" imgW="127000" imgH="215265" progId="Equation.3">
                    <p:embed/>
                  </p:oleObj>
                </mc:Choice>
                <mc:Fallback>
                  <p:oleObj name="" r:id="rId22" imgW="127000" imgH="215265" progId="Equation.3">
                    <p:embed/>
                    <p:pic>
                      <p:nvPicPr>
                        <p:cNvPr id="0" name="图片 3132"/>
                        <p:cNvPicPr/>
                        <p:nvPr/>
                      </p:nvPicPr>
                      <p:blipFill>
                        <a:blip r:embed="rId2">
                          <a:clrChange>
                            <a:clrFrom>
                              <a:srgbClr val="000000"/>
                            </a:clrFrom>
                            <a:clrTo>
                              <a:srgbClr val="FFFFFF"/>
                            </a:clrTo>
                          </a:clrChange>
                        </a:blip>
                        <a:stretch>
                          <a:fillRect/>
                        </a:stretch>
                      </p:blipFill>
                      <p:spPr>
                        <a:xfrm>
                          <a:off x="2200" y="1162"/>
                          <a:ext cx="170" cy="272"/>
                        </a:xfrm>
                        <a:prstGeom prst="rect">
                          <a:avLst/>
                        </a:prstGeom>
                        <a:noFill/>
                        <a:ln w="38100">
                          <a:noFill/>
                          <a:miter/>
                        </a:ln>
                      </p:spPr>
                    </p:pic>
                  </p:oleObj>
                </mc:Fallback>
              </mc:AlternateContent>
            </a:graphicData>
          </a:graphic>
        </p:graphicFrame>
        <p:sp>
          <p:nvSpPr>
            <p:cNvPr id="6202" name="Line 122"/>
            <p:cNvSpPr/>
            <p:nvPr/>
          </p:nvSpPr>
          <p:spPr>
            <a:xfrm>
              <a:off x="567" y="1298"/>
              <a:ext cx="1587" cy="0"/>
            </a:xfrm>
            <a:prstGeom prst="line">
              <a:avLst/>
            </a:prstGeom>
            <a:ln w="38100" cap="flat" cmpd="sng">
              <a:solidFill>
                <a:srgbClr val="FFFF00"/>
              </a:solidFill>
              <a:prstDash val="solid"/>
              <a:headEnd type="none" w="med" len="med"/>
              <a:tailEnd type="triangle" w="med" len="med"/>
            </a:ln>
          </p:spPr>
        </p:sp>
      </p:grpSp>
      <p:grpSp>
        <p:nvGrpSpPr>
          <p:cNvPr id="14" name="Group 123"/>
          <p:cNvGrpSpPr/>
          <p:nvPr/>
        </p:nvGrpSpPr>
        <p:grpSpPr>
          <a:xfrm>
            <a:off x="827088" y="5516563"/>
            <a:ext cx="1943100" cy="576262"/>
            <a:chOff x="768" y="3417"/>
            <a:chExt cx="859" cy="284"/>
          </a:xfrm>
        </p:grpSpPr>
        <p:sp>
          <p:nvSpPr>
            <p:cNvPr id="6201" name="Line 124"/>
            <p:cNvSpPr/>
            <p:nvPr/>
          </p:nvSpPr>
          <p:spPr>
            <a:xfrm>
              <a:off x="768" y="3417"/>
              <a:ext cx="859" cy="0"/>
            </a:xfrm>
            <a:prstGeom prst="line">
              <a:avLst/>
            </a:prstGeom>
            <a:ln w="38100" cap="flat" cmpd="sng">
              <a:solidFill>
                <a:srgbClr val="FF3300"/>
              </a:solidFill>
              <a:prstDash val="solid"/>
              <a:headEnd type="none" w="med" len="med"/>
              <a:tailEnd type="triangle" w="med" len="med"/>
            </a:ln>
          </p:spPr>
        </p:sp>
        <p:graphicFrame>
          <p:nvGraphicFramePr>
            <p:cNvPr id="6152" name="Object 125"/>
            <p:cNvGraphicFramePr/>
            <p:nvPr/>
          </p:nvGraphicFramePr>
          <p:xfrm>
            <a:off x="1381" y="3444"/>
            <a:ext cx="245" cy="257"/>
          </p:xfrm>
          <a:graphic>
            <a:graphicData uri="http://schemas.openxmlformats.org/presentationml/2006/ole">
              <mc:AlternateContent xmlns:mc="http://schemas.openxmlformats.org/markup-compatibility/2006">
                <mc:Choice xmlns:v="urn:schemas-microsoft-com:vml" Requires="v">
                  <p:oleObj spid="_x0000_s3130" name="" r:id="rId23" imgW="241300" imgH="266065" progId="Equation.3">
                    <p:embed/>
                  </p:oleObj>
                </mc:Choice>
                <mc:Fallback>
                  <p:oleObj name="" r:id="rId23" imgW="241300" imgH="266065" progId="Equation.3">
                    <p:embed/>
                    <p:pic>
                      <p:nvPicPr>
                        <p:cNvPr id="0" name="图片 3129"/>
                        <p:cNvPicPr/>
                        <p:nvPr/>
                      </p:nvPicPr>
                      <p:blipFill>
                        <a:blip r:embed="rId6">
                          <a:clrChange>
                            <a:clrFrom>
                              <a:srgbClr val="000000"/>
                            </a:clrFrom>
                            <a:clrTo>
                              <a:srgbClr val="FFFFFF"/>
                            </a:clrTo>
                          </a:clrChange>
                        </a:blip>
                        <a:stretch>
                          <a:fillRect/>
                        </a:stretch>
                      </p:blipFill>
                      <p:spPr>
                        <a:xfrm>
                          <a:off x="1381" y="3444"/>
                          <a:ext cx="245" cy="257"/>
                        </a:xfrm>
                        <a:prstGeom prst="rect">
                          <a:avLst/>
                        </a:prstGeom>
                        <a:noFill/>
                        <a:ln w="38100">
                          <a:noFill/>
                          <a:miter/>
                        </a:ln>
                      </p:spPr>
                    </p:pic>
                  </p:oleObj>
                </mc:Fallback>
              </mc:AlternateContent>
            </a:graphicData>
          </a:graphic>
        </p:graphicFrame>
      </p:grpSp>
      <p:grpSp>
        <p:nvGrpSpPr>
          <p:cNvPr id="15" name="Group 126"/>
          <p:cNvGrpSpPr/>
          <p:nvPr/>
        </p:nvGrpSpPr>
        <p:grpSpPr>
          <a:xfrm>
            <a:off x="827088" y="4724400"/>
            <a:ext cx="649287" cy="790575"/>
            <a:chOff x="2458" y="2089"/>
            <a:chExt cx="409" cy="498"/>
          </a:xfrm>
        </p:grpSpPr>
        <p:sp>
          <p:nvSpPr>
            <p:cNvPr id="6200" name="Line 127"/>
            <p:cNvSpPr/>
            <p:nvPr/>
          </p:nvSpPr>
          <p:spPr>
            <a:xfrm flipV="1">
              <a:off x="2458" y="2089"/>
              <a:ext cx="0" cy="498"/>
            </a:xfrm>
            <a:prstGeom prst="line">
              <a:avLst/>
            </a:prstGeom>
            <a:ln w="38100" cap="flat" cmpd="sng">
              <a:solidFill>
                <a:schemeClr val="accent1"/>
              </a:solidFill>
              <a:prstDash val="solid"/>
              <a:headEnd type="none" w="med" len="med"/>
              <a:tailEnd type="triangle" w="med" len="med"/>
            </a:ln>
          </p:spPr>
        </p:sp>
        <p:graphicFrame>
          <p:nvGraphicFramePr>
            <p:cNvPr id="6151" name="Object 128"/>
            <p:cNvGraphicFramePr/>
            <p:nvPr/>
          </p:nvGraphicFramePr>
          <p:xfrm>
            <a:off x="2517" y="2115"/>
            <a:ext cx="350" cy="351"/>
          </p:xfrm>
          <a:graphic>
            <a:graphicData uri="http://schemas.openxmlformats.org/presentationml/2006/ole">
              <mc:AlternateContent xmlns:mc="http://schemas.openxmlformats.org/markup-compatibility/2006">
                <mc:Choice xmlns:v="urn:schemas-microsoft-com:vml" Requires="v">
                  <p:oleObj spid="_x0000_s3131" name="" r:id="rId24" imgW="228600" imgH="266065" progId="Equation.3">
                    <p:embed/>
                  </p:oleObj>
                </mc:Choice>
                <mc:Fallback>
                  <p:oleObj name="" r:id="rId24" imgW="228600" imgH="266065" progId="Equation.3">
                    <p:embed/>
                    <p:pic>
                      <p:nvPicPr>
                        <p:cNvPr id="0" name="图片 3130"/>
                        <p:cNvPicPr/>
                        <p:nvPr/>
                      </p:nvPicPr>
                      <p:blipFill>
                        <a:blip r:embed="rId8">
                          <a:clrChange>
                            <a:clrFrom>
                              <a:srgbClr val="000000"/>
                            </a:clrFrom>
                            <a:clrTo>
                              <a:srgbClr val="FFFFFF"/>
                            </a:clrTo>
                          </a:clrChange>
                        </a:blip>
                        <a:stretch>
                          <a:fillRect/>
                        </a:stretch>
                      </p:blipFill>
                      <p:spPr>
                        <a:xfrm>
                          <a:off x="2517" y="2115"/>
                          <a:ext cx="350" cy="351"/>
                        </a:xfrm>
                        <a:prstGeom prst="rect">
                          <a:avLst/>
                        </a:prstGeom>
                        <a:noFill/>
                        <a:ln w="38100">
                          <a:noFill/>
                          <a:miter/>
                        </a:ln>
                      </p:spPr>
                    </p:pic>
                  </p:oleObj>
                </mc:Fallback>
              </mc:AlternateContent>
            </a:graphicData>
          </a:graphic>
        </p:graphicFrame>
      </p:grpSp>
      <p:grpSp>
        <p:nvGrpSpPr>
          <p:cNvPr id="16" name="Group 132"/>
          <p:cNvGrpSpPr/>
          <p:nvPr/>
        </p:nvGrpSpPr>
        <p:grpSpPr>
          <a:xfrm>
            <a:off x="827088" y="5516563"/>
            <a:ext cx="649287" cy="1008062"/>
            <a:chOff x="1651" y="2533"/>
            <a:chExt cx="301" cy="484"/>
          </a:xfrm>
        </p:grpSpPr>
        <p:sp>
          <p:nvSpPr>
            <p:cNvPr id="6199" name="Line 133"/>
            <p:cNvSpPr/>
            <p:nvPr/>
          </p:nvSpPr>
          <p:spPr>
            <a:xfrm>
              <a:off x="1651" y="2533"/>
              <a:ext cx="0" cy="408"/>
            </a:xfrm>
            <a:prstGeom prst="line">
              <a:avLst/>
            </a:prstGeom>
            <a:ln w="38100" cap="flat" cmpd="sng">
              <a:solidFill>
                <a:srgbClr val="FF66FF"/>
              </a:solidFill>
              <a:prstDash val="solid"/>
              <a:headEnd type="none" w="med" len="med"/>
              <a:tailEnd type="triangle" w="med" len="med"/>
            </a:ln>
          </p:spPr>
        </p:sp>
        <p:graphicFrame>
          <p:nvGraphicFramePr>
            <p:cNvPr id="6150" name="Object 134"/>
            <p:cNvGraphicFramePr/>
            <p:nvPr/>
          </p:nvGraphicFramePr>
          <p:xfrm>
            <a:off x="1716" y="2770"/>
            <a:ext cx="236" cy="247"/>
          </p:xfrm>
          <a:graphic>
            <a:graphicData uri="http://schemas.openxmlformats.org/presentationml/2006/ole">
              <mc:AlternateContent xmlns:mc="http://schemas.openxmlformats.org/markup-compatibility/2006">
                <mc:Choice xmlns:v="urn:schemas-microsoft-com:vml" Requires="v">
                  <p:oleObj spid="_x0000_s3127" name="" r:id="rId25" imgW="241300" imgH="266065" progId="Equation.3">
                    <p:embed/>
                  </p:oleObj>
                </mc:Choice>
                <mc:Fallback>
                  <p:oleObj name="" r:id="rId25" imgW="241300" imgH="266065" progId="Equation.3">
                    <p:embed/>
                    <p:pic>
                      <p:nvPicPr>
                        <p:cNvPr id="0" name="图片 3126"/>
                        <p:cNvPicPr/>
                        <p:nvPr/>
                      </p:nvPicPr>
                      <p:blipFill>
                        <a:blip r:embed="rId26">
                          <a:clrChange>
                            <a:clrFrom>
                              <a:srgbClr val="000000"/>
                            </a:clrFrom>
                            <a:clrTo>
                              <a:srgbClr val="FFFFFF"/>
                            </a:clrTo>
                          </a:clrChange>
                        </a:blip>
                        <a:stretch>
                          <a:fillRect/>
                        </a:stretch>
                      </p:blipFill>
                      <p:spPr>
                        <a:xfrm>
                          <a:off x="1716" y="2770"/>
                          <a:ext cx="236" cy="247"/>
                        </a:xfrm>
                        <a:prstGeom prst="rect">
                          <a:avLst/>
                        </a:prstGeom>
                        <a:noFill/>
                        <a:ln w="38100">
                          <a:noFill/>
                          <a:miter/>
                        </a:ln>
                      </p:spPr>
                    </p:pic>
                  </p:oleObj>
                </mc:Fallback>
              </mc:AlternateContent>
            </a:graphicData>
          </a:graphic>
        </p:graphicFrame>
      </p:grpSp>
      <p:grpSp>
        <p:nvGrpSpPr>
          <p:cNvPr id="17" name="Group 162"/>
          <p:cNvGrpSpPr/>
          <p:nvPr/>
        </p:nvGrpSpPr>
        <p:grpSpPr>
          <a:xfrm>
            <a:off x="5724525" y="4437063"/>
            <a:ext cx="2447925" cy="1598612"/>
            <a:chOff x="3606" y="2795"/>
            <a:chExt cx="1542" cy="1007"/>
          </a:xfrm>
        </p:grpSpPr>
        <p:sp>
          <p:nvSpPr>
            <p:cNvPr id="6187" name="Line 146"/>
            <p:cNvSpPr/>
            <p:nvPr/>
          </p:nvSpPr>
          <p:spPr>
            <a:xfrm>
              <a:off x="3742" y="3158"/>
              <a:ext cx="998" cy="0"/>
            </a:xfrm>
            <a:prstGeom prst="line">
              <a:avLst/>
            </a:prstGeom>
            <a:ln w="28575" cap="flat" cmpd="sng">
              <a:solidFill>
                <a:srgbClr val="FFCC00"/>
              </a:solidFill>
              <a:prstDash val="solid"/>
              <a:headEnd type="none" w="med" len="med"/>
              <a:tailEnd type="none" w="med" len="med"/>
            </a:ln>
          </p:spPr>
        </p:sp>
        <p:sp>
          <p:nvSpPr>
            <p:cNvPr id="6188" name="Text Box 136"/>
            <p:cNvSpPr txBox="1"/>
            <p:nvPr/>
          </p:nvSpPr>
          <p:spPr>
            <a:xfrm>
              <a:off x="4377" y="3248"/>
              <a:ext cx="253" cy="327"/>
            </a:xfrm>
            <a:prstGeom prst="rect">
              <a:avLst/>
            </a:prstGeom>
            <a:noFill/>
            <a:ln w="9525">
              <a:noFill/>
            </a:ln>
          </p:spPr>
          <p:txBody>
            <a:bodyPr wrap="none">
              <a:spAutoFit/>
            </a:bodyPr>
            <a:p>
              <a:r>
                <a:rPr lang="en-US" altLang="zh-CN" b="0" i="1" dirty="0">
                  <a:solidFill>
                    <a:schemeClr val="bg1"/>
                  </a:solidFill>
                  <a:latin typeface="Times New Roman" panose="02020603050405020304" pitchFamily="18" charset="0"/>
                  <a:ea typeface="宋体" panose="02010600030101010101" pitchFamily="2" charset="-122"/>
                </a:rPr>
                <a:t>R</a:t>
              </a:r>
              <a:endParaRPr lang="en-US" altLang="zh-CN" b="0" i="1" dirty="0">
                <a:solidFill>
                  <a:schemeClr val="bg1"/>
                </a:solidFill>
                <a:latin typeface="Times New Roman" panose="02020603050405020304" pitchFamily="18" charset="0"/>
                <a:ea typeface="宋体" panose="02010600030101010101" pitchFamily="2" charset="-122"/>
              </a:endParaRPr>
            </a:p>
          </p:txBody>
        </p:sp>
        <p:sp>
          <p:nvSpPr>
            <p:cNvPr id="6189" name="Line 137"/>
            <p:cNvSpPr/>
            <p:nvPr/>
          </p:nvSpPr>
          <p:spPr>
            <a:xfrm>
              <a:off x="3923" y="3158"/>
              <a:ext cx="288" cy="0"/>
            </a:xfrm>
            <a:prstGeom prst="line">
              <a:avLst/>
            </a:prstGeom>
            <a:ln w="38100" cap="flat" cmpd="sng">
              <a:solidFill>
                <a:srgbClr val="66FFFF"/>
              </a:solidFill>
              <a:prstDash val="solid"/>
              <a:headEnd type="none" w="med" len="med"/>
              <a:tailEnd type="triangle" w="med" len="med"/>
            </a:ln>
          </p:spPr>
        </p:sp>
        <p:sp>
          <p:nvSpPr>
            <p:cNvPr id="6190" name="Text Box 138"/>
            <p:cNvSpPr txBox="1"/>
            <p:nvPr/>
          </p:nvSpPr>
          <p:spPr>
            <a:xfrm>
              <a:off x="3606" y="3158"/>
              <a:ext cx="242" cy="327"/>
            </a:xfrm>
            <a:prstGeom prst="rect">
              <a:avLst/>
            </a:prstGeom>
            <a:noFill/>
            <a:ln w="9525">
              <a:noFill/>
            </a:ln>
          </p:spPr>
          <p:txBody>
            <a:bodyPr wrap="none">
              <a:spAutoFit/>
            </a:bodyPr>
            <a:p>
              <a:pPr>
                <a:spcBef>
                  <a:spcPct val="50000"/>
                </a:spcBef>
              </a:pPr>
              <a:r>
                <a:rPr lang="en-US" altLang="zh-CN" b="0" dirty="0">
                  <a:solidFill>
                    <a:schemeClr val="bg1"/>
                  </a:solidFill>
                  <a:latin typeface="Times New Roman" panose="02020603050405020304" pitchFamily="18" charset="0"/>
                  <a:ea typeface="宋体" panose="02010600030101010101" pitchFamily="2" charset="-122"/>
                </a:rPr>
                <a:t>+</a:t>
              </a:r>
              <a:endParaRPr lang="en-US" altLang="zh-CN" b="0" dirty="0">
                <a:solidFill>
                  <a:schemeClr val="bg1"/>
                </a:solidFill>
                <a:latin typeface="Times New Roman" panose="02020603050405020304" pitchFamily="18" charset="0"/>
                <a:ea typeface="宋体" panose="02010600030101010101" pitchFamily="2" charset="-122"/>
              </a:endParaRPr>
            </a:p>
          </p:txBody>
        </p:sp>
        <p:sp>
          <p:nvSpPr>
            <p:cNvPr id="6191" name="Text Box 139"/>
            <p:cNvSpPr txBox="1"/>
            <p:nvPr/>
          </p:nvSpPr>
          <p:spPr>
            <a:xfrm>
              <a:off x="3606" y="3385"/>
              <a:ext cx="229" cy="327"/>
            </a:xfrm>
            <a:prstGeom prst="rect">
              <a:avLst/>
            </a:prstGeom>
            <a:noFill/>
            <a:ln w="9525">
              <a:noFill/>
            </a:ln>
          </p:spPr>
          <p:txBody>
            <a:bodyPr wrap="none">
              <a:spAutoFit/>
            </a:bodyPr>
            <a:p>
              <a:pPr>
                <a:spcBef>
                  <a:spcPct val="50000"/>
                </a:spcBef>
              </a:pPr>
              <a:r>
                <a:rPr lang="en-US" altLang="zh-CN" b="0" dirty="0">
                  <a:solidFill>
                    <a:schemeClr val="bg1"/>
                  </a:solidFill>
                  <a:latin typeface="宋体" panose="02010600030101010101" pitchFamily="2" charset="-122"/>
                  <a:ea typeface="宋体" panose="02010600030101010101" pitchFamily="2" charset="-122"/>
                </a:rPr>
                <a:t>-</a:t>
              </a:r>
              <a:endParaRPr lang="en-US" altLang="zh-CN" b="0" dirty="0">
                <a:solidFill>
                  <a:schemeClr val="bg1"/>
                </a:solidFill>
                <a:latin typeface="Times New Roman" panose="02020603050405020304" pitchFamily="18" charset="0"/>
                <a:ea typeface="宋体" panose="02010600030101010101" pitchFamily="2" charset="-122"/>
              </a:endParaRPr>
            </a:p>
          </p:txBody>
        </p:sp>
        <p:sp>
          <p:nvSpPr>
            <p:cNvPr id="6192" name="Oval 140"/>
            <p:cNvSpPr/>
            <p:nvPr/>
          </p:nvSpPr>
          <p:spPr>
            <a:xfrm>
              <a:off x="3697" y="3657"/>
              <a:ext cx="68" cy="68"/>
            </a:xfrm>
            <a:prstGeom prst="ellipse">
              <a:avLst/>
            </a:prstGeom>
            <a:noFill/>
            <a:ln w="38100" cap="flat" cmpd="sng">
              <a:solidFill>
                <a:srgbClr val="FFCC00"/>
              </a:solidFill>
              <a:prstDash val="solid"/>
              <a:headEnd type="none" w="med" len="med"/>
              <a:tailEnd type="none" w="med" len="med"/>
            </a:ln>
          </p:spPr>
          <p:txBody>
            <a:bodyPr wrap="none" anchor="ctr" anchorCtr="0"/>
            <a:p>
              <a:endParaRPr lang="zh-CN" altLang="en-US" dirty="0">
                <a:latin typeface="楷体_GB2312" pitchFamily="49" charset="-122"/>
              </a:endParaRPr>
            </a:p>
          </p:txBody>
        </p:sp>
        <p:sp>
          <p:nvSpPr>
            <p:cNvPr id="6193" name="Oval 141"/>
            <p:cNvSpPr/>
            <p:nvPr/>
          </p:nvSpPr>
          <p:spPr>
            <a:xfrm>
              <a:off x="3697" y="3112"/>
              <a:ext cx="68" cy="68"/>
            </a:xfrm>
            <a:prstGeom prst="ellipse">
              <a:avLst/>
            </a:prstGeom>
            <a:noFill/>
            <a:ln w="38100" cap="flat" cmpd="sng">
              <a:solidFill>
                <a:srgbClr val="FFCC00"/>
              </a:solidFill>
              <a:prstDash val="solid"/>
              <a:headEnd type="none" w="med" len="med"/>
              <a:tailEnd type="none" w="med" len="med"/>
            </a:ln>
          </p:spPr>
          <p:txBody>
            <a:bodyPr wrap="none" anchor="ctr" anchorCtr="0"/>
            <a:p>
              <a:endParaRPr lang="zh-CN" altLang="en-US" dirty="0">
                <a:latin typeface="楷体_GB2312" pitchFamily="49" charset="-122"/>
              </a:endParaRPr>
            </a:p>
          </p:txBody>
        </p:sp>
        <p:sp>
          <p:nvSpPr>
            <p:cNvPr id="6194" name="Text Box 142"/>
            <p:cNvSpPr txBox="1"/>
            <p:nvPr/>
          </p:nvSpPr>
          <p:spPr>
            <a:xfrm>
              <a:off x="4785" y="3022"/>
              <a:ext cx="242" cy="327"/>
            </a:xfrm>
            <a:prstGeom prst="rect">
              <a:avLst/>
            </a:prstGeom>
            <a:noFill/>
            <a:ln w="9525">
              <a:noFill/>
            </a:ln>
          </p:spPr>
          <p:txBody>
            <a:bodyPr wrap="none">
              <a:spAutoFit/>
            </a:bodyPr>
            <a:p>
              <a:pPr>
                <a:spcBef>
                  <a:spcPct val="50000"/>
                </a:spcBef>
              </a:pPr>
              <a:r>
                <a:rPr lang="en-US" altLang="zh-CN" b="0" dirty="0">
                  <a:solidFill>
                    <a:schemeClr val="bg1"/>
                  </a:solidFill>
                  <a:latin typeface="Times New Roman" panose="02020603050405020304" pitchFamily="18" charset="0"/>
                  <a:ea typeface="宋体" panose="02010600030101010101" pitchFamily="2" charset="-122"/>
                </a:rPr>
                <a:t>+</a:t>
              </a:r>
              <a:endParaRPr lang="en-US" altLang="zh-CN" b="0" dirty="0">
                <a:solidFill>
                  <a:schemeClr val="bg1"/>
                </a:solidFill>
                <a:latin typeface="Times New Roman" panose="02020603050405020304" pitchFamily="18" charset="0"/>
                <a:ea typeface="宋体" panose="02010600030101010101" pitchFamily="2" charset="-122"/>
              </a:endParaRPr>
            </a:p>
          </p:txBody>
        </p:sp>
        <p:sp>
          <p:nvSpPr>
            <p:cNvPr id="6195" name="Text Box 143"/>
            <p:cNvSpPr txBox="1"/>
            <p:nvPr/>
          </p:nvSpPr>
          <p:spPr>
            <a:xfrm>
              <a:off x="4740" y="3475"/>
              <a:ext cx="229" cy="327"/>
            </a:xfrm>
            <a:prstGeom prst="rect">
              <a:avLst/>
            </a:prstGeom>
            <a:noFill/>
            <a:ln w="9525">
              <a:noFill/>
            </a:ln>
          </p:spPr>
          <p:txBody>
            <a:bodyPr wrap="none">
              <a:spAutoFit/>
            </a:bodyPr>
            <a:p>
              <a:pPr>
                <a:spcBef>
                  <a:spcPct val="50000"/>
                </a:spcBef>
              </a:pPr>
              <a:r>
                <a:rPr lang="en-US" altLang="zh-CN" b="0" dirty="0">
                  <a:solidFill>
                    <a:schemeClr val="bg1"/>
                  </a:solidFill>
                  <a:latin typeface="宋体" panose="02010600030101010101" pitchFamily="2" charset="-122"/>
                  <a:ea typeface="宋体" panose="02010600030101010101" pitchFamily="2" charset="-122"/>
                </a:rPr>
                <a:t>-</a:t>
              </a:r>
              <a:endParaRPr lang="en-US" altLang="zh-CN" b="0" dirty="0">
                <a:solidFill>
                  <a:schemeClr val="bg1"/>
                </a:solidFill>
                <a:latin typeface="Times New Roman" panose="02020603050405020304" pitchFamily="18" charset="0"/>
                <a:ea typeface="宋体" panose="02010600030101010101" pitchFamily="2" charset="-122"/>
              </a:endParaRPr>
            </a:p>
          </p:txBody>
        </p:sp>
        <p:sp>
          <p:nvSpPr>
            <p:cNvPr id="6196" name="Line 144"/>
            <p:cNvSpPr/>
            <p:nvPr/>
          </p:nvSpPr>
          <p:spPr>
            <a:xfrm>
              <a:off x="3742" y="3702"/>
              <a:ext cx="998" cy="0"/>
            </a:xfrm>
            <a:prstGeom prst="line">
              <a:avLst/>
            </a:prstGeom>
            <a:ln w="28575" cap="flat" cmpd="sng">
              <a:solidFill>
                <a:srgbClr val="FFCC00"/>
              </a:solidFill>
              <a:prstDash val="solid"/>
              <a:headEnd type="none" w="med" len="med"/>
              <a:tailEnd type="none" w="med" len="med"/>
            </a:ln>
          </p:spPr>
        </p:sp>
        <p:sp>
          <p:nvSpPr>
            <p:cNvPr id="6197" name="Line 145"/>
            <p:cNvSpPr/>
            <p:nvPr/>
          </p:nvSpPr>
          <p:spPr>
            <a:xfrm>
              <a:off x="4740" y="3158"/>
              <a:ext cx="0" cy="545"/>
            </a:xfrm>
            <a:prstGeom prst="line">
              <a:avLst/>
            </a:prstGeom>
            <a:ln w="28575" cap="flat" cmpd="sng">
              <a:solidFill>
                <a:srgbClr val="FFCC00"/>
              </a:solidFill>
              <a:prstDash val="solid"/>
              <a:headEnd type="none" w="med" len="med"/>
              <a:tailEnd type="none" w="med" len="med"/>
            </a:ln>
          </p:spPr>
        </p:sp>
        <p:sp>
          <p:nvSpPr>
            <p:cNvPr id="6198" name="Rectangle 147"/>
            <p:cNvSpPr/>
            <p:nvPr/>
          </p:nvSpPr>
          <p:spPr>
            <a:xfrm>
              <a:off x="4649" y="3248"/>
              <a:ext cx="127" cy="318"/>
            </a:xfrm>
            <a:prstGeom prst="rect">
              <a:avLst/>
            </a:prstGeom>
            <a:gradFill rotWithShape="1">
              <a:gsLst>
                <a:gs pos="0">
                  <a:srgbClr val="764700"/>
                </a:gs>
                <a:gs pos="50000">
                  <a:srgbClr val="FF9900"/>
                </a:gs>
                <a:gs pos="100000">
                  <a:srgbClr val="764700"/>
                </a:gs>
              </a:gsLst>
              <a:lin ang="0" scaled="1"/>
              <a:tileRect/>
            </a:gradFill>
            <a:ln w="28575">
              <a:noFill/>
            </a:ln>
          </p:spPr>
          <p:txBody>
            <a:bodyPr wrap="none" anchor="ctr" anchorCtr="0"/>
            <a:p>
              <a:endParaRPr lang="zh-CN" altLang="en-US" dirty="0">
                <a:latin typeface="楷体_GB2312" pitchFamily="49" charset="-122"/>
              </a:endParaRPr>
            </a:p>
          </p:txBody>
        </p:sp>
        <p:graphicFrame>
          <p:nvGraphicFramePr>
            <p:cNvPr id="6147" name="Object 148"/>
            <p:cNvGraphicFramePr/>
            <p:nvPr/>
          </p:nvGraphicFramePr>
          <p:xfrm>
            <a:off x="4241" y="2795"/>
            <a:ext cx="213" cy="350"/>
          </p:xfrm>
          <a:graphic>
            <a:graphicData uri="http://schemas.openxmlformats.org/presentationml/2006/ole">
              <mc:AlternateContent xmlns:mc="http://schemas.openxmlformats.org/markup-compatibility/2006">
                <mc:Choice xmlns:v="urn:schemas-microsoft-com:vml" Requires="v">
                  <p:oleObj spid="_x0000_s3122" name="" r:id="rId27" imgW="127000" imgH="215265" progId="Equation.3">
                    <p:embed/>
                  </p:oleObj>
                </mc:Choice>
                <mc:Fallback>
                  <p:oleObj name="" r:id="rId27" imgW="127000" imgH="215265" progId="Equation.3">
                    <p:embed/>
                    <p:pic>
                      <p:nvPicPr>
                        <p:cNvPr id="0" name="图片 3121"/>
                        <p:cNvPicPr/>
                        <p:nvPr/>
                      </p:nvPicPr>
                      <p:blipFill>
                        <a:blip r:embed="rId21">
                          <a:clrChange>
                            <a:clrFrom>
                              <a:srgbClr val="000000"/>
                            </a:clrFrom>
                            <a:clrTo>
                              <a:srgbClr val="FFFFFF"/>
                            </a:clrTo>
                          </a:clrChange>
                        </a:blip>
                        <a:stretch>
                          <a:fillRect/>
                        </a:stretch>
                      </p:blipFill>
                      <p:spPr>
                        <a:xfrm>
                          <a:off x="4241" y="2795"/>
                          <a:ext cx="213" cy="350"/>
                        </a:xfrm>
                        <a:prstGeom prst="rect">
                          <a:avLst/>
                        </a:prstGeom>
                        <a:noFill/>
                        <a:ln w="38100">
                          <a:noFill/>
                          <a:miter/>
                        </a:ln>
                      </p:spPr>
                    </p:pic>
                  </p:oleObj>
                </mc:Fallback>
              </mc:AlternateContent>
            </a:graphicData>
          </a:graphic>
        </p:graphicFrame>
        <p:graphicFrame>
          <p:nvGraphicFramePr>
            <p:cNvPr id="6148" name="Object 149"/>
            <p:cNvGraphicFramePr/>
            <p:nvPr/>
          </p:nvGraphicFramePr>
          <p:xfrm>
            <a:off x="4810" y="3248"/>
            <a:ext cx="338" cy="354"/>
          </p:xfrm>
          <a:graphic>
            <a:graphicData uri="http://schemas.openxmlformats.org/presentationml/2006/ole">
              <mc:AlternateContent xmlns:mc="http://schemas.openxmlformats.org/markup-compatibility/2006">
                <mc:Choice xmlns:v="urn:schemas-microsoft-com:vml" Requires="v">
                  <p:oleObj spid="_x0000_s3121" name="" r:id="rId28" imgW="241300" imgH="266065" progId="Equation.3">
                    <p:embed/>
                  </p:oleObj>
                </mc:Choice>
                <mc:Fallback>
                  <p:oleObj name="" r:id="rId28" imgW="241300" imgH="266065" progId="Equation.3">
                    <p:embed/>
                    <p:pic>
                      <p:nvPicPr>
                        <p:cNvPr id="0" name="图片 3120"/>
                        <p:cNvPicPr/>
                        <p:nvPr/>
                      </p:nvPicPr>
                      <p:blipFill>
                        <a:blip r:embed="rId17">
                          <a:clrChange>
                            <a:clrFrom>
                              <a:srgbClr val="000000"/>
                            </a:clrFrom>
                            <a:clrTo>
                              <a:srgbClr val="FFFFFF"/>
                            </a:clrTo>
                          </a:clrChange>
                        </a:blip>
                        <a:stretch>
                          <a:fillRect/>
                        </a:stretch>
                      </p:blipFill>
                      <p:spPr>
                        <a:xfrm>
                          <a:off x="4810" y="3248"/>
                          <a:ext cx="338" cy="354"/>
                        </a:xfrm>
                        <a:prstGeom prst="rect">
                          <a:avLst/>
                        </a:prstGeom>
                        <a:noFill/>
                        <a:ln w="38100">
                          <a:noFill/>
                          <a:miter/>
                        </a:ln>
                      </p:spPr>
                    </p:pic>
                  </p:oleObj>
                </mc:Fallback>
              </mc:AlternateContent>
            </a:graphicData>
          </a:graphic>
        </p:graphicFrame>
        <p:graphicFrame>
          <p:nvGraphicFramePr>
            <p:cNvPr id="6149" name="Object 150"/>
            <p:cNvGraphicFramePr/>
            <p:nvPr/>
          </p:nvGraphicFramePr>
          <p:xfrm>
            <a:off x="3787" y="3294"/>
            <a:ext cx="212" cy="274"/>
          </p:xfrm>
          <a:graphic>
            <a:graphicData uri="http://schemas.openxmlformats.org/presentationml/2006/ole">
              <mc:AlternateContent xmlns:mc="http://schemas.openxmlformats.org/markup-compatibility/2006">
                <mc:Choice xmlns:v="urn:schemas-microsoft-com:vml" Requires="v">
                  <p:oleObj spid="_x0000_s3129" name="" r:id="rId29" imgW="177800" imgH="227965" progId="Equation.3">
                    <p:embed/>
                  </p:oleObj>
                </mc:Choice>
                <mc:Fallback>
                  <p:oleObj name="" r:id="rId29" imgW="177800" imgH="227965" progId="Equation.3">
                    <p:embed/>
                    <p:pic>
                      <p:nvPicPr>
                        <p:cNvPr id="0" name="图片 3128"/>
                        <p:cNvPicPr/>
                        <p:nvPr/>
                      </p:nvPicPr>
                      <p:blipFill>
                        <a:blip r:embed="rId30">
                          <a:clrChange>
                            <a:clrFrom>
                              <a:srgbClr val="000000"/>
                            </a:clrFrom>
                            <a:clrTo>
                              <a:srgbClr val="FFFFFF"/>
                            </a:clrTo>
                          </a:clrChange>
                        </a:blip>
                        <a:stretch>
                          <a:fillRect/>
                        </a:stretch>
                      </p:blipFill>
                      <p:spPr>
                        <a:xfrm>
                          <a:off x="3787" y="3294"/>
                          <a:ext cx="212" cy="274"/>
                        </a:xfrm>
                        <a:prstGeom prst="rect">
                          <a:avLst/>
                        </a:prstGeom>
                        <a:noFill/>
                        <a:ln w="38100">
                          <a:noFill/>
                          <a:miter/>
                        </a:ln>
                      </p:spPr>
                    </p:pic>
                  </p:oleObj>
                </mc:Fallback>
              </mc:AlternateContent>
            </a:graphicData>
          </a:graphic>
        </p:graphicFrame>
      </p:grpSp>
      <p:grpSp>
        <p:nvGrpSpPr>
          <p:cNvPr id="18" name="Group 151"/>
          <p:cNvGrpSpPr/>
          <p:nvPr/>
        </p:nvGrpSpPr>
        <p:grpSpPr>
          <a:xfrm>
            <a:off x="3924300" y="5157788"/>
            <a:ext cx="1655763" cy="576262"/>
            <a:chOff x="793" y="3022"/>
            <a:chExt cx="1043" cy="363"/>
          </a:xfrm>
        </p:grpSpPr>
        <p:sp>
          <p:nvSpPr>
            <p:cNvPr id="6185" name="Line 152"/>
            <p:cNvSpPr/>
            <p:nvPr/>
          </p:nvSpPr>
          <p:spPr>
            <a:xfrm>
              <a:off x="930" y="3385"/>
              <a:ext cx="725" cy="0"/>
            </a:xfrm>
            <a:prstGeom prst="line">
              <a:avLst/>
            </a:prstGeom>
            <a:ln w="76200" cap="flat" cmpd="sng">
              <a:solidFill>
                <a:srgbClr val="0066FF"/>
              </a:solidFill>
              <a:prstDash val="solid"/>
              <a:headEnd type="none" w="med" len="med"/>
              <a:tailEnd type="triangle" w="med" len="med"/>
            </a:ln>
          </p:spPr>
        </p:sp>
        <p:sp>
          <p:nvSpPr>
            <p:cNvPr id="6186" name="Text Box 153"/>
            <p:cNvSpPr txBox="1"/>
            <p:nvPr/>
          </p:nvSpPr>
          <p:spPr>
            <a:xfrm>
              <a:off x="793" y="3022"/>
              <a:ext cx="1043" cy="327"/>
            </a:xfrm>
            <a:prstGeom prst="rect">
              <a:avLst/>
            </a:prstGeom>
            <a:noFill/>
            <a:ln w="9525">
              <a:noFill/>
            </a:ln>
          </p:spPr>
          <p:txBody>
            <a:bodyPr>
              <a:spAutoFit/>
            </a:bodyPr>
            <a:p>
              <a:pPr>
                <a:spcBef>
                  <a:spcPct val="50000"/>
                </a:spcBef>
              </a:pPr>
              <a:r>
                <a:rPr lang="zh-CN" altLang="en-US" dirty="0">
                  <a:latin typeface="Arial" panose="020B0604020202020204" pitchFamily="34" charset="0"/>
                </a:rPr>
                <a:t>等效电路</a:t>
              </a:r>
              <a:endParaRPr lang="zh-CN" altLang="en-US" dirty="0">
                <a:latin typeface="Arial" panose="020B0604020202020204" pitchFamily="34" charset="0"/>
              </a:endParaRPr>
            </a:p>
          </p:txBody>
        </p:sp>
      </p:grpSp>
      <p:graphicFrame>
        <p:nvGraphicFramePr>
          <p:cNvPr id="101530" name="Object 154"/>
          <p:cNvGraphicFramePr/>
          <p:nvPr/>
        </p:nvGraphicFramePr>
        <p:xfrm>
          <a:off x="3924300" y="1052513"/>
          <a:ext cx="4968875" cy="682625"/>
        </p:xfrm>
        <a:graphic>
          <a:graphicData uri="http://schemas.openxmlformats.org/presentationml/2006/ole">
            <mc:AlternateContent xmlns:mc="http://schemas.openxmlformats.org/markup-compatibility/2006">
              <mc:Choice xmlns:v="urn:schemas-microsoft-com:vml" Requires="v">
                <p:oleObj spid="_x0000_s3128" name="" r:id="rId31" imgW="2512695" imgH="304800" progId="Equation.3">
                  <p:embed/>
                </p:oleObj>
              </mc:Choice>
              <mc:Fallback>
                <p:oleObj name="" r:id="rId31" imgW="2512695" imgH="304800" progId="Equation.3">
                  <p:embed/>
                  <p:pic>
                    <p:nvPicPr>
                      <p:cNvPr id="0" name="图片 3127"/>
                      <p:cNvPicPr/>
                      <p:nvPr/>
                    </p:nvPicPr>
                    <p:blipFill>
                      <a:blip r:embed="rId32"/>
                      <a:stretch>
                        <a:fillRect/>
                      </a:stretch>
                    </p:blipFill>
                    <p:spPr>
                      <a:xfrm>
                        <a:off x="3924300" y="1052513"/>
                        <a:ext cx="4968875" cy="682625"/>
                      </a:xfrm>
                      <a:prstGeom prst="rect">
                        <a:avLst/>
                      </a:prstGeom>
                      <a:gradFill rotWithShape="1">
                        <a:gsLst>
                          <a:gs pos="0">
                            <a:srgbClr val="0099FF"/>
                          </a:gs>
                          <a:gs pos="50000">
                            <a:schemeClr val="bg1"/>
                          </a:gs>
                          <a:gs pos="100000">
                            <a:srgbClr val="0099FF"/>
                          </a:gs>
                        </a:gsLst>
                        <a:lin ang="5400000" scaled="1"/>
                        <a:tileRect/>
                      </a:gradFill>
                      <a:ln w="38100">
                        <a:noFill/>
                        <a:miter/>
                      </a:ln>
                    </p:spPr>
                  </p:pic>
                </p:oleObj>
              </mc:Fallback>
            </mc:AlternateContent>
          </a:graphicData>
        </a:graphic>
      </p:graphicFrame>
      <p:grpSp>
        <p:nvGrpSpPr>
          <p:cNvPr id="6182" name="Group 158"/>
          <p:cNvGrpSpPr/>
          <p:nvPr/>
        </p:nvGrpSpPr>
        <p:grpSpPr>
          <a:xfrm>
            <a:off x="6588125" y="6446838"/>
            <a:ext cx="792163" cy="366712"/>
            <a:chOff x="4649" y="4020"/>
            <a:chExt cx="499" cy="231"/>
          </a:xfrm>
        </p:grpSpPr>
        <p:pic>
          <p:nvPicPr>
            <p:cNvPr id="6183" name="Picture 159" descr="78900"/>
            <p:cNvPicPr>
              <a:picLocks noChangeAspect="1"/>
            </p:cNvPicPr>
            <p:nvPr/>
          </p:nvPicPr>
          <p:blipFill>
            <a:blip r:embed="rId11"/>
            <a:stretch>
              <a:fillRect/>
            </a:stretch>
          </p:blipFill>
          <p:spPr>
            <a:xfrm>
              <a:off x="4649" y="4066"/>
              <a:ext cx="499" cy="181"/>
            </a:xfrm>
            <a:prstGeom prst="rect">
              <a:avLst/>
            </a:prstGeom>
            <a:noFill/>
            <a:ln w="9525">
              <a:noFill/>
            </a:ln>
          </p:spPr>
        </p:pic>
        <p:sp>
          <p:nvSpPr>
            <p:cNvPr id="6184" name="Text Box 160">
              <a:hlinkClick r:id="" action="ppaction://hlinkshowjump?jump=firstslide"/>
            </p:cNvPr>
            <p:cNvSpPr txBox="1"/>
            <p:nvPr/>
          </p:nvSpPr>
          <p:spPr>
            <a:xfrm>
              <a:off x="4672" y="4020"/>
              <a:ext cx="476" cy="231"/>
            </a:xfrm>
            <a:prstGeom prst="rect">
              <a:avLst/>
            </a:prstGeom>
            <a:noFill/>
            <a:ln w="9525">
              <a:noFill/>
            </a:ln>
          </p:spPr>
          <p:txBody>
            <a:bodyPr wrap="none">
              <a:spAutoFit/>
            </a:bodyPr>
            <a:p>
              <a:pPr>
                <a:spcBef>
                  <a:spcPct val="50000"/>
                </a:spcBef>
              </a:pPr>
              <a:r>
                <a:rPr lang="zh-CN" altLang="en-US" sz="1800" b="0" dirty="0">
                  <a:solidFill>
                    <a:schemeClr val="bg1"/>
                  </a:solidFill>
                  <a:latin typeface="隶书" panose="02010509060101010101" pitchFamily="49" charset="-122"/>
                  <a:ea typeface="隶书" panose="02010509060101010101" pitchFamily="49" charset="-122"/>
                </a:rPr>
                <a:t>返 回</a:t>
              </a:r>
              <a:endParaRPr lang="zh-CN" altLang="en-US" sz="1800" b="0" dirty="0">
                <a:solidFill>
                  <a:schemeClr val="bg1"/>
                </a:solidFill>
                <a:latin typeface="隶书" panose="02010509060101010101" pitchFamily="49" charset="-122"/>
                <a:ea typeface="隶书" panose="02010509060101010101" pitchFamily="49" charset="-122"/>
              </a:endParaRP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withEffect">
                                  <p:stCondLst>
                                    <p:cond delay="0"/>
                                  </p:stCondLst>
                                  <p:childTnLst>
                                    <p:set>
                                      <p:cBhvr>
                                        <p:cTn id="6" dur="1" fill="hold">
                                          <p:stCondLst>
                                            <p:cond delay="0"/>
                                          </p:stCondLst>
                                        </p:cTn>
                                        <p:tgtEl>
                                          <p:spTgt spid="101378"/>
                                        </p:tgtEl>
                                        <p:attrNameLst>
                                          <p:attrName>style.visibility</p:attrName>
                                        </p:attrNameLst>
                                      </p:cBhvr>
                                      <p:to>
                                        <p:strVal val="visible"/>
                                      </p:to>
                                    </p:set>
                                    <p:animEffect transition="in" filter="wipe(left)">
                                      <p:cBhvr>
                                        <p:cTn id="7" dur="500"/>
                                        <p:tgtEl>
                                          <p:spTgt spid="101378"/>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2"/>
                                        </p:tgtEl>
                                        <p:attrNameLst>
                                          <p:attrName>style.visibility</p:attrName>
                                        </p:attrNameLst>
                                      </p:cBhvr>
                                      <p:to>
                                        <p:strVal val="visible"/>
                                      </p:to>
                                    </p:set>
                                    <p:animEffect transition="in" filter="wipe(left)">
                                      <p:cBhvr>
                                        <p:cTn id="12" dur="1000"/>
                                        <p:tgtEl>
                                          <p:spTgt spid="2"/>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4"/>
                                        </p:tgtEl>
                                        <p:attrNameLst>
                                          <p:attrName>style.visibility</p:attrName>
                                        </p:attrNameLst>
                                      </p:cBhvr>
                                      <p:to>
                                        <p:strVal val="visible"/>
                                      </p:to>
                                    </p:set>
                                    <p:animEffect transition="in" filter="wipe(left)">
                                      <p:cBhvr>
                                        <p:cTn id="17" dur="1000"/>
                                        <p:tgtEl>
                                          <p:spTgt spid="4"/>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1" fill="hold" nodeType="clickEffect">
                                  <p:stCondLst>
                                    <p:cond delay="0"/>
                                  </p:stCondLst>
                                  <p:childTnLst>
                                    <p:set>
                                      <p:cBhvr>
                                        <p:cTn id="21" dur="1" fill="hold">
                                          <p:stCondLst>
                                            <p:cond delay="0"/>
                                          </p:stCondLst>
                                        </p:cTn>
                                        <p:tgtEl>
                                          <p:spTgt spid="3"/>
                                        </p:tgtEl>
                                        <p:attrNameLst>
                                          <p:attrName>style.visibility</p:attrName>
                                        </p:attrNameLst>
                                      </p:cBhvr>
                                      <p:to>
                                        <p:strVal val="visible"/>
                                      </p:to>
                                    </p:set>
                                    <p:animEffect transition="in" filter="wipe(up)">
                                      <p:cBhvr>
                                        <p:cTn id="22" dur="1000"/>
                                        <p:tgtEl>
                                          <p:spTgt spid="3"/>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4" fill="hold" nodeType="clickEffect">
                                  <p:stCondLst>
                                    <p:cond delay="0"/>
                                  </p:stCondLst>
                                  <p:childTnLst>
                                    <p:set>
                                      <p:cBhvr>
                                        <p:cTn id="26" dur="1" fill="hold">
                                          <p:stCondLst>
                                            <p:cond delay="0"/>
                                          </p:stCondLst>
                                        </p:cTn>
                                        <p:tgtEl>
                                          <p:spTgt spid="5"/>
                                        </p:tgtEl>
                                        <p:attrNameLst>
                                          <p:attrName>style.visibility</p:attrName>
                                        </p:attrNameLst>
                                      </p:cBhvr>
                                      <p:to>
                                        <p:strVal val="visible"/>
                                      </p:to>
                                    </p:set>
                                    <p:animEffect transition="in" filter="wipe(down)">
                                      <p:cBhvr>
                                        <p:cTn id="27" dur="1000"/>
                                        <p:tgtEl>
                                          <p:spTgt spid="5"/>
                                        </p:tgtEl>
                                      </p:cBhvr>
                                    </p:animEffect>
                                  </p:childTnLst>
                                </p:cTn>
                              </p:par>
                            </p:childTnLst>
                          </p:cTn>
                        </p:par>
                      </p:childTnLst>
                    </p:cTn>
                  </p:par>
                  <p:par>
                    <p:cTn id="28" fill="hold">
                      <p:stCondLst>
                        <p:cond delay="indefinite"/>
                      </p:stCondLst>
                      <p:childTnLst>
                        <p:par>
                          <p:cTn id="29" fill="hold">
                            <p:stCondLst>
                              <p:cond delay="0"/>
                            </p:stCondLst>
                            <p:childTnLst>
                              <p:par>
                                <p:cTn id="30" presetID="9" presetClass="entr" presetSubtype="0" fill="hold" nodeType="clickEffect">
                                  <p:stCondLst>
                                    <p:cond delay="0"/>
                                  </p:stCondLst>
                                  <p:childTnLst>
                                    <p:set>
                                      <p:cBhvr>
                                        <p:cTn id="31" dur="1" fill="hold">
                                          <p:stCondLst>
                                            <p:cond delay="0"/>
                                          </p:stCondLst>
                                        </p:cTn>
                                        <p:tgtEl>
                                          <p:spTgt spid="7"/>
                                        </p:tgtEl>
                                        <p:attrNameLst>
                                          <p:attrName>style.visibility</p:attrName>
                                        </p:attrNameLst>
                                      </p:cBhvr>
                                      <p:to>
                                        <p:strVal val="visible"/>
                                      </p:to>
                                    </p:set>
                                    <p:animEffect transition="in" filter="dissolve">
                                      <p:cBhvr>
                                        <p:cTn id="32" dur="500"/>
                                        <p:tgtEl>
                                          <p:spTgt spid="7"/>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1" fill="hold" nodeType="clickEffect">
                                  <p:stCondLst>
                                    <p:cond delay="0"/>
                                  </p:stCondLst>
                                  <p:childTnLst>
                                    <p:set>
                                      <p:cBhvr>
                                        <p:cTn id="36" dur="1" fill="hold">
                                          <p:stCondLst>
                                            <p:cond delay="0"/>
                                          </p:stCondLst>
                                        </p:cTn>
                                        <p:tgtEl>
                                          <p:spTgt spid="6"/>
                                        </p:tgtEl>
                                        <p:attrNameLst>
                                          <p:attrName>style.visibility</p:attrName>
                                        </p:attrNameLst>
                                      </p:cBhvr>
                                      <p:to>
                                        <p:strVal val="visible"/>
                                      </p:to>
                                    </p:set>
                                    <p:animEffect transition="in" filter="wipe(up)">
                                      <p:cBhvr>
                                        <p:cTn id="37" dur="1000"/>
                                        <p:tgtEl>
                                          <p:spTgt spid="6"/>
                                        </p:tgtEl>
                                      </p:cBhvr>
                                    </p:animEffect>
                                  </p:childTnLst>
                                </p:cTn>
                              </p:par>
                            </p:childTnLst>
                          </p:cTn>
                        </p:par>
                      </p:childTnLst>
                    </p:cTn>
                  </p:par>
                  <p:par>
                    <p:cTn id="38" fill="hold">
                      <p:stCondLst>
                        <p:cond delay="indefinite"/>
                      </p:stCondLst>
                      <p:childTnLst>
                        <p:par>
                          <p:cTn id="39" fill="hold">
                            <p:stCondLst>
                              <p:cond delay="0"/>
                            </p:stCondLst>
                            <p:childTnLst>
                              <p:par>
                                <p:cTn id="40" presetID="2" presetClass="entr" presetSubtype="2" fill="hold" nodeType="clickEffect">
                                  <p:stCondLst>
                                    <p:cond delay="0"/>
                                  </p:stCondLst>
                                  <p:childTnLst>
                                    <p:set>
                                      <p:cBhvr>
                                        <p:cTn id="41" dur="1" fill="hold">
                                          <p:stCondLst>
                                            <p:cond delay="0"/>
                                          </p:stCondLst>
                                        </p:cTn>
                                        <p:tgtEl>
                                          <p:spTgt spid="101530"/>
                                        </p:tgtEl>
                                        <p:attrNameLst>
                                          <p:attrName>style.visibility</p:attrName>
                                        </p:attrNameLst>
                                      </p:cBhvr>
                                      <p:to>
                                        <p:strVal val="visible"/>
                                      </p:to>
                                    </p:set>
                                    <p:anim calcmode="lin" valueType="num">
                                      <p:cBhvr additive="base">
                                        <p:cTn id="42" dur="500" fill="hold"/>
                                        <p:tgtEl>
                                          <p:spTgt spid="101530"/>
                                        </p:tgtEl>
                                        <p:attrNameLst>
                                          <p:attrName>ppt_x</p:attrName>
                                        </p:attrNameLst>
                                      </p:cBhvr>
                                      <p:tavLst>
                                        <p:tav tm="0">
                                          <p:val>
                                            <p:strVal val="1+#ppt_w/2"/>
                                          </p:val>
                                        </p:tav>
                                        <p:tav tm="100000">
                                          <p:val>
                                            <p:strVal val="#ppt_x"/>
                                          </p:val>
                                        </p:tav>
                                      </p:tavLst>
                                    </p:anim>
                                    <p:anim calcmode="lin" valueType="num">
                                      <p:cBhvr additive="base">
                                        <p:cTn id="43" dur="500" fill="hold"/>
                                        <p:tgtEl>
                                          <p:spTgt spid="101530"/>
                                        </p:tgtEl>
                                        <p:attrNameLst>
                                          <p:attrName>ppt_y</p:attrName>
                                        </p:attrNameLst>
                                      </p:cBhvr>
                                      <p:tavLst>
                                        <p:tav tm="0">
                                          <p:val>
                                            <p:strVal val="#ppt_y"/>
                                          </p:val>
                                        </p:tav>
                                        <p:tav tm="100000">
                                          <p:val>
                                            <p:strVal val="#ppt_y"/>
                                          </p:val>
                                        </p:tav>
                                      </p:tavLst>
                                    </p:anim>
                                  </p:childTnLst>
                                </p:cTn>
                              </p:par>
                            </p:childTnLst>
                          </p:cTn>
                        </p:par>
                      </p:childTnLst>
                    </p:cTn>
                  </p:par>
                  <p:par>
                    <p:cTn id="44" fill="hold">
                      <p:stCondLst>
                        <p:cond delay="indefinite"/>
                      </p:stCondLst>
                      <p:childTnLst>
                        <p:par>
                          <p:cTn id="45" fill="hold">
                            <p:stCondLst>
                              <p:cond delay="0"/>
                            </p:stCondLst>
                            <p:childTnLst>
                              <p:par>
                                <p:cTn id="46" presetID="12" presetClass="entr" presetSubtype="8" fill="hold" nodeType="clickEffect">
                                  <p:stCondLst>
                                    <p:cond delay="0"/>
                                  </p:stCondLst>
                                  <p:childTnLst>
                                    <p:set>
                                      <p:cBhvr>
                                        <p:cTn id="47" dur="1" fill="hold">
                                          <p:stCondLst>
                                            <p:cond delay="0"/>
                                          </p:stCondLst>
                                        </p:cTn>
                                        <p:tgtEl>
                                          <p:spTgt spid="8"/>
                                        </p:tgtEl>
                                        <p:attrNameLst>
                                          <p:attrName>style.visibility</p:attrName>
                                        </p:attrNameLst>
                                      </p:cBhvr>
                                      <p:to>
                                        <p:strVal val="visible"/>
                                      </p:to>
                                    </p:set>
                                    <p:animEffect transition="in" filter="slide(fromLeft)">
                                      <p:cBhvr>
                                        <p:cTn id="48" dur="500"/>
                                        <p:tgtEl>
                                          <p:spTgt spid="8"/>
                                        </p:tgtEl>
                                      </p:cBhvr>
                                    </p:animEffect>
                                  </p:childTnLst>
                                </p:cTn>
                              </p:par>
                            </p:childTnLst>
                          </p:cTn>
                        </p:par>
                        <p:par>
                          <p:cTn id="49" fill="hold">
                            <p:stCondLst>
                              <p:cond delay="500"/>
                            </p:stCondLst>
                            <p:childTnLst>
                              <p:par>
                                <p:cTn id="50" presetID="3" presetClass="entr" presetSubtype="10" fill="hold" nodeType="afterEffect">
                                  <p:stCondLst>
                                    <p:cond delay="0"/>
                                  </p:stCondLst>
                                  <p:childTnLst>
                                    <p:set>
                                      <p:cBhvr>
                                        <p:cTn id="51" dur="1" fill="hold">
                                          <p:stCondLst>
                                            <p:cond delay="0"/>
                                          </p:stCondLst>
                                        </p:cTn>
                                        <p:tgtEl>
                                          <p:spTgt spid="11"/>
                                        </p:tgtEl>
                                        <p:attrNameLst>
                                          <p:attrName>style.visibility</p:attrName>
                                        </p:attrNameLst>
                                      </p:cBhvr>
                                      <p:to>
                                        <p:strVal val="visible"/>
                                      </p:to>
                                    </p:set>
                                    <p:animEffect transition="in" filter="blinds(horizontal)">
                                      <p:cBhvr>
                                        <p:cTn id="52" dur="500"/>
                                        <p:tgtEl>
                                          <p:spTgt spid="11"/>
                                        </p:tgtEl>
                                      </p:cBhvr>
                                    </p:animEffect>
                                  </p:childTnLst>
                                </p:cTn>
                              </p:par>
                            </p:childTnLst>
                          </p:cTn>
                        </p:par>
                      </p:childTnLst>
                    </p:cTn>
                  </p:par>
                  <p:par>
                    <p:cTn id="53" fill="hold">
                      <p:stCondLst>
                        <p:cond delay="indefinite"/>
                      </p:stCondLst>
                      <p:childTnLst>
                        <p:par>
                          <p:cTn id="54" fill="hold">
                            <p:stCondLst>
                              <p:cond delay="0"/>
                            </p:stCondLst>
                            <p:childTnLst>
                              <p:par>
                                <p:cTn id="55" presetID="22" presetClass="entr" presetSubtype="8" fill="hold" grpId="0" nodeType="clickEffect">
                                  <p:stCondLst>
                                    <p:cond delay="0"/>
                                  </p:stCondLst>
                                  <p:childTnLst>
                                    <p:set>
                                      <p:cBhvr>
                                        <p:cTn id="56" dur="1" fill="hold">
                                          <p:stCondLst>
                                            <p:cond delay="0"/>
                                          </p:stCondLst>
                                        </p:cTn>
                                        <p:tgtEl>
                                          <p:spTgt spid="101495"/>
                                        </p:tgtEl>
                                        <p:attrNameLst>
                                          <p:attrName>style.visibility</p:attrName>
                                        </p:attrNameLst>
                                      </p:cBhvr>
                                      <p:to>
                                        <p:strVal val="visible"/>
                                      </p:to>
                                    </p:set>
                                    <p:animEffect transition="in" filter="wipe(left)">
                                      <p:cBhvr>
                                        <p:cTn id="57" dur="1000"/>
                                        <p:tgtEl>
                                          <p:spTgt spid="101495"/>
                                        </p:tgtEl>
                                      </p:cBhvr>
                                    </p:animEffect>
                                  </p:childTnLst>
                                </p:cTn>
                              </p:par>
                            </p:childTnLst>
                          </p:cTn>
                        </p:par>
                      </p:childTnLst>
                    </p:cTn>
                  </p:par>
                  <p:par>
                    <p:cTn id="58" fill="hold">
                      <p:stCondLst>
                        <p:cond delay="indefinite"/>
                      </p:stCondLst>
                      <p:childTnLst>
                        <p:par>
                          <p:cTn id="59" fill="hold">
                            <p:stCondLst>
                              <p:cond delay="0"/>
                            </p:stCondLst>
                            <p:childTnLst>
                              <p:par>
                                <p:cTn id="60" presetID="22" presetClass="entr" presetSubtype="8" fill="hold" nodeType="clickEffect">
                                  <p:stCondLst>
                                    <p:cond delay="0"/>
                                  </p:stCondLst>
                                  <p:childTnLst>
                                    <p:set>
                                      <p:cBhvr>
                                        <p:cTn id="61" dur="1" fill="hold">
                                          <p:stCondLst>
                                            <p:cond delay="0"/>
                                          </p:stCondLst>
                                        </p:cTn>
                                        <p:tgtEl>
                                          <p:spTgt spid="13"/>
                                        </p:tgtEl>
                                        <p:attrNameLst>
                                          <p:attrName>style.visibility</p:attrName>
                                        </p:attrNameLst>
                                      </p:cBhvr>
                                      <p:to>
                                        <p:strVal val="visible"/>
                                      </p:to>
                                    </p:set>
                                    <p:animEffect transition="in" filter="wipe(left)">
                                      <p:cBhvr>
                                        <p:cTn id="62" dur="1000"/>
                                        <p:tgtEl>
                                          <p:spTgt spid="13"/>
                                        </p:tgtEl>
                                      </p:cBhvr>
                                    </p:animEffect>
                                  </p:childTnLst>
                                </p:cTn>
                              </p:par>
                            </p:childTnLst>
                          </p:cTn>
                        </p:par>
                      </p:childTnLst>
                    </p:cTn>
                  </p:par>
                  <p:par>
                    <p:cTn id="63" fill="hold">
                      <p:stCondLst>
                        <p:cond delay="indefinite"/>
                      </p:stCondLst>
                      <p:childTnLst>
                        <p:par>
                          <p:cTn id="64" fill="hold">
                            <p:stCondLst>
                              <p:cond delay="0"/>
                            </p:stCondLst>
                            <p:childTnLst>
                              <p:par>
                                <p:cTn id="65" presetID="22" presetClass="entr" presetSubtype="8" fill="hold" nodeType="clickEffect">
                                  <p:stCondLst>
                                    <p:cond delay="0"/>
                                  </p:stCondLst>
                                  <p:childTnLst>
                                    <p:set>
                                      <p:cBhvr>
                                        <p:cTn id="66" dur="1" fill="hold">
                                          <p:stCondLst>
                                            <p:cond delay="0"/>
                                          </p:stCondLst>
                                        </p:cTn>
                                        <p:tgtEl>
                                          <p:spTgt spid="14"/>
                                        </p:tgtEl>
                                        <p:attrNameLst>
                                          <p:attrName>style.visibility</p:attrName>
                                        </p:attrNameLst>
                                      </p:cBhvr>
                                      <p:to>
                                        <p:strVal val="visible"/>
                                      </p:to>
                                    </p:set>
                                    <p:animEffect transition="in" filter="wipe(left)">
                                      <p:cBhvr>
                                        <p:cTn id="67" dur="1000"/>
                                        <p:tgtEl>
                                          <p:spTgt spid="14"/>
                                        </p:tgtEl>
                                      </p:cBhvr>
                                    </p:animEffect>
                                  </p:childTnLst>
                                </p:cTn>
                              </p:par>
                            </p:childTnLst>
                          </p:cTn>
                        </p:par>
                      </p:childTnLst>
                    </p:cTn>
                  </p:par>
                  <p:par>
                    <p:cTn id="68" fill="hold">
                      <p:stCondLst>
                        <p:cond delay="indefinite"/>
                      </p:stCondLst>
                      <p:childTnLst>
                        <p:par>
                          <p:cTn id="69" fill="hold">
                            <p:stCondLst>
                              <p:cond delay="0"/>
                            </p:stCondLst>
                            <p:childTnLst>
                              <p:par>
                                <p:cTn id="70" presetID="22" presetClass="entr" presetSubtype="4" fill="hold" nodeType="clickEffect">
                                  <p:stCondLst>
                                    <p:cond delay="0"/>
                                  </p:stCondLst>
                                  <p:childTnLst>
                                    <p:set>
                                      <p:cBhvr>
                                        <p:cTn id="71" dur="1" fill="hold">
                                          <p:stCondLst>
                                            <p:cond delay="0"/>
                                          </p:stCondLst>
                                        </p:cTn>
                                        <p:tgtEl>
                                          <p:spTgt spid="15"/>
                                        </p:tgtEl>
                                        <p:attrNameLst>
                                          <p:attrName>style.visibility</p:attrName>
                                        </p:attrNameLst>
                                      </p:cBhvr>
                                      <p:to>
                                        <p:strVal val="visible"/>
                                      </p:to>
                                    </p:set>
                                    <p:animEffect transition="in" filter="wipe(down)">
                                      <p:cBhvr>
                                        <p:cTn id="72" dur="1000"/>
                                        <p:tgtEl>
                                          <p:spTgt spid="15"/>
                                        </p:tgtEl>
                                      </p:cBhvr>
                                    </p:animEffect>
                                  </p:childTnLst>
                                </p:cTn>
                              </p:par>
                            </p:childTnLst>
                          </p:cTn>
                        </p:par>
                      </p:childTnLst>
                    </p:cTn>
                  </p:par>
                  <p:par>
                    <p:cTn id="73" fill="hold">
                      <p:stCondLst>
                        <p:cond delay="indefinite"/>
                      </p:stCondLst>
                      <p:childTnLst>
                        <p:par>
                          <p:cTn id="74" fill="hold">
                            <p:stCondLst>
                              <p:cond delay="0"/>
                            </p:stCondLst>
                            <p:childTnLst>
                              <p:par>
                                <p:cTn id="75" presetID="22" presetClass="entr" presetSubtype="1" fill="hold" nodeType="clickEffect">
                                  <p:stCondLst>
                                    <p:cond delay="0"/>
                                  </p:stCondLst>
                                  <p:childTnLst>
                                    <p:set>
                                      <p:cBhvr>
                                        <p:cTn id="76" dur="1" fill="hold">
                                          <p:stCondLst>
                                            <p:cond delay="0"/>
                                          </p:stCondLst>
                                        </p:cTn>
                                        <p:tgtEl>
                                          <p:spTgt spid="16"/>
                                        </p:tgtEl>
                                        <p:attrNameLst>
                                          <p:attrName>style.visibility</p:attrName>
                                        </p:attrNameLst>
                                      </p:cBhvr>
                                      <p:to>
                                        <p:strVal val="visible"/>
                                      </p:to>
                                    </p:set>
                                    <p:animEffect transition="in" filter="wipe(up)">
                                      <p:cBhvr>
                                        <p:cTn id="77" dur="1000"/>
                                        <p:tgtEl>
                                          <p:spTgt spid="16"/>
                                        </p:tgtEl>
                                      </p:cBhvr>
                                    </p:animEffect>
                                  </p:childTnLst>
                                </p:cTn>
                              </p:par>
                            </p:childTnLst>
                          </p:cTn>
                        </p:par>
                      </p:childTnLst>
                    </p:cTn>
                  </p:par>
                  <p:par>
                    <p:cTn id="78" fill="hold">
                      <p:stCondLst>
                        <p:cond delay="indefinite"/>
                      </p:stCondLst>
                      <p:childTnLst>
                        <p:par>
                          <p:cTn id="79" fill="hold">
                            <p:stCondLst>
                              <p:cond delay="0"/>
                            </p:stCondLst>
                            <p:childTnLst>
                              <p:par>
                                <p:cTn id="80" presetID="12" presetClass="entr" presetSubtype="8" fill="hold" nodeType="clickEffect">
                                  <p:stCondLst>
                                    <p:cond delay="0"/>
                                  </p:stCondLst>
                                  <p:childTnLst>
                                    <p:set>
                                      <p:cBhvr>
                                        <p:cTn id="81" dur="1" fill="hold">
                                          <p:stCondLst>
                                            <p:cond delay="0"/>
                                          </p:stCondLst>
                                        </p:cTn>
                                        <p:tgtEl>
                                          <p:spTgt spid="18"/>
                                        </p:tgtEl>
                                        <p:attrNameLst>
                                          <p:attrName>style.visibility</p:attrName>
                                        </p:attrNameLst>
                                      </p:cBhvr>
                                      <p:to>
                                        <p:strVal val="visible"/>
                                      </p:to>
                                    </p:set>
                                    <p:animEffect transition="in" filter="slide(fromLeft)">
                                      <p:cBhvr>
                                        <p:cTn id="82" dur="500"/>
                                        <p:tgtEl>
                                          <p:spTgt spid="18"/>
                                        </p:tgtEl>
                                      </p:cBhvr>
                                    </p:animEffect>
                                  </p:childTnLst>
                                </p:cTn>
                              </p:par>
                            </p:childTnLst>
                          </p:cTn>
                        </p:par>
                        <p:par>
                          <p:cTn id="83" fill="hold">
                            <p:stCondLst>
                              <p:cond delay="500"/>
                            </p:stCondLst>
                            <p:childTnLst>
                              <p:par>
                                <p:cTn id="84" presetID="3" presetClass="entr" presetSubtype="10" fill="hold" nodeType="afterEffect">
                                  <p:stCondLst>
                                    <p:cond delay="0"/>
                                  </p:stCondLst>
                                  <p:childTnLst>
                                    <p:set>
                                      <p:cBhvr>
                                        <p:cTn id="85" dur="1" fill="hold">
                                          <p:stCondLst>
                                            <p:cond delay="0"/>
                                          </p:stCondLst>
                                        </p:cTn>
                                        <p:tgtEl>
                                          <p:spTgt spid="17"/>
                                        </p:tgtEl>
                                        <p:attrNameLst>
                                          <p:attrName>style.visibility</p:attrName>
                                        </p:attrNameLst>
                                      </p:cBhvr>
                                      <p:to>
                                        <p:strVal val="visible"/>
                                      </p:to>
                                    </p:set>
                                    <p:animEffect transition="in" filter="blinds(horizontal)">
                                      <p:cBhvr>
                                        <p:cTn id="86" dur="50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1378" grpId="0"/>
      <p:bldP spid="101495"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4514" name="Text Box 2"/>
          <p:cNvSpPr txBox="1"/>
          <p:nvPr/>
        </p:nvSpPr>
        <p:spPr>
          <a:xfrm>
            <a:off x="395288" y="404813"/>
            <a:ext cx="1223962" cy="579437"/>
          </a:xfrm>
          <a:prstGeom prst="rect">
            <a:avLst/>
          </a:prstGeom>
          <a:noFill/>
          <a:ln w="9525">
            <a:noFill/>
          </a:ln>
        </p:spPr>
        <p:txBody>
          <a:bodyPr>
            <a:spAutoFit/>
          </a:bodyPr>
          <a:p>
            <a:pPr>
              <a:spcBef>
                <a:spcPct val="50000"/>
              </a:spcBef>
            </a:pPr>
            <a:r>
              <a:rPr lang="zh-CN" altLang="en-US" sz="3200" dirty="0">
                <a:solidFill>
                  <a:schemeClr val="bg1"/>
                </a:solidFill>
                <a:latin typeface="Times New Roman" panose="02020603050405020304" pitchFamily="18" charset="0"/>
                <a:ea typeface="宋体" panose="02010600030101010101" pitchFamily="2" charset="-122"/>
              </a:rPr>
              <a:t>例</a:t>
            </a:r>
            <a:r>
              <a:rPr lang="en-US" altLang="zh-CN" sz="3200" b="0" dirty="0">
                <a:solidFill>
                  <a:schemeClr val="bg1"/>
                </a:solidFill>
                <a:latin typeface="Times New Roman" panose="02020603050405020304" pitchFamily="18" charset="0"/>
                <a:ea typeface="宋体" panose="02010600030101010101" pitchFamily="2" charset="-122"/>
              </a:rPr>
              <a:t>1-1</a:t>
            </a:r>
            <a:r>
              <a:rPr lang="en-US" altLang="zh-CN" sz="3200" dirty="0">
                <a:solidFill>
                  <a:schemeClr val="bg1"/>
                </a:solidFill>
                <a:latin typeface="Times New Roman" panose="02020603050405020304" pitchFamily="18" charset="0"/>
                <a:ea typeface="宋体" panose="02010600030101010101" pitchFamily="2" charset="-122"/>
              </a:rPr>
              <a:t> </a:t>
            </a:r>
            <a:endParaRPr lang="en-US" altLang="zh-CN" sz="3200" dirty="0">
              <a:solidFill>
                <a:schemeClr val="bg1"/>
              </a:solidFill>
              <a:latin typeface="Times New Roman" panose="02020603050405020304" pitchFamily="18" charset="0"/>
              <a:ea typeface="宋体" panose="02010600030101010101" pitchFamily="2" charset="-122"/>
            </a:endParaRPr>
          </a:p>
        </p:txBody>
      </p:sp>
      <p:sp>
        <p:nvSpPr>
          <p:cNvPr id="64546" name="Text Box 34"/>
          <p:cNvSpPr txBox="1"/>
          <p:nvPr/>
        </p:nvSpPr>
        <p:spPr>
          <a:xfrm>
            <a:off x="1476375" y="404813"/>
            <a:ext cx="5405438" cy="519112"/>
          </a:xfrm>
          <a:prstGeom prst="rect">
            <a:avLst/>
          </a:prstGeom>
          <a:noFill/>
          <a:ln w="9525">
            <a:noFill/>
          </a:ln>
        </p:spPr>
        <p:txBody>
          <a:bodyPr wrap="none">
            <a:spAutoFit/>
          </a:bodyPr>
          <a:p>
            <a:pPr>
              <a:spcBef>
                <a:spcPct val="50000"/>
              </a:spcBef>
            </a:pPr>
            <a:r>
              <a:rPr lang="zh-CN" altLang="en-US" dirty="0">
                <a:latin typeface="Times New Roman" panose="02020603050405020304" pitchFamily="18" charset="0"/>
              </a:rPr>
              <a:t>已知</a:t>
            </a:r>
            <a:r>
              <a:rPr lang="zh-CN" altLang="en-US" b="0" dirty="0">
                <a:latin typeface="Times New Roman" panose="02020603050405020304" pitchFamily="18" charset="0"/>
                <a:ea typeface="宋体" panose="02010600030101010101" pitchFamily="2" charset="-122"/>
              </a:rPr>
              <a:t>：</a:t>
            </a:r>
            <a:r>
              <a:rPr lang="en-US" altLang="zh-CN" b="0" i="1" dirty="0">
                <a:latin typeface="Times New Roman" panose="02020603050405020304" pitchFamily="18" charset="0"/>
                <a:ea typeface="宋体" panose="02010600030101010101" pitchFamily="2" charset="-122"/>
              </a:rPr>
              <a:t>R</a:t>
            </a:r>
            <a:r>
              <a:rPr lang="en-US" altLang="zh-CN" b="0" dirty="0">
                <a:latin typeface="Times New Roman" panose="02020603050405020304" pitchFamily="18" charset="0"/>
                <a:ea typeface="宋体" panose="02010600030101010101" pitchFamily="2" charset="-122"/>
              </a:rPr>
              <a:t>=15</a:t>
            </a:r>
            <a:r>
              <a:rPr lang="en-US" altLang="zh-CN" b="0" dirty="0">
                <a:latin typeface="Times New Roman" panose="02020603050405020304" pitchFamily="18" charset="0"/>
                <a:ea typeface="宋体" panose="02010600030101010101" pitchFamily="2" charset="-122"/>
                <a:sym typeface="Symbol" panose="05050102010706020507" pitchFamily="18" charset="2"/>
              </a:rPr>
              <a:t>, </a:t>
            </a:r>
            <a:r>
              <a:rPr lang="en-US" altLang="zh-CN" b="0" i="1" dirty="0">
                <a:latin typeface="Times New Roman" panose="02020603050405020304" pitchFamily="18" charset="0"/>
                <a:ea typeface="宋体" panose="02010600030101010101" pitchFamily="2" charset="-122"/>
                <a:sym typeface="Symbol" panose="05050102010706020507" pitchFamily="18" charset="2"/>
              </a:rPr>
              <a:t>L</a:t>
            </a:r>
            <a:r>
              <a:rPr lang="en-US" altLang="zh-CN" b="0" dirty="0">
                <a:latin typeface="Times New Roman" panose="02020603050405020304" pitchFamily="18" charset="0"/>
                <a:ea typeface="宋体" panose="02010600030101010101" pitchFamily="2" charset="-122"/>
                <a:sym typeface="Symbol" panose="05050102010706020507" pitchFamily="18" charset="2"/>
              </a:rPr>
              <a:t>=0.3mH, </a:t>
            </a:r>
            <a:r>
              <a:rPr lang="en-US" altLang="zh-CN" b="0" i="1" dirty="0">
                <a:latin typeface="Times New Roman" panose="02020603050405020304" pitchFamily="18" charset="0"/>
                <a:ea typeface="宋体" panose="02010600030101010101" pitchFamily="2" charset="-122"/>
                <a:sym typeface="Symbol" panose="05050102010706020507" pitchFamily="18" charset="2"/>
              </a:rPr>
              <a:t>C</a:t>
            </a:r>
            <a:r>
              <a:rPr lang="en-US" altLang="zh-CN" b="0" dirty="0">
                <a:latin typeface="Times New Roman" panose="02020603050405020304" pitchFamily="18" charset="0"/>
                <a:ea typeface="宋体" panose="02010600030101010101" pitchFamily="2" charset="-122"/>
                <a:sym typeface="Symbol" panose="05050102010706020507" pitchFamily="18" charset="2"/>
              </a:rPr>
              <a:t>=0.2F,</a:t>
            </a:r>
            <a:endParaRPr lang="en-US" altLang="zh-CN" b="0" dirty="0">
              <a:latin typeface="Times New Roman" panose="02020603050405020304" pitchFamily="18" charset="0"/>
              <a:ea typeface="宋体" panose="02010600030101010101" pitchFamily="2" charset="-122"/>
            </a:endParaRPr>
          </a:p>
        </p:txBody>
      </p:sp>
      <p:graphicFrame>
        <p:nvGraphicFramePr>
          <p:cNvPr id="64547" name="Object 35"/>
          <p:cNvGraphicFramePr/>
          <p:nvPr/>
        </p:nvGraphicFramePr>
        <p:xfrm>
          <a:off x="1631950" y="836613"/>
          <a:ext cx="5661025" cy="603250"/>
        </p:xfrm>
        <a:graphic>
          <a:graphicData uri="http://schemas.openxmlformats.org/presentationml/2006/ole">
            <mc:AlternateContent xmlns:mc="http://schemas.openxmlformats.org/markup-compatibility/2006">
              <mc:Choice xmlns:v="urn:schemas-microsoft-com:vml" Requires="v">
                <p:oleObj spid="_x0000_s3123" name="" r:id="rId1" imgW="2603500" imgH="279400" progId="Equation.3">
                  <p:embed/>
                </p:oleObj>
              </mc:Choice>
              <mc:Fallback>
                <p:oleObj name="" r:id="rId1" imgW="2603500" imgH="279400" progId="Equation.3">
                  <p:embed/>
                  <p:pic>
                    <p:nvPicPr>
                      <p:cNvPr id="0" name="图片 3122"/>
                      <p:cNvPicPr/>
                      <p:nvPr/>
                    </p:nvPicPr>
                    <p:blipFill>
                      <a:blip r:embed="rId2">
                        <a:clrChange>
                          <a:clrFrom>
                            <a:srgbClr val="000000"/>
                          </a:clrFrom>
                          <a:clrTo>
                            <a:srgbClr val="FFFF00"/>
                          </a:clrTo>
                        </a:clrChange>
                      </a:blip>
                      <a:stretch>
                        <a:fillRect/>
                      </a:stretch>
                    </p:blipFill>
                    <p:spPr>
                      <a:xfrm>
                        <a:off x="1631950" y="836613"/>
                        <a:ext cx="5661025" cy="603250"/>
                      </a:xfrm>
                      <a:prstGeom prst="rect">
                        <a:avLst/>
                      </a:prstGeom>
                      <a:noFill/>
                      <a:ln w="38100">
                        <a:noFill/>
                        <a:miter/>
                      </a:ln>
                    </p:spPr>
                  </p:pic>
                </p:oleObj>
              </mc:Fallback>
            </mc:AlternateContent>
          </a:graphicData>
        </a:graphic>
      </p:graphicFrame>
      <p:sp>
        <p:nvSpPr>
          <p:cNvPr id="64548" name="Text Box 36"/>
          <p:cNvSpPr txBox="1"/>
          <p:nvPr/>
        </p:nvSpPr>
        <p:spPr>
          <a:xfrm>
            <a:off x="1258888" y="1412875"/>
            <a:ext cx="2860675" cy="519113"/>
          </a:xfrm>
          <a:prstGeom prst="rect">
            <a:avLst/>
          </a:prstGeom>
          <a:noFill/>
          <a:ln w="9525">
            <a:noFill/>
          </a:ln>
        </p:spPr>
        <p:txBody>
          <a:bodyPr wrap="none">
            <a:spAutoFit/>
          </a:bodyPr>
          <a:p>
            <a:pPr>
              <a:spcBef>
                <a:spcPct val="50000"/>
              </a:spcBef>
            </a:pPr>
            <a:r>
              <a:rPr lang="zh-CN" altLang="en-US" dirty="0">
                <a:latin typeface="Times New Roman" panose="02020603050405020304" pitchFamily="18" charset="0"/>
              </a:rPr>
              <a:t>求</a:t>
            </a:r>
            <a:r>
              <a:rPr lang="zh-CN" altLang="en-US" b="0" dirty="0">
                <a:latin typeface="Times New Roman" panose="02020603050405020304" pitchFamily="18" charset="0"/>
                <a:ea typeface="宋体" panose="02010600030101010101" pitchFamily="2" charset="-122"/>
              </a:rPr>
              <a:t> </a:t>
            </a:r>
            <a:r>
              <a:rPr lang="en-US" altLang="zh-CN" b="0" i="1" dirty="0">
                <a:latin typeface="Times New Roman" panose="02020603050405020304" pitchFamily="18" charset="0"/>
                <a:ea typeface="宋体" panose="02010600030101010101" pitchFamily="2" charset="-122"/>
              </a:rPr>
              <a:t>i</a:t>
            </a:r>
            <a:r>
              <a:rPr lang="en-US" altLang="zh-CN" b="0" dirty="0">
                <a:latin typeface="Times New Roman" panose="02020603050405020304" pitchFamily="18" charset="0"/>
                <a:ea typeface="宋体" panose="02010600030101010101" pitchFamily="2" charset="-122"/>
              </a:rPr>
              <a:t>, </a:t>
            </a:r>
            <a:r>
              <a:rPr lang="en-US" altLang="zh-CN" b="0" i="1" dirty="0">
                <a:latin typeface="Times New Roman" panose="02020603050405020304" pitchFamily="18" charset="0"/>
                <a:ea typeface="宋体" panose="02010600030101010101" pitchFamily="2" charset="-122"/>
              </a:rPr>
              <a:t>u</a:t>
            </a:r>
            <a:r>
              <a:rPr lang="en-US" altLang="zh-CN" b="0" i="1" baseline="-25000" dirty="0">
                <a:latin typeface="Times New Roman" panose="02020603050405020304" pitchFamily="18" charset="0"/>
                <a:ea typeface="宋体" panose="02010600030101010101" pitchFamily="2" charset="-122"/>
              </a:rPr>
              <a:t>R</a:t>
            </a:r>
            <a:r>
              <a:rPr lang="en-US" altLang="zh-CN" b="0" dirty="0">
                <a:latin typeface="Times New Roman" panose="02020603050405020304" pitchFamily="18" charset="0"/>
                <a:ea typeface="宋体" panose="02010600030101010101" pitchFamily="2" charset="-122"/>
              </a:rPr>
              <a:t> , </a:t>
            </a:r>
            <a:r>
              <a:rPr lang="en-US" altLang="zh-CN" b="0" i="1" dirty="0">
                <a:latin typeface="Times New Roman" panose="02020603050405020304" pitchFamily="18" charset="0"/>
                <a:ea typeface="宋体" panose="02010600030101010101" pitchFamily="2" charset="-122"/>
              </a:rPr>
              <a:t>u</a:t>
            </a:r>
            <a:r>
              <a:rPr lang="en-US" altLang="zh-CN" b="0" i="1" baseline="-25000" dirty="0">
                <a:latin typeface="Times New Roman" panose="02020603050405020304" pitchFamily="18" charset="0"/>
                <a:ea typeface="宋体" panose="02010600030101010101" pitchFamily="2" charset="-122"/>
              </a:rPr>
              <a:t>L</a:t>
            </a:r>
            <a:r>
              <a:rPr lang="en-US" altLang="zh-CN" b="0" dirty="0">
                <a:latin typeface="Times New Roman" panose="02020603050405020304" pitchFamily="18" charset="0"/>
                <a:ea typeface="宋体" panose="02010600030101010101" pitchFamily="2" charset="-122"/>
              </a:rPr>
              <a:t> ,  </a:t>
            </a:r>
            <a:r>
              <a:rPr lang="en-US" altLang="zh-CN" b="0" i="1" dirty="0">
                <a:latin typeface="Times New Roman" panose="02020603050405020304" pitchFamily="18" charset="0"/>
                <a:ea typeface="宋体" panose="02010600030101010101" pitchFamily="2" charset="-122"/>
              </a:rPr>
              <a:t>u</a:t>
            </a:r>
            <a:r>
              <a:rPr lang="en-US" altLang="zh-CN" b="0" i="1" baseline="-25000" dirty="0">
                <a:latin typeface="Times New Roman" panose="02020603050405020304" pitchFamily="18" charset="0"/>
                <a:ea typeface="宋体" panose="02010600030101010101" pitchFamily="2" charset="-122"/>
              </a:rPr>
              <a:t>C</a:t>
            </a:r>
            <a:r>
              <a:rPr lang="zh-CN" altLang="en-US" b="0" dirty="0">
                <a:latin typeface="Times New Roman" panose="02020603050405020304" pitchFamily="18" charset="0"/>
                <a:ea typeface="宋体" panose="02010600030101010101" pitchFamily="2" charset="-122"/>
              </a:rPr>
              <a:t>。</a:t>
            </a:r>
            <a:endParaRPr lang="zh-CN" altLang="en-US" b="0" dirty="0">
              <a:latin typeface="Times New Roman" panose="02020603050405020304" pitchFamily="18" charset="0"/>
              <a:ea typeface="宋体" panose="02010600030101010101" pitchFamily="2" charset="-122"/>
            </a:endParaRPr>
          </a:p>
        </p:txBody>
      </p:sp>
      <p:sp>
        <p:nvSpPr>
          <p:cNvPr id="64549" name="Text Box 37"/>
          <p:cNvSpPr txBox="1"/>
          <p:nvPr/>
        </p:nvSpPr>
        <p:spPr>
          <a:xfrm>
            <a:off x="468313" y="2133600"/>
            <a:ext cx="541337" cy="519113"/>
          </a:xfrm>
          <a:prstGeom prst="rect">
            <a:avLst/>
          </a:prstGeom>
          <a:solidFill>
            <a:srgbClr val="990033"/>
          </a:solidFill>
          <a:ln w="9525">
            <a:noFill/>
          </a:ln>
        </p:spPr>
        <p:txBody>
          <a:bodyPr wrap="none">
            <a:spAutoFit/>
          </a:bodyPr>
          <a:p>
            <a:pPr>
              <a:spcBef>
                <a:spcPct val="50000"/>
              </a:spcBef>
            </a:pPr>
            <a:r>
              <a:rPr lang="zh-CN" altLang="en-US" dirty="0">
                <a:solidFill>
                  <a:schemeClr val="bg1"/>
                </a:solidFill>
                <a:latin typeface="Times New Roman" panose="02020603050405020304" pitchFamily="18" charset="0"/>
                <a:ea typeface="宋体" panose="02010600030101010101" pitchFamily="2" charset="-122"/>
              </a:rPr>
              <a:t>解</a:t>
            </a:r>
            <a:endParaRPr lang="zh-CN" altLang="en-US" dirty="0">
              <a:solidFill>
                <a:schemeClr val="bg1"/>
              </a:solidFill>
              <a:latin typeface="Times New Roman" panose="02020603050405020304" pitchFamily="18" charset="0"/>
              <a:ea typeface="宋体" panose="02010600030101010101" pitchFamily="2" charset="-122"/>
            </a:endParaRPr>
          </a:p>
        </p:txBody>
      </p:sp>
      <p:sp>
        <p:nvSpPr>
          <p:cNvPr id="64550" name="Text Box 38"/>
          <p:cNvSpPr txBox="1"/>
          <p:nvPr/>
        </p:nvSpPr>
        <p:spPr>
          <a:xfrm>
            <a:off x="1187450" y="2133600"/>
            <a:ext cx="2663825" cy="519113"/>
          </a:xfrm>
          <a:prstGeom prst="rect">
            <a:avLst/>
          </a:prstGeom>
          <a:noFill/>
          <a:ln w="9525">
            <a:noFill/>
          </a:ln>
        </p:spPr>
        <p:txBody>
          <a:bodyPr>
            <a:spAutoFit/>
          </a:bodyPr>
          <a:p>
            <a:pPr>
              <a:spcBef>
                <a:spcPct val="50000"/>
              </a:spcBef>
            </a:pPr>
            <a:r>
              <a:rPr lang="zh-CN" altLang="en-US" dirty="0">
                <a:latin typeface="Times New Roman" panose="02020603050405020304" pitchFamily="18" charset="0"/>
              </a:rPr>
              <a:t>画出相量模型</a:t>
            </a:r>
            <a:endParaRPr lang="zh-CN" altLang="en-US" dirty="0">
              <a:latin typeface="Times New Roman" panose="02020603050405020304" pitchFamily="18" charset="0"/>
            </a:endParaRPr>
          </a:p>
        </p:txBody>
      </p:sp>
      <p:graphicFrame>
        <p:nvGraphicFramePr>
          <p:cNvPr id="64584" name="Object 72"/>
          <p:cNvGraphicFramePr/>
          <p:nvPr/>
        </p:nvGraphicFramePr>
        <p:xfrm>
          <a:off x="611188" y="5013325"/>
          <a:ext cx="3081337" cy="989013"/>
        </p:xfrm>
        <a:graphic>
          <a:graphicData uri="http://schemas.openxmlformats.org/presentationml/2006/ole">
            <mc:AlternateContent xmlns:mc="http://schemas.openxmlformats.org/markup-compatibility/2006">
              <mc:Choice xmlns:v="urn:schemas-microsoft-com:vml" Requires="v">
                <p:oleObj spid="_x0000_s3124" name="" r:id="rId3" imgW="1422400" imgH="457200" progId="Equation.3">
                  <p:embed/>
                </p:oleObj>
              </mc:Choice>
              <mc:Fallback>
                <p:oleObj name="" r:id="rId3" imgW="1422400" imgH="457200" progId="Equation.3">
                  <p:embed/>
                  <p:pic>
                    <p:nvPicPr>
                      <p:cNvPr id="0" name="图片 3123"/>
                      <p:cNvPicPr/>
                      <p:nvPr/>
                    </p:nvPicPr>
                    <p:blipFill>
                      <a:blip r:embed="rId4">
                        <a:clrChange>
                          <a:clrFrom>
                            <a:srgbClr val="000000"/>
                          </a:clrFrom>
                          <a:clrTo>
                            <a:srgbClr val="FFFFFF"/>
                          </a:clrTo>
                        </a:clrChange>
                      </a:blip>
                      <a:stretch>
                        <a:fillRect/>
                      </a:stretch>
                    </p:blipFill>
                    <p:spPr>
                      <a:xfrm>
                        <a:off x="611188" y="5013325"/>
                        <a:ext cx="3081337" cy="989013"/>
                      </a:xfrm>
                      <a:prstGeom prst="rect">
                        <a:avLst/>
                      </a:prstGeom>
                      <a:noFill/>
                      <a:ln w="38100">
                        <a:noFill/>
                        <a:miter/>
                      </a:ln>
                    </p:spPr>
                  </p:pic>
                </p:oleObj>
              </mc:Fallback>
            </mc:AlternateContent>
          </a:graphicData>
        </a:graphic>
      </p:graphicFrame>
      <p:graphicFrame>
        <p:nvGraphicFramePr>
          <p:cNvPr id="64586" name="Object 74"/>
          <p:cNvGraphicFramePr/>
          <p:nvPr/>
        </p:nvGraphicFramePr>
        <p:xfrm>
          <a:off x="468313" y="3213100"/>
          <a:ext cx="4608512" cy="1063625"/>
        </p:xfrm>
        <a:graphic>
          <a:graphicData uri="http://schemas.openxmlformats.org/presentationml/2006/ole">
            <mc:AlternateContent xmlns:mc="http://schemas.openxmlformats.org/markup-compatibility/2006">
              <mc:Choice xmlns:v="urn:schemas-microsoft-com:vml" Requires="v">
                <p:oleObj spid="_x0000_s3125" name="" r:id="rId5" imgW="2272030" imgH="520700" progId="Equation.3">
                  <p:embed/>
                </p:oleObj>
              </mc:Choice>
              <mc:Fallback>
                <p:oleObj name="" r:id="rId5" imgW="2272030" imgH="520700" progId="Equation.3">
                  <p:embed/>
                  <p:pic>
                    <p:nvPicPr>
                      <p:cNvPr id="0" name="图片 3124"/>
                      <p:cNvPicPr/>
                      <p:nvPr/>
                    </p:nvPicPr>
                    <p:blipFill>
                      <a:blip r:embed="rId6">
                        <a:clrChange>
                          <a:clrFrom>
                            <a:srgbClr val="000000"/>
                          </a:clrFrom>
                          <a:clrTo>
                            <a:srgbClr val="FFFFFF"/>
                          </a:clrTo>
                        </a:clrChange>
                      </a:blip>
                      <a:stretch>
                        <a:fillRect/>
                      </a:stretch>
                    </p:blipFill>
                    <p:spPr>
                      <a:xfrm>
                        <a:off x="468313" y="3213100"/>
                        <a:ext cx="4608512" cy="1063625"/>
                      </a:xfrm>
                      <a:prstGeom prst="rect">
                        <a:avLst/>
                      </a:prstGeom>
                      <a:noFill/>
                      <a:ln w="38100">
                        <a:noFill/>
                        <a:miter/>
                      </a:ln>
                    </p:spPr>
                  </p:pic>
                </p:oleObj>
              </mc:Fallback>
            </mc:AlternateContent>
          </a:graphicData>
        </a:graphic>
      </p:graphicFrame>
      <p:graphicFrame>
        <p:nvGraphicFramePr>
          <p:cNvPr id="64587" name="Object 75"/>
          <p:cNvGraphicFramePr/>
          <p:nvPr/>
        </p:nvGraphicFramePr>
        <p:xfrm>
          <a:off x="684213" y="4149725"/>
          <a:ext cx="6835775" cy="914400"/>
        </p:xfrm>
        <a:graphic>
          <a:graphicData uri="http://schemas.openxmlformats.org/presentationml/2006/ole">
            <mc:AlternateContent xmlns:mc="http://schemas.openxmlformats.org/markup-compatibility/2006">
              <mc:Choice xmlns:v="urn:schemas-microsoft-com:vml" Requires="v">
                <p:oleObj spid="_x0000_s3126" name="" r:id="rId7" imgW="3403600" imgH="457200" progId="Equation.3">
                  <p:embed/>
                </p:oleObj>
              </mc:Choice>
              <mc:Fallback>
                <p:oleObj name="" r:id="rId7" imgW="3403600" imgH="457200" progId="Equation.3">
                  <p:embed/>
                  <p:pic>
                    <p:nvPicPr>
                      <p:cNvPr id="0" name="图片 3125"/>
                      <p:cNvPicPr/>
                      <p:nvPr/>
                    </p:nvPicPr>
                    <p:blipFill>
                      <a:blip r:embed="rId8">
                        <a:clrChange>
                          <a:clrFrom>
                            <a:srgbClr val="000000"/>
                          </a:clrFrom>
                          <a:clrTo>
                            <a:srgbClr val="FFFFFF"/>
                          </a:clrTo>
                        </a:clrChange>
                      </a:blip>
                      <a:stretch>
                        <a:fillRect/>
                      </a:stretch>
                    </p:blipFill>
                    <p:spPr>
                      <a:xfrm>
                        <a:off x="684213" y="4149725"/>
                        <a:ext cx="6835775" cy="914400"/>
                      </a:xfrm>
                      <a:prstGeom prst="rect">
                        <a:avLst/>
                      </a:prstGeom>
                      <a:noFill/>
                      <a:ln w="38100">
                        <a:noFill/>
                        <a:miter/>
                      </a:ln>
                    </p:spPr>
                  </p:pic>
                </p:oleObj>
              </mc:Fallback>
            </mc:AlternateContent>
          </a:graphicData>
        </a:graphic>
      </p:graphicFrame>
      <p:graphicFrame>
        <p:nvGraphicFramePr>
          <p:cNvPr id="64588" name="Object 76"/>
          <p:cNvGraphicFramePr/>
          <p:nvPr/>
        </p:nvGraphicFramePr>
        <p:xfrm>
          <a:off x="3851275" y="5300663"/>
          <a:ext cx="3602038" cy="493712"/>
        </p:xfrm>
        <a:graphic>
          <a:graphicData uri="http://schemas.openxmlformats.org/presentationml/2006/ole">
            <mc:AlternateContent xmlns:mc="http://schemas.openxmlformats.org/markup-compatibility/2006">
              <mc:Choice xmlns:v="urn:schemas-microsoft-com:vml" Requires="v">
                <p:oleObj spid="_x0000_s3120" name="" r:id="rId9" imgW="1663700" imgH="228600" progId="Equation.3">
                  <p:embed/>
                </p:oleObj>
              </mc:Choice>
              <mc:Fallback>
                <p:oleObj name="" r:id="rId9" imgW="1663700" imgH="228600" progId="Equation.3">
                  <p:embed/>
                  <p:pic>
                    <p:nvPicPr>
                      <p:cNvPr id="0" name="图片 3119"/>
                      <p:cNvPicPr/>
                      <p:nvPr/>
                    </p:nvPicPr>
                    <p:blipFill>
                      <a:blip r:embed="rId10">
                        <a:clrChange>
                          <a:clrFrom>
                            <a:srgbClr val="000000"/>
                          </a:clrFrom>
                          <a:clrTo>
                            <a:srgbClr val="FFFFFF"/>
                          </a:clrTo>
                        </a:clrChange>
                      </a:blip>
                      <a:stretch>
                        <a:fillRect/>
                      </a:stretch>
                    </p:blipFill>
                    <p:spPr>
                      <a:xfrm>
                        <a:off x="3851275" y="5300663"/>
                        <a:ext cx="3602038" cy="493712"/>
                      </a:xfrm>
                      <a:prstGeom prst="rect">
                        <a:avLst/>
                      </a:prstGeom>
                      <a:noFill/>
                      <a:ln w="38100">
                        <a:noFill/>
                        <a:miter/>
                      </a:ln>
                    </p:spPr>
                  </p:pic>
                </p:oleObj>
              </mc:Fallback>
            </mc:AlternateContent>
          </a:graphicData>
        </a:graphic>
      </p:graphicFrame>
      <p:grpSp>
        <p:nvGrpSpPr>
          <p:cNvPr id="7188" name="Group 150"/>
          <p:cNvGrpSpPr/>
          <p:nvPr/>
        </p:nvGrpSpPr>
        <p:grpSpPr>
          <a:xfrm>
            <a:off x="8316913" y="6446838"/>
            <a:ext cx="792162" cy="366712"/>
            <a:chOff x="5193" y="4020"/>
            <a:chExt cx="499" cy="231"/>
          </a:xfrm>
        </p:grpSpPr>
        <p:pic>
          <p:nvPicPr>
            <p:cNvPr id="7263" name="Picture 151" descr="78900"/>
            <p:cNvPicPr>
              <a:picLocks noChangeAspect="1"/>
            </p:cNvPicPr>
            <p:nvPr/>
          </p:nvPicPr>
          <p:blipFill>
            <a:blip r:embed="rId11"/>
            <a:stretch>
              <a:fillRect/>
            </a:stretch>
          </p:blipFill>
          <p:spPr>
            <a:xfrm>
              <a:off x="5193" y="4066"/>
              <a:ext cx="499" cy="181"/>
            </a:xfrm>
            <a:prstGeom prst="rect">
              <a:avLst/>
            </a:prstGeom>
            <a:noFill/>
            <a:ln w="9525">
              <a:noFill/>
            </a:ln>
          </p:spPr>
        </p:pic>
        <p:sp>
          <p:nvSpPr>
            <p:cNvPr id="7264" name="Text Box 152">
              <a:hlinkClick r:id="" action="ppaction://hlinkshowjump?jump=nextslide"/>
            </p:cNvPr>
            <p:cNvSpPr txBox="1"/>
            <p:nvPr/>
          </p:nvSpPr>
          <p:spPr>
            <a:xfrm>
              <a:off x="5216" y="4020"/>
              <a:ext cx="476" cy="231"/>
            </a:xfrm>
            <a:prstGeom prst="rect">
              <a:avLst/>
            </a:prstGeom>
            <a:noFill/>
            <a:ln w="9525">
              <a:noFill/>
            </a:ln>
          </p:spPr>
          <p:txBody>
            <a:bodyPr wrap="none">
              <a:spAutoFit/>
            </a:bodyPr>
            <a:p>
              <a:pPr>
                <a:spcBef>
                  <a:spcPct val="50000"/>
                </a:spcBef>
              </a:pPr>
              <a:r>
                <a:rPr lang="zh-CN" altLang="en-US" sz="1800" b="0" dirty="0">
                  <a:solidFill>
                    <a:schemeClr val="bg1"/>
                  </a:solidFill>
                  <a:latin typeface="隶书" panose="02010509060101010101" pitchFamily="49" charset="-122"/>
                  <a:ea typeface="隶书" panose="02010509060101010101" pitchFamily="49" charset="-122"/>
                </a:rPr>
                <a:t>下 页</a:t>
              </a:r>
              <a:endParaRPr lang="zh-CN" altLang="en-US" sz="1800" b="0" dirty="0">
                <a:solidFill>
                  <a:schemeClr val="bg1"/>
                </a:solidFill>
                <a:latin typeface="隶书" panose="02010509060101010101" pitchFamily="49" charset="-122"/>
                <a:ea typeface="隶书" panose="02010509060101010101" pitchFamily="49" charset="-122"/>
              </a:endParaRPr>
            </a:p>
          </p:txBody>
        </p:sp>
      </p:grpSp>
      <p:grpSp>
        <p:nvGrpSpPr>
          <p:cNvPr id="7189" name="Group 153"/>
          <p:cNvGrpSpPr/>
          <p:nvPr/>
        </p:nvGrpSpPr>
        <p:grpSpPr>
          <a:xfrm>
            <a:off x="7453313" y="6446838"/>
            <a:ext cx="792162" cy="366712"/>
            <a:chOff x="4649" y="4020"/>
            <a:chExt cx="499" cy="231"/>
          </a:xfrm>
        </p:grpSpPr>
        <p:pic>
          <p:nvPicPr>
            <p:cNvPr id="7261" name="Picture 154" descr="78900"/>
            <p:cNvPicPr>
              <a:picLocks noChangeAspect="1"/>
            </p:cNvPicPr>
            <p:nvPr/>
          </p:nvPicPr>
          <p:blipFill>
            <a:blip r:embed="rId11"/>
            <a:stretch>
              <a:fillRect/>
            </a:stretch>
          </p:blipFill>
          <p:spPr>
            <a:xfrm>
              <a:off x="4649" y="4066"/>
              <a:ext cx="499" cy="181"/>
            </a:xfrm>
            <a:prstGeom prst="rect">
              <a:avLst/>
            </a:prstGeom>
            <a:noFill/>
            <a:ln w="9525">
              <a:noFill/>
            </a:ln>
          </p:spPr>
        </p:pic>
        <p:sp>
          <p:nvSpPr>
            <p:cNvPr id="7262" name="Text Box 155">
              <a:hlinkClick r:id="" action="ppaction://hlinkshowjump?jump=previousslide"/>
            </p:cNvPr>
            <p:cNvSpPr txBox="1"/>
            <p:nvPr/>
          </p:nvSpPr>
          <p:spPr>
            <a:xfrm>
              <a:off x="4672" y="4020"/>
              <a:ext cx="476" cy="231"/>
            </a:xfrm>
            <a:prstGeom prst="rect">
              <a:avLst/>
            </a:prstGeom>
            <a:noFill/>
            <a:ln w="9525">
              <a:noFill/>
            </a:ln>
          </p:spPr>
          <p:txBody>
            <a:bodyPr wrap="none">
              <a:spAutoFit/>
            </a:bodyPr>
            <a:p>
              <a:pPr>
                <a:spcBef>
                  <a:spcPct val="50000"/>
                </a:spcBef>
              </a:pPr>
              <a:r>
                <a:rPr lang="zh-CN" altLang="en-US" sz="1800" b="0" dirty="0">
                  <a:solidFill>
                    <a:schemeClr val="bg1"/>
                  </a:solidFill>
                  <a:latin typeface="隶书" panose="02010509060101010101" pitchFamily="49" charset="-122"/>
                  <a:ea typeface="隶书" panose="02010509060101010101" pitchFamily="49" charset="-122"/>
                </a:rPr>
                <a:t>上 页</a:t>
              </a:r>
              <a:endParaRPr lang="zh-CN" altLang="en-US" sz="1800" b="0" dirty="0">
                <a:solidFill>
                  <a:schemeClr val="bg1"/>
                </a:solidFill>
                <a:latin typeface="隶书" panose="02010509060101010101" pitchFamily="49" charset="-122"/>
                <a:ea typeface="隶书" panose="02010509060101010101" pitchFamily="49" charset="-122"/>
              </a:endParaRPr>
            </a:p>
          </p:txBody>
        </p:sp>
      </p:grpSp>
      <p:grpSp>
        <p:nvGrpSpPr>
          <p:cNvPr id="7190" name="Group 231"/>
          <p:cNvGrpSpPr/>
          <p:nvPr/>
        </p:nvGrpSpPr>
        <p:grpSpPr>
          <a:xfrm>
            <a:off x="6588125" y="6446838"/>
            <a:ext cx="792163" cy="366712"/>
            <a:chOff x="4649" y="4020"/>
            <a:chExt cx="499" cy="231"/>
          </a:xfrm>
        </p:grpSpPr>
        <p:pic>
          <p:nvPicPr>
            <p:cNvPr id="7259" name="Picture 232" descr="78900"/>
            <p:cNvPicPr>
              <a:picLocks noChangeAspect="1"/>
            </p:cNvPicPr>
            <p:nvPr/>
          </p:nvPicPr>
          <p:blipFill>
            <a:blip r:embed="rId11"/>
            <a:stretch>
              <a:fillRect/>
            </a:stretch>
          </p:blipFill>
          <p:spPr>
            <a:xfrm>
              <a:off x="4649" y="4066"/>
              <a:ext cx="499" cy="181"/>
            </a:xfrm>
            <a:prstGeom prst="rect">
              <a:avLst/>
            </a:prstGeom>
            <a:noFill/>
            <a:ln w="9525">
              <a:noFill/>
            </a:ln>
          </p:spPr>
        </p:pic>
        <p:sp>
          <p:nvSpPr>
            <p:cNvPr id="7260" name="Text Box 233">
              <a:hlinkClick r:id="" action="ppaction://hlinkshowjump?jump=firstslide"/>
            </p:cNvPr>
            <p:cNvSpPr txBox="1"/>
            <p:nvPr/>
          </p:nvSpPr>
          <p:spPr>
            <a:xfrm>
              <a:off x="4672" y="4020"/>
              <a:ext cx="476" cy="231"/>
            </a:xfrm>
            <a:prstGeom prst="rect">
              <a:avLst/>
            </a:prstGeom>
            <a:noFill/>
            <a:ln w="9525">
              <a:noFill/>
            </a:ln>
          </p:spPr>
          <p:txBody>
            <a:bodyPr wrap="none">
              <a:spAutoFit/>
            </a:bodyPr>
            <a:p>
              <a:pPr>
                <a:spcBef>
                  <a:spcPct val="50000"/>
                </a:spcBef>
              </a:pPr>
              <a:r>
                <a:rPr lang="zh-CN" altLang="en-US" sz="1800" b="0" dirty="0">
                  <a:solidFill>
                    <a:schemeClr val="bg1"/>
                  </a:solidFill>
                  <a:latin typeface="隶书" panose="02010509060101010101" pitchFamily="49" charset="-122"/>
                  <a:ea typeface="隶书" panose="02010509060101010101" pitchFamily="49" charset="-122"/>
                </a:rPr>
                <a:t>返 回</a:t>
              </a:r>
              <a:endParaRPr lang="zh-CN" altLang="en-US" sz="1800" b="0" dirty="0">
                <a:solidFill>
                  <a:schemeClr val="bg1"/>
                </a:solidFill>
                <a:latin typeface="隶书" panose="02010509060101010101" pitchFamily="49" charset="-122"/>
                <a:ea typeface="隶书" panose="02010509060101010101" pitchFamily="49" charset="-122"/>
              </a:endParaRPr>
            </a:p>
          </p:txBody>
        </p:sp>
      </p:grpSp>
      <p:grpSp>
        <p:nvGrpSpPr>
          <p:cNvPr id="5" name="Group 240"/>
          <p:cNvGrpSpPr/>
          <p:nvPr/>
        </p:nvGrpSpPr>
        <p:grpSpPr>
          <a:xfrm>
            <a:off x="5219700" y="1341438"/>
            <a:ext cx="3486150" cy="2052637"/>
            <a:chOff x="3288" y="845"/>
            <a:chExt cx="2196" cy="1293"/>
          </a:xfrm>
        </p:grpSpPr>
        <p:grpSp>
          <p:nvGrpSpPr>
            <p:cNvPr id="7225" name="Group 234"/>
            <p:cNvGrpSpPr/>
            <p:nvPr/>
          </p:nvGrpSpPr>
          <p:grpSpPr>
            <a:xfrm>
              <a:off x="3288" y="845"/>
              <a:ext cx="2196" cy="1293"/>
              <a:chOff x="3288" y="845"/>
              <a:chExt cx="2196" cy="1293"/>
            </a:xfrm>
          </p:grpSpPr>
          <p:sp>
            <p:nvSpPr>
              <p:cNvPr id="7231" name="Line 191"/>
              <p:cNvSpPr/>
              <p:nvPr/>
            </p:nvSpPr>
            <p:spPr>
              <a:xfrm>
                <a:off x="3515" y="2115"/>
                <a:ext cx="1543" cy="0"/>
              </a:xfrm>
              <a:prstGeom prst="line">
                <a:avLst/>
              </a:prstGeom>
              <a:ln w="28575" cap="flat" cmpd="sng">
                <a:solidFill>
                  <a:srgbClr val="FFCC00"/>
                </a:solidFill>
                <a:prstDash val="solid"/>
                <a:headEnd type="none" w="med" len="med"/>
                <a:tailEnd type="none" w="med" len="med"/>
              </a:ln>
            </p:spPr>
          </p:sp>
          <p:sp>
            <p:nvSpPr>
              <p:cNvPr id="7232" name="Freeform 160"/>
              <p:cNvSpPr/>
              <p:nvPr/>
            </p:nvSpPr>
            <p:spPr>
              <a:xfrm>
                <a:off x="5056" y="1707"/>
                <a:ext cx="1" cy="388"/>
              </a:xfrm>
              <a:custGeom>
                <a:avLst/>
                <a:gdLst>
                  <a:gd name="txL" fmla="*/ 0 w 1"/>
                  <a:gd name="txT" fmla="*/ 0 h 388"/>
                  <a:gd name="txR" fmla="*/ 1 w 1"/>
                  <a:gd name="txB" fmla="*/ 388 h 388"/>
                </a:gdLst>
                <a:ahLst/>
                <a:cxnLst>
                  <a:cxn ang="0">
                    <a:pos x="0" y="0"/>
                  </a:cxn>
                  <a:cxn ang="0">
                    <a:pos x="1" y="388"/>
                  </a:cxn>
                  <a:cxn ang="0">
                    <a:pos x="1" y="382"/>
                  </a:cxn>
                </a:cxnLst>
                <a:rect l="txL" t="txT" r="txR" b="txB"/>
                <a:pathLst>
                  <a:path w="1" h="388">
                    <a:moveTo>
                      <a:pt x="0" y="0"/>
                    </a:moveTo>
                    <a:lnTo>
                      <a:pt x="1" y="388"/>
                    </a:lnTo>
                    <a:lnTo>
                      <a:pt x="1" y="382"/>
                    </a:lnTo>
                  </a:path>
                </a:pathLst>
              </a:custGeom>
              <a:solidFill>
                <a:srgbClr val="FFFFFF"/>
              </a:solidFill>
              <a:ln w="28575" cap="flat" cmpd="sng">
                <a:solidFill>
                  <a:srgbClr val="FFCC00"/>
                </a:solidFill>
                <a:prstDash val="solid"/>
                <a:round/>
                <a:headEnd type="none" w="med" len="med"/>
                <a:tailEnd type="none" w="med" len="med"/>
              </a:ln>
            </p:spPr>
            <p:txBody>
              <a:bodyPr/>
              <a:p>
                <a:endParaRPr lang="zh-CN" altLang="en-US" dirty="0">
                  <a:latin typeface="楷体_GB2312" pitchFamily="49" charset="-122"/>
                </a:endParaRPr>
              </a:p>
            </p:txBody>
          </p:sp>
          <p:sp>
            <p:nvSpPr>
              <p:cNvPr id="7233" name="Text Box 161"/>
              <p:cNvSpPr txBox="1"/>
              <p:nvPr/>
            </p:nvSpPr>
            <p:spPr>
              <a:xfrm>
                <a:off x="4558" y="881"/>
                <a:ext cx="241" cy="327"/>
              </a:xfrm>
              <a:prstGeom prst="rect">
                <a:avLst/>
              </a:prstGeom>
              <a:noFill/>
              <a:ln w="9525">
                <a:noFill/>
              </a:ln>
            </p:spPr>
            <p:txBody>
              <a:bodyPr wrap="none">
                <a:spAutoFit/>
              </a:bodyPr>
              <a:p>
                <a:r>
                  <a:rPr lang="en-US" altLang="zh-CN" b="0" i="1" dirty="0">
                    <a:solidFill>
                      <a:schemeClr val="bg1"/>
                    </a:solidFill>
                    <a:latin typeface="Times New Roman" panose="02020603050405020304" pitchFamily="18" charset="0"/>
                    <a:ea typeface="宋体" panose="02010600030101010101" pitchFamily="2" charset="-122"/>
                  </a:rPr>
                  <a:t>L</a:t>
                </a:r>
                <a:endParaRPr lang="en-US" altLang="zh-CN" b="0" i="1" dirty="0">
                  <a:solidFill>
                    <a:schemeClr val="bg1"/>
                  </a:solidFill>
                  <a:latin typeface="Times New Roman" panose="02020603050405020304" pitchFamily="18" charset="0"/>
                  <a:ea typeface="宋体" panose="02010600030101010101" pitchFamily="2" charset="-122"/>
                </a:endParaRPr>
              </a:p>
            </p:txBody>
          </p:sp>
          <p:sp>
            <p:nvSpPr>
              <p:cNvPr id="7234" name="Text Box 162"/>
              <p:cNvSpPr txBox="1"/>
              <p:nvPr/>
            </p:nvSpPr>
            <p:spPr>
              <a:xfrm>
                <a:off x="4649" y="1571"/>
                <a:ext cx="265" cy="327"/>
              </a:xfrm>
              <a:prstGeom prst="rect">
                <a:avLst/>
              </a:prstGeom>
              <a:noFill/>
              <a:ln w="9525">
                <a:noFill/>
              </a:ln>
            </p:spPr>
            <p:txBody>
              <a:bodyPr wrap="none">
                <a:spAutoFit/>
              </a:bodyPr>
              <a:p>
                <a:r>
                  <a:rPr lang="en-US" altLang="zh-CN" b="0" i="1" dirty="0">
                    <a:solidFill>
                      <a:schemeClr val="bg1"/>
                    </a:solidFill>
                    <a:latin typeface="Times New Roman" panose="02020603050405020304" pitchFamily="18" charset="0"/>
                    <a:ea typeface="宋体" panose="02010600030101010101" pitchFamily="2" charset="-122"/>
                  </a:rPr>
                  <a:t>C</a:t>
                </a:r>
                <a:endParaRPr lang="en-US" altLang="zh-CN" b="0" i="1" dirty="0">
                  <a:solidFill>
                    <a:schemeClr val="bg1"/>
                  </a:solidFill>
                  <a:latin typeface="Times New Roman" panose="02020603050405020304" pitchFamily="18" charset="0"/>
                  <a:ea typeface="宋体" panose="02010600030101010101" pitchFamily="2" charset="-122"/>
                </a:endParaRPr>
              </a:p>
            </p:txBody>
          </p:sp>
          <p:sp>
            <p:nvSpPr>
              <p:cNvPr id="7235" name="Text Box 163"/>
              <p:cNvSpPr txBox="1"/>
              <p:nvPr/>
            </p:nvSpPr>
            <p:spPr>
              <a:xfrm>
                <a:off x="3833" y="845"/>
                <a:ext cx="253" cy="327"/>
              </a:xfrm>
              <a:prstGeom prst="rect">
                <a:avLst/>
              </a:prstGeom>
              <a:noFill/>
              <a:ln w="9525">
                <a:noFill/>
              </a:ln>
            </p:spPr>
            <p:txBody>
              <a:bodyPr wrap="none">
                <a:spAutoFit/>
              </a:bodyPr>
              <a:p>
                <a:r>
                  <a:rPr lang="en-US" altLang="zh-CN" b="0" i="1" dirty="0">
                    <a:solidFill>
                      <a:schemeClr val="bg1"/>
                    </a:solidFill>
                    <a:latin typeface="Times New Roman" panose="02020603050405020304" pitchFamily="18" charset="0"/>
                    <a:ea typeface="宋体" panose="02010600030101010101" pitchFamily="2" charset="-122"/>
                  </a:rPr>
                  <a:t>R</a:t>
                </a:r>
                <a:endParaRPr lang="en-US" altLang="zh-CN" b="0" i="1" dirty="0">
                  <a:solidFill>
                    <a:schemeClr val="bg1"/>
                  </a:solidFill>
                  <a:latin typeface="Times New Roman" panose="02020603050405020304" pitchFamily="18" charset="0"/>
                  <a:ea typeface="宋体" panose="02010600030101010101" pitchFamily="2" charset="-122"/>
                </a:endParaRPr>
              </a:p>
            </p:txBody>
          </p:sp>
          <p:sp>
            <p:nvSpPr>
              <p:cNvPr id="7236" name="Text Box 164"/>
              <p:cNvSpPr txBox="1"/>
              <p:nvPr/>
            </p:nvSpPr>
            <p:spPr>
              <a:xfrm>
                <a:off x="3288" y="1526"/>
                <a:ext cx="338" cy="327"/>
              </a:xfrm>
              <a:prstGeom prst="rect">
                <a:avLst/>
              </a:prstGeom>
              <a:noFill/>
              <a:ln w="9525">
                <a:noFill/>
              </a:ln>
            </p:spPr>
            <p:txBody>
              <a:bodyPr>
                <a:spAutoFit/>
              </a:bodyPr>
              <a:p>
                <a:r>
                  <a:rPr lang="en-US" altLang="zh-CN" b="0" i="1" dirty="0">
                    <a:solidFill>
                      <a:schemeClr val="bg1"/>
                    </a:solidFill>
                    <a:latin typeface="Times New Roman" panose="02020603050405020304" pitchFamily="18" charset="0"/>
                    <a:ea typeface="宋体" panose="02010600030101010101" pitchFamily="2" charset="-122"/>
                  </a:rPr>
                  <a:t>u</a:t>
                </a:r>
                <a:endParaRPr lang="en-US" altLang="zh-CN" b="0" i="1" dirty="0">
                  <a:solidFill>
                    <a:schemeClr val="bg1"/>
                  </a:solidFill>
                  <a:latin typeface="Times New Roman" panose="02020603050405020304" pitchFamily="18" charset="0"/>
                  <a:ea typeface="宋体" panose="02010600030101010101" pitchFamily="2" charset="-122"/>
                </a:endParaRPr>
              </a:p>
            </p:txBody>
          </p:sp>
          <p:sp>
            <p:nvSpPr>
              <p:cNvPr id="7237" name="Text Box 165"/>
              <p:cNvSpPr txBox="1"/>
              <p:nvPr/>
            </p:nvSpPr>
            <p:spPr>
              <a:xfrm>
                <a:off x="4513" y="1163"/>
                <a:ext cx="336" cy="327"/>
              </a:xfrm>
              <a:prstGeom prst="rect">
                <a:avLst/>
              </a:prstGeom>
              <a:noFill/>
              <a:ln w="9525">
                <a:noFill/>
              </a:ln>
            </p:spPr>
            <p:txBody>
              <a:bodyPr>
                <a:spAutoFit/>
              </a:bodyPr>
              <a:p>
                <a:r>
                  <a:rPr lang="en-US" altLang="zh-CN" b="0" i="1" dirty="0">
                    <a:solidFill>
                      <a:schemeClr val="bg1"/>
                    </a:solidFill>
                    <a:latin typeface="Times New Roman" panose="02020603050405020304" pitchFamily="18" charset="0"/>
                    <a:ea typeface="宋体" panose="02010600030101010101" pitchFamily="2" charset="-122"/>
                  </a:rPr>
                  <a:t>u</a:t>
                </a:r>
                <a:r>
                  <a:rPr lang="en-US" altLang="zh-CN" b="0" i="1" baseline="-25000" dirty="0">
                    <a:solidFill>
                      <a:schemeClr val="bg1"/>
                    </a:solidFill>
                    <a:latin typeface="Times New Roman" panose="02020603050405020304" pitchFamily="18" charset="0"/>
                    <a:ea typeface="宋体" panose="02010600030101010101" pitchFamily="2" charset="-122"/>
                  </a:rPr>
                  <a:t>L</a:t>
                </a:r>
                <a:endParaRPr lang="en-US" altLang="zh-CN" b="0" i="1" dirty="0">
                  <a:solidFill>
                    <a:schemeClr val="bg1"/>
                  </a:solidFill>
                  <a:latin typeface="Times New Roman" panose="02020603050405020304" pitchFamily="18" charset="0"/>
                  <a:ea typeface="宋体" panose="02010600030101010101" pitchFamily="2" charset="-122"/>
                </a:endParaRPr>
              </a:p>
            </p:txBody>
          </p:sp>
          <p:sp>
            <p:nvSpPr>
              <p:cNvPr id="7238" name="Text Box 166"/>
              <p:cNvSpPr txBox="1"/>
              <p:nvPr/>
            </p:nvSpPr>
            <p:spPr>
              <a:xfrm>
                <a:off x="5148" y="1480"/>
                <a:ext cx="336" cy="327"/>
              </a:xfrm>
              <a:prstGeom prst="rect">
                <a:avLst/>
              </a:prstGeom>
              <a:noFill/>
              <a:ln w="9525">
                <a:noFill/>
              </a:ln>
            </p:spPr>
            <p:txBody>
              <a:bodyPr>
                <a:spAutoFit/>
              </a:bodyPr>
              <a:p>
                <a:r>
                  <a:rPr lang="en-US" altLang="zh-CN" b="0" i="1" dirty="0">
                    <a:solidFill>
                      <a:schemeClr val="bg1"/>
                    </a:solidFill>
                    <a:latin typeface="Times New Roman" panose="02020603050405020304" pitchFamily="18" charset="0"/>
                    <a:ea typeface="宋体" panose="02010600030101010101" pitchFamily="2" charset="-122"/>
                  </a:rPr>
                  <a:t>u</a:t>
                </a:r>
                <a:r>
                  <a:rPr lang="en-US" altLang="zh-CN" b="0" i="1" baseline="-25000" dirty="0">
                    <a:solidFill>
                      <a:schemeClr val="bg1"/>
                    </a:solidFill>
                    <a:latin typeface="Times New Roman" panose="02020603050405020304" pitchFamily="18" charset="0"/>
                    <a:ea typeface="宋体" panose="02010600030101010101" pitchFamily="2" charset="-122"/>
                  </a:rPr>
                  <a:t>C</a:t>
                </a:r>
                <a:endParaRPr lang="en-US" altLang="zh-CN" b="0" i="1" dirty="0">
                  <a:solidFill>
                    <a:schemeClr val="bg1"/>
                  </a:solidFill>
                  <a:latin typeface="Times New Roman" panose="02020603050405020304" pitchFamily="18" charset="0"/>
                  <a:ea typeface="宋体" panose="02010600030101010101" pitchFamily="2" charset="-122"/>
                </a:endParaRPr>
              </a:p>
            </p:txBody>
          </p:sp>
          <p:sp>
            <p:nvSpPr>
              <p:cNvPr id="7239" name="Line 167"/>
              <p:cNvSpPr/>
              <p:nvPr/>
            </p:nvSpPr>
            <p:spPr>
              <a:xfrm>
                <a:off x="3969" y="2115"/>
                <a:ext cx="288" cy="0"/>
              </a:xfrm>
              <a:prstGeom prst="line">
                <a:avLst/>
              </a:prstGeom>
              <a:ln w="38100" cap="flat" cmpd="sng">
                <a:solidFill>
                  <a:srgbClr val="66FFFF"/>
                </a:solidFill>
                <a:prstDash val="solid"/>
                <a:headEnd type="triangle" w="med" len="med"/>
                <a:tailEnd type="none" w="sm" len="med"/>
              </a:ln>
            </p:spPr>
          </p:sp>
          <p:sp>
            <p:nvSpPr>
              <p:cNvPr id="7240" name="Text Box 168"/>
              <p:cNvSpPr txBox="1"/>
              <p:nvPr/>
            </p:nvSpPr>
            <p:spPr>
              <a:xfrm>
                <a:off x="4014" y="1797"/>
                <a:ext cx="178" cy="327"/>
              </a:xfrm>
              <a:prstGeom prst="rect">
                <a:avLst/>
              </a:prstGeom>
              <a:noFill/>
              <a:ln w="9525">
                <a:noFill/>
              </a:ln>
            </p:spPr>
            <p:txBody>
              <a:bodyPr wrap="none">
                <a:spAutoFit/>
              </a:bodyPr>
              <a:p>
                <a:r>
                  <a:rPr lang="en-US" altLang="zh-CN" b="0" i="1" dirty="0">
                    <a:solidFill>
                      <a:schemeClr val="bg1"/>
                    </a:solidFill>
                    <a:latin typeface="Times New Roman" panose="02020603050405020304" pitchFamily="18" charset="0"/>
                    <a:ea typeface="宋体" panose="02010600030101010101" pitchFamily="2" charset="-122"/>
                  </a:rPr>
                  <a:t>i</a:t>
                </a:r>
                <a:endParaRPr lang="en-US" altLang="zh-CN" b="0" i="1" dirty="0">
                  <a:solidFill>
                    <a:schemeClr val="bg1"/>
                  </a:solidFill>
                  <a:latin typeface="Times New Roman" panose="02020603050405020304" pitchFamily="18" charset="0"/>
                  <a:ea typeface="宋体" panose="02010600030101010101" pitchFamily="2" charset="-122"/>
                </a:endParaRPr>
              </a:p>
            </p:txBody>
          </p:sp>
          <p:sp>
            <p:nvSpPr>
              <p:cNvPr id="7241" name="Text Box 169"/>
              <p:cNvSpPr txBox="1"/>
              <p:nvPr/>
            </p:nvSpPr>
            <p:spPr>
              <a:xfrm>
                <a:off x="3334" y="1254"/>
                <a:ext cx="242" cy="327"/>
              </a:xfrm>
              <a:prstGeom prst="rect">
                <a:avLst/>
              </a:prstGeom>
              <a:noFill/>
              <a:ln w="9525">
                <a:noFill/>
              </a:ln>
            </p:spPr>
            <p:txBody>
              <a:bodyPr wrap="none">
                <a:spAutoFit/>
              </a:bodyPr>
              <a:p>
                <a:pPr>
                  <a:spcBef>
                    <a:spcPct val="50000"/>
                  </a:spcBef>
                </a:pPr>
                <a:r>
                  <a:rPr lang="en-US" altLang="zh-CN" b="0" dirty="0">
                    <a:solidFill>
                      <a:schemeClr val="bg1"/>
                    </a:solidFill>
                    <a:latin typeface="Times New Roman" panose="02020603050405020304" pitchFamily="18" charset="0"/>
                    <a:ea typeface="宋体" panose="02010600030101010101" pitchFamily="2" charset="-122"/>
                  </a:rPr>
                  <a:t>+</a:t>
                </a:r>
                <a:endParaRPr lang="en-US" altLang="zh-CN" b="0" dirty="0">
                  <a:solidFill>
                    <a:schemeClr val="bg1"/>
                  </a:solidFill>
                  <a:latin typeface="Times New Roman" panose="02020603050405020304" pitchFamily="18" charset="0"/>
                  <a:ea typeface="宋体" panose="02010600030101010101" pitchFamily="2" charset="-122"/>
                </a:endParaRPr>
              </a:p>
            </p:txBody>
          </p:sp>
          <p:sp>
            <p:nvSpPr>
              <p:cNvPr id="7242" name="Text Box 170"/>
              <p:cNvSpPr txBox="1"/>
              <p:nvPr/>
            </p:nvSpPr>
            <p:spPr>
              <a:xfrm>
                <a:off x="3334" y="1798"/>
                <a:ext cx="229" cy="327"/>
              </a:xfrm>
              <a:prstGeom prst="rect">
                <a:avLst/>
              </a:prstGeom>
              <a:noFill/>
              <a:ln w="9525">
                <a:noFill/>
              </a:ln>
            </p:spPr>
            <p:txBody>
              <a:bodyPr wrap="none">
                <a:spAutoFit/>
              </a:bodyPr>
              <a:p>
                <a:pPr>
                  <a:spcBef>
                    <a:spcPct val="50000"/>
                  </a:spcBef>
                </a:pPr>
                <a:r>
                  <a:rPr lang="en-US" altLang="zh-CN" b="0" dirty="0">
                    <a:solidFill>
                      <a:schemeClr val="bg1"/>
                    </a:solidFill>
                    <a:latin typeface="宋体" panose="02010600030101010101" pitchFamily="2" charset="-122"/>
                    <a:ea typeface="宋体" panose="02010600030101010101" pitchFamily="2" charset="-122"/>
                  </a:rPr>
                  <a:t>-</a:t>
                </a:r>
                <a:endParaRPr lang="en-US" altLang="zh-CN" b="0" dirty="0">
                  <a:solidFill>
                    <a:schemeClr val="bg1"/>
                  </a:solidFill>
                  <a:latin typeface="Times New Roman" panose="02020603050405020304" pitchFamily="18" charset="0"/>
                  <a:ea typeface="宋体" panose="02010600030101010101" pitchFamily="2" charset="-122"/>
                </a:endParaRPr>
              </a:p>
            </p:txBody>
          </p:sp>
          <p:sp>
            <p:nvSpPr>
              <p:cNvPr id="7243" name="Text Box 171"/>
              <p:cNvSpPr txBox="1"/>
              <p:nvPr/>
            </p:nvSpPr>
            <p:spPr>
              <a:xfrm>
                <a:off x="5103" y="1254"/>
                <a:ext cx="242" cy="327"/>
              </a:xfrm>
              <a:prstGeom prst="rect">
                <a:avLst/>
              </a:prstGeom>
              <a:noFill/>
              <a:ln w="9525">
                <a:noFill/>
              </a:ln>
            </p:spPr>
            <p:txBody>
              <a:bodyPr wrap="none">
                <a:spAutoFit/>
              </a:bodyPr>
              <a:p>
                <a:pPr>
                  <a:spcBef>
                    <a:spcPct val="50000"/>
                  </a:spcBef>
                </a:pPr>
                <a:r>
                  <a:rPr lang="en-US" altLang="zh-CN" b="0" dirty="0">
                    <a:solidFill>
                      <a:schemeClr val="bg1"/>
                    </a:solidFill>
                    <a:latin typeface="Times New Roman" panose="02020603050405020304" pitchFamily="18" charset="0"/>
                    <a:ea typeface="宋体" panose="02010600030101010101" pitchFamily="2" charset="-122"/>
                  </a:rPr>
                  <a:t>+</a:t>
                </a:r>
                <a:endParaRPr lang="en-US" altLang="zh-CN" b="0" dirty="0">
                  <a:solidFill>
                    <a:schemeClr val="bg1"/>
                  </a:solidFill>
                  <a:latin typeface="Times New Roman" panose="02020603050405020304" pitchFamily="18" charset="0"/>
                  <a:ea typeface="宋体" panose="02010600030101010101" pitchFamily="2" charset="-122"/>
                </a:endParaRPr>
              </a:p>
            </p:txBody>
          </p:sp>
          <p:sp>
            <p:nvSpPr>
              <p:cNvPr id="7244" name="Text Box 172"/>
              <p:cNvSpPr txBox="1"/>
              <p:nvPr/>
            </p:nvSpPr>
            <p:spPr>
              <a:xfrm>
                <a:off x="5057" y="1752"/>
                <a:ext cx="229" cy="327"/>
              </a:xfrm>
              <a:prstGeom prst="rect">
                <a:avLst/>
              </a:prstGeom>
              <a:noFill/>
              <a:ln w="9525">
                <a:noFill/>
              </a:ln>
            </p:spPr>
            <p:txBody>
              <a:bodyPr wrap="none">
                <a:spAutoFit/>
              </a:bodyPr>
              <a:p>
                <a:pPr>
                  <a:spcBef>
                    <a:spcPct val="50000"/>
                  </a:spcBef>
                </a:pPr>
                <a:r>
                  <a:rPr lang="en-US" altLang="zh-CN" b="0" dirty="0">
                    <a:solidFill>
                      <a:schemeClr val="bg1"/>
                    </a:solidFill>
                    <a:latin typeface="宋体" panose="02010600030101010101" pitchFamily="2" charset="-122"/>
                    <a:ea typeface="宋体" panose="02010600030101010101" pitchFamily="2" charset="-122"/>
                  </a:rPr>
                  <a:t>-</a:t>
                </a:r>
                <a:endParaRPr lang="en-US" altLang="zh-CN" b="0" dirty="0">
                  <a:solidFill>
                    <a:schemeClr val="bg1"/>
                  </a:solidFill>
                  <a:latin typeface="Times New Roman" panose="02020603050405020304" pitchFamily="18" charset="0"/>
                  <a:ea typeface="宋体" panose="02010600030101010101" pitchFamily="2" charset="-122"/>
                </a:endParaRPr>
              </a:p>
            </p:txBody>
          </p:sp>
          <p:sp>
            <p:nvSpPr>
              <p:cNvPr id="7245" name="Text Box 173"/>
              <p:cNvSpPr txBox="1"/>
              <p:nvPr/>
            </p:nvSpPr>
            <p:spPr>
              <a:xfrm>
                <a:off x="4241" y="1208"/>
                <a:ext cx="242" cy="327"/>
              </a:xfrm>
              <a:prstGeom prst="rect">
                <a:avLst/>
              </a:prstGeom>
              <a:noFill/>
              <a:ln w="9525">
                <a:noFill/>
              </a:ln>
            </p:spPr>
            <p:txBody>
              <a:bodyPr wrap="none">
                <a:spAutoFit/>
              </a:bodyPr>
              <a:p>
                <a:pPr>
                  <a:spcBef>
                    <a:spcPct val="50000"/>
                  </a:spcBef>
                </a:pPr>
                <a:r>
                  <a:rPr lang="en-US" altLang="zh-CN" b="0" dirty="0">
                    <a:solidFill>
                      <a:schemeClr val="bg1"/>
                    </a:solidFill>
                    <a:latin typeface="Times New Roman" panose="02020603050405020304" pitchFamily="18" charset="0"/>
                    <a:ea typeface="宋体" panose="02010600030101010101" pitchFamily="2" charset="-122"/>
                  </a:rPr>
                  <a:t>+</a:t>
                </a:r>
                <a:endParaRPr lang="en-US" altLang="zh-CN" b="0" dirty="0">
                  <a:solidFill>
                    <a:schemeClr val="bg1"/>
                  </a:solidFill>
                  <a:latin typeface="Times New Roman" panose="02020603050405020304" pitchFamily="18" charset="0"/>
                  <a:ea typeface="宋体" panose="02010600030101010101" pitchFamily="2" charset="-122"/>
                </a:endParaRPr>
              </a:p>
            </p:txBody>
          </p:sp>
          <p:sp>
            <p:nvSpPr>
              <p:cNvPr id="7246" name="Text Box 174"/>
              <p:cNvSpPr txBox="1"/>
              <p:nvPr/>
            </p:nvSpPr>
            <p:spPr>
              <a:xfrm>
                <a:off x="4785" y="1163"/>
                <a:ext cx="229" cy="327"/>
              </a:xfrm>
              <a:prstGeom prst="rect">
                <a:avLst/>
              </a:prstGeom>
              <a:noFill/>
              <a:ln w="9525">
                <a:noFill/>
              </a:ln>
            </p:spPr>
            <p:txBody>
              <a:bodyPr wrap="none">
                <a:spAutoFit/>
              </a:bodyPr>
              <a:p>
                <a:pPr>
                  <a:spcBef>
                    <a:spcPct val="50000"/>
                  </a:spcBef>
                </a:pPr>
                <a:r>
                  <a:rPr lang="en-US" altLang="zh-CN" b="0" dirty="0">
                    <a:solidFill>
                      <a:schemeClr val="bg1"/>
                    </a:solidFill>
                    <a:latin typeface="宋体" panose="02010600030101010101" pitchFamily="2" charset="-122"/>
                    <a:ea typeface="宋体" panose="02010600030101010101" pitchFamily="2" charset="-122"/>
                  </a:rPr>
                  <a:t>-</a:t>
                </a:r>
                <a:endParaRPr lang="en-US" altLang="zh-CN" b="0" dirty="0">
                  <a:solidFill>
                    <a:schemeClr val="bg1"/>
                  </a:solidFill>
                  <a:latin typeface="Times New Roman" panose="02020603050405020304" pitchFamily="18" charset="0"/>
                  <a:ea typeface="宋体" panose="02010600030101010101" pitchFamily="2" charset="-122"/>
                </a:endParaRPr>
              </a:p>
            </p:txBody>
          </p:sp>
          <p:sp>
            <p:nvSpPr>
              <p:cNvPr id="7247" name="Oval 175"/>
              <p:cNvSpPr/>
              <p:nvPr/>
            </p:nvSpPr>
            <p:spPr>
              <a:xfrm>
                <a:off x="3470" y="2070"/>
                <a:ext cx="68" cy="68"/>
              </a:xfrm>
              <a:prstGeom prst="ellipse">
                <a:avLst/>
              </a:prstGeom>
              <a:noFill/>
              <a:ln w="38100" cap="flat" cmpd="sng">
                <a:solidFill>
                  <a:srgbClr val="FFCC00"/>
                </a:solidFill>
                <a:prstDash val="solid"/>
                <a:headEnd type="none" w="med" len="med"/>
                <a:tailEnd type="none" w="med" len="med"/>
              </a:ln>
            </p:spPr>
            <p:txBody>
              <a:bodyPr wrap="none" anchor="ctr" anchorCtr="0"/>
              <a:p>
                <a:endParaRPr lang="zh-CN" altLang="en-US" dirty="0">
                  <a:latin typeface="楷体_GB2312" pitchFamily="49" charset="-122"/>
                </a:endParaRPr>
              </a:p>
            </p:txBody>
          </p:sp>
          <p:sp>
            <p:nvSpPr>
              <p:cNvPr id="7248" name="Oval 176"/>
              <p:cNvSpPr/>
              <p:nvPr/>
            </p:nvSpPr>
            <p:spPr>
              <a:xfrm>
                <a:off x="3470" y="1208"/>
                <a:ext cx="68" cy="68"/>
              </a:xfrm>
              <a:prstGeom prst="ellipse">
                <a:avLst/>
              </a:prstGeom>
              <a:noFill/>
              <a:ln w="38100" cap="flat" cmpd="sng">
                <a:solidFill>
                  <a:srgbClr val="FFCC00"/>
                </a:solidFill>
                <a:prstDash val="solid"/>
                <a:headEnd type="none" w="med" len="med"/>
                <a:tailEnd type="none" w="med" len="med"/>
              </a:ln>
            </p:spPr>
            <p:txBody>
              <a:bodyPr wrap="none" anchor="ctr" anchorCtr="0"/>
              <a:p>
                <a:endParaRPr lang="zh-CN" altLang="en-US" dirty="0">
                  <a:latin typeface="楷体_GB2312" pitchFamily="49" charset="-122"/>
                </a:endParaRPr>
              </a:p>
            </p:txBody>
          </p:sp>
          <p:sp>
            <p:nvSpPr>
              <p:cNvPr id="7249" name="Text Box 177"/>
              <p:cNvSpPr txBox="1"/>
              <p:nvPr/>
            </p:nvSpPr>
            <p:spPr>
              <a:xfrm>
                <a:off x="3560" y="1208"/>
                <a:ext cx="242" cy="327"/>
              </a:xfrm>
              <a:prstGeom prst="rect">
                <a:avLst/>
              </a:prstGeom>
              <a:noFill/>
              <a:ln w="9525">
                <a:noFill/>
              </a:ln>
            </p:spPr>
            <p:txBody>
              <a:bodyPr wrap="none">
                <a:spAutoFit/>
              </a:bodyPr>
              <a:p>
                <a:pPr>
                  <a:spcBef>
                    <a:spcPct val="50000"/>
                  </a:spcBef>
                </a:pPr>
                <a:r>
                  <a:rPr lang="en-US" altLang="zh-CN" b="0" dirty="0">
                    <a:solidFill>
                      <a:schemeClr val="bg1"/>
                    </a:solidFill>
                    <a:latin typeface="Times New Roman" panose="02020603050405020304" pitchFamily="18" charset="0"/>
                    <a:ea typeface="宋体" panose="02010600030101010101" pitchFamily="2" charset="-122"/>
                  </a:rPr>
                  <a:t>+</a:t>
                </a:r>
                <a:endParaRPr lang="en-US" altLang="zh-CN" b="0" dirty="0">
                  <a:solidFill>
                    <a:schemeClr val="bg1"/>
                  </a:solidFill>
                  <a:latin typeface="Times New Roman" panose="02020603050405020304" pitchFamily="18" charset="0"/>
                  <a:ea typeface="宋体" panose="02010600030101010101" pitchFamily="2" charset="-122"/>
                </a:endParaRPr>
              </a:p>
            </p:txBody>
          </p:sp>
          <p:sp>
            <p:nvSpPr>
              <p:cNvPr id="7250" name="Text Box 178"/>
              <p:cNvSpPr txBox="1"/>
              <p:nvPr/>
            </p:nvSpPr>
            <p:spPr>
              <a:xfrm>
                <a:off x="4014" y="1208"/>
                <a:ext cx="229" cy="327"/>
              </a:xfrm>
              <a:prstGeom prst="rect">
                <a:avLst/>
              </a:prstGeom>
              <a:noFill/>
              <a:ln w="9525">
                <a:noFill/>
              </a:ln>
            </p:spPr>
            <p:txBody>
              <a:bodyPr wrap="none">
                <a:spAutoFit/>
              </a:bodyPr>
              <a:p>
                <a:pPr>
                  <a:spcBef>
                    <a:spcPct val="50000"/>
                  </a:spcBef>
                </a:pPr>
                <a:r>
                  <a:rPr lang="en-US" altLang="zh-CN" b="0" dirty="0">
                    <a:solidFill>
                      <a:schemeClr val="bg1"/>
                    </a:solidFill>
                    <a:latin typeface="宋体" panose="02010600030101010101" pitchFamily="2" charset="-122"/>
                    <a:ea typeface="宋体" panose="02010600030101010101" pitchFamily="2" charset="-122"/>
                  </a:rPr>
                  <a:t>-</a:t>
                </a:r>
                <a:endParaRPr lang="en-US" altLang="zh-CN" b="0" dirty="0">
                  <a:solidFill>
                    <a:schemeClr val="bg1"/>
                  </a:solidFill>
                  <a:latin typeface="Times New Roman" panose="02020603050405020304" pitchFamily="18" charset="0"/>
                  <a:ea typeface="宋体" panose="02010600030101010101" pitchFamily="2" charset="-122"/>
                </a:endParaRPr>
              </a:p>
            </p:txBody>
          </p:sp>
          <p:sp>
            <p:nvSpPr>
              <p:cNvPr id="7251" name="Text Box 179"/>
              <p:cNvSpPr txBox="1"/>
              <p:nvPr/>
            </p:nvSpPr>
            <p:spPr>
              <a:xfrm>
                <a:off x="3742" y="1254"/>
                <a:ext cx="336" cy="327"/>
              </a:xfrm>
              <a:prstGeom prst="rect">
                <a:avLst/>
              </a:prstGeom>
              <a:noFill/>
              <a:ln w="9525">
                <a:noFill/>
              </a:ln>
            </p:spPr>
            <p:txBody>
              <a:bodyPr>
                <a:spAutoFit/>
              </a:bodyPr>
              <a:p>
                <a:r>
                  <a:rPr lang="en-US" altLang="zh-CN" b="0" i="1" dirty="0">
                    <a:solidFill>
                      <a:schemeClr val="bg1"/>
                    </a:solidFill>
                    <a:latin typeface="Times New Roman" panose="02020603050405020304" pitchFamily="18" charset="0"/>
                    <a:ea typeface="宋体" panose="02010600030101010101" pitchFamily="2" charset="-122"/>
                  </a:rPr>
                  <a:t>u</a:t>
                </a:r>
                <a:r>
                  <a:rPr lang="en-US" altLang="zh-CN" b="0" i="1" baseline="-25000" dirty="0">
                    <a:solidFill>
                      <a:schemeClr val="bg1"/>
                    </a:solidFill>
                    <a:latin typeface="Times New Roman" panose="02020603050405020304" pitchFamily="18" charset="0"/>
                    <a:ea typeface="宋体" panose="02010600030101010101" pitchFamily="2" charset="-122"/>
                  </a:rPr>
                  <a:t>R</a:t>
                </a:r>
                <a:endParaRPr lang="en-US" altLang="zh-CN" b="0" i="1" dirty="0">
                  <a:solidFill>
                    <a:schemeClr val="bg1"/>
                  </a:solidFill>
                  <a:latin typeface="Times New Roman" panose="02020603050405020304" pitchFamily="18" charset="0"/>
                  <a:ea typeface="宋体" panose="02010600030101010101" pitchFamily="2" charset="-122"/>
                </a:endParaRPr>
              </a:p>
            </p:txBody>
          </p:sp>
          <p:grpSp>
            <p:nvGrpSpPr>
              <p:cNvPr id="7252" name="Group 184"/>
              <p:cNvGrpSpPr/>
              <p:nvPr/>
            </p:nvGrpSpPr>
            <p:grpSpPr>
              <a:xfrm>
                <a:off x="4921" y="1616"/>
                <a:ext cx="240" cy="93"/>
                <a:chOff x="3787" y="2478"/>
                <a:chExt cx="240" cy="93"/>
              </a:xfrm>
            </p:grpSpPr>
            <p:sp>
              <p:nvSpPr>
                <p:cNvPr id="7257" name="Line 185"/>
                <p:cNvSpPr/>
                <p:nvPr/>
              </p:nvSpPr>
              <p:spPr>
                <a:xfrm flipV="1">
                  <a:off x="3787" y="2568"/>
                  <a:ext cx="240" cy="3"/>
                </a:xfrm>
                <a:prstGeom prst="line">
                  <a:avLst/>
                </a:prstGeom>
                <a:ln w="57150" cap="flat" cmpd="sng">
                  <a:solidFill>
                    <a:srgbClr val="FF9900"/>
                  </a:solidFill>
                  <a:prstDash val="solid"/>
                  <a:headEnd type="none" w="med" len="med"/>
                  <a:tailEnd type="none" w="med" len="med"/>
                </a:ln>
              </p:spPr>
            </p:sp>
            <p:sp>
              <p:nvSpPr>
                <p:cNvPr id="7258" name="Line 186"/>
                <p:cNvSpPr/>
                <p:nvPr/>
              </p:nvSpPr>
              <p:spPr>
                <a:xfrm>
                  <a:off x="3787" y="2478"/>
                  <a:ext cx="240" cy="1"/>
                </a:xfrm>
                <a:prstGeom prst="line">
                  <a:avLst/>
                </a:prstGeom>
                <a:ln w="57150" cap="flat" cmpd="sng">
                  <a:solidFill>
                    <a:srgbClr val="FF9900"/>
                  </a:solidFill>
                  <a:prstDash val="solid"/>
                  <a:headEnd type="none" w="med" len="med"/>
                  <a:tailEnd type="none" w="med" len="med"/>
                </a:ln>
              </p:spPr>
            </p:sp>
          </p:grpSp>
          <p:sp>
            <p:nvSpPr>
              <p:cNvPr id="7253" name="Line 187"/>
              <p:cNvSpPr/>
              <p:nvPr/>
            </p:nvSpPr>
            <p:spPr>
              <a:xfrm>
                <a:off x="4876" y="1254"/>
                <a:ext cx="181" cy="0"/>
              </a:xfrm>
              <a:prstGeom prst="line">
                <a:avLst/>
              </a:prstGeom>
              <a:ln w="28575" cap="flat" cmpd="sng">
                <a:solidFill>
                  <a:srgbClr val="FFCC00"/>
                </a:solidFill>
                <a:prstDash val="solid"/>
                <a:headEnd type="none" w="med" len="med"/>
                <a:tailEnd type="none" w="med" len="med"/>
              </a:ln>
            </p:spPr>
          </p:sp>
          <p:sp>
            <p:nvSpPr>
              <p:cNvPr id="7254" name="Line 188"/>
              <p:cNvSpPr/>
              <p:nvPr/>
            </p:nvSpPr>
            <p:spPr>
              <a:xfrm>
                <a:off x="5057" y="1254"/>
                <a:ext cx="0" cy="362"/>
              </a:xfrm>
              <a:prstGeom prst="line">
                <a:avLst/>
              </a:prstGeom>
              <a:ln w="28575" cap="flat" cmpd="sng">
                <a:solidFill>
                  <a:srgbClr val="FFCC00"/>
                </a:solidFill>
                <a:prstDash val="solid"/>
                <a:headEnd type="none" w="med" len="med"/>
                <a:tailEnd type="none" w="med" len="med"/>
              </a:ln>
            </p:spPr>
          </p:sp>
          <p:sp>
            <p:nvSpPr>
              <p:cNvPr id="7255" name="Line 189"/>
              <p:cNvSpPr/>
              <p:nvPr/>
            </p:nvSpPr>
            <p:spPr>
              <a:xfrm>
                <a:off x="3515" y="1254"/>
                <a:ext cx="953" cy="0"/>
              </a:xfrm>
              <a:prstGeom prst="line">
                <a:avLst/>
              </a:prstGeom>
              <a:ln w="28575" cap="flat" cmpd="sng">
                <a:solidFill>
                  <a:srgbClr val="FFCC00"/>
                </a:solidFill>
                <a:prstDash val="solid"/>
                <a:headEnd type="none" w="med" len="med"/>
                <a:tailEnd type="none" w="med" len="med"/>
              </a:ln>
            </p:spPr>
          </p:sp>
          <p:sp>
            <p:nvSpPr>
              <p:cNvPr id="7256" name="Rectangle 190"/>
              <p:cNvSpPr/>
              <p:nvPr/>
            </p:nvSpPr>
            <p:spPr>
              <a:xfrm>
                <a:off x="3787" y="1181"/>
                <a:ext cx="317" cy="136"/>
              </a:xfrm>
              <a:prstGeom prst="rect">
                <a:avLst/>
              </a:prstGeom>
              <a:gradFill rotWithShape="1">
                <a:gsLst>
                  <a:gs pos="0">
                    <a:srgbClr val="764700"/>
                  </a:gs>
                  <a:gs pos="50000">
                    <a:srgbClr val="FF9900"/>
                  </a:gs>
                  <a:gs pos="100000">
                    <a:srgbClr val="764700"/>
                  </a:gs>
                </a:gsLst>
                <a:lin ang="5400000" scaled="1"/>
                <a:tileRect/>
              </a:gradFill>
              <a:ln w="28575">
                <a:noFill/>
              </a:ln>
            </p:spPr>
            <p:txBody>
              <a:bodyPr wrap="none" anchor="ctr" anchorCtr="0"/>
              <a:p>
                <a:endParaRPr lang="zh-CN" altLang="en-US" dirty="0">
                  <a:latin typeface="楷体_GB2312" pitchFamily="49" charset="-122"/>
                </a:endParaRPr>
              </a:p>
            </p:txBody>
          </p:sp>
        </p:grpSp>
        <p:grpSp>
          <p:nvGrpSpPr>
            <p:cNvPr id="7226" name="Group 235"/>
            <p:cNvGrpSpPr/>
            <p:nvPr/>
          </p:nvGrpSpPr>
          <p:grpSpPr>
            <a:xfrm rot="5400000">
              <a:off x="4625" y="1002"/>
              <a:ext cx="91" cy="408"/>
              <a:chOff x="1565" y="2614"/>
              <a:chExt cx="90" cy="486"/>
            </a:xfrm>
          </p:grpSpPr>
          <p:sp>
            <p:nvSpPr>
              <p:cNvPr id="7227" name="Arc 236"/>
              <p:cNvSpPr/>
              <p:nvPr/>
            </p:nvSpPr>
            <p:spPr>
              <a:xfrm flipH="1" flipV="1">
                <a:off x="1565" y="2860"/>
                <a:ext cx="90" cy="116"/>
              </a:xfrm>
              <a:custGeom>
                <a:avLst/>
                <a:gdLst>
                  <a:gd name="txL" fmla="*/ 0 w 22723"/>
                  <a:gd name="txT" fmla="*/ 0 h 43200"/>
                  <a:gd name="txR" fmla="*/ 22723 w 22723"/>
                  <a:gd name="txB" fmla="*/ 43200 h 43200"/>
                </a:gdLst>
                <a:ahLst/>
                <a:cxnLst>
                  <a:cxn ang="0">
                    <a:pos x="1122" y="0"/>
                  </a:cxn>
                  <a:cxn ang="0">
                    <a:pos x="22723" y="21600"/>
                  </a:cxn>
                  <a:cxn ang="0">
                    <a:pos x="1123" y="43200"/>
                  </a:cxn>
                  <a:cxn ang="0">
                    <a:pos x="0" y="43170"/>
                  </a:cxn>
                  <a:cxn ang="0">
                    <a:pos x="1122" y="0"/>
                  </a:cxn>
                  <a:cxn ang="0">
                    <a:pos x="22723" y="21600"/>
                  </a:cxn>
                  <a:cxn ang="0">
                    <a:pos x="1123" y="43200"/>
                  </a:cxn>
                  <a:cxn ang="0">
                    <a:pos x="0" y="43170"/>
                  </a:cxn>
                  <a:cxn ang="0">
                    <a:pos x="1123" y="21600"/>
                  </a:cxn>
                </a:cxnLst>
                <a:rect l="txL" t="txT" r="txR" b="txB"/>
                <a:pathLst>
                  <a:path w="22723" h="43200" fill="none">
                    <a:moveTo>
                      <a:pt x="1122" y="0"/>
                    </a:moveTo>
                    <a:cubicBezTo>
                      <a:pt x="13052" y="0"/>
                      <a:pt x="22723" y="9670"/>
                      <a:pt x="22723" y="21600"/>
                    </a:cubicBezTo>
                    <a:cubicBezTo>
                      <a:pt x="22723" y="33529"/>
                      <a:pt x="13052" y="43200"/>
                      <a:pt x="1123" y="43200"/>
                    </a:cubicBezTo>
                    <a:cubicBezTo>
                      <a:pt x="748" y="43200"/>
                      <a:pt x="374" y="43190"/>
                      <a:pt x="0" y="43170"/>
                    </a:cubicBezTo>
                  </a:path>
                  <a:path w="22723" h="43200" stroke="0">
                    <a:moveTo>
                      <a:pt x="1122" y="0"/>
                    </a:moveTo>
                    <a:cubicBezTo>
                      <a:pt x="13052" y="0"/>
                      <a:pt x="22723" y="9670"/>
                      <a:pt x="22723" y="21600"/>
                    </a:cubicBezTo>
                    <a:cubicBezTo>
                      <a:pt x="22723" y="33529"/>
                      <a:pt x="13052" y="43200"/>
                      <a:pt x="1123" y="43200"/>
                    </a:cubicBezTo>
                    <a:cubicBezTo>
                      <a:pt x="748" y="43200"/>
                      <a:pt x="374" y="43190"/>
                      <a:pt x="0" y="43170"/>
                    </a:cubicBezTo>
                    <a:lnTo>
                      <a:pt x="1123" y="21600"/>
                    </a:lnTo>
                    <a:close/>
                  </a:path>
                </a:pathLst>
              </a:custGeom>
              <a:noFill/>
              <a:ln w="28575" cap="flat" cmpd="sng">
                <a:solidFill>
                  <a:srgbClr val="FF9900"/>
                </a:solidFill>
                <a:prstDash val="solid"/>
                <a:round/>
                <a:headEnd type="none" w="med" len="med"/>
                <a:tailEnd type="none" w="med" len="med"/>
              </a:ln>
            </p:spPr>
            <p:txBody>
              <a:bodyPr wrap="none" anchor="ctr" anchorCtr="0"/>
              <a:p>
                <a:endParaRPr lang="zh-CN" altLang="en-US" dirty="0">
                  <a:latin typeface="楷体_GB2312" pitchFamily="49" charset="-122"/>
                </a:endParaRPr>
              </a:p>
            </p:txBody>
          </p:sp>
          <p:sp>
            <p:nvSpPr>
              <p:cNvPr id="7228" name="Arc 237"/>
              <p:cNvSpPr/>
              <p:nvPr/>
            </p:nvSpPr>
            <p:spPr>
              <a:xfrm flipH="1" flipV="1">
                <a:off x="1565" y="2737"/>
                <a:ext cx="90" cy="116"/>
              </a:xfrm>
              <a:custGeom>
                <a:avLst/>
                <a:gdLst>
                  <a:gd name="txL" fmla="*/ 0 w 22723"/>
                  <a:gd name="txT" fmla="*/ 0 h 43200"/>
                  <a:gd name="txR" fmla="*/ 22723 w 22723"/>
                  <a:gd name="txB" fmla="*/ 43200 h 43200"/>
                </a:gdLst>
                <a:ahLst/>
                <a:cxnLst>
                  <a:cxn ang="0">
                    <a:pos x="1122" y="0"/>
                  </a:cxn>
                  <a:cxn ang="0">
                    <a:pos x="22723" y="21600"/>
                  </a:cxn>
                  <a:cxn ang="0">
                    <a:pos x="1123" y="43200"/>
                  </a:cxn>
                  <a:cxn ang="0">
                    <a:pos x="0" y="43170"/>
                  </a:cxn>
                  <a:cxn ang="0">
                    <a:pos x="1122" y="0"/>
                  </a:cxn>
                  <a:cxn ang="0">
                    <a:pos x="22723" y="21600"/>
                  </a:cxn>
                  <a:cxn ang="0">
                    <a:pos x="1123" y="43200"/>
                  </a:cxn>
                  <a:cxn ang="0">
                    <a:pos x="0" y="43170"/>
                  </a:cxn>
                  <a:cxn ang="0">
                    <a:pos x="1123" y="21600"/>
                  </a:cxn>
                </a:cxnLst>
                <a:rect l="txL" t="txT" r="txR" b="txB"/>
                <a:pathLst>
                  <a:path w="22723" h="43200" fill="none">
                    <a:moveTo>
                      <a:pt x="1122" y="0"/>
                    </a:moveTo>
                    <a:cubicBezTo>
                      <a:pt x="13052" y="0"/>
                      <a:pt x="22723" y="9670"/>
                      <a:pt x="22723" y="21600"/>
                    </a:cubicBezTo>
                    <a:cubicBezTo>
                      <a:pt x="22723" y="33529"/>
                      <a:pt x="13052" y="43200"/>
                      <a:pt x="1123" y="43200"/>
                    </a:cubicBezTo>
                    <a:cubicBezTo>
                      <a:pt x="748" y="43200"/>
                      <a:pt x="374" y="43190"/>
                      <a:pt x="0" y="43170"/>
                    </a:cubicBezTo>
                  </a:path>
                  <a:path w="22723" h="43200" stroke="0">
                    <a:moveTo>
                      <a:pt x="1122" y="0"/>
                    </a:moveTo>
                    <a:cubicBezTo>
                      <a:pt x="13052" y="0"/>
                      <a:pt x="22723" y="9670"/>
                      <a:pt x="22723" y="21600"/>
                    </a:cubicBezTo>
                    <a:cubicBezTo>
                      <a:pt x="22723" y="33529"/>
                      <a:pt x="13052" y="43200"/>
                      <a:pt x="1123" y="43200"/>
                    </a:cubicBezTo>
                    <a:cubicBezTo>
                      <a:pt x="748" y="43200"/>
                      <a:pt x="374" y="43190"/>
                      <a:pt x="0" y="43170"/>
                    </a:cubicBezTo>
                    <a:lnTo>
                      <a:pt x="1123" y="21600"/>
                    </a:lnTo>
                    <a:close/>
                  </a:path>
                </a:pathLst>
              </a:custGeom>
              <a:noFill/>
              <a:ln w="28575" cap="flat" cmpd="sng">
                <a:solidFill>
                  <a:srgbClr val="FF9900"/>
                </a:solidFill>
                <a:prstDash val="solid"/>
                <a:round/>
                <a:headEnd type="none" w="med" len="med"/>
                <a:tailEnd type="none" w="med" len="med"/>
              </a:ln>
            </p:spPr>
            <p:txBody>
              <a:bodyPr wrap="none" anchor="ctr" anchorCtr="0"/>
              <a:p>
                <a:endParaRPr lang="zh-CN" altLang="en-US" dirty="0">
                  <a:latin typeface="楷体_GB2312" pitchFamily="49" charset="-122"/>
                </a:endParaRPr>
              </a:p>
            </p:txBody>
          </p:sp>
          <p:sp>
            <p:nvSpPr>
              <p:cNvPr id="7229" name="Arc 238"/>
              <p:cNvSpPr/>
              <p:nvPr/>
            </p:nvSpPr>
            <p:spPr>
              <a:xfrm flipH="1" flipV="1">
                <a:off x="1565" y="2614"/>
                <a:ext cx="90" cy="116"/>
              </a:xfrm>
              <a:custGeom>
                <a:avLst/>
                <a:gdLst>
                  <a:gd name="txL" fmla="*/ 0 w 22723"/>
                  <a:gd name="txT" fmla="*/ 0 h 43200"/>
                  <a:gd name="txR" fmla="*/ 22723 w 22723"/>
                  <a:gd name="txB" fmla="*/ 43200 h 43200"/>
                </a:gdLst>
                <a:ahLst/>
                <a:cxnLst>
                  <a:cxn ang="0">
                    <a:pos x="1122" y="0"/>
                  </a:cxn>
                  <a:cxn ang="0">
                    <a:pos x="22723" y="21600"/>
                  </a:cxn>
                  <a:cxn ang="0">
                    <a:pos x="1123" y="43200"/>
                  </a:cxn>
                  <a:cxn ang="0">
                    <a:pos x="0" y="43170"/>
                  </a:cxn>
                  <a:cxn ang="0">
                    <a:pos x="1122" y="0"/>
                  </a:cxn>
                  <a:cxn ang="0">
                    <a:pos x="22723" y="21600"/>
                  </a:cxn>
                  <a:cxn ang="0">
                    <a:pos x="1123" y="43200"/>
                  </a:cxn>
                  <a:cxn ang="0">
                    <a:pos x="0" y="43170"/>
                  </a:cxn>
                  <a:cxn ang="0">
                    <a:pos x="1123" y="21600"/>
                  </a:cxn>
                </a:cxnLst>
                <a:rect l="txL" t="txT" r="txR" b="txB"/>
                <a:pathLst>
                  <a:path w="22723" h="43200" fill="none">
                    <a:moveTo>
                      <a:pt x="1122" y="0"/>
                    </a:moveTo>
                    <a:cubicBezTo>
                      <a:pt x="13052" y="0"/>
                      <a:pt x="22723" y="9670"/>
                      <a:pt x="22723" y="21600"/>
                    </a:cubicBezTo>
                    <a:cubicBezTo>
                      <a:pt x="22723" y="33529"/>
                      <a:pt x="13052" y="43200"/>
                      <a:pt x="1123" y="43200"/>
                    </a:cubicBezTo>
                    <a:cubicBezTo>
                      <a:pt x="748" y="43200"/>
                      <a:pt x="374" y="43190"/>
                      <a:pt x="0" y="43170"/>
                    </a:cubicBezTo>
                  </a:path>
                  <a:path w="22723" h="43200" stroke="0">
                    <a:moveTo>
                      <a:pt x="1122" y="0"/>
                    </a:moveTo>
                    <a:cubicBezTo>
                      <a:pt x="13052" y="0"/>
                      <a:pt x="22723" y="9670"/>
                      <a:pt x="22723" y="21600"/>
                    </a:cubicBezTo>
                    <a:cubicBezTo>
                      <a:pt x="22723" y="33529"/>
                      <a:pt x="13052" y="43200"/>
                      <a:pt x="1123" y="43200"/>
                    </a:cubicBezTo>
                    <a:cubicBezTo>
                      <a:pt x="748" y="43200"/>
                      <a:pt x="374" y="43190"/>
                      <a:pt x="0" y="43170"/>
                    </a:cubicBezTo>
                    <a:lnTo>
                      <a:pt x="1123" y="21600"/>
                    </a:lnTo>
                    <a:close/>
                  </a:path>
                </a:pathLst>
              </a:custGeom>
              <a:noFill/>
              <a:ln w="28575" cap="flat" cmpd="sng">
                <a:solidFill>
                  <a:srgbClr val="FF9900"/>
                </a:solidFill>
                <a:prstDash val="solid"/>
                <a:round/>
                <a:headEnd type="none" w="med" len="med"/>
                <a:tailEnd type="none" w="med" len="med"/>
              </a:ln>
            </p:spPr>
            <p:txBody>
              <a:bodyPr wrap="none" anchor="ctr" anchorCtr="0"/>
              <a:p>
                <a:endParaRPr lang="zh-CN" altLang="en-US" dirty="0">
                  <a:latin typeface="楷体_GB2312" pitchFamily="49" charset="-122"/>
                </a:endParaRPr>
              </a:p>
            </p:txBody>
          </p:sp>
          <p:sp>
            <p:nvSpPr>
              <p:cNvPr id="7230" name="Arc 239"/>
              <p:cNvSpPr/>
              <p:nvPr/>
            </p:nvSpPr>
            <p:spPr>
              <a:xfrm flipH="1" flipV="1">
                <a:off x="1565" y="2984"/>
                <a:ext cx="90" cy="116"/>
              </a:xfrm>
              <a:custGeom>
                <a:avLst/>
                <a:gdLst>
                  <a:gd name="txL" fmla="*/ 0 w 22723"/>
                  <a:gd name="txT" fmla="*/ 0 h 43200"/>
                  <a:gd name="txR" fmla="*/ 22723 w 22723"/>
                  <a:gd name="txB" fmla="*/ 43200 h 43200"/>
                </a:gdLst>
                <a:ahLst/>
                <a:cxnLst>
                  <a:cxn ang="0">
                    <a:pos x="1122" y="0"/>
                  </a:cxn>
                  <a:cxn ang="0">
                    <a:pos x="22723" y="21600"/>
                  </a:cxn>
                  <a:cxn ang="0">
                    <a:pos x="1123" y="43200"/>
                  </a:cxn>
                  <a:cxn ang="0">
                    <a:pos x="0" y="43170"/>
                  </a:cxn>
                  <a:cxn ang="0">
                    <a:pos x="1122" y="0"/>
                  </a:cxn>
                  <a:cxn ang="0">
                    <a:pos x="22723" y="21600"/>
                  </a:cxn>
                  <a:cxn ang="0">
                    <a:pos x="1123" y="43200"/>
                  </a:cxn>
                  <a:cxn ang="0">
                    <a:pos x="0" y="43170"/>
                  </a:cxn>
                  <a:cxn ang="0">
                    <a:pos x="1123" y="21600"/>
                  </a:cxn>
                </a:cxnLst>
                <a:rect l="txL" t="txT" r="txR" b="txB"/>
                <a:pathLst>
                  <a:path w="22723" h="43200" fill="none">
                    <a:moveTo>
                      <a:pt x="1122" y="0"/>
                    </a:moveTo>
                    <a:cubicBezTo>
                      <a:pt x="13052" y="0"/>
                      <a:pt x="22723" y="9670"/>
                      <a:pt x="22723" y="21600"/>
                    </a:cubicBezTo>
                    <a:cubicBezTo>
                      <a:pt x="22723" y="33529"/>
                      <a:pt x="13052" y="43200"/>
                      <a:pt x="1123" y="43200"/>
                    </a:cubicBezTo>
                    <a:cubicBezTo>
                      <a:pt x="748" y="43200"/>
                      <a:pt x="374" y="43190"/>
                      <a:pt x="0" y="43170"/>
                    </a:cubicBezTo>
                  </a:path>
                  <a:path w="22723" h="43200" stroke="0">
                    <a:moveTo>
                      <a:pt x="1122" y="0"/>
                    </a:moveTo>
                    <a:cubicBezTo>
                      <a:pt x="13052" y="0"/>
                      <a:pt x="22723" y="9670"/>
                      <a:pt x="22723" y="21600"/>
                    </a:cubicBezTo>
                    <a:cubicBezTo>
                      <a:pt x="22723" y="33529"/>
                      <a:pt x="13052" y="43200"/>
                      <a:pt x="1123" y="43200"/>
                    </a:cubicBezTo>
                    <a:cubicBezTo>
                      <a:pt x="748" y="43200"/>
                      <a:pt x="374" y="43190"/>
                      <a:pt x="0" y="43170"/>
                    </a:cubicBezTo>
                    <a:lnTo>
                      <a:pt x="1123" y="21600"/>
                    </a:lnTo>
                    <a:close/>
                  </a:path>
                </a:pathLst>
              </a:custGeom>
              <a:noFill/>
              <a:ln w="28575" cap="flat" cmpd="sng">
                <a:solidFill>
                  <a:srgbClr val="FF9900"/>
                </a:solidFill>
                <a:prstDash val="solid"/>
                <a:round/>
                <a:headEnd type="none" w="med" len="med"/>
                <a:tailEnd type="none" w="med" len="med"/>
              </a:ln>
            </p:spPr>
            <p:txBody>
              <a:bodyPr wrap="none" anchor="ctr" anchorCtr="0"/>
              <a:p>
                <a:endParaRPr lang="zh-CN" altLang="en-US" dirty="0">
                  <a:latin typeface="楷体_GB2312" pitchFamily="49" charset="-122"/>
                </a:endParaRPr>
              </a:p>
            </p:txBody>
          </p:sp>
        </p:grpSp>
      </p:grpSp>
      <p:grpSp>
        <p:nvGrpSpPr>
          <p:cNvPr id="9" name="Group 241"/>
          <p:cNvGrpSpPr/>
          <p:nvPr/>
        </p:nvGrpSpPr>
        <p:grpSpPr>
          <a:xfrm>
            <a:off x="5292725" y="1484313"/>
            <a:ext cx="3671888" cy="2305050"/>
            <a:chOff x="1610" y="2205"/>
            <a:chExt cx="2313" cy="1452"/>
          </a:xfrm>
        </p:grpSpPr>
        <p:sp>
          <p:nvSpPr>
            <p:cNvPr id="7197" name="Rectangle 242"/>
            <p:cNvSpPr/>
            <p:nvPr/>
          </p:nvSpPr>
          <p:spPr>
            <a:xfrm>
              <a:off x="1610" y="2205"/>
              <a:ext cx="2313" cy="1452"/>
            </a:xfrm>
            <a:prstGeom prst="rect">
              <a:avLst/>
            </a:prstGeom>
            <a:solidFill>
              <a:srgbClr val="777777"/>
            </a:solidFill>
            <a:ln w="9525">
              <a:noFill/>
            </a:ln>
          </p:spPr>
          <p:txBody>
            <a:bodyPr wrap="none" anchor="ctr" anchorCtr="0"/>
            <a:p>
              <a:endParaRPr lang="zh-CN" altLang="en-US" dirty="0">
                <a:latin typeface="楷体_GB2312" pitchFamily="49" charset="-122"/>
              </a:endParaRPr>
            </a:p>
          </p:txBody>
        </p:sp>
        <p:sp>
          <p:nvSpPr>
            <p:cNvPr id="7198" name="Freeform 243"/>
            <p:cNvSpPr/>
            <p:nvPr/>
          </p:nvSpPr>
          <p:spPr>
            <a:xfrm>
              <a:off x="3423" y="3113"/>
              <a:ext cx="1" cy="388"/>
            </a:xfrm>
            <a:custGeom>
              <a:avLst/>
              <a:gdLst>
                <a:gd name="txL" fmla="*/ 0 w 1"/>
                <a:gd name="txT" fmla="*/ 0 h 388"/>
                <a:gd name="txR" fmla="*/ 1 w 1"/>
                <a:gd name="txB" fmla="*/ 388 h 388"/>
              </a:gdLst>
              <a:ahLst/>
              <a:cxnLst>
                <a:cxn ang="0">
                  <a:pos x="0" y="0"/>
                </a:cxn>
                <a:cxn ang="0">
                  <a:pos x="1" y="388"/>
                </a:cxn>
                <a:cxn ang="0">
                  <a:pos x="1" y="382"/>
                </a:cxn>
              </a:cxnLst>
              <a:rect l="txL" t="txT" r="txR" b="txB"/>
              <a:pathLst>
                <a:path w="1" h="388">
                  <a:moveTo>
                    <a:pt x="0" y="0"/>
                  </a:moveTo>
                  <a:lnTo>
                    <a:pt x="1" y="388"/>
                  </a:lnTo>
                  <a:lnTo>
                    <a:pt x="1" y="382"/>
                  </a:lnTo>
                </a:path>
              </a:pathLst>
            </a:custGeom>
            <a:solidFill>
              <a:srgbClr val="FFFFFF"/>
            </a:solidFill>
            <a:ln w="28575" cap="flat" cmpd="sng">
              <a:solidFill>
                <a:srgbClr val="FFCC00"/>
              </a:solidFill>
              <a:prstDash val="solid"/>
              <a:round/>
              <a:headEnd type="none" w="med" len="med"/>
              <a:tailEnd type="none" w="med" len="med"/>
            </a:ln>
          </p:spPr>
          <p:txBody>
            <a:bodyPr/>
            <a:p>
              <a:endParaRPr lang="zh-CN" altLang="en-US" dirty="0">
                <a:latin typeface="楷体_GB2312" pitchFamily="49" charset="-122"/>
              </a:endParaRPr>
            </a:p>
          </p:txBody>
        </p:sp>
        <p:sp>
          <p:nvSpPr>
            <p:cNvPr id="7199" name="Text Box 244"/>
            <p:cNvSpPr txBox="1"/>
            <p:nvPr/>
          </p:nvSpPr>
          <p:spPr>
            <a:xfrm>
              <a:off x="2200" y="2314"/>
              <a:ext cx="253" cy="327"/>
            </a:xfrm>
            <a:prstGeom prst="rect">
              <a:avLst/>
            </a:prstGeom>
            <a:noFill/>
            <a:ln w="9525">
              <a:noFill/>
            </a:ln>
          </p:spPr>
          <p:txBody>
            <a:bodyPr wrap="none">
              <a:spAutoFit/>
            </a:bodyPr>
            <a:p>
              <a:r>
                <a:rPr lang="en-US" altLang="zh-CN" b="0" i="1" dirty="0">
                  <a:solidFill>
                    <a:schemeClr val="bg1"/>
                  </a:solidFill>
                  <a:latin typeface="Times New Roman" panose="02020603050405020304" pitchFamily="18" charset="0"/>
                  <a:ea typeface="宋体" panose="02010600030101010101" pitchFamily="2" charset="-122"/>
                </a:rPr>
                <a:t>R</a:t>
              </a:r>
              <a:endParaRPr lang="en-US" altLang="zh-CN" b="0" i="1" dirty="0">
                <a:solidFill>
                  <a:schemeClr val="bg1"/>
                </a:solidFill>
                <a:latin typeface="Times New Roman" panose="02020603050405020304" pitchFamily="18" charset="0"/>
                <a:ea typeface="宋体" panose="02010600030101010101" pitchFamily="2" charset="-122"/>
              </a:endParaRPr>
            </a:p>
          </p:txBody>
        </p:sp>
        <p:sp>
          <p:nvSpPr>
            <p:cNvPr id="7200" name="Text Box 245"/>
            <p:cNvSpPr txBox="1"/>
            <p:nvPr/>
          </p:nvSpPr>
          <p:spPr>
            <a:xfrm>
              <a:off x="1701" y="2660"/>
              <a:ext cx="242" cy="327"/>
            </a:xfrm>
            <a:prstGeom prst="rect">
              <a:avLst/>
            </a:prstGeom>
            <a:noFill/>
            <a:ln w="9525">
              <a:noFill/>
            </a:ln>
          </p:spPr>
          <p:txBody>
            <a:bodyPr wrap="none">
              <a:spAutoFit/>
            </a:bodyPr>
            <a:p>
              <a:pPr>
                <a:spcBef>
                  <a:spcPct val="50000"/>
                </a:spcBef>
              </a:pPr>
              <a:r>
                <a:rPr lang="en-US" altLang="zh-CN" b="0" dirty="0">
                  <a:solidFill>
                    <a:schemeClr val="bg1"/>
                  </a:solidFill>
                  <a:latin typeface="Times New Roman" panose="02020603050405020304" pitchFamily="18" charset="0"/>
                  <a:ea typeface="宋体" panose="02010600030101010101" pitchFamily="2" charset="-122"/>
                </a:rPr>
                <a:t>+</a:t>
              </a:r>
              <a:endParaRPr lang="en-US" altLang="zh-CN" b="0" dirty="0">
                <a:solidFill>
                  <a:schemeClr val="bg1"/>
                </a:solidFill>
                <a:latin typeface="Times New Roman" panose="02020603050405020304" pitchFamily="18" charset="0"/>
                <a:ea typeface="宋体" panose="02010600030101010101" pitchFamily="2" charset="-122"/>
              </a:endParaRPr>
            </a:p>
          </p:txBody>
        </p:sp>
        <p:sp>
          <p:nvSpPr>
            <p:cNvPr id="7201" name="Text Box 246"/>
            <p:cNvSpPr txBox="1"/>
            <p:nvPr/>
          </p:nvSpPr>
          <p:spPr>
            <a:xfrm>
              <a:off x="1701" y="3204"/>
              <a:ext cx="229" cy="327"/>
            </a:xfrm>
            <a:prstGeom prst="rect">
              <a:avLst/>
            </a:prstGeom>
            <a:noFill/>
            <a:ln w="9525">
              <a:noFill/>
            </a:ln>
          </p:spPr>
          <p:txBody>
            <a:bodyPr wrap="none">
              <a:spAutoFit/>
            </a:bodyPr>
            <a:p>
              <a:pPr>
                <a:spcBef>
                  <a:spcPct val="50000"/>
                </a:spcBef>
              </a:pPr>
              <a:r>
                <a:rPr lang="en-US" altLang="zh-CN" b="0" dirty="0">
                  <a:solidFill>
                    <a:schemeClr val="bg1"/>
                  </a:solidFill>
                  <a:latin typeface="宋体" panose="02010600030101010101" pitchFamily="2" charset="-122"/>
                  <a:ea typeface="宋体" panose="02010600030101010101" pitchFamily="2" charset="-122"/>
                </a:rPr>
                <a:t>-</a:t>
              </a:r>
              <a:endParaRPr lang="en-US" altLang="zh-CN" b="0" dirty="0">
                <a:solidFill>
                  <a:schemeClr val="bg1"/>
                </a:solidFill>
                <a:latin typeface="Times New Roman" panose="02020603050405020304" pitchFamily="18" charset="0"/>
                <a:ea typeface="宋体" panose="02010600030101010101" pitchFamily="2" charset="-122"/>
              </a:endParaRPr>
            </a:p>
          </p:txBody>
        </p:sp>
        <p:sp>
          <p:nvSpPr>
            <p:cNvPr id="7202" name="Text Box 247"/>
            <p:cNvSpPr txBox="1"/>
            <p:nvPr/>
          </p:nvSpPr>
          <p:spPr>
            <a:xfrm>
              <a:off x="3470" y="2660"/>
              <a:ext cx="242" cy="327"/>
            </a:xfrm>
            <a:prstGeom prst="rect">
              <a:avLst/>
            </a:prstGeom>
            <a:noFill/>
            <a:ln w="9525">
              <a:noFill/>
            </a:ln>
          </p:spPr>
          <p:txBody>
            <a:bodyPr wrap="none">
              <a:spAutoFit/>
            </a:bodyPr>
            <a:p>
              <a:pPr>
                <a:spcBef>
                  <a:spcPct val="50000"/>
                </a:spcBef>
              </a:pPr>
              <a:r>
                <a:rPr lang="en-US" altLang="zh-CN" b="0" dirty="0">
                  <a:solidFill>
                    <a:schemeClr val="bg1"/>
                  </a:solidFill>
                  <a:latin typeface="Times New Roman" panose="02020603050405020304" pitchFamily="18" charset="0"/>
                  <a:ea typeface="宋体" panose="02010600030101010101" pitchFamily="2" charset="-122"/>
                </a:rPr>
                <a:t>+</a:t>
              </a:r>
              <a:endParaRPr lang="en-US" altLang="zh-CN" b="0" dirty="0">
                <a:solidFill>
                  <a:schemeClr val="bg1"/>
                </a:solidFill>
                <a:latin typeface="Times New Roman" panose="02020603050405020304" pitchFamily="18" charset="0"/>
                <a:ea typeface="宋体" panose="02010600030101010101" pitchFamily="2" charset="-122"/>
              </a:endParaRPr>
            </a:p>
          </p:txBody>
        </p:sp>
        <p:sp>
          <p:nvSpPr>
            <p:cNvPr id="7203" name="Text Box 248"/>
            <p:cNvSpPr txBox="1"/>
            <p:nvPr/>
          </p:nvSpPr>
          <p:spPr>
            <a:xfrm>
              <a:off x="3424" y="3158"/>
              <a:ext cx="229" cy="327"/>
            </a:xfrm>
            <a:prstGeom prst="rect">
              <a:avLst/>
            </a:prstGeom>
            <a:noFill/>
            <a:ln w="9525">
              <a:noFill/>
            </a:ln>
          </p:spPr>
          <p:txBody>
            <a:bodyPr wrap="none">
              <a:spAutoFit/>
            </a:bodyPr>
            <a:p>
              <a:pPr>
                <a:spcBef>
                  <a:spcPct val="50000"/>
                </a:spcBef>
              </a:pPr>
              <a:r>
                <a:rPr lang="en-US" altLang="zh-CN" b="0" dirty="0">
                  <a:solidFill>
                    <a:schemeClr val="bg1"/>
                  </a:solidFill>
                  <a:latin typeface="宋体" panose="02010600030101010101" pitchFamily="2" charset="-122"/>
                  <a:ea typeface="宋体" panose="02010600030101010101" pitchFamily="2" charset="-122"/>
                </a:rPr>
                <a:t>-</a:t>
              </a:r>
              <a:endParaRPr lang="en-US" altLang="zh-CN" b="0" dirty="0">
                <a:solidFill>
                  <a:schemeClr val="bg1"/>
                </a:solidFill>
                <a:latin typeface="Times New Roman" panose="02020603050405020304" pitchFamily="18" charset="0"/>
                <a:ea typeface="宋体" panose="02010600030101010101" pitchFamily="2" charset="-122"/>
              </a:endParaRPr>
            </a:p>
          </p:txBody>
        </p:sp>
        <p:sp>
          <p:nvSpPr>
            <p:cNvPr id="7204" name="Text Box 249"/>
            <p:cNvSpPr txBox="1"/>
            <p:nvPr/>
          </p:nvSpPr>
          <p:spPr>
            <a:xfrm>
              <a:off x="2608" y="2614"/>
              <a:ext cx="242" cy="327"/>
            </a:xfrm>
            <a:prstGeom prst="rect">
              <a:avLst/>
            </a:prstGeom>
            <a:noFill/>
            <a:ln w="9525">
              <a:noFill/>
            </a:ln>
          </p:spPr>
          <p:txBody>
            <a:bodyPr wrap="none">
              <a:spAutoFit/>
            </a:bodyPr>
            <a:p>
              <a:pPr>
                <a:spcBef>
                  <a:spcPct val="50000"/>
                </a:spcBef>
              </a:pPr>
              <a:r>
                <a:rPr lang="en-US" altLang="zh-CN" b="0" dirty="0">
                  <a:solidFill>
                    <a:schemeClr val="bg1"/>
                  </a:solidFill>
                  <a:latin typeface="Times New Roman" panose="02020603050405020304" pitchFamily="18" charset="0"/>
                  <a:ea typeface="宋体" panose="02010600030101010101" pitchFamily="2" charset="-122"/>
                </a:rPr>
                <a:t>+</a:t>
              </a:r>
              <a:endParaRPr lang="en-US" altLang="zh-CN" b="0" dirty="0">
                <a:solidFill>
                  <a:schemeClr val="bg1"/>
                </a:solidFill>
                <a:latin typeface="Times New Roman" panose="02020603050405020304" pitchFamily="18" charset="0"/>
                <a:ea typeface="宋体" panose="02010600030101010101" pitchFamily="2" charset="-122"/>
              </a:endParaRPr>
            </a:p>
          </p:txBody>
        </p:sp>
        <p:sp>
          <p:nvSpPr>
            <p:cNvPr id="7205" name="Text Box 250"/>
            <p:cNvSpPr txBox="1"/>
            <p:nvPr/>
          </p:nvSpPr>
          <p:spPr>
            <a:xfrm>
              <a:off x="3152" y="2569"/>
              <a:ext cx="229" cy="327"/>
            </a:xfrm>
            <a:prstGeom prst="rect">
              <a:avLst/>
            </a:prstGeom>
            <a:noFill/>
            <a:ln w="9525">
              <a:noFill/>
            </a:ln>
          </p:spPr>
          <p:txBody>
            <a:bodyPr wrap="none">
              <a:spAutoFit/>
            </a:bodyPr>
            <a:p>
              <a:pPr>
                <a:spcBef>
                  <a:spcPct val="50000"/>
                </a:spcBef>
              </a:pPr>
              <a:r>
                <a:rPr lang="en-US" altLang="zh-CN" b="0" dirty="0">
                  <a:solidFill>
                    <a:schemeClr val="bg1"/>
                  </a:solidFill>
                  <a:latin typeface="宋体" panose="02010600030101010101" pitchFamily="2" charset="-122"/>
                  <a:ea typeface="宋体" panose="02010600030101010101" pitchFamily="2" charset="-122"/>
                </a:rPr>
                <a:t>-</a:t>
              </a:r>
              <a:endParaRPr lang="en-US" altLang="zh-CN" b="0" dirty="0">
                <a:solidFill>
                  <a:schemeClr val="bg1"/>
                </a:solidFill>
                <a:latin typeface="Times New Roman" panose="02020603050405020304" pitchFamily="18" charset="0"/>
                <a:ea typeface="宋体" panose="02010600030101010101" pitchFamily="2" charset="-122"/>
              </a:endParaRPr>
            </a:p>
          </p:txBody>
        </p:sp>
        <p:sp>
          <p:nvSpPr>
            <p:cNvPr id="7206" name="Oval 251"/>
            <p:cNvSpPr/>
            <p:nvPr/>
          </p:nvSpPr>
          <p:spPr>
            <a:xfrm>
              <a:off x="1837" y="3476"/>
              <a:ext cx="68" cy="68"/>
            </a:xfrm>
            <a:prstGeom prst="ellipse">
              <a:avLst/>
            </a:prstGeom>
            <a:noFill/>
            <a:ln w="38100" cap="flat" cmpd="sng">
              <a:solidFill>
                <a:srgbClr val="FFCC00"/>
              </a:solidFill>
              <a:prstDash val="solid"/>
              <a:headEnd type="none" w="med" len="med"/>
              <a:tailEnd type="none" w="med" len="med"/>
            </a:ln>
          </p:spPr>
          <p:txBody>
            <a:bodyPr wrap="none" anchor="ctr" anchorCtr="0"/>
            <a:p>
              <a:endParaRPr lang="zh-CN" altLang="en-US" dirty="0">
                <a:latin typeface="楷体_GB2312" pitchFamily="49" charset="-122"/>
              </a:endParaRPr>
            </a:p>
          </p:txBody>
        </p:sp>
        <p:sp>
          <p:nvSpPr>
            <p:cNvPr id="7207" name="Oval 252"/>
            <p:cNvSpPr/>
            <p:nvPr/>
          </p:nvSpPr>
          <p:spPr>
            <a:xfrm>
              <a:off x="1837" y="2614"/>
              <a:ext cx="68" cy="68"/>
            </a:xfrm>
            <a:prstGeom prst="ellipse">
              <a:avLst/>
            </a:prstGeom>
            <a:noFill/>
            <a:ln w="38100" cap="flat" cmpd="sng">
              <a:solidFill>
                <a:srgbClr val="FFCC00"/>
              </a:solidFill>
              <a:prstDash val="solid"/>
              <a:headEnd type="none" w="med" len="med"/>
              <a:tailEnd type="none" w="med" len="med"/>
            </a:ln>
          </p:spPr>
          <p:txBody>
            <a:bodyPr wrap="none" anchor="ctr" anchorCtr="0"/>
            <a:p>
              <a:endParaRPr lang="zh-CN" altLang="en-US" dirty="0">
                <a:latin typeface="楷体_GB2312" pitchFamily="49" charset="-122"/>
              </a:endParaRPr>
            </a:p>
          </p:txBody>
        </p:sp>
        <p:sp>
          <p:nvSpPr>
            <p:cNvPr id="7208" name="Text Box 253"/>
            <p:cNvSpPr txBox="1"/>
            <p:nvPr/>
          </p:nvSpPr>
          <p:spPr>
            <a:xfrm>
              <a:off x="1927" y="2614"/>
              <a:ext cx="242" cy="327"/>
            </a:xfrm>
            <a:prstGeom prst="rect">
              <a:avLst/>
            </a:prstGeom>
            <a:noFill/>
            <a:ln w="9525">
              <a:noFill/>
            </a:ln>
          </p:spPr>
          <p:txBody>
            <a:bodyPr wrap="none">
              <a:spAutoFit/>
            </a:bodyPr>
            <a:p>
              <a:pPr>
                <a:spcBef>
                  <a:spcPct val="50000"/>
                </a:spcBef>
              </a:pPr>
              <a:r>
                <a:rPr lang="en-US" altLang="zh-CN" b="0" dirty="0">
                  <a:solidFill>
                    <a:schemeClr val="bg1"/>
                  </a:solidFill>
                  <a:latin typeface="Times New Roman" panose="02020603050405020304" pitchFamily="18" charset="0"/>
                  <a:ea typeface="宋体" panose="02010600030101010101" pitchFamily="2" charset="-122"/>
                </a:rPr>
                <a:t>+</a:t>
              </a:r>
              <a:endParaRPr lang="en-US" altLang="zh-CN" b="0" dirty="0">
                <a:solidFill>
                  <a:schemeClr val="bg1"/>
                </a:solidFill>
                <a:latin typeface="Times New Roman" panose="02020603050405020304" pitchFamily="18" charset="0"/>
                <a:ea typeface="宋体" panose="02010600030101010101" pitchFamily="2" charset="-122"/>
              </a:endParaRPr>
            </a:p>
          </p:txBody>
        </p:sp>
        <p:sp>
          <p:nvSpPr>
            <p:cNvPr id="7209" name="Text Box 254"/>
            <p:cNvSpPr txBox="1"/>
            <p:nvPr/>
          </p:nvSpPr>
          <p:spPr>
            <a:xfrm>
              <a:off x="2381" y="2614"/>
              <a:ext cx="229" cy="327"/>
            </a:xfrm>
            <a:prstGeom prst="rect">
              <a:avLst/>
            </a:prstGeom>
            <a:noFill/>
            <a:ln w="9525">
              <a:noFill/>
            </a:ln>
          </p:spPr>
          <p:txBody>
            <a:bodyPr wrap="none">
              <a:spAutoFit/>
            </a:bodyPr>
            <a:p>
              <a:pPr>
                <a:spcBef>
                  <a:spcPct val="50000"/>
                </a:spcBef>
              </a:pPr>
              <a:r>
                <a:rPr lang="en-US" altLang="zh-CN" b="0" dirty="0">
                  <a:solidFill>
                    <a:schemeClr val="bg1"/>
                  </a:solidFill>
                  <a:latin typeface="宋体" panose="02010600030101010101" pitchFamily="2" charset="-122"/>
                  <a:ea typeface="宋体" panose="02010600030101010101" pitchFamily="2" charset="-122"/>
                </a:rPr>
                <a:t>-</a:t>
              </a:r>
              <a:endParaRPr lang="en-US" altLang="zh-CN" b="0" dirty="0">
                <a:solidFill>
                  <a:schemeClr val="bg1"/>
                </a:solidFill>
                <a:latin typeface="Times New Roman" panose="02020603050405020304" pitchFamily="18" charset="0"/>
                <a:ea typeface="宋体" panose="02010600030101010101" pitchFamily="2" charset="-122"/>
              </a:endParaRPr>
            </a:p>
          </p:txBody>
        </p:sp>
        <p:grpSp>
          <p:nvGrpSpPr>
            <p:cNvPr id="7210" name="Group 255"/>
            <p:cNvGrpSpPr/>
            <p:nvPr/>
          </p:nvGrpSpPr>
          <p:grpSpPr>
            <a:xfrm>
              <a:off x="3288" y="3022"/>
              <a:ext cx="240" cy="93"/>
              <a:chOff x="3787" y="2478"/>
              <a:chExt cx="240" cy="93"/>
            </a:xfrm>
          </p:grpSpPr>
          <p:sp>
            <p:nvSpPr>
              <p:cNvPr id="7223" name="Line 256"/>
              <p:cNvSpPr/>
              <p:nvPr/>
            </p:nvSpPr>
            <p:spPr>
              <a:xfrm flipV="1">
                <a:off x="3787" y="2568"/>
                <a:ext cx="240" cy="3"/>
              </a:xfrm>
              <a:prstGeom prst="line">
                <a:avLst/>
              </a:prstGeom>
              <a:ln w="57150" cap="flat" cmpd="sng">
                <a:solidFill>
                  <a:srgbClr val="FF9900"/>
                </a:solidFill>
                <a:prstDash val="solid"/>
                <a:headEnd type="none" w="med" len="med"/>
                <a:tailEnd type="none" w="med" len="med"/>
              </a:ln>
            </p:spPr>
          </p:sp>
          <p:sp>
            <p:nvSpPr>
              <p:cNvPr id="7224" name="Line 257"/>
              <p:cNvSpPr/>
              <p:nvPr/>
            </p:nvSpPr>
            <p:spPr>
              <a:xfrm>
                <a:off x="3787" y="2478"/>
                <a:ext cx="240" cy="1"/>
              </a:xfrm>
              <a:prstGeom prst="line">
                <a:avLst/>
              </a:prstGeom>
              <a:ln w="57150" cap="flat" cmpd="sng">
                <a:solidFill>
                  <a:srgbClr val="FF9900"/>
                </a:solidFill>
                <a:prstDash val="solid"/>
                <a:headEnd type="none" w="med" len="med"/>
                <a:tailEnd type="none" w="med" len="med"/>
              </a:ln>
            </p:spPr>
          </p:sp>
        </p:grpSp>
        <p:sp>
          <p:nvSpPr>
            <p:cNvPr id="7211" name="Line 258"/>
            <p:cNvSpPr/>
            <p:nvPr/>
          </p:nvSpPr>
          <p:spPr>
            <a:xfrm>
              <a:off x="3243" y="2660"/>
              <a:ext cx="181" cy="0"/>
            </a:xfrm>
            <a:prstGeom prst="line">
              <a:avLst/>
            </a:prstGeom>
            <a:ln w="28575" cap="flat" cmpd="sng">
              <a:solidFill>
                <a:srgbClr val="FFCC00"/>
              </a:solidFill>
              <a:prstDash val="solid"/>
              <a:headEnd type="none" w="med" len="med"/>
              <a:tailEnd type="none" w="med" len="med"/>
            </a:ln>
          </p:spPr>
        </p:sp>
        <p:sp>
          <p:nvSpPr>
            <p:cNvPr id="7212" name="Line 259"/>
            <p:cNvSpPr/>
            <p:nvPr/>
          </p:nvSpPr>
          <p:spPr>
            <a:xfrm>
              <a:off x="3424" y="2660"/>
              <a:ext cx="0" cy="362"/>
            </a:xfrm>
            <a:prstGeom prst="line">
              <a:avLst/>
            </a:prstGeom>
            <a:ln w="28575" cap="flat" cmpd="sng">
              <a:solidFill>
                <a:srgbClr val="FFCC00"/>
              </a:solidFill>
              <a:prstDash val="solid"/>
              <a:headEnd type="none" w="med" len="med"/>
              <a:tailEnd type="none" w="med" len="med"/>
            </a:ln>
          </p:spPr>
        </p:sp>
        <p:sp>
          <p:nvSpPr>
            <p:cNvPr id="7213" name="Line 260"/>
            <p:cNvSpPr/>
            <p:nvPr/>
          </p:nvSpPr>
          <p:spPr>
            <a:xfrm>
              <a:off x="1882" y="2660"/>
              <a:ext cx="953" cy="0"/>
            </a:xfrm>
            <a:prstGeom prst="line">
              <a:avLst/>
            </a:prstGeom>
            <a:ln w="28575" cap="flat" cmpd="sng">
              <a:solidFill>
                <a:srgbClr val="FFCC00"/>
              </a:solidFill>
              <a:prstDash val="solid"/>
              <a:headEnd type="none" w="med" len="med"/>
              <a:tailEnd type="none" w="med" len="med"/>
            </a:ln>
          </p:spPr>
        </p:sp>
        <p:sp>
          <p:nvSpPr>
            <p:cNvPr id="7214" name="Rectangle 261"/>
            <p:cNvSpPr/>
            <p:nvPr/>
          </p:nvSpPr>
          <p:spPr>
            <a:xfrm>
              <a:off x="2154" y="2596"/>
              <a:ext cx="317" cy="136"/>
            </a:xfrm>
            <a:prstGeom prst="rect">
              <a:avLst/>
            </a:prstGeom>
            <a:gradFill rotWithShape="1">
              <a:gsLst>
                <a:gs pos="0">
                  <a:srgbClr val="764700"/>
                </a:gs>
                <a:gs pos="50000">
                  <a:srgbClr val="FF9900"/>
                </a:gs>
                <a:gs pos="100000">
                  <a:srgbClr val="764700"/>
                </a:gs>
              </a:gsLst>
              <a:lin ang="5400000" scaled="1"/>
              <a:tileRect/>
            </a:gradFill>
            <a:ln w="28575">
              <a:noFill/>
            </a:ln>
          </p:spPr>
          <p:txBody>
            <a:bodyPr wrap="none" anchor="ctr" anchorCtr="0"/>
            <a:p>
              <a:endParaRPr lang="zh-CN" altLang="en-US" dirty="0">
                <a:latin typeface="楷体_GB2312" pitchFamily="49" charset="-122"/>
              </a:endParaRPr>
            </a:p>
          </p:txBody>
        </p:sp>
        <p:sp>
          <p:nvSpPr>
            <p:cNvPr id="7215" name="Line 262"/>
            <p:cNvSpPr/>
            <p:nvPr/>
          </p:nvSpPr>
          <p:spPr>
            <a:xfrm>
              <a:off x="1882" y="3521"/>
              <a:ext cx="1543" cy="0"/>
            </a:xfrm>
            <a:prstGeom prst="line">
              <a:avLst/>
            </a:prstGeom>
            <a:ln w="28575" cap="flat" cmpd="sng">
              <a:solidFill>
                <a:srgbClr val="FFCC00"/>
              </a:solidFill>
              <a:prstDash val="solid"/>
              <a:headEnd type="none" w="med" len="med"/>
              <a:tailEnd type="none" w="med" len="med"/>
            </a:ln>
          </p:spPr>
        </p:sp>
        <p:graphicFrame>
          <p:nvGraphicFramePr>
            <p:cNvPr id="7177" name="Object 263"/>
            <p:cNvGraphicFramePr/>
            <p:nvPr/>
          </p:nvGraphicFramePr>
          <p:xfrm>
            <a:off x="2426" y="3067"/>
            <a:ext cx="185" cy="409"/>
          </p:xfrm>
          <a:graphic>
            <a:graphicData uri="http://schemas.openxmlformats.org/presentationml/2006/ole">
              <mc:AlternateContent xmlns:mc="http://schemas.openxmlformats.org/markup-compatibility/2006">
                <mc:Choice xmlns:v="urn:schemas-microsoft-com:vml" Requires="v">
                  <p:oleObj spid="_x0000_s3139" name="" r:id="rId12" imgW="127000" imgH="278765" progId="Equation.3">
                    <p:embed/>
                  </p:oleObj>
                </mc:Choice>
                <mc:Fallback>
                  <p:oleObj name="" r:id="rId12" imgW="127000" imgH="278765" progId="Equation.3">
                    <p:embed/>
                    <p:pic>
                      <p:nvPicPr>
                        <p:cNvPr id="0" name="图片 3138"/>
                        <p:cNvPicPr/>
                        <p:nvPr/>
                      </p:nvPicPr>
                      <p:blipFill>
                        <a:blip r:embed="rId13">
                          <a:clrChange>
                            <a:clrFrom>
                              <a:srgbClr val="000000"/>
                            </a:clrFrom>
                            <a:clrTo>
                              <a:srgbClr val="FFFFFF"/>
                            </a:clrTo>
                          </a:clrChange>
                        </a:blip>
                        <a:stretch>
                          <a:fillRect/>
                        </a:stretch>
                      </p:blipFill>
                      <p:spPr>
                        <a:xfrm>
                          <a:off x="2426" y="3067"/>
                          <a:ext cx="185" cy="409"/>
                        </a:xfrm>
                        <a:prstGeom prst="rect">
                          <a:avLst/>
                        </a:prstGeom>
                        <a:noFill/>
                        <a:ln w="38100">
                          <a:noFill/>
                          <a:miter/>
                        </a:ln>
                      </p:spPr>
                    </p:pic>
                  </p:oleObj>
                </mc:Fallback>
              </mc:AlternateContent>
            </a:graphicData>
          </a:graphic>
        </p:graphicFrame>
        <p:sp>
          <p:nvSpPr>
            <p:cNvPr id="7216" name="Text Box 264"/>
            <p:cNvSpPr txBox="1"/>
            <p:nvPr/>
          </p:nvSpPr>
          <p:spPr>
            <a:xfrm>
              <a:off x="2743" y="2251"/>
              <a:ext cx="726" cy="327"/>
            </a:xfrm>
            <a:prstGeom prst="rect">
              <a:avLst/>
            </a:prstGeom>
            <a:noFill/>
            <a:ln w="9525">
              <a:noFill/>
            </a:ln>
          </p:spPr>
          <p:txBody>
            <a:bodyPr>
              <a:spAutoFit/>
            </a:bodyPr>
            <a:p>
              <a:r>
                <a:rPr lang="en-US" altLang="zh-CN" b="0" dirty="0">
                  <a:solidFill>
                    <a:schemeClr val="bg1"/>
                  </a:solidFill>
                  <a:latin typeface="Times New Roman" panose="02020603050405020304" pitchFamily="18" charset="0"/>
                  <a:ea typeface="宋体" panose="02010600030101010101" pitchFamily="2" charset="-122"/>
                </a:rPr>
                <a:t>j</a:t>
              </a:r>
              <a:r>
                <a:rPr lang="en-US" altLang="zh-CN" b="0" i="1" dirty="0">
                  <a:solidFill>
                    <a:schemeClr val="bg1"/>
                  </a:solidFill>
                  <a:latin typeface="Times New Roman" panose="02020603050405020304" pitchFamily="18" charset="0"/>
                  <a:ea typeface="宋体" panose="02010600030101010101" pitchFamily="2" charset="-122"/>
                  <a:sym typeface="Symbol" panose="05050102010706020507" pitchFamily="18" charset="2"/>
                </a:rPr>
                <a:t> </a:t>
              </a:r>
              <a:r>
                <a:rPr lang="en-US" altLang="zh-CN" b="0" i="1" dirty="0">
                  <a:solidFill>
                    <a:schemeClr val="bg1"/>
                  </a:solidFill>
                  <a:latin typeface="Times New Roman" panose="02020603050405020304" pitchFamily="18" charset="0"/>
                  <a:ea typeface="宋体" panose="02010600030101010101" pitchFamily="2" charset="-122"/>
                </a:rPr>
                <a:t>L</a:t>
              </a:r>
              <a:endParaRPr lang="en-US" altLang="zh-CN" b="0" i="1" dirty="0">
                <a:solidFill>
                  <a:schemeClr val="bg1"/>
                </a:solidFill>
                <a:latin typeface="Times New Roman" panose="02020603050405020304" pitchFamily="18" charset="0"/>
                <a:ea typeface="宋体" panose="02010600030101010101" pitchFamily="2" charset="-122"/>
              </a:endParaRPr>
            </a:p>
          </p:txBody>
        </p:sp>
        <p:graphicFrame>
          <p:nvGraphicFramePr>
            <p:cNvPr id="7178" name="Object 265"/>
            <p:cNvGraphicFramePr/>
            <p:nvPr/>
          </p:nvGraphicFramePr>
          <p:xfrm>
            <a:off x="1700" y="2977"/>
            <a:ext cx="212" cy="274"/>
          </p:xfrm>
          <a:graphic>
            <a:graphicData uri="http://schemas.openxmlformats.org/presentationml/2006/ole">
              <mc:AlternateContent xmlns:mc="http://schemas.openxmlformats.org/markup-compatibility/2006">
                <mc:Choice xmlns:v="urn:schemas-microsoft-com:vml" Requires="v">
                  <p:oleObj spid="_x0000_s3141" name="" r:id="rId14" imgW="177800" imgH="227965" progId="Equation.3">
                    <p:embed/>
                  </p:oleObj>
                </mc:Choice>
                <mc:Fallback>
                  <p:oleObj name="" r:id="rId14" imgW="177800" imgH="227965" progId="Equation.3">
                    <p:embed/>
                    <p:pic>
                      <p:nvPicPr>
                        <p:cNvPr id="0" name="图片 3140"/>
                        <p:cNvPicPr/>
                        <p:nvPr/>
                      </p:nvPicPr>
                      <p:blipFill>
                        <a:blip r:embed="rId15">
                          <a:clrChange>
                            <a:clrFrom>
                              <a:srgbClr val="000000"/>
                            </a:clrFrom>
                            <a:clrTo>
                              <a:srgbClr val="FFFFFF"/>
                            </a:clrTo>
                          </a:clrChange>
                        </a:blip>
                        <a:stretch>
                          <a:fillRect/>
                        </a:stretch>
                      </p:blipFill>
                      <p:spPr>
                        <a:xfrm>
                          <a:off x="1700" y="2977"/>
                          <a:ext cx="212" cy="274"/>
                        </a:xfrm>
                        <a:prstGeom prst="rect">
                          <a:avLst/>
                        </a:prstGeom>
                        <a:noFill/>
                        <a:ln w="38100">
                          <a:noFill/>
                          <a:miter/>
                        </a:ln>
                      </p:spPr>
                    </p:pic>
                  </p:oleObj>
                </mc:Fallback>
              </mc:AlternateContent>
            </a:graphicData>
          </a:graphic>
        </p:graphicFrame>
        <p:graphicFrame>
          <p:nvGraphicFramePr>
            <p:cNvPr id="7179" name="Object 266"/>
            <p:cNvGraphicFramePr/>
            <p:nvPr/>
          </p:nvGraphicFramePr>
          <p:xfrm>
            <a:off x="2834" y="2659"/>
            <a:ext cx="293" cy="344"/>
          </p:xfrm>
          <a:graphic>
            <a:graphicData uri="http://schemas.openxmlformats.org/presentationml/2006/ole">
              <mc:AlternateContent xmlns:mc="http://schemas.openxmlformats.org/markup-compatibility/2006">
                <mc:Choice xmlns:v="urn:schemas-microsoft-com:vml" Requires="v">
                  <p:oleObj spid="_x0000_s3138" name="" r:id="rId16" imgW="228600" imgH="266065" progId="Equation.3">
                    <p:embed/>
                  </p:oleObj>
                </mc:Choice>
                <mc:Fallback>
                  <p:oleObj name="" r:id="rId16" imgW="228600" imgH="266065" progId="Equation.3">
                    <p:embed/>
                    <p:pic>
                      <p:nvPicPr>
                        <p:cNvPr id="0" name="图片 3137"/>
                        <p:cNvPicPr/>
                        <p:nvPr/>
                      </p:nvPicPr>
                      <p:blipFill>
                        <a:blip r:embed="rId17">
                          <a:clrChange>
                            <a:clrFrom>
                              <a:srgbClr val="000000"/>
                            </a:clrFrom>
                            <a:clrTo>
                              <a:srgbClr val="FFFFFF"/>
                            </a:clrTo>
                          </a:clrChange>
                        </a:blip>
                        <a:stretch>
                          <a:fillRect/>
                        </a:stretch>
                      </p:blipFill>
                      <p:spPr>
                        <a:xfrm>
                          <a:off x="2834" y="2659"/>
                          <a:ext cx="293" cy="344"/>
                        </a:xfrm>
                        <a:prstGeom prst="rect">
                          <a:avLst/>
                        </a:prstGeom>
                        <a:noFill/>
                        <a:ln w="38100">
                          <a:noFill/>
                          <a:miter/>
                        </a:ln>
                      </p:spPr>
                    </p:pic>
                  </p:oleObj>
                </mc:Fallback>
              </mc:AlternateContent>
            </a:graphicData>
          </a:graphic>
        </p:graphicFrame>
        <p:graphicFrame>
          <p:nvGraphicFramePr>
            <p:cNvPr id="7180" name="Object 267"/>
            <p:cNvGraphicFramePr/>
            <p:nvPr/>
          </p:nvGraphicFramePr>
          <p:xfrm>
            <a:off x="3514" y="2886"/>
            <a:ext cx="361" cy="415"/>
          </p:xfrm>
          <a:graphic>
            <a:graphicData uri="http://schemas.openxmlformats.org/presentationml/2006/ole">
              <mc:AlternateContent xmlns:mc="http://schemas.openxmlformats.org/markup-compatibility/2006">
                <mc:Choice xmlns:v="urn:schemas-microsoft-com:vml" Requires="v">
                  <p:oleObj spid="_x0000_s3140" name="" r:id="rId18" imgW="254000" imgH="292100" progId="Equation.3">
                    <p:embed/>
                  </p:oleObj>
                </mc:Choice>
                <mc:Fallback>
                  <p:oleObj name="" r:id="rId18" imgW="254000" imgH="292100" progId="Equation.3">
                    <p:embed/>
                    <p:pic>
                      <p:nvPicPr>
                        <p:cNvPr id="0" name="图片 3139"/>
                        <p:cNvPicPr/>
                        <p:nvPr/>
                      </p:nvPicPr>
                      <p:blipFill>
                        <a:blip r:embed="rId19">
                          <a:clrChange>
                            <a:clrFrom>
                              <a:srgbClr val="000000"/>
                            </a:clrFrom>
                            <a:clrTo>
                              <a:srgbClr val="FFFFFF"/>
                            </a:clrTo>
                          </a:clrChange>
                        </a:blip>
                        <a:stretch>
                          <a:fillRect/>
                        </a:stretch>
                      </p:blipFill>
                      <p:spPr>
                        <a:xfrm>
                          <a:off x="3514" y="2886"/>
                          <a:ext cx="361" cy="415"/>
                        </a:xfrm>
                        <a:prstGeom prst="rect">
                          <a:avLst/>
                        </a:prstGeom>
                        <a:noFill/>
                        <a:ln w="38100">
                          <a:noFill/>
                          <a:miter/>
                        </a:ln>
                      </p:spPr>
                    </p:pic>
                  </p:oleObj>
                </mc:Fallback>
              </mc:AlternateContent>
            </a:graphicData>
          </a:graphic>
        </p:graphicFrame>
        <p:graphicFrame>
          <p:nvGraphicFramePr>
            <p:cNvPr id="7181" name="Object 268"/>
            <p:cNvGraphicFramePr/>
            <p:nvPr/>
          </p:nvGraphicFramePr>
          <p:xfrm>
            <a:off x="2879" y="2931"/>
            <a:ext cx="475" cy="578"/>
          </p:xfrm>
          <a:graphic>
            <a:graphicData uri="http://schemas.openxmlformats.org/presentationml/2006/ole">
              <mc:AlternateContent xmlns:mc="http://schemas.openxmlformats.org/markup-compatibility/2006">
                <mc:Choice xmlns:v="urn:schemas-microsoft-com:vml" Requires="v">
                  <p:oleObj spid="_x0000_s3147" name="" r:id="rId20" imgW="393700" imgH="482600" progId="Equation.3">
                    <p:embed/>
                  </p:oleObj>
                </mc:Choice>
                <mc:Fallback>
                  <p:oleObj name="" r:id="rId20" imgW="393700" imgH="482600" progId="Equation.3">
                    <p:embed/>
                    <p:pic>
                      <p:nvPicPr>
                        <p:cNvPr id="0" name="图片 3146"/>
                        <p:cNvPicPr/>
                        <p:nvPr/>
                      </p:nvPicPr>
                      <p:blipFill>
                        <a:blip r:embed="rId21">
                          <a:clrChange>
                            <a:clrFrom>
                              <a:srgbClr val="000000"/>
                            </a:clrFrom>
                            <a:clrTo>
                              <a:srgbClr val="FFFFFF"/>
                            </a:clrTo>
                          </a:clrChange>
                        </a:blip>
                        <a:stretch>
                          <a:fillRect/>
                        </a:stretch>
                      </p:blipFill>
                      <p:spPr>
                        <a:xfrm>
                          <a:off x="2879" y="2931"/>
                          <a:ext cx="475" cy="578"/>
                        </a:xfrm>
                        <a:prstGeom prst="rect">
                          <a:avLst/>
                        </a:prstGeom>
                        <a:noFill/>
                        <a:ln w="38100">
                          <a:noFill/>
                          <a:miter/>
                        </a:ln>
                      </p:spPr>
                    </p:pic>
                  </p:oleObj>
                </mc:Fallback>
              </mc:AlternateContent>
            </a:graphicData>
          </a:graphic>
        </p:graphicFrame>
        <p:graphicFrame>
          <p:nvGraphicFramePr>
            <p:cNvPr id="7182" name="Object 269"/>
            <p:cNvGraphicFramePr/>
            <p:nvPr/>
          </p:nvGraphicFramePr>
          <p:xfrm>
            <a:off x="2108" y="2704"/>
            <a:ext cx="338" cy="354"/>
          </p:xfrm>
          <a:graphic>
            <a:graphicData uri="http://schemas.openxmlformats.org/presentationml/2006/ole">
              <mc:AlternateContent xmlns:mc="http://schemas.openxmlformats.org/markup-compatibility/2006">
                <mc:Choice xmlns:v="urn:schemas-microsoft-com:vml" Requires="v">
                  <p:oleObj spid="_x0000_s3136" name="" r:id="rId22" imgW="241300" imgH="266065" progId="Equation.3">
                    <p:embed/>
                  </p:oleObj>
                </mc:Choice>
                <mc:Fallback>
                  <p:oleObj name="" r:id="rId22" imgW="241300" imgH="266065" progId="Equation.3">
                    <p:embed/>
                    <p:pic>
                      <p:nvPicPr>
                        <p:cNvPr id="0" name="图片 3135"/>
                        <p:cNvPicPr/>
                        <p:nvPr/>
                      </p:nvPicPr>
                      <p:blipFill>
                        <a:blip r:embed="rId23">
                          <a:clrChange>
                            <a:clrFrom>
                              <a:srgbClr val="000000"/>
                            </a:clrFrom>
                            <a:clrTo>
                              <a:srgbClr val="FFFFFF"/>
                            </a:clrTo>
                          </a:clrChange>
                        </a:blip>
                        <a:stretch>
                          <a:fillRect/>
                        </a:stretch>
                      </p:blipFill>
                      <p:spPr>
                        <a:xfrm>
                          <a:off x="2108" y="2704"/>
                          <a:ext cx="338" cy="354"/>
                        </a:xfrm>
                        <a:prstGeom prst="rect">
                          <a:avLst/>
                        </a:prstGeom>
                        <a:noFill/>
                        <a:ln w="38100">
                          <a:noFill/>
                          <a:miter/>
                        </a:ln>
                      </p:spPr>
                    </p:pic>
                  </p:oleObj>
                </mc:Fallback>
              </mc:AlternateContent>
            </a:graphicData>
          </a:graphic>
        </p:graphicFrame>
        <p:grpSp>
          <p:nvGrpSpPr>
            <p:cNvPr id="7217" name="Group 270"/>
            <p:cNvGrpSpPr/>
            <p:nvPr/>
          </p:nvGrpSpPr>
          <p:grpSpPr>
            <a:xfrm rot="5400000">
              <a:off x="2992" y="2408"/>
              <a:ext cx="91" cy="408"/>
              <a:chOff x="1565" y="2614"/>
              <a:chExt cx="90" cy="486"/>
            </a:xfrm>
          </p:grpSpPr>
          <p:sp>
            <p:nvSpPr>
              <p:cNvPr id="7219" name="Arc 271"/>
              <p:cNvSpPr/>
              <p:nvPr/>
            </p:nvSpPr>
            <p:spPr>
              <a:xfrm flipH="1" flipV="1">
                <a:off x="1565" y="2860"/>
                <a:ext cx="90" cy="116"/>
              </a:xfrm>
              <a:custGeom>
                <a:avLst/>
                <a:gdLst>
                  <a:gd name="txL" fmla="*/ 0 w 22723"/>
                  <a:gd name="txT" fmla="*/ 0 h 43200"/>
                  <a:gd name="txR" fmla="*/ 22723 w 22723"/>
                  <a:gd name="txB" fmla="*/ 43200 h 43200"/>
                </a:gdLst>
                <a:ahLst/>
                <a:cxnLst>
                  <a:cxn ang="0">
                    <a:pos x="1122" y="0"/>
                  </a:cxn>
                  <a:cxn ang="0">
                    <a:pos x="22723" y="21600"/>
                  </a:cxn>
                  <a:cxn ang="0">
                    <a:pos x="1123" y="43200"/>
                  </a:cxn>
                  <a:cxn ang="0">
                    <a:pos x="0" y="43170"/>
                  </a:cxn>
                  <a:cxn ang="0">
                    <a:pos x="1122" y="0"/>
                  </a:cxn>
                  <a:cxn ang="0">
                    <a:pos x="22723" y="21600"/>
                  </a:cxn>
                  <a:cxn ang="0">
                    <a:pos x="1123" y="43200"/>
                  </a:cxn>
                  <a:cxn ang="0">
                    <a:pos x="0" y="43170"/>
                  </a:cxn>
                  <a:cxn ang="0">
                    <a:pos x="1123" y="21600"/>
                  </a:cxn>
                </a:cxnLst>
                <a:rect l="txL" t="txT" r="txR" b="txB"/>
                <a:pathLst>
                  <a:path w="22723" h="43200" fill="none">
                    <a:moveTo>
                      <a:pt x="1122" y="0"/>
                    </a:moveTo>
                    <a:cubicBezTo>
                      <a:pt x="13052" y="0"/>
                      <a:pt x="22723" y="9670"/>
                      <a:pt x="22723" y="21600"/>
                    </a:cubicBezTo>
                    <a:cubicBezTo>
                      <a:pt x="22723" y="33529"/>
                      <a:pt x="13052" y="43200"/>
                      <a:pt x="1123" y="43200"/>
                    </a:cubicBezTo>
                    <a:cubicBezTo>
                      <a:pt x="748" y="43200"/>
                      <a:pt x="374" y="43190"/>
                      <a:pt x="0" y="43170"/>
                    </a:cubicBezTo>
                  </a:path>
                  <a:path w="22723" h="43200" stroke="0">
                    <a:moveTo>
                      <a:pt x="1122" y="0"/>
                    </a:moveTo>
                    <a:cubicBezTo>
                      <a:pt x="13052" y="0"/>
                      <a:pt x="22723" y="9670"/>
                      <a:pt x="22723" y="21600"/>
                    </a:cubicBezTo>
                    <a:cubicBezTo>
                      <a:pt x="22723" y="33529"/>
                      <a:pt x="13052" y="43200"/>
                      <a:pt x="1123" y="43200"/>
                    </a:cubicBezTo>
                    <a:cubicBezTo>
                      <a:pt x="748" y="43200"/>
                      <a:pt x="374" y="43190"/>
                      <a:pt x="0" y="43170"/>
                    </a:cubicBezTo>
                    <a:lnTo>
                      <a:pt x="1123" y="21600"/>
                    </a:lnTo>
                    <a:close/>
                  </a:path>
                </a:pathLst>
              </a:custGeom>
              <a:noFill/>
              <a:ln w="28575" cap="flat" cmpd="sng">
                <a:solidFill>
                  <a:srgbClr val="FF9900"/>
                </a:solidFill>
                <a:prstDash val="solid"/>
                <a:round/>
                <a:headEnd type="none" w="med" len="med"/>
                <a:tailEnd type="none" w="med" len="med"/>
              </a:ln>
            </p:spPr>
            <p:txBody>
              <a:bodyPr wrap="none" anchor="ctr" anchorCtr="0"/>
              <a:p>
                <a:endParaRPr lang="zh-CN" altLang="en-US" dirty="0">
                  <a:latin typeface="楷体_GB2312" pitchFamily="49" charset="-122"/>
                </a:endParaRPr>
              </a:p>
            </p:txBody>
          </p:sp>
          <p:sp>
            <p:nvSpPr>
              <p:cNvPr id="7220" name="Arc 272"/>
              <p:cNvSpPr/>
              <p:nvPr/>
            </p:nvSpPr>
            <p:spPr>
              <a:xfrm flipH="1" flipV="1">
                <a:off x="1565" y="2737"/>
                <a:ext cx="90" cy="116"/>
              </a:xfrm>
              <a:custGeom>
                <a:avLst/>
                <a:gdLst>
                  <a:gd name="txL" fmla="*/ 0 w 22723"/>
                  <a:gd name="txT" fmla="*/ 0 h 43200"/>
                  <a:gd name="txR" fmla="*/ 22723 w 22723"/>
                  <a:gd name="txB" fmla="*/ 43200 h 43200"/>
                </a:gdLst>
                <a:ahLst/>
                <a:cxnLst>
                  <a:cxn ang="0">
                    <a:pos x="1122" y="0"/>
                  </a:cxn>
                  <a:cxn ang="0">
                    <a:pos x="22723" y="21600"/>
                  </a:cxn>
                  <a:cxn ang="0">
                    <a:pos x="1123" y="43200"/>
                  </a:cxn>
                  <a:cxn ang="0">
                    <a:pos x="0" y="43170"/>
                  </a:cxn>
                  <a:cxn ang="0">
                    <a:pos x="1122" y="0"/>
                  </a:cxn>
                  <a:cxn ang="0">
                    <a:pos x="22723" y="21600"/>
                  </a:cxn>
                  <a:cxn ang="0">
                    <a:pos x="1123" y="43200"/>
                  </a:cxn>
                  <a:cxn ang="0">
                    <a:pos x="0" y="43170"/>
                  </a:cxn>
                  <a:cxn ang="0">
                    <a:pos x="1123" y="21600"/>
                  </a:cxn>
                </a:cxnLst>
                <a:rect l="txL" t="txT" r="txR" b="txB"/>
                <a:pathLst>
                  <a:path w="22723" h="43200" fill="none">
                    <a:moveTo>
                      <a:pt x="1122" y="0"/>
                    </a:moveTo>
                    <a:cubicBezTo>
                      <a:pt x="13052" y="0"/>
                      <a:pt x="22723" y="9670"/>
                      <a:pt x="22723" y="21600"/>
                    </a:cubicBezTo>
                    <a:cubicBezTo>
                      <a:pt x="22723" y="33529"/>
                      <a:pt x="13052" y="43200"/>
                      <a:pt x="1123" y="43200"/>
                    </a:cubicBezTo>
                    <a:cubicBezTo>
                      <a:pt x="748" y="43200"/>
                      <a:pt x="374" y="43190"/>
                      <a:pt x="0" y="43170"/>
                    </a:cubicBezTo>
                  </a:path>
                  <a:path w="22723" h="43200" stroke="0">
                    <a:moveTo>
                      <a:pt x="1122" y="0"/>
                    </a:moveTo>
                    <a:cubicBezTo>
                      <a:pt x="13052" y="0"/>
                      <a:pt x="22723" y="9670"/>
                      <a:pt x="22723" y="21600"/>
                    </a:cubicBezTo>
                    <a:cubicBezTo>
                      <a:pt x="22723" y="33529"/>
                      <a:pt x="13052" y="43200"/>
                      <a:pt x="1123" y="43200"/>
                    </a:cubicBezTo>
                    <a:cubicBezTo>
                      <a:pt x="748" y="43200"/>
                      <a:pt x="374" y="43190"/>
                      <a:pt x="0" y="43170"/>
                    </a:cubicBezTo>
                    <a:lnTo>
                      <a:pt x="1123" y="21600"/>
                    </a:lnTo>
                    <a:close/>
                  </a:path>
                </a:pathLst>
              </a:custGeom>
              <a:noFill/>
              <a:ln w="28575" cap="flat" cmpd="sng">
                <a:solidFill>
                  <a:srgbClr val="FF9900"/>
                </a:solidFill>
                <a:prstDash val="solid"/>
                <a:round/>
                <a:headEnd type="none" w="med" len="med"/>
                <a:tailEnd type="none" w="med" len="med"/>
              </a:ln>
            </p:spPr>
            <p:txBody>
              <a:bodyPr wrap="none" anchor="ctr" anchorCtr="0"/>
              <a:p>
                <a:endParaRPr lang="zh-CN" altLang="en-US" dirty="0">
                  <a:latin typeface="楷体_GB2312" pitchFamily="49" charset="-122"/>
                </a:endParaRPr>
              </a:p>
            </p:txBody>
          </p:sp>
          <p:sp>
            <p:nvSpPr>
              <p:cNvPr id="7221" name="Arc 273"/>
              <p:cNvSpPr/>
              <p:nvPr/>
            </p:nvSpPr>
            <p:spPr>
              <a:xfrm flipH="1" flipV="1">
                <a:off x="1565" y="2614"/>
                <a:ext cx="90" cy="116"/>
              </a:xfrm>
              <a:custGeom>
                <a:avLst/>
                <a:gdLst>
                  <a:gd name="txL" fmla="*/ 0 w 22723"/>
                  <a:gd name="txT" fmla="*/ 0 h 43200"/>
                  <a:gd name="txR" fmla="*/ 22723 w 22723"/>
                  <a:gd name="txB" fmla="*/ 43200 h 43200"/>
                </a:gdLst>
                <a:ahLst/>
                <a:cxnLst>
                  <a:cxn ang="0">
                    <a:pos x="1122" y="0"/>
                  </a:cxn>
                  <a:cxn ang="0">
                    <a:pos x="22723" y="21600"/>
                  </a:cxn>
                  <a:cxn ang="0">
                    <a:pos x="1123" y="43200"/>
                  </a:cxn>
                  <a:cxn ang="0">
                    <a:pos x="0" y="43170"/>
                  </a:cxn>
                  <a:cxn ang="0">
                    <a:pos x="1122" y="0"/>
                  </a:cxn>
                  <a:cxn ang="0">
                    <a:pos x="22723" y="21600"/>
                  </a:cxn>
                  <a:cxn ang="0">
                    <a:pos x="1123" y="43200"/>
                  </a:cxn>
                  <a:cxn ang="0">
                    <a:pos x="0" y="43170"/>
                  </a:cxn>
                  <a:cxn ang="0">
                    <a:pos x="1123" y="21600"/>
                  </a:cxn>
                </a:cxnLst>
                <a:rect l="txL" t="txT" r="txR" b="txB"/>
                <a:pathLst>
                  <a:path w="22723" h="43200" fill="none">
                    <a:moveTo>
                      <a:pt x="1122" y="0"/>
                    </a:moveTo>
                    <a:cubicBezTo>
                      <a:pt x="13052" y="0"/>
                      <a:pt x="22723" y="9670"/>
                      <a:pt x="22723" y="21600"/>
                    </a:cubicBezTo>
                    <a:cubicBezTo>
                      <a:pt x="22723" y="33529"/>
                      <a:pt x="13052" y="43200"/>
                      <a:pt x="1123" y="43200"/>
                    </a:cubicBezTo>
                    <a:cubicBezTo>
                      <a:pt x="748" y="43200"/>
                      <a:pt x="374" y="43190"/>
                      <a:pt x="0" y="43170"/>
                    </a:cubicBezTo>
                  </a:path>
                  <a:path w="22723" h="43200" stroke="0">
                    <a:moveTo>
                      <a:pt x="1122" y="0"/>
                    </a:moveTo>
                    <a:cubicBezTo>
                      <a:pt x="13052" y="0"/>
                      <a:pt x="22723" y="9670"/>
                      <a:pt x="22723" y="21600"/>
                    </a:cubicBezTo>
                    <a:cubicBezTo>
                      <a:pt x="22723" y="33529"/>
                      <a:pt x="13052" y="43200"/>
                      <a:pt x="1123" y="43200"/>
                    </a:cubicBezTo>
                    <a:cubicBezTo>
                      <a:pt x="748" y="43200"/>
                      <a:pt x="374" y="43190"/>
                      <a:pt x="0" y="43170"/>
                    </a:cubicBezTo>
                    <a:lnTo>
                      <a:pt x="1123" y="21600"/>
                    </a:lnTo>
                    <a:close/>
                  </a:path>
                </a:pathLst>
              </a:custGeom>
              <a:noFill/>
              <a:ln w="28575" cap="flat" cmpd="sng">
                <a:solidFill>
                  <a:srgbClr val="FF9900"/>
                </a:solidFill>
                <a:prstDash val="solid"/>
                <a:round/>
                <a:headEnd type="none" w="med" len="med"/>
                <a:tailEnd type="none" w="med" len="med"/>
              </a:ln>
            </p:spPr>
            <p:txBody>
              <a:bodyPr wrap="none" anchor="ctr" anchorCtr="0"/>
              <a:p>
                <a:endParaRPr lang="zh-CN" altLang="en-US" dirty="0">
                  <a:latin typeface="楷体_GB2312" pitchFamily="49" charset="-122"/>
                </a:endParaRPr>
              </a:p>
            </p:txBody>
          </p:sp>
          <p:sp>
            <p:nvSpPr>
              <p:cNvPr id="7222" name="Arc 274"/>
              <p:cNvSpPr/>
              <p:nvPr/>
            </p:nvSpPr>
            <p:spPr>
              <a:xfrm flipH="1" flipV="1">
                <a:off x="1565" y="2984"/>
                <a:ext cx="90" cy="116"/>
              </a:xfrm>
              <a:custGeom>
                <a:avLst/>
                <a:gdLst>
                  <a:gd name="txL" fmla="*/ 0 w 22723"/>
                  <a:gd name="txT" fmla="*/ 0 h 43200"/>
                  <a:gd name="txR" fmla="*/ 22723 w 22723"/>
                  <a:gd name="txB" fmla="*/ 43200 h 43200"/>
                </a:gdLst>
                <a:ahLst/>
                <a:cxnLst>
                  <a:cxn ang="0">
                    <a:pos x="1122" y="0"/>
                  </a:cxn>
                  <a:cxn ang="0">
                    <a:pos x="22723" y="21600"/>
                  </a:cxn>
                  <a:cxn ang="0">
                    <a:pos x="1123" y="43200"/>
                  </a:cxn>
                  <a:cxn ang="0">
                    <a:pos x="0" y="43170"/>
                  </a:cxn>
                  <a:cxn ang="0">
                    <a:pos x="1122" y="0"/>
                  </a:cxn>
                  <a:cxn ang="0">
                    <a:pos x="22723" y="21600"/>
                  </a:cxn>
                  <a:cxn ang="0">
                    <a:pos x="1123" y="43200"/>
                  </a:cxn>
                  <a:cxn ang="0">
                    <a:pos x="0" y="43170"/>
                  </a:cxn>
                  <a:cxn ang="0">
                    <a:pos x="1123" y="21600"/>
                  </a:cxn>
                </a:cxnLst>
                <a:rect l="txL" t="txT" r="txR" b="txB"/>
                <a:pathLst>
                  <a:path w="22723" h="43200" fill="none">
                    <a:moveTo>
                      <a:pt x="1122" y="0"/>
                    </a:moveTo>
                    <a:cubicBezTo>
                      <a:pt x="13052" y="0"/>
                      <a:pt x="22723" y="9670"/>
                      <a:pt x="22723" y="21600"/>
                    </a:cubicBezTo>
                    <a:cubicBezTo>
                      <a:pt x="22723" y="33529"/>
                      <a:pt x="13052" y="43200"/>
                      <a:pt x="1123" y="43200"/>
                    </a:cubicBezTo>
                    <a:cubicBezTo>
                      <a:pt x="748" y="43200"/>
                      <a:pt x="374" y="43190"/>
                      <a:pt x="0" y="43170"/>
                    </a:cubicBezTo>
                  </a:path>
                  <a:path w="22723" h="43200" stroke="0">
                    <a:moveTo>
                      <a:pt x="1122" y="0"/>
                    </a:moveTo>
                    <a:cubicBezTo>
                      <a:pt x="13052" y="0"/>
                      <a:pt x="22723" y="9670"/>
                      <a:pt x="22723" y="21600"/>
                    </a:cubicBezTo>
                    <a:cubicBezTo>
                      <a:pt x="22723" y="33529"/>
                      <a:pt x="13052" y="43200"/>
                      <a:pt x="1123" y="43200"/>
                    </a:cubicBezTo>
                    <a:cubicBezTo>
                      <a:pt x="748" y="43200"/>
                      <a:pt x="374" y="43190"/>
                      <a:pt x="0" y="43170"/>
                    </a:cubicBezTo>
                    <a:lnTo>
                      <a:pt x="1123" y="21600"/>
                    </a:lnTo>
                    <a:close/>
                  </a:path>
                </a:pathLst>
              </a:custGeom>
              <a:noFill/>
              <a:ln w="28575" cap="flat" cmpd="sng">
                <a:solidFill>
                  <a:srgbClr val="FF9900"/>
                </a:solidFill>
                <a:prstDash val="solid"/>
                <a:round/>
                <a:headEnd type="none" w="med" len="med"/>
                <a:tailEnd type="none" w="med" len="med"/>
              </a:ln>
            </p:spPr>
            <p:txBody>
              <a:bodyPr wrap="none" anchor="ctr" anchorCtr="0"/>
              <a:p>
                <a:endParaRPr lang="zh-CN" altLang="en-US" dirty="0">
                  <a:latin typeface="楷体_GB2312" pitchFamily="49" charset="-122"/>
                </a:endParaRPr>
              </a:p>
            </p:txBody>
          </p:sp>
        </p:grpSp>
        <p:sp>
          <p:nvSpPr>
            <p:cNvPr id="7218" name="Line 275"/>
            <p:cNvSpPr/>
            <p:nvPr/>
          </p:nvSpPr>
          <p:spPr>
            <a:xfrm>
              <a:off x="2336" y="3521"/>
              <a:ext cx="288" cy="0"/>
            </a:xfrm>
            <a:prstGeom prst="line">
              <a:avLst/>
            </a:prstGeom>
            <a:ln w="28575" cap="flat" cmpd="sng">
              <a:solidFill>
                <a:srgbClr val="66FFFF"/>
              </a:solidFill>
              <a:prstDash val="solid"/>
              <a:headEnd type="triangle" w="med" len="med"/>
              <a:tailEnd type="none" w="sm" len="med"/>
            </a:ln>
          </p:spPr>
        </p:sp>
      </p:grpSp>
      <p:grpSp>
        <p:nvGrpSpPr>
          <p:cNvPr id="12" name="Group 279"/>
          <p:cNvGrpSpPr/>
          <p:nvPr/>
        </p:nvGrpSpPr>
        <p:grpSpPr>
          <a:xfrm>
            <a:off x="1155700" y="2668588"/>
            <a:ext cx="1936750" cy="554037"/>
            <a:chOff x="728" y="1681"/>
            <a:chExt cx="1220" cy="349"/>
          </a:xfrm>
        </p:grpSpPr>
        <p:graphicFrame>
          <p:nvGraphicFramePr>
            <p:cNvPr id="7176" name="Object 71"/>
            <p:cNvGraphicFramePr/>
            <p:nvPr/>
          </p:nvGraphicFramePr>
          <p:xfrm>
            <a:off x="728" y="1681"/>
            <a:ext cx="1220" cy="349"/>
          </p:xfrm>
          <a:graphic>
            <a:graphicData uri="http://schemas.openxmlformats.org/presentationml/2006/ole">
              <mc:AlternateContent xmlns:mc="http://schemas.openxmlformats.org/markup-compatibility/2006">
                <mc:Choice xmlns:v="urn:schemas-microsoft-com:vml" Requires="v">
                  <p:oleObj spid="_x0000_s3143" name="" r:id="rId24" imgW="938530" imgH="266065" progId="Equation.3">
                    <p:embed/>
                  </p:oleObj>
                </mc:Choice>
                <mc:Fallback>
                  <p:oleObj name="" r:id="rId24" imgW="938530" imgH="266065" progId="Equation.3">
                    <p:embed/>
                    <p:pic>
                      <p:nvPicPr>
                        <p:cNvPr id="0" name="图片 3142"/>
                        <p:cNvPicPr/>
                        <p:nvPr/>
                      </p:nvPicPr>
                      <p:blipFill>
                        <a:blip r:embed="rId25">
                          <a:clrChange>
                            <a:clrFrom>
                              <a:srgbClr val="000000"/>
                            </a:clrFrom>
                            <a:clrTo>
                              <a:srgbClr val="FFFFFF"/>
                            </a:clrTo>
                          </a:clrChange>
                        </a:blip>
                        <a:stretch>
                          <a:fillRect/>
                        </a:stretch>
                      </p:blipFill>
                      <p:spPr>
                        <a:xfrm>
                          <a:off x="728" y="1681"/>
                          <a:ext cx="1220" cy="349"/>
                        </a:xfrm>
                        <a:prstGeom prst="rect">
                          <a:avLst/>
                        </a:prstGeom>
                        <a:noFill/>
                        <a:ln w="38100">
                          <a:noFill/>
                          <a:miter/>
                        </a:ln>
                      </p:spPr>
                    </p:pic>
                  </p:oleObj>
                </mc:Fallback>
              </mc:AlternateContent>
            </a:graphicData>
          </a:graphic>
        </p:graphicFrame>
        <p:sp>
          <p:nvSpPr>
            <p:cNvPr id="7196" name="Line 276"/>
            <p:cNvSpPr/>
            <p:nvPr/>
          </p:nvSpPr>
          <p:spPr>
            <a:xfrm>
              <a:off x="1274" y="1988"/>
              <a:ext cx="318" cy="0"/>
            </a:xfrm>
            <a:prstGeom prst="line">
              <a:avLst/>
            </a:prstGeom>
            <a:ln w="9525" cap="flat" cmpd="sng">
              <a:solidFill>
                <a:schemeClr val="bg1"/>
              </a:solidFill>
              <a:prstDash val="solid"/>
              <a:headEnd type="none" w="med" len="med"/>
              <a:tailEnd type="none" w="med" len="med"/>
            </a:ln>
          </p:spPr>
        </p:sp>
      </p:grpSp>
      <p:grpSp>
        <p:nvGrpSpPr>
          <p:cNvPr id="13" name="Group 278"/>
          <p:cNvGrpSpPr/>
          <p:nvPr/>
        </p:nvGrpSpPr>
        <p:grpSpPr>
          <a:xfrm>
            <a:off x="909638" y="5980113"/>
            <a:ext cx="2559050" cy="547687"/>
            <a:chOff x="573" y="3767"/>
            <a:chExt cx="1612" cy="345"/>
          </a:xfrm>
        </p:grpSpPr>
        <p:graphicFrame>
          <p:nvGraphicFramePr>
            <p:cNvPr id="7175" name="Object 77"/>
            <p:cNvGraphicFramePr/>
            <p:nvPr/>
          </p:nvGraphicFramePr>
          <p:xfrm>
            <a:off x="573" y="3767"/>
            <a:ext cx="1612" cy="345"/>
          </p:xfrm>
          <a:graphic>
            <a:graphicData uri="http://schemas.openxmlformats.org/presentationml/2006/ole">
              <mc:AlternateContent xmlns:mc="http://schemas.openxmlformats.org/markup-compatibility/2006">
                <mc:Choice xmlns:v="urn:schemas-microsoft-com:vml" Requires="v">
                  <p:oleObj spid="_x0000_s3148" name="" r:id="rId26" imgW="1179830" imgH="254000" progId="Equation.3">
                    <p:embed/>
                  </p:oleObj>
                </mc:Choice>
                <mc:Fallback>
                  <p:oleObj name="" r:id="rId26" imgW="1179830" imgH="254000" progId="Equation.3">
                    <p:embed/>
                    <p:pic>
                      <p:nvPicPr>
                        <p:cNvPr id="0" name="图片 3147"/>
                        <p:cNvPicPr/>
                        <p:nvPr/>
                      </p:nvPicPr>
                      <p:blipFill>
                        <a:blip r:embed="rId27">
                          <a:clrChange>
                            <a:clrFrom>
                              <a:srgbClr val="000000"/>
                            </a:clrFrom>
                            <a:clrTo>
                              <a:srgbClr val="FFFFFF"/>
                            </a:clrTo>
                          </a:clrChange>
                        </a:blip>
                        <a:stretch>
                          <a:fillRect/>
                        </a:stretch>
                      </p:blipFill>
                      <p:spPr>
                        <a:xfrm>
                          <a:off x="573" y="3767"/>
                          <a:ext cx="1612" cy="345"/>
                        </a:xfrm>
                        <a:prstGeom prst="rect">
                          <a:avLst/>
                        </a:prstGeom>
                        <a:noFill/>
                        <a:ln w="38100">
                          <a:noFill/>
                          <a:miter/>
                        </a:ln>
                      </p:spPr>
                    </p:pic>
                  </p:oleObj>
                </mc:Fallback>
              </mc:AlternateContent>
            </a:graphicData>
          </a:graphic>
        </p:graphicFrame>
        <p:sp>
          <p:nvSpPr>
            <p:cNvPr id="7195" name="Line 277"/>
            <p:cNvSpPr/>
            <p:nvPr/>
          </p:nvSpPr>
          <p:spPr>
            <a:xfrm>
              <a:off x="1320" y="4083"/>
              <a:ext cx="544" cy="0"/>
            </a:xfrm>
            <a:prstGeom prst="line">
              <a:avLst/>
            </a:prstGeom>
            <a:ln w="9525" cap="flat" cmpd="sng">
              <a:solidFill>
                <a:schemeClr val="bg1"/>
              </a:solidFill>
              <a:prstDash val="solid"/>
              <a:headEnd type="none" w="med" len="med"/>
              <a:tailEnd type="none" w="med" len="med"/>
            </a:ln>
          </p:spPr>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5" presetClass="entr" presetSubtype="0" fill="hold" grpId="0" nodeType="withEffect">
                                  <p:stCondLst>
                                    <p:cond delay="0"/>
                                  </p:stCondLst>
                                  <p:childTnLst>
                                    <p:set>
                                      <p:cBhvr>
                                        <p:cTn id="6" dur="1" fill="hold">
                                          <p:stCondLst>
                                            <p:cond delay="0"/>
                                          </p:stCondLst>
                                        </p:cTn>
                                        <p:tgtEl>
                                          <p:spTgt spid="64514"/>
                                        </p:tgtEl>
                                        <p:attrNameLst>
                                          <p:attrName>style.visibility</p:attrName>
                                        </p:attrNameLst>
                                      </p:cBhvr>
                                      <p:to>
                                        <p:strVal val="visible"/>
                                      </p:to>
                                    </p:set>
                                    <p:anim calcmode="lin" valueType="num">
                                      <p:cBhvr>
                                        <p:cTn id="7" dur="1000" fill="hold"/>
                                        <p:tgtEl>
                                          <p:spTgt spid="64514"/>
                                        </p:tgtEl>
                                        <p:attrNameLst>
                                          <p:attrName>ppt_w</p:attrName>
                                        </p:attrNameLst>
                                      </p:cBhvr>
                                      <p:tavLst>
                                        <p:tav tm="0">
                                          <p:val>
                                            <p:fltVal val="0.000000"/>
                                          </p:val>
                                        </p:tav>
                                        <p:tav tm="100000">
                                          <p:val>
                                            <p:strVal val="#ppt_w"/>
                                          </p:val>
                                        </p:tav>
                                      </p:tavLst>
                                    </p:anim>
                                    <p:anim calcmode="lin" valueType="num">
                                      <p:cBhvr>
                                        <p:cTn id="8" dur="1000" fill="hold"/>
                                        <p:tgtEl>
                                          <p:spTgt spid="64514"/>
                                        </p:tgtEl>
                                        <p:attrNameLst>
                                          <p:attrName>ppt_h</p:attrName>
                                        </p:attrNameLst>
                                      </p:cBhvr>
                                      <p:tavLst>
                                        <p:tav tm="0">
                                          <p:val>
                                            <p:fltVal val="0.000000"/>
                                          </p:val>
                                        </p:tav>
                                        <p:tav tm="100000">
                                          <p:val>
                                            <p:strVal val="#ppt_h"/>
                                          </p:val>
                                        </p:tav>
                                      </p:tavLst>
                                    </p:anim>
                                    <p:anim calcmode="lin" valueType="num">
                                      <p:cBhvr>
                                        <p:cTn id="9" dur="1000" fill="hold"/>
                                        <p:tgtEl>
                                          <p:spTgt spid="64514"/>
                                        </p:tgtEl>
                                        <p:attrNameLst>
                                          <p:attrName>ppt_x</p:attrName>
                                        </p:attrNameLst>
                                      </p:cBhvr>
                                      <p:tavLst>
                                        <p:tav tm="0" fmla="#ppt_x+(cos(-2*pi*(1-$))*-#ppt_x-sin(-2*pi*(1-$))*(1-#ppt_y))*(1-$)">
                                          <p:val>
                                            <p:fltVal val="0.000000"/>
                                          </p:val>
                                        </p:tav>
                                        <p:tav tm="100000">
                                          <p:val>
                                            <p:fltVal val="1.000000"/>
                                          </p:val>
                                        </p:tav>
                                      </p:tavLst>
                                    </p:anim>
                                    <p:anim calcmode="lin" valueType="num">
                                      <p:cBhvr>
                                        <p:cTn id="10" dur="1000" fill="hold"/>
                                        <p:tgtEl>
                                          <p:spTgt spid="64514"/>
                                        </p:tgtEl>
                                        <p:attrNameLst>
                                          <p:attrName>ppt_y</p:attrName>
                                        </p:attrNameLst>
                                      </p:cBhvr>
                                      <p:tavLst>
                                        <p:tav tm="0" fmla="#ppt_y+(sin(-2*pi*(1-$))*-#ppt_x+cos(-2*pi*(1-$))*(1-#ppt_y))*(1-$)">
                                          <p:val>
                                            <p:fltVal val="0.000000"/>
                                          </p:val>
                                        </p:tav>
                                        <p:tav tm="100000">
                                          <p:val>
                                            <p:fltVal val="1.000000"/>
                                          </p:val>
                                        </p:tav>
                                      </p:tavLst>
                                    </p:anim>
                                  </p:childTnLst>
                                </p:cTn>
                              </p:par>
                            </p:childTnLst>
                          </p:cTn>
                        </p:par>
                        <p:par>
                          <p:cTn id="11" fill="hold">
                            <p:stCondLst>
                              <p:cond delay="1000"/>
                            </p:stCondLst>
                            <p:childTnLst>
                              <p:par>
                                <p:cTn id="12" presetID="3" presetClass="entr" presetSubtype="10" fill="hold" nodeType="afterEffect">
                                  <p:stCondLst>
                                    <p:cond delay="0"/>
                                  </p:stCondLst>
                                  <p:childTnLst>
                                    <p:set>
                                      <p:cBhvr>
                                        <p:cTn id="13" dur="1" fill="hold">
                                          <p:stCondLst>
                                            <p:cond delay="0"/>
                                          </p:stCondLst>
                                        </p:cTn>
                                        <p:tgtEl>
                                          <p:spTgt spid="5"/>
                                        </p:tgtEl>
                                        <p:attrNameLst>
                                          <p:attrName>style.visibility</p:attrName>
                                        </p:attrNameLst>
                                      </p:cBhvr>
                                      <p:to>
                                        <p:strVal val="visible"/>
                                      </p:to>
                                    </p:set>
                                    <p:animEffect transition="in" filter="blinds(horizontal)">
                                      <p:cBhvr>
                                        <p:cTn id="14" dur="500"/>
                                        <p:tgtEl>
                                          <p:spTgt spid="5"/>
                                        </p:tgtEl>
                                      </p:cBhvr>
                                    </p:animEffect>
                                  </p:childTnLst>
                                </p:cTn>
                              </p:par>
                            </p:childTnLst>
                          </p:cTn>
                        </p:par>
                        <p:par>
                          <p:cTn id="15" fill="hold">
                            <p:stCondLst>
                              <p:cond delay="1500"/>
                            </p:stCondLst>
                            <p:childTnLst>
                              <p:par>
                                <p:cTn id="16" presetID="22" presetClass="entr" presetSubtype="8" fill="hold" grpId="0" nodeType="afterEffect">
                                  <p:stCondLst>
                                    <p:cond delay="0"/>
                                  </p:stCondLst>
                                  <p:childTnLst>
                                    <p:set>
                                      <p:cBhvr>
                                        <p:cTn id="17" dur="1" fill="hold">
                                          <p:stCondLst>
                                            <p:cond delay="0"/>
                                          </p:stCondLst>
                                        </p:cTn>
                                        <p:tgtEl>
                                          <p:spTgt spid="64546"/>
                                        </p:tgtEl>
                                        <p:attrNameLst>
                                          <p:attrName>style.visibility</p:attrName>
                                        </p:attrNameLst>
                                      </p:cBhvr>
                                      <p:to>
                                        <p:strVal val="visible"/>
                                      </p:to>
                                    </p:set>
                                    <p:animEffect transition="in" filter="wipe(left)">
                                      <p:cBhvr>
                                        <p:cTn id="18" dur="1000"/>
                                        <p:tgtEl>
                                          <p:spTgt spid="64546"/>
                                        </p:tgtEl>
                                      </p:cBhvr>
                                    </p:animEffect>
                                  </p:childTnLst>
                                </p:cTn>
                              </p:par>
                            </p:childTnLst>
                          </p:cTn>
                        </p:par>
                        <p:par>
                          <p:cTn id="19" fill="hold">
                            <p:stCondLst>
                              <p:cond delay="2500"/>
                            </p:stCondLst>
                            <p:childTnLst>
                              <p:par>
                                <p:cTn id="20" presetID="22" presetClass="entr" presetSubtype="8" fill="hold" nodeType="afterEffect">
                                  <p:stCondLst>
                                    <p:cond delay="0"/>
                                  </p:stCondLst>
                                  <p:childTnLst>
                                    <p:set>
                                      <p:cBhvr>
                                        <p:cTn id="21" dur="1" fill="hold">
                                          <p:stCondLst>
                                            <p:cond delay="0"/>
                                          </p:stCondLst>
                                        </p:cTn>
                                        <p:tgtEl>
                                          <p:spTgt spid="64547"/>
                                        </p:tgtEl>
                                        <p:attrNameLst>
                                          <p:attrName>style.visibility</p:attrName>
                                        </p:attrNameLst>
                                      </p:cBhvr>
                                      <p:to>
                                        <p:strVal val="visible"/>
                                      </p:to>
                                    </p:set>
                                    <p:animEffect transition="in" filter="wipe(left)">
                                      <p:cBhvr>
                                        <p:cTn id="22" dur="1000"/>
                                        <p:tgtEl>
                                          <p:spTgt spid="64547"/>
                                        </p:tgtEl>
                                      </p:cBhvr>
                                    </p:animEffect>
                                  </p:childTnLst>
                                </p:cTn>
                              </p:par>
                            </p:childTnLst>
                          </p:cTn>
                        </p:par>
                        <p:par>
                          <p:cTn id="23" fill="hold">
                            <p:stCondLst>
                              <p:cond delay="3500"/>
                            </p:stCondLst>
                            <p:childTnLst>
                              <p:par>
                                <p:cTn id="24" presetID="2" presetClass="entr" presetSubtype="8" fill="hold" grpId="0" nodeType="afterEffect">
                                  <p:stCondLst>
                                    <p:cond delay="0"/>
                                  </p:stCondLst>
                                  <p:childTnLst>
                                    <p:set>
                                      <p:cBhvr>
                                        <p:cTn id="25" dur="1" fill="hold">
                                          <p:stCondLst>
                                            <p:cond delay="0"/>
                                          </p:stCondLst>
                                        </p:cTn>
                                        <p:tgtEl>
                                          <p:spTgt spid="64548"/>
                                        </p:tgtEl>
                                        <p:attrNameLst>
                                          <p:attrName>style.visibility</p:attrName>
                                        </p:attrNameLst>
                                      </p:cBhvr>
                                      <p:to>
                                        <p:strVal val="visible"/>
                                      </p:to>
                                    </p:set>
                                    <p:anim calcmode="lin" valueType="num">
                                      <p:cBhvr additive="base">
                                        <p:cTn id="26" dur="500" fill="hold"/>
                                        <p:tgtEl>
                                          <p:spTgt spid="64548"/>
                                        </p:tgtEl>
                                        <p:attrNameLst>
                                          <p:attrName>ppt_x</p:attrName>
                                        </p:attrNameLst>
                                      </p:cBhvr>
                                      <p:tavLst>
                                        <p:tav tm="0">
                                          <p:val>
                                            <p:strVal val="0-#ppt_w/2"/>
                                          </p:val>
                                        </p:tav>
                                        <p:tav tm="100000">
                                          <p:val>
                                            <p:strVal val="#ppt_x"/>
                                          </p:val>
                                        </p:tav>
                                      </p:tavLst>
                                    </p:anim>
                                    <p:anim calcmode="lin" valueType="num">
                                      <p:cBhvr additive="base">
                                        <p:cTn id="27" dur="500" fill="hold"/>
                                        <p:tgtEl>
                                          <p:spTgt spid="64548"/>
                                        </p:tgtEl>
                                        <p:attrNameLst>
                                          <p:attrName>ppt_y</p:attrName>
                                        </p:attrNameLst>
                                      </p:cBhvr>
                                      <p:tavLst>
                                        <p:tav tm="0">
                                          <p:val>
                                            <p:strVal val="#ppt_y"/>
                                          </p:val>
                                        </p:tav>
                                        <p:tav tm="100000">
                                          <p:val>
                                            <p:strVal val="#ppt_y"/>
                                          </p:val>
                                        </p:tav>
                                      </p:tavLst>
                                    </p:anim>
                                  </p:childTnLst>
                                </p:cTn>
                              </p:par>
                            </p:childTnLst>
                          </p:cTn>
                        </p:par>
                      </p:childTnLst>
                    </p:cTn>
                  </p:par>
                  <p:par>
                    <p:cTn id="28" fill="hold">
                      <p:stCondLst>
                        <p:cond delay="indefinite"/>
                      </p:stCondLst>
                      <p:childTnLst>
                        <p:par>
                          <p:cTn id="29" fill="hold">
                            <p:stCondLst>
                              <p:cond delay="0"/>
                            </p:stCondLst>
                            <p:childTnLst>
                              <p:par>
                                <p:cTn id="30" presetID="15" presetClass="entr" presetSubtype="0" fill="hold" grpId="0" nodeType="clickEffect">
                                  <p:stCondLst>
                                    <p:cond delay="0"/>
                                  </p:stCondLst>
                                  <p:childTnLst>
                                    <p:set>
                                      <p:cBhvr>
                                        <p:cTn id="31" dur="1" fill="hold">
                                          <p:stCondLst>
                                            <p:cond delay="0"/>
                                          </p:stCondLst>
                                        </p:cTn>
                                        <p:tgtEl>
                                          <p:spTgt spid="64549"/>
                                        </p:tgtEl>
                                        <p:attrNameLst>
                                          <p:attrName>style.visibility</p:attrName>
                                        </p:attrNameLst>
                                      </p:cBhvr>
                                      <p:to>
                                        <p:strVal val="visible"/>
                                      </p:to>
                                    </p:set>
                                    <p:anim calcmode="lin" valueType="num">
                                      <p:cBhvr>
                                        <p:cTn id="32" dur="1000" fill="hold"/>
                                        <p:tgtEl>
                                          <p:spTgt spid="64549"/>
                                        </p:tgtEl>
                                        <p:attrNameLst>
                                          <p:attrName>ppt_w</p:attrName>
                                        </p:attrNameLst>
                                      </p:cBhvr>
                                      <p:tavLst>
                                        <p:tav tm="0">
                                          <p:val>
                                            <p:fltVal val="0.000000"/>
                                          </p:val>
                                        </p:tav>
                                        <p:tav tm="100000">
                                          <p:val>
                                            <p:strVal val="#ppt_w"/>
                                          </p:val>
                                        </p:tav>
                                      </p:tavLst>
                                    </p:anim>
                                    <p:anim calcmode="lin" valueType="num">
                                      <p:cBhvr>
                                        <p:cTn id="33" dur="1000" fill="hold"/>
                                        <p:tgtEl>
                                          <p:spTgt spid="64549"/>
                                        </p:tgtEl>
                                        <p:attrNameLst>
                                          <p:attrName>ppt_h</p:attrName>
                                        </p:attrNameLst>
                                      </p:cBhvr>
                                      <p:tavLst>
                                        <p:tav tm="0">
                                          <p:val>
                                            <p:fltVal val="0.000000"/>
                                          </p:val>
                                        </p:tav>
                                        <p:tav tm="100000">
                                          <p:val>
                                            <p:strVal val="#ppt_h"/>
                                          </p:val>
                                        </p:tav>
                                      </p:tavLst>
                                    </p:anim>
                                    <p:anim calcmode="lin" valueType="num">
                                      <p:cBhvr>
                                        <p:cTn id="34" dur="1000" fill="hold"/>
                                        <p:tgtEl>
                                          <p:spTgt spid="64549"/>
                                        </p:tgtEl>
                                        <p:attrNameLst>
                                          <p:attrName>ppt_x</p:attrName>
                                        </p:attrNameLst>
                                      </p:cBhvr>
                                      <p:tavLst>
                                        <p:tav tm="0" fmla="#ppt_x+(cos(-2*pi*(1-$))*-#ppt_x-sin(-2*pi*(1-$))*(1-#ppt_y))*(1-$)">
                                          <p:val>
                                            <p:fltVal val="0.000000"/>
                                          </p:val>
                                        </p:tav>
                                        <p:tav tm="100000">
                                          <p:val>
                                            <p:fltVal val="1.000000"/>
                                          </p:val>
                                        </p:tav>
                                      </p:tavLst>
                                    </p:anim>
                                    <p:anim calcmode="lin" valueType="num">
                                      <p:cBhvr>
                                        <p:cTn id="35" dur="1000" fill="hold"/>
                                        <p:tgtEl>
                                          <p:spTgt spid="64549"/>
                                        </p:tgtEl>
                                        <p:attrNameLst>
                                          <p:attrName>ppt_y</p:attrName>
                                        </p:attrNameLst>
                                      </p:cBhvr>
                                      <p:tavLst>
                                        <p:tav tm="0" fmla="#ppt_y+(sin(-2*pi*(1-$))*-#ppt_x+cos(-2*pi*(1-$))*(1-#ppt_y))*(1-$)">
                                          <p:val>
                                            <p:fltVal val="0.000000"/>
                                          </p:val>
                                        </p:tav>
                                        <p:tav tm="100000">
                                          <p:val>
                                            <p:fltVal val="1.000000"/>
                                          </p:val>
                                        </p:tav>
                                      </p:tavLst>
                                    </p:anim>
                                  </p:childTnLst>
                                </p:cTn>
                              </p:par>
                            </p:childTnLst>
                          </p:cTn>
                        </p:par>
                      </p:childTnLst>
                    </p:cTn>
                  </p:par>
                  <p:par>
                    <p:cTn id="36" fill="hold">
                      <p:stCondLst>
                        <p:cond delay="indefinite"/>
                      </p:stCondLst>
                      <p:childTnLst>
                        <p:par>
                          <p:cTn id="37" fill="hold">
                            <p:stCondLst>
                              <p:cond delay="0"/>
                            </p:stCondLst>
                            <p:childTnLst>
                              <p:par>
                                <p:cTn id="38" presetID="12" presetClass="entr" presetSubtype="2" fill="hold" grpId="0" nodeType="clickEffect">
                                  <p:stCondLst>
                                    <p:cond delay="0"/>
                                  </p:stCondLst>
                                  <p:childTnLst>
                                    <p:set>
                                      <p:cBhvr>
                                        <p:cTn id="39" dur="1" fill="hold">
                                          <p:stCondLst>
                                            <p:cond delay="0"/>
                                          </p:stCondLst>
                                        </p:cTn>
                                        <p:tgtEl>
                                          <p:spTgt spid="64550"/>
                                        </p:tgtEl>
                                        <p:attrNameLst>
                                          <p:attrName>style.visibility</p:attrName>
                                        </p:attrNameLst>
                                      </p:cBhvr>
                                      <p:to>
                                        <p:strVal val="visible"/>
                                      </p:to>
                                    </p:set>
                                    <p:animEffect transition="in" filter="slide(fromRight)">
                                      <p:cBhvr>
                                        <p:cTn id="40" dur="500"/>
                                        <p:tgtEl>
                                          <p:spTgt spid="64550"/>
                                        </p:tgtEl>
                                      </p:cBhvr>
                                    </p:animEffect>
                                  </p:childTnLst>
                                </p:cTn>
                              </p:par>
                            </p:childTnLst>
                          </p:cTn>
                        </p:par>
                        <p:par>
                          <p:cTn id="41" fill="hold">
                            <p:stCondLst>
                              <p:cond delay="500"/>
                            </p:stCondLst>
                            <p:childTnLst>
                              <p:par>
                                <p:cTn id="42" presetID="3" presetClass="entr" presetSubtype="10" fill="hold" nodeType="afterEffect">
                                  <p:stCondLst>
                                    <p:cond delay="0"/>
                                  </p:stCondLst>
                                  <p:childTnLst>
                                    <p:set>
                                      <p:cBhvr>
                                        <p:cTn id="43" dur="1" fill="hold">
                                          <p:stCondLst>
                                            <p:cond delay="0"/>
                                          </p:stCondLst>
                                        </p:cTn>
                                        <p:tgtEl>
                                          <p:spTgt spid="9"/>
                                        </p:tgtEl>
                                        <p:attrNameLst>
                                          <p:attrName>style.visibility</p:attrName>
                                        </p:attrNameLst>
                                      </p:cBhvr>
                                      <p:to>
                                        <p:strVal val="visible"/>
                                      </p:to>
                                    </p:set>
                                    <p:animEffect transition="in" filter="blinds(horizontal)">
                                      <p:cBhvr>
                                        <p:cTn id="44" dur="500"/>
                                        <p:tgtEl>
                                          <p:spTgt spid="9"/>
                                        </p:tgtEl>
                                      </p:cBhvr>
                                    </p:animEffect>
                                  </p:childTnLst>
                                </p:cTn>
                              </p:par>
                            </p:childTnLst>
                          </p:cTn>
                        </p:par>
                      </p:childTnLst>
                    </p:cTn>
                  </p:par>
                  <p:par>
                    <p:cTn id="45" fill="hold">
                      <p:stCondLst>
                        <p:cond delay="indefinite"/>
                      </p:stCondLst>
                      <p:childTnLst>
                        <p:par>
                          <p:cTn id="46" fill="hold">
                            <p:stCondLst>
                              <p:cond delay="0"/>
                            </p:stCondLst>
                            <p:childTnLst>
                              <p:par>
                                <p:cTn id="47" presetID="3" presetClass="entr" presetSubtype="10" fill="hold" nodeType="clickEffect">
                                  <p:stCondLst>
                                    <p:cond delay="0"/>
                                  </p:stCondLst>
                                  <p:childTnLst>
                                    <p:set>
                                      <p:cBhvr>
                                        <p:cTn id="48" dur="1" fill="hold">
                                          <p:stCondLst>
                                            <p:cond delay="0"/>
                                          </p:stCondLst>
                                        </p:cTn>
                                        <p:tgtEl>
                                          <p:spTgt spid="12"/>
                                        </p:tgtEl>
                                        <p:attrNameLst>
                                          <p:attrName>style.visibility</p:attrName>
                                        </p:attrNameLst>
                                      </p:cBhvr>
                                      <p:to>
                                        <p:strVal val="visible"/>
                                      </p:to>
                                    </p:set>
                                    <p:animEffect transition="in" filter="blinds(horizontal)">
                                      <p:cBhvr>
                                        <p:cTn id="49" dur="500"/>
                                        <p:tgtEl>
                                          <p:spTgt spid="12"/>
                                        </p:tgtEl>
                                      </p:cBhvr>
                                    </p:animEffect>
                                  </p:childTnLst>
                                </p:cTn>
                              </p:par>
                            </p:childTnLst>
                          </p:cTn>
                        </p:par>
                      </p:childTnLst>
                    </p:cTn>
                  </p:par>
                  <p:par>
                    <p:cTn id="50" fill="hold">
                      <p:stCondLst>
                        <p:cond delay="indefinite"/>
                      </p:stCondLst>
                      <p:childTnLst>
                        <p:par>
                          <p:cTn id="51" fill="hold">
                            <p:stCondLst>
                              <p:cond delay="0"/>
                            </p:stCondLst>
                            <p:childTnLst>
                              <p:par>
                                <p:cTn id="52" presetID="22" presetClass="entr" presetSubtype="8" fill="hold" nodeType="clickEffect">
                                  <p:stCondLst>
                                    <p:cond delay="0"/>
                                  </p:stCondLst>
                                  <p:childTnLst>
                                    <p:set>
                                      <p:cBhvr>
                                        <p:cTn id="53" dur="1" fill="hold">
                                          <p:stCondLst>
                                            <p:cond delay="0"/>
                                          </p:stCondLst>
                                        </p:cTn>
                                        <p:tgtEl>
                                          <p:spTgt spid="64586"/>
                                        </p:tgtEl>
                                        <p:attrNameLst>
                                          <p:attrName>style.visibility</p:attrName>
                                        </p:attrNameLst>
                                      </p:cBhvr>
                                      <p:to>
                                        <p:strVal val="visible"/>
                                      </p:to>
                                    </p:set>
                                    <p:animEffect transition="in" filter="wipe(left)">
                                      <p:cBhvr>
                                        <p:cTn id="54" dur="2000"/>
                                        <p:tgtEl>
                                          <p:spTgt spid="64586"/>
                                        </p:tgtEl>
                                      </p:cBhvr>
                                    </p:animEffect>
                                  </p:childTnLst>
                                </p:cTn>
                              </p:par>
                            </p:childTnLst>
                          </p:cTn>
                        </p:par>
                      </p:childTnLst>
                    </p:cTn>
                  </p:par>
                  <p:par>
                    <p:cTn id="55" fill="hold">
                      <p:stCondLst>
                        <p:cond delay="indefinite"/>
                      </p:stCondLst>
                      <p:childTnLst>
                        <p:par>
                          <p:cTn id="56" fill="hold">
                            <p:stCondLst>
                              <p:cond delay="0"/>
                            </p:stCondLst>
                            <p:childTnLst>
                              <p:par>
                                <p:cTn id="57" presetID="22" presetClass="entr" presetSubtype="8" fill="hold" nodeType="clickEffect">
                                  <p:stCondLst>
                                    <p:cond delay="0"/>
                                  </p:stCondLst>
                                  <p:childTnLst>
                                    <p:set>
                                      <p:cBhvr>
                                        <p:cTn id="58" dur="1" fill="hold">
                                          <p:stCondLst>
                                            <p:cond delay="0"/>
                                          </p:stCondLst>
                                        </p:cTn>
                                        <p:tgtEl>
                                          <p:spTgt spid="64587"/>
                                        </p:tgtEl>
                                        <p:attrNameLst>
                                          <p:attrName>style.visibility</p:attrName>
                                        </p:attrNameLst>
                                      </p:cBhvr>
                                      <p:to>
                                        <p:strVal val="visible"/>
                                      </p:to>
                                    </p:set>
                                    <p:animEffect transition="in" filter="wipe(left)">
                                      <p:cBhvr>
                                        <p:cTn id="59" dur="2000"/>
                                        <p:tgtEl>
                                          <p:spTgt spid="64587"/>
                                        </p:tgtEl>
                                      </p:cBhvr>
                                    </p:animEffect>
                                  </p:childTnLst>
                                </p:cTn>
                              </p:par>
                            </p:childTnLst>
                          </p:cTn>
                        </p:par>
                      </p:childTnLst>
                    </p:cTn>
                  </p:par>
                  <p:par>
                    <p:cTn id="60" fill="hold">
                      <p:stCondLst>
                        <p:cond delay="indefinite"/>
                      </p:stCondLst>
                      <p:childTnLst>
                        <p:par>
                          <p:cTn id="61" fill="hold">
                            <p:stCondLst>
                              <p:cond delay="0"/>
                            </p:stCondLst>
                            <p:childTnLst>
                              <p:par>
                                <p:cTn id="62" presetID="22" presetClass="entr" presetSubtype="8" fill="hold" nodeType="clickEffect">
                                  <p:stCondLst>
                                    <p:cond delay="0"/>
                                  </p:stCondLst>
                                  <p:childTnLst>
                                    <p:set>
                                      <p:cBhvr>
                                        <p:cTn id="63" dur="1" fill="hold">
                                          <p:stCondLst>
                                            <p:cond delay="0"/>
                                          </p:stCondLst>
                                        </p:cTn>
                                        <p:tgtEl>
                                          <p:spTgt spid="64584"/>
                                        </p:tgtEl>
                                        <p:attrNameLst>
                                          <p:attrName>style.visibility</p:attrName>
                                        </p:attrNameLst>
                                      </p:cBhvr>
                                      <p:to>
                                        <p:strVal val="visible"/>
                                      </p:to>
                                    </p:set>
                                    <p:animEffect transition="in" filter="wipe(left)">
                                      <p:cBhvr>
                                        <p:cTn id="64" dur="2000"/>
                                        <p:tgtEl>
                                          <p:spTgt spid="64584"/>
                                        </p:tgtEl>
                                      </p:cBhvr>
                                    </p:animEffect>
                                  </p:childTnLst>
                                </p:cTn>
                              </p:par>
                            </p:childTnLst>
                          </p:cTn>
                        </p:par>
                      </p:childTnLst>
                    </p:cTn>
                  </p:par>
                  <p:par>
                    <p:cTn id="65" fill="hold">
                      <p:stCondLst>
                        <p:cond delay="indefinite"/>
                      </p:stCondLst>
                      <p:childTnLst>
                        <p:par>
                          <p:cTn id="66" fill="hold">
                            <p:stCondLst>
                              <p:cond delay="0"/>
                            </p:stCondLst>
                            <p:childTnLst>
                              <p:par>
                                <p:cTn id="67" presetID="22" presetClass="entr" presetSubtype="8" fill="hold" nodeType="clickEffect">
                                  <p:stCondLst>
                                    <p:cond delay="0"/>
                                  </p:stCondLst>
                                  <p:childTnLst>
                                    <p:set>
                                      <p:cBhvr>
                                        <p:cTn id="68" dur="1" fill="hold">
                                          <p:stCondLst>
                                            <p:cond delay="0"/>
                                          </p:stCondLst>
                                        </p:cTn>
                                        <p:tgtEl>
                                          <p:spTgt spid="64588"/>
                                        </p:tgtEl>
                                        <p:attrNameLst>
                                          <p:attrName>style.visibility</p:attrName>
                                        </p:attrNameLst>
                                      </p:cBhvr>
                                      <p:to>
                                        <p:strVal val="visible"/>
                                      </p:to>
                                    </p:set>
                                    <p:animEffect transition="in" filter="wipe(left)">
                                      <p:cBhvr>
                                        <p:cTn id="69" dur="2000"/>
                                        <p:tgtEl>
                                          <p:spTgt spid="64588"/>
                                        </p:tgtEl>
                                      </p:cBhvr>
                                    </p:animEffect>
                                  </p:childTnLst>
                                </p:cTn>
                              </p:par>
                            </p:childTnLst>
                          </p:cTn>
                        </p:par>
                      </p:childTnLst>
                    </p:cTn>
                  </p:par>
                  <p:par>
                    <p:cTn id="70" fill="hold">
                      <p:stCondLst>
                        <p:cond delay="indefinite"/>
                      </p:stCondLst>
                      <p:childTnLst>
                        <p:par>
                          <p:cTn id="71" fill="hold">
                            <p:stCondLst>
                              <p:cond delay="0"/>
                            </p:stCondLst>
                            <p:childTnLst>
                              <p:par>
                                <p:cTn id="72" presetID="3" presetClass="entr" presetSubtype="10" fill="hold" nodeType="clickEffect">
                                  <p:stCondLst>
                                    <p:cond delay="0"/>
                                  </p:stCondLst>
                                  <p:childTnLst>
                                    <p:set>
                                      <p:cBhvr>
                                        <p:cTn id="73" dur="1" fill="hold">
                                          <p:stCondLst>
                                            <p:cond delay="0"/>
                                          </p:stCondLst>
                                        </p:cTn>
                                        <p:tgtEl>
                                          <p:spTgt spid="13"/>
                                        </p:tgtEl>
                                        <p:attrNameLst>
                                          <p:attrName>style.visibility</p:attrName>
                                        </p:attrNameLst>
                                      </p:cBhvr>
                                      <p:to>
                                        <p:strVal val="visible"/>
                                      </p:to>
                                    </p:set>
                                    <p:animEffect transition="in" filter="blinds(horizontal)">
                                      <p:cBhvr>
                                        <p:cTn id="74" dur="5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4514" grpId="0"/>
      <p:bldP spid="64546" grpId="0"/>
      <p:bldP spid="64548" grpId="0"/>
      <p:bldP spid="64549" grpId="0" animBg="1"/>
      <p:bldP spid="64550"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3491" name="Text Box 3"/>
          <p:cNvSpPr txBox="1"/>
          <p:nvPr/>
        </p:nvSpPr>
        <p:spPr>
          <a:xfrm>
            <a:off x="539750" y="3630613"/>
            <a:ext cx="541338" cy="519112"/>
          </a:xfrm>
          <a:prstGeom prst="rect">
            <a:avLst/>
          </a:prstGeom>
          <a:noFill/>
          <a:ln w="9525">
            <a:noFill/>
          </a:ln>
        </p:spPr>
        <p:txBody>
          <a:bodyPr wrap="none">
            <a:spAutoFit/>
          </a:bodyPr>
          <a:p>
            <a:pPr>
              <a:spcBef>
                <a:spcPct val="50000"/>
              </a:spcBef>
            </a:pPr>
            <a:r>
              <a:rPr lang="zh-CN" altLang="en-US" dirty="0">
                <a:latin typeface="Times New Roman" panose="02020603050405020304" pitchFamily="18" charset="0"/>
              </a:rPr>
              <a:t>则</a:t>
            </a:r>
            <a:endParaRPr lang="zh-CN" altLang="en-US" dirty="0">
              <a:latin typeface="Times New Roman" panose="02020603050405020304" pitchFamily="18" charset="0"/>
            </a:endParaRPr>
          </a:p>
        </p:txBody>
      </p:sp>
      <p:graphicFrame>
        <p:nvGraphicFramePr>
          <p:cNvPr id="63492" name="Object 4"/>
          <p:cNvGraphicFramePr/>
          <p:nvPr/>
        </p:nvGraphicFramePr>
        <p:xfrm>
          <a:off x="1246188" y="3543300"/>
          <a:ext cx="4433887" cy="633413"/>
        </p:xfrm>
        <a:graphic>
          <a:graphicData uri="http://schemas.openxmlformats.org/presentationml/2006/ole">
            <mc:AlternateContent xmlns:mc="http://schemas.openxmlformats.org/markup-compatibility/2006">
              <mc:Choice xmlns:v="urn:schemas-microsoft-com:vml" Requires="v">
                <p:oleObj spid="_x0000_s3146" name="" r:id="rId1" imgW="2031365" imgH="292100" progId="Equation.3">
                  <p:embed/>
                </p:oleObj>
              </mc:Choice>
              <mc:Fallback>
                <p:oleObj name="" r:id="rId1" imgW="2031365" imgH="292100" progId="Equation.3">
                  <p:embed/>
                  <p:pic>
                    <p:nvPicPr>
                      <p:cNvPr id="0" name="图片 3145"/>
                      <p:cNvPicPr/>
                      <p:nvPr/>
                    </p:nvPicPr>
                    <p:blipFill>
                      <a:blip r:embed="rId2">
                        <a:clrChange>
                          <a:clrFrom>
                            <a:srgbClr val="000000"/>
                          </a:clrFrom>
                          <a:clrTo>
                            <a:srgbClr val="FFFFFF"/>
                          </a:clrTo>
                        </a:clrChange>
                      </a:blip>
                      <a:stretch>
                        <a:fillRect/>
                      </a:stretch>
                    </p:blipFill>
                    <p:spPr>
                      <a:xfrm>
                        <a:off x="1246188" y="3543300"/>
                        <a:ext cx="4433887" cy="633413"/>
                      </a:xfrm>
                      <a:prstGeom prst="rect">
                        <a:avLst/>
                      </a:prstGeom>
                      <a:noFill/>
                      <a:ln w="38100">
                        <a:noFill/>
                        <a:miter/>
                      </a:ln>
                    </p:spPr>
                  </p:pic>
                </p:oleObj>
              </mc:Fallback>
            </mc:AlternateContent>
          </a:graphicData>
        </a:graphic>
      </p:graphicFrame>
      <p:graphicFrame>
        <p:nvGraphicFramePr>
          <p:cNvPr id="63516" name="Object 28"/>
          <p:cNvGraphicFramePr/>
          <p:nvPr/>
        </p:nvGraphicFramePr>
        <p:xfrm>
          <a:off x="1201738" y="4119563"/>
          <a:ext cx="4738687" cy="604837"/>
        </p:xfrm>
        <a:graphic>
          <a:graphicData uri="http://schemas.openxmlformats.org/presentationml/2006/ole">
            <mc:AlternateContent xmlns:mc="http://schemas.openxmlformats.org/markup-compatibility/2006">
              <mc:Choice xmlns:v="urn:schemas-microsoft-com:vml" Requires="v">
                <p:oleObj spid="_x0000_s3137" name="" r:id="rId3" imgW="2171700" imgH="279400" progId="Equation.3">
                  <p:embed/>
                </p:oleObj>
              </mc:Choice>
              <mc:Fallback>
                <p:oleObj name="" r:id="rId3" imgW="2171700" imgH="279400" progId="Equation.3">
                  <p:embed/>
                  <p:pic>
                    <p:nvPicPr>
                      <p:cNvPr id="0" name="图片 3136"/>
                      <p:cNvPicPr/>
                      <p:nvPr/>
                    </p:nvPicPr>
                    <p:blipFill>
                      <a:blip r:embed="rId4">
                        <a:clrChange>
                          <a:clrFrom>
                            <a:srgbClr val="000000"/>
                          </a:clrFrom>
                          <a:clrTo>
                            <a:srgbClr val="FFFFFF"/>
                          </a:clrTo>
                        </a:clrChange>
                      </a:blip>
                      <a:stretch>
                        <a:fillRect/>
                      </a:stretch>
                    </p:blipFill>
                    <p:spPr>
                      <a:xfrm>
                        <a:off x="1201738" y="4119563"/>
                        <a:ext cx="4738687" cy="604837"/>
                      </a:xfrm>
                      <a:prstGeom prst="rect">
                        <a:avLst/>
                      </a:prstGeom>
                      <a:noFill/>
                      <a:ln w="38100">
                        <a:noFill/>
                        <a:miter/>
                      </a:ln>
                    </p:spPr>
                  </p:pic>
                </p:oleObj>
              </mc:Fallback>
            </mc:AlternateContent>
          </a:graphicData>
        </a:graphic>
      </p:graphicFrame>
      <p:graphicFrame>
        <p:nvGraphicFramePr>
          <p:cNvPr id="63517" name="Object 29"/>
          <p:cNvGraphicFramePr/>
          <p:nvPr/>
        </p:nvGraphicFramePr>
        <p:xfrm>
          <a:off x="1201738" y="4694238"/>
          <a:ext cx="4710112" cy="604837"/>
        </p:xfrm>
        <a:graphic>
          <a:graphicData uri="http://schemas.openxmlformats.org/presentationml/2006/ole">
            <mc:AlternateContent xmlns:mc="http://schemas.openxmlformats.org/markup-compatibility/2006">
              <mc:Choice xmlns:v="urn:schemas-microsoft-com:vml" Requires="v">
                <p:oleObj spid="_x0000_s3142" name="" r:id="rId5" imgW="2159000" imgH="279400" progId="Equation.3">
                  <p:embed/>
                </p:oleObj>
              </mc:Choice>
              <mc:Fallback>
                <p:oleObj name="" r:id="rId5" imgW="2159000" imgH="279400" progId="Equation.3">
                  <p:embed/>
                  <p:pic>
                    <p:nvPicPr>
                      <p:cNvPr id="0" name="图片 3141"/>
                      <p:cNvPicPr/>
                      <p:nvPr/>
                    </p:nvPicPr>
                    <p:blipFill>
                      <a:blip r:embed="rId6">
                        <a:clrChange>
                          <a:clrFrom>
                            <a:srgbClr val="000000"/>
                          </a:clrFrom>
                          <a:clrTo>
                            <a:srgbClr val="FFFFFF"/>
                          </a:clrTo>
                        </a:clrChange>
                      </a:blip>
                      <a:stretch>
                        <a:fillRect/>
                      </a:stretch>
                    </p:blipFill>
                    <p:spPr>
                      <a:xfrm>
                        <a:off x="1201738" y="4694238"/>
                        <a:ext cx="4710112" cy="604837"/>
                      </a:xfrm>
                      <a:prstGeom prst="rect">
                        <a:avLst/>
                      </a:prstGeom>
                      <a:noFill/>
                      <a:ln w="38100">
                        <a:noFill/>
                        <a:miter/>
                      </a:ln>
                    </p:spPr>
                  </p:pic>
                </p:oleObj>
              </mc:Fallback>
            </mc:AlternateContent>
          </a:graphicData>
        </a:graphic>
      </p:graphicFrame>
      <p:graphicFrame>
        <p:nvGraphicFramePr>
          <p:cNvPr id="63518" name="Object 30"/>
          <p:cNvGraphicFramePr/>
          <p:nvPr/>
        </p:nvGraphicFramePr>
        <p:xfrm>
          <a:off x="1187450" y="5343525"/>
          <a:ext cx="4738688" cy="606425"/>
        </p:xfrm>
        <a:graphic>
          <a:graphicData uri="http://schemas.openxmlformats.org/presentationml/2006/ole">
            <mc:AlternateContent xmlns:mc="http://schemas.openxmlformats.org/markup-compatibility/2006">
              <mc:Choice xmlns:v="urn:schemas-microsoft-com:vml" Requires="v">
                <p:oleObj spid="_x0000_s3145" name="" r:id="rId7" imgW="2171700" imgH="279400" progId="Equation.3">
                  <p:embed/>
                </p:oleObj>
              </mc:Choice>
              <mc:Fallback>
                <p:oleObj name="" r:id="rId7" imgW="2171700" imgH="279400" progId="Equation.3">
                  <p:embed/>
                  <p:pic>
                    <p:nvPicPr>
                      <p:cNvPr id="0" name="图片 3144"/>
                      <p:cNvPicPr/>
                      <p:nvPr/>
                    </p:nvPicPr>
                    <p:blipFill>
                      <a:blip r:embed="rId8">
                        <a:clrChange>
                          <a:clrFrom>
                            <a:srgbClr val="000000"/>
                          </a:clrFrom>
                          <a:clrTo>
                            <a:srgbClr val="FFFFFF"/>
                          </a:clrTo>
                        </a:clrChange>
                      </a:blip>
                      <a:stretch>
                        <a:fillRect/>
                      </a:stretch>
                    </p:blipFill>
                    <p:spPr>
                      <a:xfrm>
                        <a:off x="1187450" y="5343525"/>
                        <a:ext cx="4738688" cy="606425"/>
                      </a:xfrm>
                      <a:prstGeom prst="rect">
                        <a:avLst/>
                      </a:prstGeom>
                      <a:noFill/>
                      <a:ln w="38100">
                        <a:noFill/>
                        <a:miter/>
                      </a:ln>
                    </p:spPr>
                  </p:pic>
                </p:oleObj>
              </mc:Fallback>
            </mc:AlternateContent>
          </a:graphicData>
        </a:graphic>
      </p:graphicFrame>
      <p:grpSp>
        <p:nvGrpSpPr>
          <p:cNvPr id="8203" name="Group 36"/>
          <p:cNvGrpSpPr/>
          <p:nvPr/>
        </p:nvGrpSpPr>
        <p:grpSpPr>
          <a:xfrm>
            <a:off x="8316913" y="6446838"/>
            <a:ext cx="792162" cy="366712"/>
            <a:chOff x="5193" y="4020"/>
            <a:chExt cx="499" cy="231"/>
          </a:xfrm>
        </p:grpSpPr>
        <p:pic>
          <p:nvPicPr>
            <p:cNvPr id="8225" name="Picture 37" descr="78900"/>
            <p:cNvPicPr>
              <a:picLocks noChangeAspect="1"/>
            </p:cNvPicPr>
            <p:nvPr/>
          </p:nvPicPr>
          <p:blipFill>
            <a:blip r:embed="rId9"/>
            <a:stretch>
              <a:fillRect/>
            </a:stretch>
          </p:blipFill>
          <p:spPr>
            <a:xfrm>
              <a:off x="5193" y="4066"/>
              <a:ext cx="499" cy="181"/>
            </a:xfrm>
            <a:prstGeom prst="rect">
              <a:avLst/>
            </a:prstGeom>
            <a:noFill/>
            <a:ln w="9525">
              <a:noFill/>
            </a:ln>
          </p:spPr>
        </p:pic>
        <p:sp>
          <p:nvSpPr>
            <p:cNvPr id="8226" name="Text Box 38">
              <a:hlinkClick r:id="" action="ppaction://hlinkshowjump?jump=nextslide"/>
            </p:cNvPr>
            <p:cNvSpPr txBox="1"/>
            <p:nvPr/>
          </p:nvSpPr>
          <p:spPr>
            <a:xfrm>
              <a:off x="5216" y="4020"/>
              <a:ext cx="476" cy="231"/>
            </a:xfrm>
            <a:prstGeom prst="rect">
              <a:avLst/>
            </a:prstGeom>
            <a:noFill/>
            <a:ln w="9525">
              <a:noFill/>
            </a:ln>
          </p:spPr>
          <p:txBody>
            <a:bodyPr wrap="none">
              <a:spAutoFit/>
            </a:bodyPr>
            <a:p>
              <a:pPr>
                <a:spcBef>
                  <a:spcPct val="50000"/>
                </a:spcBef>
              </a:pPr>
              <a:r>
                <a:rPr lang="zh-CN" altLang="en-US" sz="1800" b="0" dirty="0">
                  <a:solidFill>
                    <a:schemeClr val="bg1"/>
                  </a:solidFill>
                  <a:latin typeface="隶书" panose="02010509060101010101" pitchFamily="49" charset="-122"/>
                  <a:ea typeface="隶书" panose="02010509060101010101" pitchFamily="49" charset="-122"/>
                </a:rPr>
                <a:t>下 页</a:t>
              </a:r>
              <a:endParaRPr lang="zh-CN" altLang="en-US" sz="1800" b="0" dirty="0">
                <a:solidFill>
                  <a:schemeClr val="bg1"/>
                </a:solidFill>
                <a:latin typeface="隶书" panose="02010509060101010101" pitchFamily="49" charset="-122"/>
                <a:ea typeface="隶书" panose="02010509060101010101" pitchFamily="49" charset="-122"/>
              </a:endParaRPr>
            </a:p>
          </p:txBody>
        </p:sp>
      </p:grpSp>
      <p:grpSp>
        <p:nvGrpSpPr>
          <p:cNvPr id="8204" name="Group 39"/>
          <p:cNvGrpSpPr/>
          <p:nvPr/>
        </p:nvGrpSpPr>
        <p:grpSpPr>
          <a:xfrm>
            <a:off x="7453313" y="6446838"/>
            <a:ext cx="792162" cy="366712"/>
            <a:chOff x="4649" y="4020"/>
            <a:chExt cx="499" cy="231"/>
          </a:xfrm>
        </p:grpSpPr>
        <p:pic>
          <p:nvPicPr>
            <p:cNvPr id="8223" name="Picture 40" descr="78900"/>
            <p:cNvPicPr>
              <a:picLocks noChangeAspect="1"/>
            </p:cNvPicPr>
            <p:nvPr/>
          </p:nvPicPr>
          <p:blipFill>
            <a:blip r:embed="rId9"/>
            <a:stretch>
              <a:fillRect/>
            </a:stretch>
          </p:blipFill>
          <p:spPr>
            <a:xfrm>
              <a:off x="4649" y="4066"/>
              <a:ext cx="499" cy="181"/>
            </a:xfrm>
            <a:prstGeom prst="rect">
              <a:avLst/>
            </a:prstGeom>
            <a:noFill/>
            <a:ln w="9525">
              <a:noFill/>
            </a:ln>
          </p:spPr>
        </p:pic>
        <p:sp>
          <p:nvSpPr>
            <p:cNvPr id="8224" name="Text Box 41">
              <a:hlinkClick r:id="" action="ppaction://hlinkshowjump?jump=previousslide"/>
            </p:cNvPr>
            <p:cNvSpPr txBox="1"/>
            <p:nvPr/>
          </p:nvSpPr>
          <p:spPr>
            <a:xfrm>
              <a:off x="4672" y="4020"/>
              <a:ext cx="476" cy="231"/>
            </a:xfrm>
            <a:prstGeom prst="rect">
              <a:avLst/>
            </a:prstGeom>
            <a:noFill/>
            <a:ln w="9525">
              <a:noFill/>
            </a:ln>
          </p:spPr>
          <p:txBody>
            <a:bodyPr wrap="none">
              <a:spAutoFit/>
            </a:bodyPr>
            <a:p>
              <a:pPr>
                <a:spcBef>
                  <a:spcPct val="50000"/>
                </a:spcBef>
              </a:pPr>
              <a:r>
                <a:rPr lang="zh-CN" altLang="en-US" sz="1800" b="0" dirty="0">
                  <a:solidFill>
                    <a:schemeClr val="bg1"/>
                  </a:solidFill>
                  <a:latin typeface="隶书" panose="02010509060101010101" pitchFamily="49" charset="-122"/>
                  <a:ea typeface="隶书" panose="02010509060101010101" pitchFamily="49" charset="-122"/>
                </a:rPr>
                <a:t>上 页</a:t>
              </a:r>
              <a:endParaRPr lang="zh-CN" altLang="en-US" sz="1800" b="0" dirty="0">
                <a:solidFill>
                  <a:schemeClr val="bg1"/>
                </a:solidFill>
                <a:latin typeface="隶书" panose="02010509060101010101" pitchFamily="49" charset="-122"/>
                <a:ea typeface="隶书" panose="02010509060101010101" pitchFamily="49" charset="-122"/>
              </a:endParaRPr>
            </a:p>
          </p:txBody>
        </p:sp>
      </p:grpSp>
      <p:grpSp>
        <p:nvGrpSpPr>
          <p:cNvPr id="8205" name="Group 51"/>
          <p:cNvGrpSpPr/>
          <p:nvPr/>
        </p:nvGrpSpPr>
        <p:grpSpPr>
          <a:xfrm>
            <a:off x="6588125" y="6446838"/>
            <a:ext cx="792163" cy="366712"/>
            <a:chOff x="4649" y="4020"/>
            <a:chExt cx="499" cy="231"/>
          </a:xfrm>
        </p:grpSpPr>
        <p:pic>
          <p:nvPicPr>
            <p:cNvPr id="8221" name="Picture 52" descr="78900"/>
            <p:cNvPicPr>
              <a:picLocks noChangeAspect="1"/>
            </p:cNvPicPr>
            <p:nvPr/>
          </p:nvPicPr>
          <p:blipFill>
            <a:blip r:embed="rId9"/>
            <a:stretch>
              <a:fillRect/>
            </a:stretch>
          </p:blipFill>
          <p:spPr>
            <a:xfrm>
              <a:off x="4649" y="4066"/>
              <a:ext cx="499" cy="181"/>
            </a:xfrm>
            <a:prstGeom prst="rect">
              <a:avLst/>
            </a:prstGeom>
            <a:noFill/>
            <a:ln w="9525">
              <a:noFill/>
            </a:ln>
          </p:spPr>
        </p:pic>
        <p:sp>
          <p:nvSpPr>
            <p:cNvPr id="8222" name="Text Box 53">
              <a:hlinkClick r:id="" action="ppaction://hlinkshowjump?jump=firstslide"/>
            </p:cNvPr>
            <p:cNvSpPr txBox="1"/>
            <p:nvPr/>
          </p:nvSpPr>
          <p:spPr>
            <a:xfrm>
              <a:off x="4672" y="4020"/>
              <a:ext cx="476" cy="231"/>
            </a:xfrm>
            <a:prstGeom prst="rect">
              <a:avLst/>
            </a:prstGeom>
            <a:noFill/>
            <a:ln w="9525">
              <a:noFill/>
            </a:ln>
          </p:spPr>
          <p:txBody>
            <a:bodyPr wrap="none">
              <a:spAutoFit/>
            </a:bodyPr>
            <a:p>
              <a:pPr>
                <a:spcBef>
                  <a:spcPct val="50000"/>
                </a:spcBef>
              </a:pPr>
              <a:r>
                <a:rPr lang="zh-CN" altLang="en-US" sz="1800" b="0" dirty="0">
                  <a:solidFill>
                    <a:schemeClr val="bg1"/>
                  </a:solidFill>
                  <a:latin typeface="隶书" panose="02010509060101010101" pitchFamily="49" charset="-122"/>
                  <a:ea typeface="隶书" panose="02010509060101010101" pitchFamily="49" charset="-122"/>
                </a:rPr>
                <a:t>返 回</a:t>
              </a:r>
              <a:endParaRPr lang="zh-CN" altLang="en-US" sz="1800" b="0" dirty="0">
                <a:solidFill>
                  <a:schemeClr val="bg1"/>
                </a:solidFill>
                <a:latin typeface="隶书" panose="02010509060101010101" pitchFamily="49" charset="-122"/>
                <a:ea typeface="隶书" panose="02010509060101010101" pitchFamily="49" charset="-122"/>
              </a:endParaRPr>
            </a:p>
          </p:txBody>
        </p:sp>
      </p:grpSp>
      <p:grpSp>
        <p:nvGrpSpPr>
          <p:cNvPr id="5" name="Group 65"/>
          <p:cNvGrpSpPr/>
          <p:nvPr/>
        </p:nvGrpSpPr>
        <p:grpSpPr>
          <a:xfrm>
            <a:off x="755650" y="333375"/>
            <a:ext cx="5903913" cy="1230313"/>
            <a:chOff x="476" y="210"/>
            <a:chExt cx="3719" cy="775"/>
          </a:xfrm>
        </p:grpSpPr>
        <p:graphicFrame>
          <p:nvGraphicFramePr>
            <p:cNvPr id="8201" name="Object 2"/>
            <p:cNvGraphicFramePr/>
            <p:nvPr/>
          </p:nvGraphicFramePr>
          <p:xfrm>
            <a:off x="476" y="210"/>
            <a:ext cx="3719" cy="775"/>
          </p:xfrm>
          <a:graphic>
            <a:graphicData uri="http://schemas.openxmlformats.org/presentationml/2006/ole">
              <mc:AlternateContent xmlns:mc="http://schemas.openxmlformats.org/markup-compatibility/2006">
                <mc:Choice xmlns:v="urn:schemas-microsoft-com:vml" Requires="v">
                  <p:oleObj spid="_x0000_s3144" name="" r:id="rId10" imgW="2857500" imgH="596900" progId="Equation.3">
                    <p:embed/>
                  </p:oleObj>
                </mc:Choice>
                <mc:Fallback>
                  <p:oleObj name="" r:id="rId10" imgW="2857500" imgH="596900" progId="Equation.3">
                    <p:embed/>
                    <p:pic>
                      <p:nvPicPr>
                        <p:cNvPr id="0" name="图片 3143"/>
                        <p:cNvPicPr/>
                        <p:nvPr/>
                      </p:nvPicPr>
                      <p:blipFill>
                        <a:blip r:embed="rId11">
                          <a:clrChange>
                            <a:clrFrom>
                              <a:srgbClr val="000000"/>
                            </a:clrFrom>
                            <a:clrTo>
                              <a:srgbClr val="FFFFFF"/>
                            </a:clrTo>
                          </a:clrChange>
                        </a:blip>
                        <a:stretch>
                          <a:fillRect/>
                        </a:stretch>
                      </p:blipFill>
                      <p:spPr>
                        <a:xfrm>
                          <a:off x="476" y="210"/>
                          <a:ext cx="3719" cy="775"/>
                        </a:xfrm>
                        <a:prstGeom prst="rect">
                          <a:avLst/>
                        </a:prstGeom>
                        <a:noFill/>
                        <a:ln w="38100">
                          <a:noFill/>
                          <a:miter/>
                        </a:ln>
                      </p:spPr>
                    </p:pic>
                  </p:oleObj>
                </mc:Fallback>
              </mc:AlternateContent>
            </a:graphicData>
          </a:graphic>
        </p:graphicFrame>
        <p:sp>
          <p:nvSpPr>
            <p:cNvPr id="8218" name="Line 54"/>
            <p:cNvSpPr/>
            <p:nvPr/>
          </p:nvSpPr>
          <p:spPr>
            <a:xfrm>
              <a:off x="1683" y="609"/>
              <a:ext cx="317" cy="0"/>
            </a:xfrm>
            <a:prstGeom prst="line">
              <a:avLst/>
            </a:prstGeom>
            <a:ln w="9525" cap="flat" cmpd="sng">
              <a:solidFill>
                <a:schemeClr val="bg1"/>
              </a:solidFill>
              <a:prstDash val="solid"/>
              <a:headEnd type="none" w="med" len="med"/>
              <a:tailEnd type="none" w="med" len="med"/>
            </a:ln>
          </p:spPr>
        </p:sp>
        <p:sp>
          <p:nvSpPr>
            <p:cNvPr id="8219" name="Line 55"/>
            <p:cNvSpPr/>
            <p:nvPr/>
          </p:nvSpPr>
          <p:spPr>
            <a:xfrm>
              <a:off x="1800" y="944"/>
              <a:ext cx="545" cy="0"/>
            </a:xfrm>
            <a:prstGeom prst="line">
              <a:avLst/>
            </a:prstGeom>
            <a:ln w="9525" cap="flat" cmpd="sng">
              <a:solidFill>
                <a:schemeClr val="bg1"/>
              </a:solidFill>
              <a:prstDash val="solid"/>
              <a:headEnd type="none" w="med" len="med"/>
              <a:tailEnd type="none" w="med" len="med"/>
            </a:ln>
          </p:spPr>
        </p:sp>
        <p:sp>
          <p:nvSpPr>
            <p:cNvPr id="8220" name="Line 56"/>
            <p:cNvSpPr/>
            <p:nvPr/>
          </p:nvSpPr>
          <p:spPr>
            <a:xfrm>
              <a:off x="3334" y="754"/>
              <a:ext cx="544" cy="0"/>
            </a:xfrm>
            <a:prstGeom prst="line">
              <a:avLst/>
            </a:prstGeom>
            <a:ln w="9525" cap="flat" cmpd="sng">
              <a:solidFill>
                <a:schemeClr val="bg1"/>
              </a:solidFill>
              <a:prstDash val="solid"/>
              <a:headEnd type="none" w="med" len="med"/>
              <a:tailEnd type="none" w="med" len="med"/>
            </a:ln>
          </p:spPr>
        </p:sp>
      </p:grpSp>
      <p:grpSp>
        <p:nvGrpSpPr>
          <p:cNvPr id="6" name="Group 66"/>
          <p:cNvGrpSpPr/>
          <p:nvPr/>
        </p:nvGrpSpPr>
        <p:grpSpPr>
          <a:xfrm>
            <a:off x="611188" y="1425575"/>
            <a:ext cx="7561262" cy="766763"/>
            <a:chOff x="385" y="898"/>
            <a:chExt cx="4763" cy="483"/>
          </a:xfrm>
        </p:grpSpPr>
        <p:graphicFrame>
          <p:nvGraphicFramePr>
            <p:cNvPr id="8200" name="Object 25"/>
            <p:cNvGraphicFramePr/>
            <p:nvPr/>
          </p:nvGraphicFramePr>
          <p:xfrm>
            <a:off x="385" y="898"/>
            <a:ext cx="4763" cy="483"/>
          </p:xfrm>
          <a:graphic>
            <a:graphicData uri="http://schemas.openxmlformats.org/presentationml/2006/ole">
              <mc:AlternateContent xmlns:mc="http://schemas.openxmlformats.org/markup-compatibility/2006">
                <mc:Choice xmlns:v="urn:schemas-microsoft-com:vml" Requires="v">
                  <p:oleObj spid="_x0000_s3150" name="" r:id="rId12" imgW="3376930" imgH="342900" progId="Equation.3">
                    <p:embed/>
                  </p:oleObj>
                </mc:Choice>
                <mc:Fallback>
                  <p:oleObj name="" r:id="rId12" imgW="3376930" imgH="342900" progId="Equation.3">
                    <p:embed/>
                    <p:pic>
                      <p:nvPicPr>
                        <p:cNvPr id="0" name="图片 3149"/>
                        <p:cNvPicPr/>
                        <p:nvPr/>
                      </p:nvPicPr>
                      <p:blipFill>
                        <a:blip r:embed="rId13">
                          <a:clrChange>
                            <a:clrFrom>
                              <a:srgbClr val="000000"/>
                            </a:clrFrom>
                            <a:clrTo>
                              <a:srgbClr val="FFFFFF"/>
                            </a:clrTo>
                          </a:clrChange>
                        </a:blip>
                        <a:stretch>
                          <a:fillRect/>
                        </a:stretch>
                      </p:blipFill>
                      <p:spPr>
                        <a:xfrm>
                          <a:off x="385" y="898"/>
                          <a:ext cx="4763" cy="483"/>
                        </a:xfrm>
                        <a:prstGeom prst="rect">
                          <a:avLst/>
                        </a:prstGeom>
                        <a:noFill/>
                        <a:ln w="38100">
                          <a:noFill/>
                          <a:miter/>
                        </a:ln>
                      </p:spPr>
                    </p:pic>
                  </p:oleObj>
                </mc:Fallback>
              </mc:AlternateContent>
            </a:graphicData>
          </a:graphic>
        </p:graphicFrame>
        <p:sp>
          <p:nvSpPr>
            <p:cNvPr id="8216" name="Line 57"/>
            <p:cNvSpPr/>
            <p:nvPr/>
          </p:nvSpPr>
          <p:spPr>
            <a:xfrm>
              <a:off x="4195" y="1344"/>
              <a:ext cx="635" cy="0"/>
            </a:xfrm>
            <a:prstGeom prst="line">
              <a:avLst/>
            </a:prstGeom>
            <a:ln w="9525" cap="flat" cmpd="sng">
              <a:solidFill>
                <a:schemeClr val="bg1"/>
              </a:solidFill>
              <a:prstDash val="solid"/>
              <a:headEnd type="none" w="med" len="med"/>
              <a:tailEnd type="none" w="med" len="med"/>
            </a:ln>
          </p:spPr>
        </p:sp>
        <p:sp>
          <p:nvSpPr>
            <p:cNvPr id="8217" name="Line 58"/>
            <p:cNvSpPr/>
            <p:nvPr/>
          </p:nvSpPr>
          <p:spPr>
            <a:xfrm>
              <a:off x="2517" y="1344"/>
              <a:ext cx="590" cy="0"/>
            </a:xfrm>
            <a:prstGeom prst="line">
              <a:avLst/>
            </a:prstGeom>
            <a:ln w="9525" cap="flat" cmpd="sng">
              <a:solidFill>
                <a:schemeClr val="bg1"/>
              </a:solidFill>
              <a:prstDash val="solid"/>
              <a:headEnd type="none" w="med" len="med"/>
              <a:tailEnd type="none" w="med" len="med"/>
            </a:ln>
          </p:spPr>
        </p:sp>
      </p:grpSp>
      <p:grpSp>
        <p:nvGrpSpPr>
          <p:cNvPr id="7" name="Group 69"/>
          <p:cNvGrpSpPr/>
          <p:nvPr/>
        </p:nvGrpSpPr>
        <p:grpSpPr>
          <a:xfrm>
            <a:off x="611188" y="2101850"/>
            <a:ext cx="7848600" cy="690563"/>
            <a:chOff x="385" y="1324"/>
            <a:chExt cx="4944" cy="435"/>
          </a:xfrm>
        </p:grpSpPr>
        <p:graphicFrame>
          <p:nvGraphicFramePr>
            <p:cNvPr id="8199" name="Object 26"/>
            <p:cNvGraphicFramePr/>
            <p:nvPr/>
          </p:nvGraphicFramePr>
          <p:xfrm>
            <a:off x="385" y="1324"/>
            <a:ext cx="4944" cy="435"/>
          </p:xfrm>
          <a:graphic>
            <a:graphicData uri="http://schemas.openxmlformats.org/presentationml/2006/ole">
              <mc:AlternateContent xmlns:mc="http://schemas.openxmlformats.org/markup-compatibility/2006">
                <mc:Choice xmlns:v="urn:schemas-microsoft-com:vml" Requires="v">
                  <p:oleObj spid="_x0000_s3151" name="" r:id="rId14" imgW="3336925" imgH="317500" progId="Equation.3">
                    <p:embed/>
                  </p:oleObj>
                </mc:Choice>
                <mc:Fallback>
                  <p:oleObj name="" r:id="rId14" imgW="3336925" imgH="317500" progId="Equation.3">
                    <p:embed/>
                    <p:pic>
                      <p:nvPicPr>
                        <p:cNvPr id="0" name="图片 3150"/>
                        <p:cNvPicPr/>
                        <p:nvPr/>
                      </p:nvPicPr>
                      <p:blipFill>
                        <a:blip r:embed="rId15">
                          <a:clrChange>
                            <a:clrFrom>
                              <a:srgbClr val="000000"/>
                            </a:clrFrom>
                            <a:clrTo>
                              <a:srgbClr val="FFFFFF"/>
                            </a:clrTo>
                          </a:clrChange>
                        </a:blip>
                        <a:stretch>
                          <a:fillRect/>
                        </a:stretch>
                      </p:blipFill>
                      <p:spPr>
                        <a:xfrm>
                          <a:off x="385" y="1324"/>
                          <a:ext cx="4944" cy="435"/>
                        </a:xfrm>
                        <a:prstGeom prst="rect">
                          <a:avLst/>
                        </a:prstGeom>
                        <a:noFill/>
                        <a:ln w="38100">
                          <a:noFill/>
                          <a:miter/>
                        </a:ln>
                      </p:spPr>
                    </p:pic>
                  </p:oleObj>
                </mc:Fallback>
              </mc:AlternateContent>
            </a:graphicData>
          </a:graphic>
        </p:graphicFrame>
        <p:sp>
          <p:nvSpPr>
            <p:cNvPr id="8213" name="Line 59"/>
            <p:cNvSpPr/>
            <p:nvPr/>
          </p:nvSpPr>
          <p:spPr>
            <a:xfrm>
              <a:off x="2000" y="1724"/>
              <a:ext cx="318" cy="0"/>
            </a:xfrm>
            <a:prstGeom prst="line">
              <a:avLst/>
            </a:prstGeom>
            <a:ln w="9525" cap="flat" cmpd="sng">
              <a:solidFill>
                <a:schemeClr val="bg1"/>
              </a:solidFill>
              <a:prstDash val="solid"/>
              <a:headEnd type="none" w="med" len="med"/>
              <a:tailEnd type="none" w="med" len="med"/>
            </a:ln>
          </p:spPr>
        </p:sp>
        <p:sp>
          <p:nvSpPr>
            <p:cNvPr id="8214" name="Line 60"/>
            <p:cNvSpPr/>
            <p:nvPr/>
          </p:nvSpPr>
          <p:spPr>
            <a:xfrm>
              <a:off x="3107" y="1724"/>
              <a:ext cx="589" cy="0"/>
            </a:xfrm>
            <a:prstGeom prst="line">
              <a:avLst/>
            </a:prstGeom>
            <a:ln w="9525" cap="flat" cmpd="sng">
              <a:solidFill>
                <a:schemeClr val="bg1"/>
              </a:solidFill>
              <a:prstDash val="solid"/>
              <a:headEnd type="none" w="med" len="med"/>
              <a:tailEnd type="none" w="med" len="med"/>
            </a:ln>
          </p:spPr>
        </p:sp>
        <p:sp>
          <p:nvSpPr>
            <p:cNvPr id="8215" name="Line 61"/>
            <p:cNvSpPr/>
            <p:nvPr/>
          </p:nvSpPr>
          <p:spPr>
            <a:xfrm>
              <a:off x="4540" y="1724"/>
              <a:ext cx="499" cy="0"/>
            </a:xfrm>
            <a:prstGeom prst="line">
              <a:avLst/>
            </a:prstGeom>
            <a:ln w="9525" cap="flat" cmpd="sng">
              <a:solidFill>
                <a:schemeClr val="bg1"/>
              </a:solidFill>
              <a:prstDash val="solid"/>
              <a:headEnd type="none" w="med" len="med"/>
              <a:tailEnd type="none" w="med" len="med"/>
            </a:ln>
          </p:spPr>
        </p:sp>
      </p:grpSp>
      <p:grpSp>
        <p:nvGrpSpPr>
          <p:cNvPr id="8" name="Group 68"/>
          <p:cNvGrpSpPr/>
          <p:nvPr/>
        </p:nvGrpSpPr>
        <p:grpSpPr>
          <a:xfrm>
            <a:off x="539750" y="2708275"/>
            <a:ext cx="8064500" cy="931863"/>
            <a:chOff x="355" y="1706"/>
            <a:chExt cx="5080" cy="587"/>
          </a:xfrm>
        </p:grpSpPr>
        <p:graphicFrame>
          <p:nvGraphicFramePr>
            <p:cNvPr id="8198" name="Object 27"/>
            <p:cNvGraphicFramePr/>
            <p:nvPr/>
          </p:nvGraphicFramePr>
          <p:xfrm>
            <a:off x="355" y="1706"/>
            <a:ext cx="5080" cy="587"/>
          </p:xfrm>
          <a:graphic>
            <a:graphicData uri="http://schemas.openxmlformats.org/presentationml/2006/ole">
              <mc:AlternateContent xmlns:mc="http://schemas.openxmlformats.org/markup-compatibility/2006">
                <mc:Choice xmlns:v="urn:schemas-microsoft-com:vml" Requires="v">
                  <p:oleObj spid="_x0000_s3149" name="" r:id="rId16" imgW="4267200" imgH="457200" progId="Equation.3">
                    <p:embed/>
                  </p:oleObj>
                </mc:Choice>
                <mc:Fallback>
                  <p:oleObj name="" r:id="rId16" imgW="4267200" imgH="457200" progId="Equation.3">
                    <p:embed/>
                    <p:pic>
                      <p:nvPicPr>
                        <p:cNvPr id="0" name="图片 3148"/>
                        <p:cNvPicPr/>
                        <p:nvPr/>
                      </p:nvPicPr>
                      <p:blipFill>
                        <a:blip r:embed="rId17">
                          <a:clrChange>
                            <a:clrFrom>
                              <a:srgbClr val="000000"/>
                            </a:clrFrom>
                            <a:clrTo>
                              <a:srgbClr val="FFFFFF"/>
                            </a:clrTo>
                          </a:clrChange>
                        </a:blip>
                        <a:stretch>
                          <a:fillRect/>
                        </a:stretch>
                      </p:blipFill>
                      <p:spPr>
                        <a:xfrm>
                          <a:off x="355" y="1706"/>
                          <a:ext cx="5080" cy="587"/>
                        </a:xfrm>
                        <a:prstGeom prst="rect">
                          <a:avLst/>
                        </a:prstGeom>
                        <a:noFill/>
                        <a:ln w="38100">
                          <a:noFill/>
                          <a:miter/>
                        </a:ln>
                      </p:spPr>
                    </p:pic>
                  </p:oleObj>
                </mc:Fallback>
              </mc:AlternateContent>
            </a:graphicData>
          </a:graphic>
        </p:graphicFrame>
        <p:sp>
          <p:nvSpPr>
            <p:cNvPr id="8210" name="Line 62"/>
            <p:cNvSpPr/>
            <p:nvPr/>
          </p:nvSpPr>
          <p:spPr>
            <a:xfrm>
              <a:off x="2064" y="2115"/>
              <a:ext cx="453" cy="0"/>
            </a:xfrm>
            <a:prstGeom prst="line">
              <a:avLst/>
            </a:prstGeom>
            <a:ln w="9525" cap="flat" cmpd="sng">
              <a:solidFill>
                <a:schemeClr val="bg1"/>
              </a:solidFill>
              <a:prstDash val="solid"/>
              <a:headEnd type="none" w="med" len="med"/>
              <a:tailEnd type="none" w="med" len="med"/>
            </a:ln>
          </p:spPr>
        </p:sp>
        <p:sp>
          <p:nvSpPr>
            <p:cNvPr id="8211" name="Line 63"/>
            <p:cNvSpPr/>
            <p:nvPr/>
          </p:nvSpPr>
          <p:spPr>
            <a:xfrm>
              <a:off x="3234" y="2115"/>
              <a:ext cx="499" cy="0"/>
            </a:xfrm>
            <a:prstGeom prst="line">
              <a:avLst/>
            </a:prstGeom>
            <a:ln w="9525" cap="flat" cmpd="sng">
              <a:solidFill>
                <a:schemeClr val="bg1"/>
              </a:solidFill>
              <a:prstDash val="solid"/>
              <a:headEnd type="none" w="med" len="med"/>
              <a:tailEnd type="none" w="med" len="med"/>
            </a:ln>
          </p:spPr>
        </p:sp>
        <p:sp>
          <p:nvSpPr>
            <p:cNvPr id="8212" name="Line 64"/>
            <p:cNvSpPr/>
            <p:nvPr/>
          </p:nvSpPr>
          <p:spPr>
            <a:xfrm>
              <a:off x="4549" y="2115"/>
              <a:ext cx="635" cy="0"/>
            </a:xfrm>
            <a:prstGeom prst="line">
              <a:avLst/>
            </a:prstGeom>
            <a:ln w="9525" cap="flat" cmpd="sng">
              <a:solidFill>
                <a:schemeClr val="bg1"/>
              </a:solidFill>
              <a:prstDash val="solid"/>
              <a:headEnd type="none" w="med" len="med"/>
              <a:tailEnd type="none" w="med" len="med"/>
            </a:ln>
          </p:spPr>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after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wipe(left)">
                                      <p:cBhvr>
                                        <p:cTn id="7" dur="1000"/>
                                        <p:tgtEl>
                                          <p:spTgt spid="5"/>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6"/>
                                        </p:tgtEl>
                                        <p:attrNameLst>
                                          <p:attrName>style.visibility</p:attrName>
                                        </p:attrNameLst>
                                      </p:cBhvr>
                                      <p:to>
                                        <p:strVal val="visible"/>
                                      </p:to>
                                    </p:set>
                                    <p:animEffect transition="in" filter="wipe(left)">
                                      <p:cBhvr>
                                        <p:cTn id="12" dur="1000"/>
                                        <p:tgtEl>
                                          <p:spTgt spid="6"/>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7"/>
                                        </p:tgtEl>
                                        <p:attrNameLst>
                                          <p:attrName>style.visibility</p:attrName>
                                        </p:attrNameLst>
                                      </p:cBhvr>
                                      <p:to>
                                        <p:strVal val="visible"/>
                                      </p:to>
                                    </p:set>
                                    <p:animEffect transition="in" filter="wipe(left)">
                                      <p:cBhvr>
                                        <p:cTn id="17" dur="500"/>
                                        <p:tgtEl>
                                          <p:spTgt spid="7"/>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nodeType="clickEffect">
                                  <p:stCondLst>
                                    <p:cond delay="0"/>
                                  </p:stCondLst>
                                  <p:childTnLst>
                                    <p:set>
                                      <p:cBhvr>
                                        <p:cTn id="21" dur="1" fill="hold">
                                          <p:stCondLst>
                                            <p:cond delay="0"/>
                                          </p:stCondLst>
                                        </p:cTn>
                                        <p:tgtEl>
                                          <p:spTgt spid="8"/>
                                        </p:tgtEl>
                                        <p:attrNameLst>
                                          <p:attrName>style.visibility</p:attrName>
                                        </p:attrNameLst>
                                      </p:cBhvr>
                                      <p:to>
                                        <p:strVal val="visible"/>
                                      </p:to>
                                    </p:set>
                                    <p:animEffect transition="in" filter="wipe(left)">
                                      <p:cBhvr>
                                        <p:cTn id="22" dur="1000"/>
                                        <p:tgtEl>
                                          <p:spTgt spid="8"/>
                                        </p:tgtEl>
                                      </p:cBhvr>
                                    </p:animEffect>
                                  </p:childTnLst>
                                </p:cTn>
                              </p:par>
                            </p:childTnLst>
                          </p:cTn>
                        </p:par>
                      </p:childTnLst>
                    </p:cTn>
                  </p:par>
                  <p:par>
                    <p:cTn id="23" fill="hold">
                      <p:stCondLst>
                        <p:cond delay="indefinite"/>
                      </p:stCondLst>
                      <p:childTnLst>
                        <p:par>
                          <p:cTn id="24" fill="hold">
                            <p:stCondLst>
                              <p:cond delay="0"/>
                            </p:stCondLst>
                            <p:childTnLst>
                              <p:par>
                                <p:cTn id="25" presetID="9" presetClass="entr" presetSubtype="0" fill="hold" grpId="0" nodeType="clickEffect">
                                  <p:stCondLst>
                                    <p:cond delay="0"/>
                                  </p:stCondLst>
                                  <p:childTnLst>
                                    <p:set>
                                      <p:cBhvr>
                                        <p:cTn id="26" dur="1" fill="hold">
                                          <p:stCondLst>
                                            <p:cond delay="0"/>
                                          </p:stCondLst>
                                        </p:cTn>
                                        <p:tgtEl>
                                          <p:spTgt spid="63491"/>
                                        </p:tgtEl>
                                        <p:attrNameLst>
                                          <p:attrName>style.visibility</p:attrName>
                                        </p:attrNameLst>
                                      </p:cBhvr>
                                      <p:to>
                                        <p:strVal val="visible"/>
                                      </p:to>
                                    </p:set>
                                    <p:animEffect transition="in" filter="dissolve">
                                      <p:cBhvr>
                                        <p:cTn id="27" dur="500"/>
                                        <p:tgtEl>
                                          <p:spTgt spid="63491"/>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nodeType="clickEffect">
                                  <p:stCondLst>
                                    <p:cond delay="0"/>
                                  </p:stCondLst>
                                  <p:childTnLst>
                                    <p:set>
                                      <p:cBhvr>
                                        <p:cTn id="31" dur="1" fill="hold">
                                          <p:stCondLst>
                                            <p:cond delay="0"/>
                                          </p:stCondLst>
                                        </p:cTn>
                                        <p:tgtEl>
                                          <p:spTgt spid="63492"/>
                                        </p:tgtEl>
                                        <p:attrNameLst>
                                          <p:attrName>style.visibility</p:attrName>
                                        </p:attrNameLst>
                                      </p:cBhvr>
                                      <p:to>
                                        <p:strVal val="visible"/>
                                      </p:to>
                                    </p:set>
                                    <p:animEffect transition="in" filter="wipe(left)">
                                      <p:cBhvr>
                                        <p:cTn id="32" dur="2000"/>
                                        <p:tgtEl>
                                          <p:spTgt spid="63492"/>
                                        </p:tgtEl>
                                      </p:cBhvr>
                                    </p:animEffect>
                                  </p:childTnLst>
                                </p:cTn>
                              </p:par>
                            </p:childTnLst>
                          </p:cTn>
                        </p:par>
                      </p:childTnLst>
                    </p:cTn>
                  </p:par>
                  <p:par>
                    <p:cTn id="33" fill="hold">
                      <p:stCondLst>
                        <p:cond delay="indefinite"/>
                      </p:stCondLst>
                      <p:childTnLst>
                        <p:par>
                          <p:cTn id="34" fill="hold">
                            <p:stCondLst>
                              <p:cond delay="0"/>
                            </p:stCondLst>
                            <p:childTnLst>
                              <p:par>
                                <p:cTn id="35" presetID="17" presetClass="entr" presetSubtype="10" fill="hold" nodeType="clickEffect">
                                  <p:stCondLst>
                                    <p:cond delay="0"/>
                                  </p:stCondLst>
                                  <p:childTnLst>
                                    <p:set>
                                      <p:cBhvr>
                                        <p:cTn id="36" dur="1" fill="hold">
                                          <p:stCondLst>
                                            <p:cond delay="0"/>
                                          </p:stCondLst>
                                        </p:cTn>
                                        <p:tgtEl>
                                          <p:spTgt spid="63516"/>
                                        </p:tgtEl>
                                        <p:attrNameLst>
                                          <p:attrName>style.visibility</p:attrName>
                                        </p:attrNameLst>
                                      </p:cBhvr>
                                      <p:to>
                                        <p:strVal val="visible"/>
                                      </p:to>
                                    </p:set>
                                    <p:anim calcmode="lin" valueType="num">
                                      <p:cBhvr>
                                        <p:cTn id="37" dur="500" fill="hold"/>
                                        <p:tgtEl>
                                          <p:spTgt spid="63516"/>
                                        </p:tgtEl>
                                        <p:attrNameLst>
                                          <p:attrName>ppt_w</p:attrName>
                                        </p:attrNameLst>
                                      </p:cBhvr>
                                      <p:tavLst>
                                        <p:tav tm="0">
                                          <p:val>
                                            <p:fltVal val="0.000000"/>
                                          </p:val>
                                        </p:tav>
                                        <p:tav tm="100000">
                                          <p:val>
                                            <p:strVal val="#ppt_w"/>
                                          </p:val>
                                        </p:tav>
                                      </p:tavLst>
                                    </p:anim>
                                    <p:anim calcmode="lin" valueType="num">
                                      <p:cBhvr>
                                        <p:cTn id="38" dur="500" fill="hold"/>
                                        <p:tgtEl>
                                          <p:spTgt spid="63516"/>
                                        </p:tgtEl>
                                        <p:attrNameLst>
                                          <p:attrName>ppt_h</p:attrName>
                                        </p:attrNameLst>
                                      </p:cBhvr>
                                      <p:tavLst>
                                        <p:tav tm="0">
                                          <p:val>
                                            <p:strVal val="#ppt_h"/>
                                          </p:val>
                                        </p:tav>
                                        <p:tav tm="100000">
                                          <p:val>
                                            <p:strVal val="#ppt_h"/>
                                          </p:val>
                                        </p:tav>
                                      </p:tavLst>
                                    </p:anim>
                                  </p:childTnLst>
                                </p:cTn>
                              </p:par>
                            </p:childTnLst>
                          </p:cTn>
                        </p:par>
                      </p:childTnLst>
                    </p:cTn>
                  </p:par>
                  <p:par>
                    <p:cTn id="39" fill="hold">
                      <p:stCondLst>
                        <p:cond delay="indefinite"/>
                      </p:stCondLst>
                      <p:childTnLst>
                        <p:par>
                          <p:cTn id="40" fill="hold">
                            <p:stCondLst>
                              <p:cond delay="0"/>
                            </p:stCondLst>
                            <p:childTnLst>
                              <p:par>
                                <p:cTn id="41" presetID="17" presetClass="entr" presetSubtype="10" fill="hold" nodeType="clickEffect">
                                  <p:stCondLst>
                                    <p:cond delay="0"/>
                                  </p:stCondLst>
                                  <p:childTnLst>
                                    <p:set>
                                      <p:cBhvr>
                                        <p:cTn id="42" dur="1" fill="hold">
                                          <p:stCondLst>
                                            <p:cond delay="0"/>
                                          </p:stCondLst>
                                        </p:cTn>
                                        <p:tgtEl>
                                          <p:spTgt spid="63517"/>
                                        </p:tgtEl>
                                        <p:attrNameLst>
                                          <p:attrName>style.visibility</p:attrName>
                                        </p:attrNameLst>
                                      </p:cBhvr>
                                      <p:to>
                                        <p:strVal val="visible"/>
                                      </p:to>
                                    </p:set>
                                    <p:anim calcmode="lin" valueType="num">
                                      <p:cBhvr>
                                        <p:cTn id="43" dur="500" fill="hold"/>
                                        <p:tgtEl>
                                          <p:spTgt spid="63517"/>
                                        </p:tgtEl>
                                        <p:attrNameLst>
                                          <p:attrName>ppt_w</p:attrName>
                                        </p:attrNameLst>
                                      </p:cBhvr>
                                      <p:tavLst>
                                        <p:tav tm="0">
                                          <p:val>
                                            <p:fltVal val="0.000000"/>
                                          </p:val>
                                        </p:tav>
                                        <p:tav tm="100000">
                                          <p:val>
                                            <p:strVal val="#ppt_w"/>
                                          </p:val>
                                        </p:tav>
                                      </p:tavLst>
                                    </p:anim>
                                    <p:anim calcmode="lin" valueType="num">
                                      <p:cBhvr>
                                        <p:cTn id="44" dur="500" fill="hold"/>
                                        <p:tgtEl>
                                          <p:spTgt spid="63517"/>
                                        </p:tgtEl>
                                        <p:attrNameLst>
                                          <p:attrName>ppt_h</p:attrName>
                                        </p:attrNameLst>
                                      </p:cBhvr>
                                      <p:tavLst>
                                        <p:tav tm="0">
                                          <p:val>
                                            <p:strVal val="#ppt_h"/>
                                          </p:val>
                                        </p:tav>
                                        <p:tav tm="100000">
                                          <p:val>
                                            <p:strVal val="#ppt_h"/>
                                          </p:val>
                                        </p:tav>
                                      </p:tavLst>
                                    </p:anim>
                                  </p:childTnLst>
                                </p:cTn>
                              </p:par>
                            </p:childTnLst>
                          </p:cTn>
                        </p:par>
                      </p:childTnLst>
                    </p:cTn>
                  </p:par>
                  <p:par>
                    <p:cTn id="45" fill="hold">
                      <p:stCondLst>
                        <p:cond delay="indefinite"/>
                      </p:stCondLst>
                      <p:childTnLst>
                        <p:par>
                          <p:cTn id="46" fill="hold">
                            <p:stCondLst>
                              <p:cond delay="0"/>
                            </p:stCondLst>
                            <p:childTnLst>
                              <p:par>
                                <p:cTn id="47" presetID="17" presetClass="entr" presetSubtype="10" fill="hold" nodeType="clickEffect">
                                  <p:stCondLst>
                                    <p:cond delay="0"/>
                                  </p:stCondLst>
                                  <p:childTnLst>
                                    <p:set>
                                      <p:cBhvr>
                                        <p:cTn id="48" dur="1" fill="hold">
                                          <p:stCondLst>
                                            <p:cond delay="0"/>
                                          </p:stCondLst>
                                        </p:cTn>
                                        <p:tgtEl>
                                          <p:spTgt spid="63518"/>
                                        </p:tgtEl>
                                        <p:attrNameLst>
                                          <p:attrName>style.visibility</p:attrName>
                                        </p:attrNameLst>
                                      </p:cBhvr>
                                      <p:to>
                                        <p:strVal val="visible"/>
                                      </p:to>
                                    </p:set>
                                    <p:anim calcmode="lin" valueType="num">
                                      <p:cBhvr>
                                        <p:cTn id="49" dur="500" fill="hold"/>
                                        <p:tgtEl>
                                          <p:spTgt spid="63518"/>
                                        </p:tgtEl>
                                        <p:attrNameLst>
                                          <p:attrName>ppt_w</p:attrName>
                                        </p:attrNameLst>
                                      </p:cBhvr>
                                      <p:tavLst>
                                        <p:tav tm="0">
                                          <p:val>
                                            <p:fltVal val="0.000000"/>
                                          </p:val>
                                        </p:tav>
                                        <p:tav tm="100000">
                                          <p:val>
                                            <p:strVal val="#ppt_w"/>
                                          </p:val>
                                        </p:tav>
                                      </p:tavLst>
                                    </p:anim>
                                    <p:anim calcmode="lin" valueType="num">
                                      <p:cBhvr>
                                        <p:cTn id="50" dur="500" fill="hold"/>
                                        <p:tgtEl>
                                          <p:spTgt spid="63518"/>
                                        </p:tgtEl>
                                        <p:attrNameLst>
                                          <p:attrName>ppt_h</p:attrName>
                                        </p:attrNameLst>
                                      </p:cBhvr>
                                      <p:tavLst>
                                        <p:tav tm="0">
                                          <p:val>
                                            <p:strVal val="#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3491"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grpSp>
        <p:nvGrpSpPr>
          <p:cNvPr id="9223" name="Group 75"/>
          <p:cNvGrpSpPr/>
          <p:nvPr/>
        </p:nvGrpSpPr>
        <p:grpSpPr>
          <a:xfrm>
            <a:off x="8316913" y="6446838"/>
            <a:ext cx="792162" cy="366712"/>
            <a:chOff x="5193" y="4020"/>
            <a:chExt cx="499" cy="231"/>
          </a:xfrm>
        </p:grpSpPr>
        <p:pic>
          <p:nvPicPr>
            <p:cNvPr id="9248" name="Picture 76" descr="78900"/>
            <p:cNvPicPr>
              <a:picLocks noChangeAspect="1"/>
            </p:cNvPicPr>
            <p:nvPr/>
          </p:nvPicPr>
          <p:blipFill>
            <a:blip r:embed="rId1"/>
            <a:stretch>
              <a:fillRect/>
            </a:stretch>
          </p:blipFill>
          <p:spPr>
            <a:xfrm>
              <a:off x="5193" y="4066"/>
              <a:ext cx="499" cy="181"/>
            </a:xfrm>
            <a:prstGeom prst="rect">
              <a:avLst/>
            </a:prstGeom>
            <a:noFill/>
            <a:ln w="9525">
              <a:noFill/>
            </a:ln>
          </p:spPr>
        </p:pic>
        <p:sp>
          <p:nvSpPr>
            <p:cNvPr id="9249" name="Text Box 77">
              <a:hlinkClick r:id="" action="ppaction://hlinkshowjump?jump=nextslide"/>
            </p:cNvPr>
            <p:cNvSpPr txBox="1"/>
            <p:nvPr/>
          </p:nvSpPr>
          <p:spPr>
            <a:xfrm>
              <a:off x="5216" y="4020"/>
              <a:ext cx="476" cy="231"/>
            </a:xfrm>
            <a:prstGeom prst="rect">
              <a:avLst/>
            </a:prstGeom>
            <a:noFill/>
            <a:ln w="9525">
              <a:noFill/>
            </a:ln>
          </p:spPr>
          <p:txBody>
            <a:bodyPr wrap="none">
              <a:spAutoFit/>
            </a:bodyPr>
            <a:p>
              <a:pPr>
                <a:spcBef>
                  <a:spcPct val="50000"/>
                </a:spcBef>
              </a:pPr>
              <a:r>
                <a:rPr lang="zh-CN" altLang="en-US" sz="1800" b="0" dirty="0">
                  <a:solidFill>
                    <a:schemeClr val="bg1"/>
                  </a:solidFill>
                  <a:latin typeface="隶书" panose="02010509060101010101" pitchFamily="49" charset="-122"/>
                  <a:ea typeface="隶书" panose="02010509060101010101" pitchFamily="49" charset="-122"/>
                </a:rPr>
                <a:t>下 页</a:t>
              </a:r>
              <a:endParaRPr lang="zh-CN" altLang="en-US" sz="1800" b="0" dirty="0">
                <a:solidFill>
                  <a:schemeClr val="bg1"/>
                </a:solidFill>
                <a:latin typeface="隶书" panose="02010509060101010101" pitchFamily="49" charset="-122"/>
                <a:ea typeface="隶书" panose="02010509060101010101" pitchFamily="49" charset="-122"/>
              </a:endParaRPr>
            </a:p>
          </p:txBody>
        </p:sp>
      </p:grpSp>
      <p:grpSp>
        <p:nvGrpSpPr>
          <p:cNvPr id="9224" name="Group 78"/>
          <p:cNvGrpSpPr/>
          <p:nvPr/>
        </p:nvGrpSpPr>
        <p:grpSpPr>
          <a:xfrm>
            <a:off x="7453313" y="6446838"/>
            <a:ext cx="792162" cy="366712"/>
            <a:chOff x="4649" y="4020"/>
            <a:chExt cx="499" cy="231"/>
          </a:xfrm>
        </p:grpSpPr>
        <p:pic>
          <p:nvPicPr>
            <p:cNvPr id="9246" name="Picture 79" descr="78900"/>
            <p:cNvPicPr>
              <a:picLocks noChangeAspect="1"/>
            </p:cNvPicPr>
            <p:nvPr/>
          </p:nvPicPr>
          <p:blipFill>
            <a:blip r:embed="rId1"/>
            <a:stretch>
              <a:fillRect/>
            </a:stretch>
          </p:blipFill>
          <p:spPr>
            <a:xfrm>
              <a:off x="4649" y="4066"/>
              <a:ext cx="499" cy="181"/>
            </a:xfrm>
            <a:prstGeom prst="rect">
              <a:avLst/>
            </a:prstGeom>
            <a:noFill/>
            <a:ln w="9525">
              <a:noFill/>
            </a:ln>
          </p:spPr>
        </p:pic>
        <p:sp>
          <p:nvSpPr>
            <p:cNvPr id="9247" name="Text Box 80">
              <a:hlinkClick r:id="" action="ppaction://hlinkshowjump?jump=previousslide"/>
            </p:cNvPr>
            <p:cNvSpPr txBox="1"/>
            <p:nvPr/>
          </p:nvSpPr>
          <p:spPr>
            <a:xfrm>
              <a:off x="4672" y="4020"/>
              <a:ext cx="476" cy="231"/>
            </a:xfrm>
            <a:prstGeom prst="rect">
              <a:avLst/>
            </a:prstGeom>
            <a:noFill/>
            <a:ln w="9525">
              <a:noFill/>
            </a:ln>
          </p:spPr>
          <p:txBody>
            <a:bodyPr wrap="none">
              <a:spAutoFit/>
            </a:bodyPr>
            <a:p>
              <a:pPr>
                <a:spcBef>
                  <a:spcPct val="50000"/>
                </a:spcBef>
              </a:pPr>
              <a:r>
                <a:rPr lang="zh-CN" altLang="en-US" sz="1800" b="0" dirty="0">
                  <a:solidFill>
                    <a:schemeClr val="bg1"/>
                  </a:solidFill>
                  <a:latin typeface="隶书" panose="02010509060101010101" pitchFamily="49" charset="-122"/>
                  <a:ea typeface="隶书" panose="02010509060101010101" pitchFamily="49" charset="-122"/>
                </a:rPr>
                <a:t>上 页</a:t>
              </a:r>
              <a:endParaRPr lang="zh-CN" altLang="en-US" sz="1800" b="0" dirty="0">
                <a:solidFill>
                  <a:schemeClr val="bg1"/>
                </a:solidFill>
                <a:latin typeface="隶书" panose="02010509060101010101" pitchFamily="49" charset="-122"/>
                <a:ea typeface="隶书" panose="02010509060101010101" pitchFamily="49" charset="-122"/>
              </a:endParaRPr>
            </a:p>
          </p:txBody>
        </p:sp>
      </p:grpSp>
      <p:sp>
        <p:nvSpPr>
          <p:cNvPr id="62548" name="Text Box 84"/>
          <p:cNvSpPr txBox="1"/>
          <p:nvPr/>
        </p:nvSpPr>
        <p:spPr>
          <a:xfrm>
            <a:off x="1187450" y="4076700"/>
            <a:ext cx="6553200" cy="676275"/>
          </a:xfrm>
          <a:prstGeom prst="rect">
            <a:avLst/>
          </a:prstGeom>
          <a:noFill/>
          <a:ln w="9525">
            <a:noFill/>
          </a:ln>
        </p:spPr>
        <p:txBody>
          <a:bodyPr>
            <a:spAutoFit/>
          </a:bodyPr>
          <a:p>
            <a:pPr>
              <a:lnSpc>
                <a:spcPct val="120000"/>
              </a:lnSpc>
              <a:spcBef>
                <a:spcPct val="50000"/>
              </a:spcBef>
            </a:pPr>
            <a:r>
              <a:rPr lang="en-US" altLang="zh-CN" sz="3200" b="0" i="1" dirty="0">
                <a:solidFill>
                  <a:schemeClr val="bg1"/>
                </a:solidFill>
                <a:latin typeface="Times New Roman" panose="02020603050405020304" pitchFamily="18" charset="0"/>
                <a:ea typeface="宋体" panose="02010600030101010101" pitchFamily="2" charset="-122"/>
              </a:rPr>
              <a:t>U</a:t>
            </a:r>
            <a:r>
              <a:rPr lang="en-US" altLang="zh-CN" sz="3200" b="0" i="1" baseline="-25000" dirty="0">
                <a:solidFill>
                  <a:schemeClr val="bg1"/>
                </a:solidFill>
                <a:latin typeface="Times New Roman" panose="02020603050405020304" pitchFamily="18" charset="0"/>
                <a:ea typeface="宋体" panose="02010600030101010101" pitchFamily="2" charset="-122"/>
              </a:rPr>
              <a:t>L</a:t>
            </a:r>
            <a:r>
              <a:rPr lang="en-US" altLang="zh-CN" sz="3200" b="0" dirty="0">
                <a:solidFill>
                  <a:schemeClr val="bg1"/>
                </a:solidFill>
                <a:latin typeface="Times New Roman" panose="02020603050405020304" pitchFamily="18" charset="0"/>
                <a:ea typeface="宋体" panose="02010600030101010101" pitchFamily="2" charset="-122"/>
              </a:rPr>
              <a:t>=8.42&gt;</a:t>
            </a:r>
            <a:r>
              <a:rPr lang="en-US" altLang="zh-CN" sz="3200" b="0" i="1" dirty="0">
                <a:solidFill>
                  <a:schemeClr val="bg1"/>
                </a:solidFill>
                <a:latin typeface="Times New Roman" panose="02020603050405020304" pitchFamily="18" charset="0"/>
                <a:ea typeface="宋体" panose="02010600030101010101" pitchFamily="2" charset="-122"/>
              </a:rPr>
              <a:t>U</a:t>
            </a:r>
            <a:r>
              <a:rPr lang="en-US" altLang="zh-CN" sz="3200" b="0" dirty="0">
                <a:solidFill>
                  <a:schemeClr val="bg1"/>
                </a:solidFill>
                <a:latin typeface="Times New Roman" panose="02020603050405020304" pitchFamily="18" charset="0"/>
                <a:ea typeface="宋体" panose="02010600030101010101" pitchFamily="2" charset="-122"/>
              </a:rPr>
              <a:t>=5</a:t>
            </a:r>
            <a:r>
              <a:rPr lang="zh-CN" altLang="en-US" sz="3200" b="0" dirty="0">
                <a:solidFill>
                  <a:schemeClr val="bg1"/>
                </a:solidFill>
                <a:latin typeface="Times New Roman" panose="02020603050405020304" pitchFamily="18" charset="0"/>
                <a:ea typeface="宋体" panose="02010600030101010101" pitchFamily="2" charset="-122"/>
              </a:rPr>
              <a:t>，</a:t>
            </a:r>
            <a:r>
              <a:rPr lang="zh-CN" altLang="en-US" dirty="0">
                <a:latin typeface="Times New Roman" panose="02020603050405020304" pitchFamily="18" charset="0"/>
              </a:rPr>
              <a:t>分电压大于总电压。</a:t>
            </a:r>
            <a:endParaRPr lang="zh-CN" altLang="en-US" dirty="0">
              <a:latin typeface="Times New Roman" panose="02020603050405020304" pitchFamily="18" charset="0"/>
            </a:endParaRPr>
          </a:p>
        </p:txBody>
      </p:sp>
      <p:sp>
        <p:nvSpPr>
          <p:cNvPr id="62549" name="Text Box 85"/>
          <p:cNvSpPr txBox="1"/>
          <p:nvPr/>
        </p:nvSpPr>
        <p:spPr>
          <a:xfrm>
            <a:off x="611188" y="476250"/>
            <a:ext cx="1566862" cy="519113"/>
          </a:xfrm>
          <a:prstGeom prst="rect">
            <a:avLst/>
          </a:prstGeom>
          <a:noFill/>
          <a:ln w="9525">
            <a:noFill/>
          </a:ln>
        </p:spPr>
        <p:txBody>
          <a:bodyPr>
            <a:spAutoFit/>
          </a:bodyPr>
          <a:p>
            <a:pPr>
              <a:spcBef>
                <a:spcPct val="50000"/>
              </a:spcBef>
            </a:pPr>
            <a:r>
              <a:rPr lang="zh-CN" altLang="en-US" dirty="0">
                <a:latin typeface="Times New Roman" panose="02020603050405020304" pitchFamily="18" charset="0"/>
              </a:rPr>
              <a:t>相量图</a:t>
            </a:r>
            <a:endParaRPr lang="zh-CN" altLang="en-US" dirty="0">
              <a:latin typeface="Times New Roman" panose="02020603050405020304" pitchFamily="18" charset="0"/>
            </a:endParaRPr>
          </a:p>
        </p:txBody>
      </p:sp>
      <p:grpSp>
        <p:nvGrpSpPr>
          <p:cNvPr id="4" name="Group 86"/>
          <p:cNvGrpSpPr/>
          <p:nvPr/>
        </p:nvGrpSpPr>
        <p:grpSpPr>
          <a:xfrm>
            <a:off x="971550" y="3141663"/>
            <a:ext cx="1644650" cy="850900"/>
            <a:chOff x="385" y="3022"/>
            <a:chExt cx="1036" cy="536"/>
          </a:xfrm>
        </p:grpSpPr>
        <p:pic>
          <p:nvPicPr>
            <p:cNvPr id="9244" name="Picture 87" descr="123"/>
            <p:cNvPicPr>
              <a:picLocks noChangeAspect="1"/>
            </p:cNvPicPr>
            <p:nvPr/>
          </p:nvPicPr>
          <p:blipFill>
            <a:blip r:embed="rId2"/>
            <a:stretch>
              <a:fillRect/>
            </a:stretch>
          </p:blipFill>
          <p:spPr>
            <a:xfrm>
              <a:off x="385" y="3022"/>
              <a:ext cx="590" cy="536"/>
            </a:xfrm>
            <a:prstGeom prst="rect">
              <a:avLst/>
            </a:prstGeom>
            <a:noFill/>
            <a:ln w="9525">
              <a:noFill/>
            </a:ln>
          </p:spPr>
        </p:pic>
        <p:sp>
          <p:nvSpPr>
            <p:cNvPr id="9245" name="Text Box 88"/>
            <p:cNvSpPr txBox="1"/>
            <p:nvPr/>
          </p:nvSpPr>
          <p:spPr>
            <a:xfrm>
              <a:off x="793" y="3125"/>
              <a:ext cx="628" cy="365"/>
            </a:xfrm>
            <a:prstGeom prst="rect">
              <a:avLst/>
            </a:prstGeom>
            <a:noFill/>
            <a:ln w="9525">
              <a:noFill/>
            </a:ln>
          </p:spPr>
          <p:txBody>
            <a:bodyPr wrap="none">
              <a:spAutoFit/>
            </a:bodyPr>
            <a:p>
              <a:r>
                <a:rPr lang="zh-CN" altLang="en-US" sz="3200" b="0" dirty="0">
                  <a:solidFill>
                    <a:srgbClr val="FA7748"/>
                  </a:solidFill>
                  <a:latin typeface="Times New Roman" panose="02020603050405020304" pitchFamily="18" charset="0"/>
                  <a:ea typeface="华文行楷" panose="02010800040101010101" pitchFamily="2" charset="-122"/>
                </a:rPr>
                <a:t>注意</a:t>
              </a:r>
              <a:endParaRPr lang="zh-CN" altLang="en-US" sz="3200" b="0" dirty="0">
                <a:solidFill>
                  <a:srgbClr val="FA7748"/>
                </a:solidFill>
                <a:latin typeface="Times New Roman" panose="02020603050405020304" pitchFamily="18" charset="0"/>
                <a:ea typeface="华文行楷" panose="02010800040101010101" pitchFamily="2" charset="-122"/>
              </a:endParaRPr>
            </a:p>
          </p:txBody>
        </p:sp>
      </p:grpSp>
      <p:grpSp>
        <p:nvGrpSpPr>
          <p:cNvPr id="5" name="Group 107"/>
          <p:cNvGrpSpPr/>
          <p:nvPr/>
        </p:nvGrpSpPr>
        <p:grpSpPr>
          <a:xfrm>
            <a:off x="2335213" y="476250"/>
            <a:ext cx="3949700" cy="2951163"/>
            <a:chOff x="1471" y="300"/>
            <a:chExt cx="2488" cy="1859"/>
          </a:xfrm>
        </p:grpSpPr>
        <p:sp>
          <p:nvSpPr>
            <p:cNvPr id="9232" name="Freeform 90"/>
            <p:cNvSpPr/>
            <p:nvPr/>
          </p:nvSpPr>
          <p:spPr>
            <a:xfrm rot="379818">
              <a:off x="1480" y="1703"/>
              <a:ext cx="1850" cy="44"/>
            </a:xfrm>
            <a:custGeom>
              <a:avLst/>
              <a:gdLst>
                <a:gd name="txL" fmla="*/ 0 w 1488"/>
                <a:gd name="txT" fmla="*/ 0 h 6"/>
                <a:gd name="txR" fmla="*/ 1488 w 1488"/>
                <a:gd name="txB" fmla="*/ 6 h 6"/>
              </a:gdLst>
              <a:ahLst/>
              <a:cxnLst>
                <a:cxn ang="0">
                  <a:pos x="0" y="0"/>
                </a:cxn>
                <a:cxn ang="0">
                  <a:pos x="1449" y="3"/>
                </a:cxn>
                <a:cxn ang="0">
                  <a:pos x="1488" y="6"/>
                </a:cxn>
              </a:cxnLst>
              <a:rect l="txL" t="txT" r="txR" b="txB"/>
              <a:pathLst>
                <a:path w="1488" h="6">
                  <a:moveTo>
                    <a:pt x="0" y="0"/>
                  </a:moveTo>
                  <a:lnTo>
                    <a:pt x="1449" y="3"/>
                  </a:lnTo>
                  <a:lnTo>
                    <a:pt x="1488" y="6"/>
                  </a:lnTo>
                </a:path>
              </a:pathLst>
            </a:custGeom>
            <a:noFill/>
            <a:ln w="28575" cap="flat" cmpd="sng">
              <a:solidFill>
                <a:srgbClr val="FFFF00"/>
              </a:solidFill>
              <a:prstDash val="solid"/>
              <a:round/>
              <a:headEnd type="none" w="med" len="med"/>
              <a:tailEnd type="triangle" w="med" len="med"/>
            </a:ln>
          </p:spPr>
          <p:txBody>
            <a:bodyPr wrap="none" anchor="ctr" anchorCtr="0"/>
            <a:p>
              <a:endParaRPr lang="zh-CN" altLang="en-US" dirty="0">
                <a:latin typeface="楷体_GB2312" pitchFamily="49" charset="-122"/>
              </a:endParaRPr>
            </a:p>
          </p:txBody>
        </p:sp>
        <p:sp>
          <p:nvSpPr>
            <p:cNvPr id="9233" name="Line 91"/>
            <p:cNvSpPr/>
            <p:nvPr/>
          </p:nvSpPr>
          <p:spPr>
            <a:xfrm rot="416112" flipV="1">
              <a:off x="1471" y="1660"/>
              <a:ext cx="1364" cy="9"/>
            </a:xfrm>
            <a:prstGeom prst="line">
              <a:avLst/>
            </a:prstGeom>
            <a:ln w="28575" cap="flat" cmpd="sng">
              <a:solidFill>
                <a:srgbClr val="FF3300"/>
              </a:solidFill>
              <a:prstDash val="solid"/>
              <a:headEnd type="none" w="med" len="med"/>
              <a:tailEnd type="triangle" w="med" len="med"/>
            </a:ln>
          </p:spPr>
        </p:sp>
        <p:sp>
          <p:nvSpPr>
            <p:cNvPr id="9234" name="Line 92"/>
            <p:cNvSpPr/>
            <p:nvPr/>
          </p:nvSpPr>
          <p:spPr>
            <a:xfrm rot="293538" flipV="1">
              <a:off x="2880" y="391"/>
              <a:ext cx="82" cy="1345"/>
            </a:xfrm>
            <a:prstGeom prst="line">
              <a:avLst/>
            </a:prstGeom>
            <a:ln w="28575" cap="flat" cmpd="sng">
              <a:solidFill>
                <a:srgbClr val="66FFFF"/>
              </a:solidFill>
              <a:prstDash val="solid"/>
              <a:headEnd type="none" w="med" len="med"/>
              <a:tailEnd type="triangle" w="med" len="med"/>
            </a:ln>
          </p:spPr>
        </p:sp>
        <p:sp>
          <p:nvSpPr>
            <p:cNvPr id="9235" name="Freeform 93"/>
            <p:cNvSpPr/>
            <p:nvPr/>
          </p:nvSpPr>
          <p:spPr>
            <a:xfrm>
              <a:off x="1475" y="935"/>
              <a:ext cx="1450" cy="659"/>
            </a:xfrm>
            <a:custGeom>
              <a:avLst/>
              <a:gdLst>
                <a:gd name="txL" fmla="*/ 0 w 834"/>
                <a:gd name="txT" fmla="*/ 0 h 540"/>
                <a:gd name="txR" fmla="*/ 834 w 834"/>
                <a:gd name="txB" fmla="*/ 540 h 540"/>
              </a:gdLst>
              <a:ahLst/>
              <a:cxnLst>
                <a:cxn ang="0">
                  <a:pos x="0" y="540"/>
                </a:cxn>
                <a:cxn ang="0">
                  <a:pos x="834" y="0"/>
                </a:cxn>
              </a:cxnLst>
              <a:rect l="txL" t="txT" r="txR" b="txB"/>
              <a:pathLst>
                <a:path w="834" h="540">
                  <a:moveTo>
                    <a:pt x="0" y="540"/>
                  </a:moveTo>
                  <a:lnTo>
                    <a:pt x="834" y="0"/>
                  </a:lnTo>
                </a:path>
              </a:pathLst>
            </a:custGeom>
            <a:noFill/>
            <a:ln w="28575" cap="flat" cmpd="sng">
              <a:solidFill>
                <a:srgbClr val="FF0000"/>
              </a:solidFill>
              <a:prstDash val="solid"/>
              <a:round/>
              <a:headEnd type="none" w="med" len="med"/>
              <a:tailEnd type="triangle" w="med" len="med"/>
            </a:ln>
          </p:spPr>
          <p:txBody>
            <a:bodyPr wrap="none" anchor="ctr" anchorCtr="0"/>
            <a:p>
              <a:endParaRPr lang="zh-CN" altLang="en-US" dirty="0">
                <a:latin typeface="楷体_GB2312" pitchFamily="49" charset="-122"/>
              </a:endParaRPr>
            </a:p>
          </p:txBody>
        </p:sp>
        <p:sp>
          <p:nvSpPr>
            <p:cNvPr id="9236" name="Line 94"/>
            <p:cNvSpPr/>
            <p:nvPr/>
          </p:nvSpPr>
          <p:spPr>
            <a:xfrm rot="319998" flipH="1">
              <a:off x="2925" y="391"/>
              <a:ext cx="25" cy="578"/>
            </a:xfrm>
            <a:prstGeom prst="line">
              <a:avLst/>
            </a:prstGeom>
            <a:ln w="28575" cap="flat" cmpd="sng">
              <a:solidFill>
                <a:srgbClr val="66FFFF"/>
              </a:solidFill>
              <a:prstDash val="solid"/>
              <a:headEnd type="none" w="med" len="med"/>
              <a:tailEnd type="triangle" w="med" len="med"/>
            </a:ln>
          </p:spPr>
        </p:sp>
        <p:graphicFrame>
          <p:nvGraphicFramePr>
            <p:cNvPr id="9218" name="Object 95"/>
            <p:cNvGraphicFramePr/>
            <p:nvPr/>
          </p:nvGraphicFramePr>
          <p:xfrm>
            <a:off x="2200" y="890"/>
            <a:ext cx="217" cy="279"/>
          </p:xfrm>
          <a:graphic>
            <a:graphicData uri="http://schemas.openxmlformats.org/presentationml/2006/ole">
              <mc:AlternateContent xmlns:mc="http://schemas.openxmlformats.org/markup-compatibility/2006">
                <mc:Choice xmlns:v="urn:schemas-microsoft-com:vml" Requires="v">
                  <p:oleObj spid="_x0000_s3076" name="" r:id="rId3" imgW="177800" imgH="227965" progId="Equation.3">
                    <p:embed/>
                  </p:oleObj>
                </mc:Choice>
                <mc:Fallback>
                  <p:oleObj name="" r:id="rId3" imgW="177800" imgH="227965" progId="Equation.3">
                    <p:embed/>
                    <p:pic>
                      <p:nvPicPr>
                        <p:cNvPr id="0" name="图片 3075"/>
                        <p:cNvPicPr/>
                        <p:nvPr/>
                      </p:nvPicPr>
                      <p:blipFill>
                        <a:blip r:embed="rId4">
                          <a:clrChange>
                            <a:clrFrom>
                              <a:srgbClr val="000000"/>
                            </a:clrFrom>
                            <a:clrTo>
                              <a:srgbClr val="FFFFFF"/>
                            </a:clrTo>
                          </a:clrChange>
                        </a:blip>
                        <a:stretch>
                          <a:fillRect/>
                        </a:stretch>
                      </p:blipFill>
                      <p:spPr>
                        <a:xfrm>
                          <a:off x="2200" y="890"/>
                          <a:ext cx="217" cy="279"/>
                        </a:xfrm>
                        <a:prstGeom prst="rect">
                          <a:avLst/>
                        </a:prstGeom>
                        <a:noFill/>
                        <a:ln w="38100">
                          <a:noFill/>
                          <a:miter/>
                        </a:ln>
                      </p:spPr>
                    </p:pic>
                  </p:oleObj>
                </mc:Fallback>
              </mc:AlternateContent>
            </a:graphicData>
          </a:graphic>
        </p:graphicFrame>
        <p:graphicFrame>
          <p:nvGraphicFramePr>
            <p:cNvPr id="9219" name="Object 96"/>
            <p:cNvGraphicFramePr/>
            <p:nvPr/>
          </p:nvGraphicFramePr>
          <p:xfrm>
            <a:off x="3061" y="300"/>
            <a:ext cx="285" cy="332"/>
          </p:xfrm>
          <a:graphic>
            <a:graphicData uri="http://schemas.openxmlformats.org/presentationml/2006/ole">
              <mc:AlternateContent xmlns:mc="http://schemas.openxmlformats.org/markup-compatibility/2006">
                <mc:Choice xmlns:v="urn:schemas-microsoft-com:vml" Requires="v">
                  <p:oleObj spid="_x0000_s3077" name="" r:id="rId5" imgW="228600" imgH="266065" progId="Equation.3">
                    <p:embed/>
                  </p:oleObj>
                </mc:Choice>
                <mc:Fallback>
                  <p:oleObj name="" r:id="rId5" imgW="228600" imgH="266065" progId="Equation.3">
                    <p:embed/>
                    <p:pic>
                      <p:nvPicPr>
                        <p:cNvPr id="0" name="图片 3076"/>
                        <p:cNvPicPr/>
                        <p:nvPr/>
                      </p:nvPicPr>
                      <p:blipFill>
                        <a:blip r:embed="rId6">
                          <a:clrChange>
                            <a:clrFrom>
                              <a:srgbClr val="000000"/>
                            </a:clrFrom>
                            <a:clrTo>
                              <a:srgbClr val="FFFFFF"/>
                            </a:clrTo>
                          </a:clrChange>
                        </a:blip>
                        <a:stretch>
                          <a:fillRect/>
                        </a:stretch>
                      </p:blipFill>
                      <p:spPr>
                        <a:xfrm>
                          <a:off x="3061" y="300"/>
                          <a:ext cx="285" cy="332"/>
                        </a:xfrm>
                        <a:prstGeom prst="rect">
                          <a:avLst/>
                        </a:prstGeom>
                        <a:noFill/>
                        <a:ln w="38100">
                          <a:noFill/>
                          <a:miter/>
                        </a:ln>
                      </p:spPr>
                    </p:pic>
                  </p:oleObj>
                </mc:Fallback>
              </mc:AlternateContent>
            </a:graphicData>
          </a:graphic>
        </p:graphicFrame>
        <p:graphicFrame>
          <p:nvGraphicFramePr>
            <p:cNvPr id="9220" name="Object 97"/>
            <p:cNvGraphicFramePr/>
            <p:nvPr/>
          </p:nvGraphicFramePr>
          <p:xfrm>
            <a:off x="2653" y="300"/>
            <a:ext cx="290" cy="318"/>
          </p:xfrm>
          <a:graphic>
            <a:graphicData uri="http://schemas.openxmlformats.org/presentationml/2006/ole">
              <mc:AlternateContent xmlns:mc="http://schemas.openxmlformats.org/markup-compatibility/2006">
                <mc:Choice xmlns:v="urn:schemas-microsoft-com:vml" Requires="v">
                  <p:oleObj spid="_x0000_s3078" name="" r:id="rId7" imgW="241300" imgH="266065" progId="Equation.3">
                    <p:embed/>
                  </p:oleObj>
                </mc:Choice>
                <mc:Fallback>
                  <p:oleObj name="" r:id="rId7" imgW="241300" imgH="266065" progId="Equation.3">
                    <p:embed/>
                    <p:pic>
                      <p:nvPicPr>
                        <p:cNvPr id="0" name="图片 3077"/>
                        <p:cNvPicPr/>
                        <p:nvPr/>
                      </p:nvPicPr>
                      <p:blipFill>
                        <a:blip r:embed="rId8">
                          <a:clrChange>
                            <a:clrFrom>
                              <a:srgbClr val="000000"/>
                            </a:clrFrom>
                            <a:clrTo>
                              <a:srgbClr val="FFFFFF"/>
                            </a:clrTo>
                          </a:clrChange>
                        </a:blip>
                        <a:stretch>
                          <a:fillRect/>
                        </a:stretch>
                      </p:blipFill>
                      <p:spPr>
                        <a:xfrm>
                          <a:off x="2653" y="300"/>
                          <a:ext cx="290" cy="318"/>
                        </a:xfrm>
                        <a:prstGeom prst="rect">
                          <a:avLst/>
                        </a:prstGeom>
                        <a:noFill/>
                        <a:ln w="38100">
                          <a:noFill/>
                          <a:miter/>
                        </a:ln>
                      </p:spPr>
                    </p:pic>
                  </p:oleObj>
                </mc:Fallback>
              </mc:AlternateContent>
            </a:graphicData>
          </a:graphic>
        </p:graphicFrame>
        <p:graphicFrame>
          <p:nvGraphicFramePr>
            <p:cNvPr id="9221" name="Object 98"/>
            <p:cNvGraphicFramePr/>
            <p:nvPr/>
          </p:nvGraphicFramePr>
          <p:xfrm>
            <a:off x="3152" y="1842"/>
            <a:ext cx="188" cy="317"/>
          </p:xfrm>
          <a:graphic>
            <a:graphicData uri="http://schemas.openxmlformats.org/presentationml/2006/ole">
              <mc:AlternateContent xmlns:mc="http://schemas.openxmlformats.org/markup-compatibility/2006">
                <mc:Choice xmlns:v="urn:schemas-microsoft-com:vml" Requires="v">
                  <p:oleObj spid="_x0000_s3080" name="" r:id="rId9" imgW="127000" imgH="215265" progId="Equation.3">
                    <p:embed/>
                  </p:oleObj>
                </mc:Choice>
                <mc:Fallback>
                  <p:oleObj name="" r:id="rId9" imgW="127000" imgH="215265" progId="Equation.3">
                    <p:embed/>
                    <p:pic>
                      <p:nvPicPr>
                        <p:cNvPr id="0" name="图片 3079"/>
                        <p:cNvPicPr/>
                        <p:nvPr/>
                      </p:nvPicPr>
                      <p:blipFill>
                        <a:blip r:embed="rId10">
                          <a:clrChange>
                            <a:clrFrom>
                              <a:srgbClr val="000000"/>
                            </a:clrFrom>
                            <a:clrTo>
                              <a:srgbClr val="FFFFFF"/>
                            </a:clrTo>
                          </a:clrChange>
                        </a:blip>
                        <a:stretch>
                          <a:fillRect/>
                        </a:stretch>
                      </p:blipFill>
                      <p:spPr>
                        <a:xfrm>
                          <a:off x="3152" y="1842"/>
                          <a:ext cx="188" cy="317"/>
                        </a:xfrm>
                        <a:prstGeom prst="rect">
                          <a:avLst/>
                        </a:prstGeom>
                        <a:noFill/>
                        <a:ln w="38100">
                          <a:noFill/>
                          <a:miter/>
                        </a:ln>
                      </p:spPr>
                    </p:pic>
                  </p:oleObj>
                </mc:Fallback>
              </mc:AlternateContent>
            </a:graphicData>
          </a:graphic>
        </p:graphicFrame>
        <p:graphicFrame>
          <p:nvGraphicFramePr>
            <p:cNvPr id="9222" name="Object 99"/>
            <p:cNvGraphicFramePr/>
            <p:nvPr/>
          </p:nvGraphicFramePr>
          <p:xfrm>
            <a:off x="2517" y="1752"/>
            <a:ext cx="327" cy="362"/>
          </p:xfrm>
          <a:graphic>
            <a:graphicData uri="http://schemas.openxmlformats.org/presentationml/2006/ole">
              <mc:AlternateContent xmlns:mc="http://schemas.openxmlformats.org/markup-compatibility/2006">
                <mc:Choice xmlns:v="urn:schemas-microsoft-com:vml" Requires="v">
                  <p:oleObj spid="_x0000_s3079" name="" r:id="rId11" imgW="241300" imgH="266065" progId="Equation.3">
                    <p:embed/>
                  </p:oleObj>
                </mc:Choice>
                <mc:Fallback>
                  <p:oleObj name="" r:id="rId11" imgW="241300" imgH="266065" progId="Equation.3">
                    <p:embed/>
                    <p:pic>
                      <p:nvPicPr>
                        <p:cNvPr id="0" name="图片 3078"/>
                        <p:cNvPicPr/>
                        <p:nvPr/>
                      </p:nvPicPr>
                      <p:blipFill>
                        <a:blip r:embed="rId12">
                          <a:clrChange>
                            <a:clrFrom>
                              <a:srgbClr val="000000"/>
                            </a:clrFrom>
                            <a:clrTo>
                              <a:srgbClr val="FFFFFF"/>
                            </a:clrTo>
                          </a:clrChange>
                        </a:blip>
                        <a:stretch>
                          <a:fillRect/>
                        </a:stretch>
                      </p:blipFill>
                      <p:spPr>
                        <a:xfrm>
                          <a:off x="2517" y="1752"/>
                          <a:ext cx="327" cy="362"/>
                        </a:xfrm>
                        <a:prstGeom prst="rect">
                          <a:avLst/>
                        </a:prstGeom>
                        <a:noFill/>
                        <a:ln w="38100">
                          <a:noFill/>
                          <a:miter/>
                        </a:ln>
                      </p:spPr>
                    </p:pic>
                  </p:oleObj>
                </mc:Fallback>
              </mc:AlternateContent>
            </a:graphicData>
          </a:graphic>
        </p:graphicFrame>
        <p:sp>
          <p:nvSpPr>
            <p:cNvPr id="9237" name="Freeform 100"/>
            <p:cNvSpPr/>
            <p:nvPr/>
          </p:nvSpPr>
          <p:spPr>
            <a:xfrm rot="752634">
              <a:off x="2699" y="1616"/>
              <a:ext cx="144" cy="144"/>
            </a:xfrm>
            <a:custGeom>
              <a:avLst/>
              <a:gdLst>
                <a:gd name="txL" fmla="*/ 0 w 120"/>
                <a:gd name="txT" fmla="*/ 0 h 96"/>
                <a:gd name="txR" fmla="*/ 120 w 120"/>
                <a:gd name="txB" fmla="*/ 96 h 96"/>
              </a:gdLst>
              <a:ahLst/>
              <a:cxnLst>
                <a:cxn ang="0">
                  <a:pos x="120" y="0"/>
                </a:cxn>
                <a:cxn ang="0">
                  <a:pos x="0" y="0"/>
                </a:cxn>
                <a:cxn ang="0">
                  <a:pos x="0" y="96"/>
                </a:cxn>
              </a:cxnLst>
              <a:rect l="txL" t="txT" r="txR" b="txB"/>
              <a:pathLst>
                <a:path w="120" h="96">
                  <a:moveTo>
                    <a:pt x="120" y="0"/>
                  </a:moveTo>
                  <a:lnTo>
                    <a:pt x="0" y="0"/>
                  </a:lnTo>
                  <a:lnTo>
                    <a:pt x="0" y="96"/>
                  </a:lnTo>
                </a:path>
              </a:pathLst>
            </a:custGeom>
            <a:noFill/>
            <a:ln w="28575" cap="flat" cmpd="sng">
              <a:solidFill>
                <a:srgbClr val="FF66FF"/>
              </a:solidFill>
              <a:prstDash val="solid"/>
              <a:round/>
              <a:headEnd type="none" w="med" len="med"/>
              <a:tailEnd type="none" w="med" len="med"/>
            </a:ln>
          </p:spPr>
          <p:txBody>
            <a:bodyPr wrap="none" anchor="ctr" anchorCtr="0"/>
            <a:p>
              <a:endParaRPr lang="zh-CN" altLang="en-US" dirty="0">
                <a:latin typeface="楷体_GB2312" pitchFamily="49" charset="-122"/>
              </a:endParaRPr>
            </a:p>
          </p:txBody>
        </p:sp>
        <p:sp>
          <p:nvSpPr>
            <p:cNvPr id="9238" name="Freeform 101"/>
            <p:cNvSpPr/>
            <p:nvPr/>
          </p:nvSpPr>
          <p:spPr>
            <a:xfrm>
              <a:off x="1882" y="1434"/>
              <a:ext cx="49" cy="186"/>
            </a:xfrm>
            <a:custGeom>
              <a:avLst/>
              <a:gdLst>
                <a:gd name="txL" fmla="*/ 0 w 49"/>
                <a:gd name="txT" fmla="*/ 0 h 186"/>
                <a:gd name="txR" fmla="*/ 49 w 49"/>
                <a:gd name="txB" fmla="*/ 186 h 186"/>
              </a:gdLst>
              <a:ahLst/>
              <a:cxnLst>
                <a:cxn ang="0">
                  <a:pos x="0" y="0"/>
                </a:cxn>
                <a:cxn ang="0">
                  <a:pos x="42" y="90"/>
                </a:cxn>
                <a:cxn ang="0">
                  <a:pos x="42" y="186"/>
                </a:cxn>
              </a:cxnLst>
              <a:rect l="txL" t="txT" r="txR" b="txB"/>
              <a:pathLst>
                <a:path w="49" h="186">
                  <a:moveTo>
                    <a:pt x="0" y="0"/>
                  </a:moveTo>
                  <a:cubicBezTo>
                    <a:pt x="7" y="15"/>
                    <a:pt x="35" y="59"/>
                    <a:pt x="42" y="90"/>
                  </a:cubicBezTo>
                  <a:cubicBezTo>
                    <a:pt x="49" y="121"/>
                    <a:pt x="42" y="166"/>
                    <a:pt x="42" y="186"/>
                  </a:cubicBezTo>
                </a:path>
              </a:pathLst>
            </a:custGeom>
            <a:noFill/>
            <a:ln w="28575" cap="flat" cmpd="sng">
              <a:solidFill>
                <a:srgbClr val="66FF33"/>
              </a:solidFill>
              <a:prstDash val="solid"/>
              <a:round/>
              <a:headEnd type="none" w="med" len="med"/>
              <a:tailEnd type="none" w="med" len="med"/>
            </a:ln>
          </p:spPr>
          <p:txBody>
            <a:bodyPr wrap="none" anchor="ctr" anchorCtr="0"/>
            <a:p>
              <a:endParaRPr lang="zh-CN" altLang="en-US" dirty="0">
                <a:latin typeface="楷体_GB2312" pitchFamily="49" charset="-122"/>
              </a:endParaRPr>
            </a:p>
          </p:txBody>
        </p:sp>
        <p:sp>
          <p:nvSpPr>
            <p:cNvPr id="9239" name="Text Box 102"/>
            <p:cNvSpPr txBox="1"/>
            <p:nvPr/>
          </p:nvSpPr>
          <p:spPr>
            <a:xfrm>
              <a:off x="1927" y="1253"/>
              <a:ext cx="288" cy="327"/>
            </a:xfrm>
            <a:prstGeom prst="rect">
              <a:avLst/>
            </a:prstGeom>
            <a:noFill/>
            <a:ln w="28575">
              <a:noFill/>
            </a:ln>
          </p:spPr>
          <p:txBody>
            <a:bodyPr>
              <a:spAutoFit/>
            </a:bodyPr>
            <a:p>
              <a:pPr>
                <a:spcBef>
                  <a:spcPct val="50000"/>
                </a:spcBef>
              </a:pPr>
              <a:r>
                <a:rPr lang="en-US" altLang="zh-CN" b="0" i="1" dirty="0">
                  <a:solidFill>
                    <a:schemeClr val="bg1"/>
                  </a:solidFill>
                  <a:latin typeface="Times New Roman" panose="02020603050405020304" pitchFamily="18" charset="0"/>
                  <a:ea typeface="宋体" panose="02010600030101010101" pitchFamily="2" charset="-122"/>
                  <a:sym typeface="Symbol" panose="05050102010706020507" pitchFamily="18" charset="2"/>
                </a:rPr>
                <a:t></a:t>
              </a:r>
              <a:endParaRPr lang="en-US" altLang="zh-CN" b="0" dirty="0">
                <a:solidFill>
                  <a:schemeClr val="bg1"/>
                </a:solidFill>
                <a:latin typeface="Times New Roman" panose="02020603050405020304" pitchFamily="18" charset="0"/>
                <a:ea typeface="宋体" panose="02010600030101010101" pitchFamily="2" charset="-122"/>
              </a:endParaRPr>
            </a:p>
          </p:txBody>
        </p:sp>
        <p:sp>
          <p:nvSpPr>
            <p:cNvPr id="9240" name="Line 103"/>
            <p:cNvSpPr/>
            <p:nvPr/>
          </p:nvSpPr>
          <p:spPr>
            <a:xfrm flipV="1">
              <a:off x="1474" y="1570"/>
              <a:ext cx="2485" cy="24"/>
            </a:xfrm>
            <a:prstGeom prst="line">
              <a:avLst/>
            </a:prstGeom>
            <a:ln w="28575" cap="flat" cmpd="sng">
              <a:solidFill>
                <a:schemeClr val="bg1"/>
              </a:solidFill>
              <a:prstDash val="dash"/>
              <a:headEnd type="none" w="med" len="med"/>
              <a:tailEnd type="none" w="med" len="med"/>
            </a:ln>
          </p:spPr>
        </p:sp>
        <p:sp>
          <p:nvSpPr>
            <p:cNvPr id="9241" name="Freeform 104"/>
            <p:cNvSpPr/>
            <p:nvPr/>
          </p:nvSpPr>
          <p:spPr>
            <a:xfrm>
              <a:off x="2291" y="1594"/>
              <a:ext cx="18" cy="96"/>
            </a:xfrm>
            <a:custGeom>
              <a:avLst/>
              <a:gdLst>
                <a:gd name="txL" fmla="*/ 0 w 18"/>
                <a:gd name="txT" fmla="*/ 0 h 96"/>
                <a:gd name="txR" fmla="*/ 18 w 18"/>
                <a:gd name="txB" fmla="*/ 96 h 96"/>
              </a:gdLst>
              <a:ahLst/>
              <a:cxnLst>
                <a:cxn ang="0">
                  <a:pos x="0" y="0"/>
                </a:cxn>
                <a:cxn ang="0">
                  <a:pos x="18" y="42"/>
                </a:cxn>
                <a:cxn ang="0">
                  <a:pos x="0" y="96"/>
                </a:cxn>
              </a:cxnLst>
              <a:rect l="txL" t="txT" r="txR" b="txB"/>
              <a:pathLst>
                <a:path w="18" h="96">
                  <a:moveTo>
                    <a:pt x="0" y="0"/>
                  </a:moveTo>
                  <a:cubicBezTo>
                    <a:pt x="3" y="7"/>
                    <a:pt x="18" y="26"/>
                    <a:pt x="18" y="42"/>
                  </a:cubicBezTo>
                  <a:cubicBezTo>
                    <a:pt x="18" y="58"/>
                    <a:pt x="4" y="85"/>
                    <a:pt x="0" y="96"/>
                  </a:cubicBezTo>
                </a:path>
              </a:pathLst>
            </a:custGeom>
            <a:noFill/>
            <a:ln w="28575" cap="flat" cmpd="sng">
              <a:solidFill>
                <a:srgbClr val="66FF33"/>
              </a:solidFill>
              <a:prstDash val="solid"/>
              <a:round/>
              <a:headEnd type="none" w="med" len="med"/>
              <a:tailEnd type="none" w="med" len="med"/>
            </a:ln>
          </p:spPr>
          <p:txBody>
            <a:bodyPr wrap="none" anchor="ctr" anchorCtr="0"/>
            <a:p>
              <a:endParaRPr lang="zh-CN" altLang="en-US" dirty="0">
                <a:latin typeface="楷体_GB2312" pitchFamily="49" charset="-122"/>
              </a:endParaRPr>
            </a:p>
          </p:txBody>
        </p:sp>
        <p:sp>
          <p:nvSpPr>
            <p:cNvPr id="9242" name="Line 105"/>
            <p:cNvSpPr/>
            <p:nvPr/>
          </p:nvSpPr>
          <p:spPr>
            <a:xfrm flipV="1">
              <a:off x="2339" y="1450"/>
              <a:ext cx="144" cy="192"/>
            </a:xfrm>
            <a:prstGeom prst="line">
              <a:avLst/>
            </a:prstGeom>
            <a:ln w="28575" cap="flat" cmpd="sng">
              <a:solidFill>
                <a:schemeClr val="bg1"/>
              </a:solidFill>
              <a:prstDash val="sysDot"/>
              <a:headEnd type="none" w="med" len="med"/>
              <a:tailEnd type="none" w="med" len="med"/>
            </a:ln>
          </p:spPr>
        </p:sp>
        <p:sp>
          <p:nvSpPr>
            <p:cNvPr id="9243" name="Text Box 106"/>
            <p:cNvSpPr txBox="1"/>
            <p:nvPr/>
          </p:nvSpPr>
          <p:spPr>
            <a:xfrm>
              <a:off x="2243" y="1210"/>
              <a:ext cx="732" cy="327"/>
            </a:xfrm>
            <a:prstGeom prst="rect">
              <a:avLst/>
            </a:prstGeom>
            <a:noFill/>
            <a:ln w="28575">
              <a:noFill/>
            </a:ln>
          </p:spPr>
          <p:txBody>
            <a:bodyPr wrap="none">
              <a:spAutoFit/>
            </a:bodyPr>
            <a:p>
              <a:pPr>
                <a:spcBef>
                  <a:spcPct val="50000"/>
                </a:spcBef>
              </a:pPr>
              <a:r>
                <a:rPr lang="en-US" altLang="zh-CN" b="0" dirty="0">
                  <a:solidFill>
                    <a:schemeClr val="bg1"/>
                  </a:solidFill>
                  <a:latin typeface="宋体" panose="02010600030101010101" pitchFamily="2" charset="-122"/>
                  <a:ea typeface="宋体" panose="02010600030101010101" pitchFamily="2" charset="-122"/>
                </a:rPr>
                <a:t>-</a:t>
              </a:r>
              <a:r>
                <a:rPr lang="en-US" altLang="zh-CN" b="0" dirty="0">
                  <a:solidFill>
                    <a:schemeClr val="bg1"/>
                  </a:solidFill>
                  <a:latin typeface="Times New Roman" panose="02020603050405020304" pitchFamily="18" charset="0"/>
                  <a:ea typeface="宋体" panose="02010600030101010101" pitchFamily="2" charset="-122"/>
                </a:rPr>
                <a:t>3.4</a:t>
              </a:r>
              <a:r>
                <a:rPr lang="en-US" altLang="zh-CN" b="0" dirty="0">
                  <a:solidFill>
                    <a:schemeClr val="bg1"/>
                  </a:solidFill>
                  <a:latin typeface="宋体" panose="02010600030101010101" pitchFamily="2" charset="-122"/>
                  <a:ea typeface="宋体" panose="02010600030101010101" pitchFamily="2" charset="-122"/>
                </a:rPr>
                <a:t>°</a:t>
              </a:r>
              <a:endParaRPr lang="en-US" altLang="zh-CN" b="0" dirty="0">
                <a:solidFill>
                  <a:schemeClr val="bg1"/>
                </a:solidFill>
                <a:latin typeface="宋体" panose="02010600030101010101" pitchFamily="2" charset="-122"/>
                <a:ea typeface="宋体" panose="02010600030101010101" pitchFamily="2" charset="-122"/>
              </a:endParaRPr>
            </a:p>
          </p:txBody>
        </p:sp>
      </p:grpSp>
      <p:grpSp>
        <p:nvGrpSpPr>
          <p:cNvPr id="9229" name="Group 111"/>
          <p:cNvGrpSpPr/>
          <p:nvPr/>
        </p:nvGrpSpPr>
        <p:grpSpPr>
          <a:xfrm>
            <a:off x="6588125" y="6446838"/>
            <a:ext cx="792163" cy="366712"/>
            <a:chOff x="4649" y="4020"/>
            <a:chExt cx="499" cy="231"/>
          </a:xfrm>
        </p:grpSpPr>
        <p:pic>
          <p:nvPicPr>
            <p:cNvPr id="9230" name="Picture 112" descr="78900"/>
            <p:cNvPicPr>
              <a:picLocks noChangeAspect="1"/>
            </p:cNvPicPr>
            <p:nvPr/>
          </p:nvPicPr>
          <p:blipFill>
            <a:blip r:embed="rId1"/>
            <a:stretch>
              <a:fillRect/>
            </a:stretch>
          </p:blipFill>
          <p:spPr>
            <a:xfrm>
              <a:off x="4649" y="4066"/>
              <a:ext cx="499" cy="181"/>
            </a:xfrm>
            <a:prstGeom prst="rect">
              <a:avLst/>
            </a:prstGeom>
            <a:noFill/>
            <a:ln w="9525">
              <a:noFill/>
            </a:ln>
          </p:spPr>
        </p:pic>
        <p:sp>
          <p:nvSpPr>
            <p:cNvPr id="9231" name="Text Box 113">
              <a:hlinkClick r:id="" action="ppaction://hlinkshowjump?jump=firstslide"/>
            </p:cNvPr>
            <p:cNvSpPr txBox="1"/>
            <p:nvPr/>
          </p:nvSpPr>
          <p:spPr>
            <a:xfrm>
              <a:off x="4672" y="4020"/>
              <a:ext cx="476" cy="231"/>
            </a:xfrm>
            <a:prstGeom prst="rect">
              <a:avLst/>
            </a:prstGeom>
            <a:noFill/>
            <a:ln w="9525">
              <a:noFill/>
            </a:ln>
          </p:spPr>
          <p:txBody>
            <a:bodyPr wrap="none">
              <a:spAutoFit/>
            </a:bodyPr>
            <a:p>
              <a:pPr>
                <a:spcBef>
                  <a:spcPct val="50000"/>
                </a:spcBef>
              </a:pPr>
              <a:r>
                <a:rPr lang="zh-CN" altLang="en-US" sz="1800" b="0" dirty="0">
                  <a:solidFill>
                    <a:schemeClr val="bg1"/>
                  </a:solidFill>
                  <a:latin typeface="隶书" panose="02010509060101010101" pitchFamily="49" charset="-122"/>
                  <a:ea typeface="隶书" panose="02010509060101010101" pitchFamily="49" charset="-122"/>
                </a:rPr>
                <a:t>返 回</a:t>
              </a:r>
              <a:endParaRPr lang="zh-CN" altLang="en-US" sz="1800" b="0" dirty="0">
                <a:solidFill>
                  <a:schemeClr val="bg1"/>
                </a:solidFill>
                <a:latin typeface="隶书" panose="02010509060101010101" pitchFamily="49" charset="-122"/>
                <a:ea typeface="隶书" panose="02010509060101010101" pitchFamily="49" charset="-122"/>
              </a:endParaRP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 presetClass="entr" presetSubtype="10" fill="hold" nodeType="with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blinds(horizontal)">
                                      <p:cBhvr>
                                        <p:cTn id="7" dur="500"/>
                                        <p:tgtEl>
                                          <p:spTgt spid="5"/>
                                        </p:tgtEl>
                                      </p:cBhvr>
                                    </p:animEffect>
                                  </p:childTnLst>
                                </p:cTn>
                              </p:par>
                            </p:childTnLst>
                          </p:cTn>
                        </p:par>
                        <p:par>
                          <p:cTn id="8" fill="hold">
                            <p:stCondLst>
                              <p:cond delay="500"/>
                            </p:stCondLst>
                            <p:childTnLst>
                              <p:par>
                                <p:cTn id="9" presetID="1" presetClass="entr" presetSubtype="0" fill="hold" grpId="0" nodeType="afterEffect">
                                  <p:stCondLst>
                                    <p:cond delay="0"/>
                                  </p:stCondLst>
                                  <p:childTnLst>
                                    <p:set>
                                      <p:cBhvr>
                                        <p:cTn id="10" dur="1" fill="hold">
                                          <p:stCondLst>
                                            <p:cond delay="499"/>
                                          </p:stCondLst>
                                        </p:cTn>
                                        <p:tgtEl>
                                          <p:spTgt spid="62549"/>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3" presetClass="entr" presetSubtype="10" fill="hold" nodeType="clickEffect">
                                  <p:stCondLst>
                                    <p:cond delay="0"/>
                                  </p:stCondLst>
                                  <p:childTnLst>
                                    <p:set>
                                      <p:cBhvr>
                                        <p:cTn id="14" dur="1" fill="hold">
                                          <p:stCondLst>
                                            <p:cond delay="0"/>
                                          </p:stCondLst>
                                        </p:cTn>
                                        <p:tgtEl>
                                          <p:spTgt spid="4"/>
                                        </p:tgtEl>
                                        <p:attrNameLst>
                                          <p:attrName>style.visibility</p:attrName>
                                        </p:attrNameLst>
                                      </p:cBhvr>
                                      <p:to>
                                        <p:strVal val="visible"/>
                                      </p:to>
                                    </p:set>
                                    <p:animEffect transition="in" filter="blinds(horizontal)">
                                      <p:cBhvr>
                                        <p:cTn id="15" dur="500"/>
                                        <p:tgtEl>
                                          <p:spTgt spid="4"/>
                                        </p:tgtEl>
                                      </p:cBhvr>
                                    </p:animEffect>
                                  </p:childTnLst>
                                </p:cTn>
                              </p:par>
                            </p:childTnLst>
                          </p:cTn>
                        </p:par>
                        <p:par>
                          <p:cTn id="16" fill="hold">
                            <p:stCondLst>
                              <p:cond delay="500"/>
                            </p:stCondLst>
                            <p:childTnLst>
                              <p:par>
                                <p:cTn id="17" presetID="22" presetClass="entr" presetSubtype="1" fill="hold" grpId="0" nodeType="afterEffect">
                                  <p:stCondLst>
                                    <p:cond delay="0"/>
                                  </p:stCondLst>
                                  <p:childTnLst>
                                    <p:set>
                                      <p:cBhvr>
                                        <p:cTn id="18" dur="1" fill="hold">
                                          <p:stCondLst>
                                            <p:cond delay="0"/>
                                          </p:stCondLst>
                                        </p:cTn>
                                        <p:tgtEl>
                                          <p:spTgt spid="62548"/>
                                        </p:tgtEl>
                                        <p:attrNameLst>
                                          <p:attrName>style.visibility</p:attrName>
                                        </p:attrNameLst>
                                      </p:cBhvr>
                                      <p:to>
                                        <p:strVal val="visible"/>
                                      </p:to>
                                    </p:set>
                                    <p:animEffect transition="in" filter="wipe(up)">
                                      <p:cBhvr>
                                        <p:cTn id="19" dur="2000"/>
                                        <p:tgtEl>
                                          <p:spTgt spid="6254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2548" grpId="0"/>
      <p:bldP spid="62549"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2402" name="Text Box 2"/>
          <p:cNvSpPr txBox="1"/>
          <p:nvPr/>
        </p:nvSpPr>
        <p:spPr>
          <a:xfrm>
            <a:off x="468313" y="476250"/>
            <a:ext cx="2087562" cy="579438"/>
          </a:xfrm>
          <a:prstGeom prst="rect">
            <a:avLst/>
          </a:prstGeom>
          <a:noFill/>
          <a:ln w="9525">
            <a:noFill/>
          </a:ln>
        </p:spPr>
        <p:txBody>
          <a:bodyPr lIns="198000" rIns="198000">
            <a:spAutoFit/>
          </a:bodyPr>
          <a:p>
            <a:r>
              <a:rPr lang="en-US" altLang="zh-CN" sz="3200" dirty="0">
                <a:solidFill>
                  <a:schemeClr val="bg1"/>
                </a:solidFill>
                <a:latin typeface="楷体_GB2312" pitchFamily="49" charset="-122"/>
              </a:rPr>
              <a:t>3.</a:t>
            </a:r>
            <a:r>
              <a:rPr lang="zh-CN" altLang="en-US" sz="3200" dirty="0">
                <a:solidFill>
                  <a:schemeClr val="bg1"/>
                </a:solidFill>
                <a:latin typeface="楷体_GB2312" pitchFamily="49" charset="-122"/>
              </a:rPr>
              <a:t>导纳</a:t>
            </a:r>
            <a:endParaRPr lang="zh-CN" altLang="en-US" sz="3200" dirty="0">
              <a:solidFill>
                <a:schemeClr val="bg1"/>
              </a:solidFill>
              <a:latin typeface="楷体_GB2312" pitchFamily="49" charset="-122"/>
            </a:endParaRPr>
          </a:p>
        </p:txBody>
      </p:sp>
      <p:sp>
        <p:nvSpPr>
          <p:cNvPr id="102403" name="Text Box 3"/>
          <p:cNvSpPr txBox="1"/>
          <p:nvPr/>
        </p:nvSpPr>
        <p:spPr>
          <a:xfrm>
            <a:off x="2339975" y="476250"/>
            <a:ext cx="3240088" cy="519113"/>
          </a:xfrm>
          <a:prstGeom prst="rect">
            <a:avLst/>
          </a:prstGeom>
          <a:noFill/>
          <a:ln w="9525">
            <a:noFill/>
          </a:ln>
        </p:spPr>
        <p:txBody>
          <a:bodyPr lIns="198000" rIns="198000">
            <a:spAutoFit/>
          </a:bodyPr>
          <a:p>
            <a:r>
              <a:rPr lang="zh-CN" altLang="en-US" dirty="0">
                <a:latin typeface="Times New Roman" panose="02020603050405020304" pitchFamily="18" charset="0"/>
              </a:rPr>
              <a:t>正弦稳态情况下</a:t>
            </a:r>
            <a:endParaRPr lang="zh-CN" altLang="en-US" dirty="0">
              <a:latin typeface="Times New Roman" panose="02020603050405020304" pitchFamily="18" charset="0"/>
            </a:endParaRPr>
          </a:p>
        </p:txBody>
      </p:sp>
      <p:sp>
        <p:nvSpPr>
          <p:cNvPr id="102404" name="AutoShape 4"/>
          <p:cNvSpPr/>
          <p:nvPr/>
        </p:nvSpPr>
        <p:spPr>
          <a:xfrm>
            <a:off x="4284663" y="2060575"/>
            <a:ext cx="719137" cy="215900"/>
          </a:xfrm>
          <a:prstGeom prst="rightArrow">
            <a:avLst>
              <a:gd name="adj1" fmla="val 50000"/>
              <a:gd name="adj2" fmla="val 83256"/>
            </a:avLst>
          </a:prstGeom>
          <a:solidFill>
            <a:srgbClr val="0066FF"/>
          </a:solidFill>
          <a:ln w="9525">
            <a:noFill/>
          </a:ln>
        </p:spPr>
        <p:txBody>
          <a:bodyPr wrap="none" anchor="ctr" anchorCtr="0"/>
          <a:p>
            <a:endParaRPr lang="zh-CN" altLang="en-US" dirty="0">
              <a:latin typeface="楷体_GB2312" pitchFamily="49" charset="-122"/>
            </a:endParaRPr>
          </a:p>
        </p:txBody>
      </p:sp>
      <p:graphicFrame>
        <p:nvGraphicFramePr>
          <p:cNvPr id="102430" name="Object 30"/>
          <p:cNvGraphicFramePr/>
          <p:nvPr/>
        </p:nvGraphicFramePr>
        <p:xfrm>
          <a:off x="2265363" y="5616575"/>
          <a:ext cx="1787525" cy="530225"/>
        </p:xfrm>
        <a:graphic>
          <a:graphicData uri="http://schemas.openxmlformats.org/presentationml/2006/ole">
            <mc:AlternateContent xmlns:mc="http://schemas.openxmlformats.org/markup-compatibility/2006">
              <mc:Choice xmlns:v="urn:schemas-microsoft-com:vml" Requires="v">
                <p:oleObj spid="_x0000_s3081" name="" r:id="rId1" imgW="812165" imgH="241300" progId="Equation.3">
                  <p:embed/>
                </p:oleObj>
              </mc:Choice>
              <mc:Fallback>
                <p:oleObj name="" r:id="rId1" imgW="812165" imgH="241300" progId="Equation.3">
                  <p:embed/>
                  <p:pic>
                    <p:nvPicPr>
                      <p:cNvPr id="0" name="图片 3080"/>
                      <p:cNvPicPr/>
                      <p:nvPr/>
                    </p:nvPicPr>
                    <p:blipFill>
                      <a:blip r:embed="rId2">
                        <a:clrChange>
                          <a:clrFrom>
                            <a:srgbClr val="000000"/>
                          </a:clrFrom>
                          <a:clrTo>
                            <a:srgbClr val="FFFFFF"/>
                          </a:clrTo>
                        </a:clrChange>
                      </a:blip>
                      <a:stretch>
                        <a:fillRect/>
                      </a:stretch>
                    </p:blipFill>
                    <p:spPr>
                      <a:xfrm>
                        <a:off x="2265363" y="5616575"/>
                        <a:ext cx="1787525" cy="530225"/>
                      </a:xfrm>
                      <a:prstGeom prst="rect">
                        <a:avLst/>
                      </a:prstGeom>
                      <a:noFill/>
                      <a:ln w="38100">
                        <a:noFill/>
                        <a:miter/>
                      </a:ln>
                    </p:spPr>
                  </p:pic>
                </p:oleObj>
              </mc:Fallback>
            </mc:AlternateContent>
          </a:graphicData>
        </a:graphic>
      </p:graphicFrame>
      <p:graphicFrame>
        <p:nvGraphicFramePr>
          <p:cNvPr id="102432" name="Object 32"/>
          <p:cNvGraphicFramePr/>
          <p:nvPr/>
        </p:nvGraphicFramePr>
        <p:xfrm>
          <a:off x="2124075" y="4365625"/>
          <a:ext cx="1296988" cy="1109663"/>
        </p:xfrm>
        <a:graphic>
          <a:graphicData uri="http://schemas.openxmlformats.org/presentationml/2006/ole">
            <mc:AlternateContent xmlns:mc="http://schemas.openxmlformats.org/markup-compatibility/2006">
              <mc:Choice xmlns:v="urn:schemas-microsoft-com:vml" Requires="v">
                <p:oleObj spid="_x0000_s3083" name="" r:id="rId3" imgW="533400" imgH="457200" progId="Equation.3">
                  <p:embed/>
                </p:oleObj>
              </mc:Choice>
              <mc:Fallback>
                <p:oleObj name="" r:id="rId3" imgW="533400" imgH="457200" progId="Equation.3">
                  <p:embed/>
                  <p:pic>
                    <p:nvPicPr>
                      <p:cNvPr id="0" name="图片 3082"/>
                      <p:cNvPicPr/>
                      <p:nvPr/>
                    </p:nvPicPr>
                    <p:blipFill>
                      <a:blip r:embed="rId4">
                        <a:clrChange>
                          <a:clrFrom>
                            <a:srgbClr val="000000"/>
                          </a:clrFrom>
                          <a:clrTo>
                            <a:srgbClr val="FFFFFF"/>
                          </a:clrTo>
                        </a:clrChange>
                      </a:blip>
                      <a:stretch>
                        <a:fillRect/>
                      </a:stretch>
                    </p:blipFill>
                    <p:spPr>
                      <a:xfrm>
                        <a:off x="2124075" y="4365625"/>
                        <a:ext cx="1296988" cy="1109663"/>
                      </a:xfrm>
                      <a:prstGeom prst="rect">
                        <a:avLst/>
                      </a:prstGeom>
                      <a:noFill/>
                      <a:ln w="38100">
                        <a:noFill/>
                        <a:miter/>
                      </a:ln>
                    </p:spPr>
                  </p:pic>
                </p:oleObj>
              </mc:Fallback>
            </mc:AlternateContent>
          </a:graphicData>
        </a:graphic>
      </p:graphicFrame>
      <p:sp>
        <p:nvSpPr>
          <p:cNvPr id="102433" name="Text Box 33"/>
          <p:cNvSpPr txBox="1"/>
          <p:nvPr/>
        </p:nvSpPr>
        <p:spPr>
          <a:xfrm>
            <a:off x="4427538" y="4724400"/>
            <a:ext cx="1657350" cy="519113"/>
          </a:xfrm>
          <a:prstGeom prst="rect">
            <a:avLst/>
          </a:prstGeom>
          <a:noFill/>
          <a:ln w="25400">
            <a:noFill/>
          </a:ln>
        </p:spPr>
        <p:txBody>
          <a:bodyPr lIns="198000" rIns="198000">
            <a:spAutoFit/>
          </a:bodyPr>
          <a:p>
            <a:pPr>
              <a:spcBef>
                <a:spcPct val="50000"/>
              </a:spcBef>
            </a:pPr>
            <a:r>
              <a:rPr lang="zh-CN" altLang="en-US" dirty="0">
                <a:solidFill>
                  <a:srgbClr val="FF9900"/>
                </a:solidFill>
                <a:latin typeface="Times New Roman" panose="02020603050405020304" pitchFamily="18" charset="0"/>
              </a:rPr>
              <a:t>导纳模</a:t>
            </a:r>
            <a:endParaRPr lang="zh-CN" altLang="en-US" dirty="0">
              <a:solidFill>
                <a:srgbClr val="FF9900"/>
              </a:solidFill>
              <a:latin typeface="Times New Roman" panose="02020603050405020304" pitchFamily="18" charset="0"/>
            </a:endParaRPr>
          </a:p>
        </p:txBody>
      </p:sp>
      <p:sp>
        <p:nvSpPr>
          <p:cNvPr id="102434" name="Text Box 34"/>
          <p:cNvSpPr txBox="1"/>
          <p:nvPr/>
        </p:nvSpPr>
        <p:spPr>
          <a:xfrm>
            <a:off x="4427538" y="5589588"/>
            <a:ext cx="1657350" cy="519112"/>
          </a:xfrm>
          <a:prstGeom prst="rect">
            <a:avLst/>
          </a:prstGeom>
          <a:noFill/>
          <a:ln w="25400">
            <a:noFill/>
          </a:ln>
        </p:spPr>
        <p:txBody>
          <a:bodyPr lIns="198000" rIns="198000">
            <a:spAutoFit/>
          </a:bodyPr>
          <a:p>
            <a:pPr>
              <a:spcBef>
                <a:spcPct val="50000"/>
              </a:spcBef>
            </a:pPr>
            <a:r>
              <a:rPr lang="zh-CN" altLang="en-US" dirty="0">
                <a:solidFill>
                  <a:srgbClr val="FF9900"/>
                </a:solidFill>
                <a:latin typeface="Times New Roman" panose="02020603050405020304" pitchFamily="18" charset="0"/>
              </a:rPr>
              <a:t>导纳角</a:t>
            </a:r>
            <a:endParaRPr lang="zh-CN" altLang="en-US" dirty="0">
              <a:solidFill>
                <a:srgbClr val="FF9900"/>
              </a:solidFill>
              <a:latin typeface="Times New Roman" panose="02020603050405020304" pitchFamily="18" charset="0"/>
            </a:endParaRPr>
          </a:p>
        </p:txBody>
      </p:sp>
      <p:sp>
        <p:nvSpPr>
          <p:cNvPr id="102435" name="AutoShape 35"/>
          <p:cNvSpPr/>
          <p:nvPr/>
        </p:nvSpPr>
        <p:spPr>
          <a:xfrm>
            <a:off x="1908175" y="4652963"/>
            <a:ext cx="144463" cy="1511300"/>
          </a:xfrm>
          <a:prstGeom prst="leftBrace">
            <a:avLst>
              <a:gd name="adj1" fmla="val 87130"/>
              <a:gd name="adj2" fmla="val 50000"/>
            </a:avLst>
          </a:prstGeom>
          <a:noFill/>
          <a:ln w="28575" cap="flat" cmpd="sng">
            <a:solidFill>
              <a:srgbClr val="FFFF00"/>
            </a:solidFill>
            <a:prstDash val="solid"/>
            <a:headEnd type="none" w="med" len="med"/>
            <a:tailEnd type="none" w="sm" len="med"/>
          </a:ln>
        </p:spPr>
        <p:txBody>
          <a:bodyPr wrap="none" anchor="ctr" anchorCtr="0"/>
          <a:p>
            <a:endParaRPr lang="zh-CN" altLang="en-US" dirty="0">
              <a:latin typeface="楷体_GB2312" pitchFamily="49" charset="-122"/>
            </a:endParaRPr>
          </a:p>
        </p:txBody>
      </p:sp>
      <p:grpSp>
        <p:nvGrpSpPr>
          <p:cNvPr id="10255" name="Group 36"/>
          <p:cNvGrpSpPr/>
          <p:nvPr/>
        </p:nvGrpSpPr>
        <p:grpSpPr>
          <a:xfrm>
            <a:off x="8316913" y="6446838"/>
            <a:ext cx="792162" cy="366712"/>
            <a:chOff x="5193" y="4020"/>
            <a:chExt cx="499" cy="231"/>
          </a:xfrm>
        </p:grpSpPr>
        <p:pic>
          <p:nvPicPr>
            <p:cNvPr id="10284" name="Picture 37" descr="78900"/>
            <p:cNvPicPr>
              <a:picLocks noChangeAspect="1"/>
            </p:cNvPicPr>
            <p:nvPr/>
          </p:nvPicPr>
          <p:blipFill>
            <a:blip r:embed="rId5"/>
            <a:stretch>
              <a:fillRect/>
            </a:stretch>
          </p:blipFill>
          <p:spPr>
            <a:xfrm>
              <a:off x="5193" y="4066"/>
              <a:ext cx="499" cy="181"/>
            </a:xfrm>
            <a:prstGeom prst="rect">
              <a:avLst/>
            </a:prstGeom>
            <a:noFill/>
            <a:ln w="9525">
              <a:noFill/>
            </a:ln>
          </p:spPr>
        </p:pic>
        <p:sp>
          <p:nvSpPr>
            <p:cNvPr id="10285" name="Text Box 38">
              <a:hlinkClick r:id="" action="ppaction://hlinkshowjump?jump=nextslide"/>
            </p:cNvPr>
            <p:cNvSpPr txBox="1"/>
            <p:nvPr/>
          </p:nvSpPr>
          <p:spPr>
            <a:xfrm>
              <a:off x="5216" y="4020"/>
              <a:ext cx="476" cy="231"/>
            </a:xfrm>
            <a:prstGeom prst="rect">
              <a:avLst/>
            </a:prstGeom>
            <a:noFill/>
            <a:ln w="9525">
              <a:noFill/>
            </a:ln>
          </p:spPr>
          <p:txBody>
            <a:bodyPr wrap="none">
              <a:spAutoFit/>
            </a:bodyPr>
            <a:p>
              <a:pPr>
                <a:spcBef>
                  <a:spcPct val="50000"/>
                </a:spcBef>
              </a:pPr>
              <a:r>
                <a:rPr lang="zh-CN" altLang="en-US" sz="1800" b="0" dirty="0">
                  <a:solidFill>
                    <a:schemeClr val="bg1"/>
                  </a:solidFill>
                  <a:latin typeface="隶书" panose="02010509060101010101" pitchFamily="49" charset="-122"/>
                  <a:ea typeface="隶书" panose="02010509060101010101" pitchFamily="49" charset="-122"/>
                </a:rPr>
                <a:t>下 页</a:t>
              </a:r>
              <a:endParaRPr lang="zh-CN" altLang="en-US" sz="1800" b="0" dirty="0">
                <a:solidFill>
                  <a:schemeClr val="bg1"/>
                </a:solidFill>
                <a:latin typeface="隶书" panose="02010509060101010101" pitchFamily="49" charset="-122"/>
                <a:ea typeface="隶书" panose="02010509060101010101" pitchFamily="49" charset="-122"/>
              </a:endParaRPr>
            </a:p>
          </p:txBody>
        </p:sp>
      </p:grpSp>
      <p:grpSp>
        <p:nvGrpSpPr>
          <p:cNvPr id="10256" name="Group 39"/>
          <p:cNvGrpSpPr/>
          <p:nvPr/>
        </p:nvGrpSpPr>
        <p:grpSpPr>
          <a:xfrm>
            <a:off x="7453313" y="6446838"/>
            <a:ext cx="792162" cy="366712"/>
            <a:chOff x="4649" y="4020"/>
            <a:chExt cx="499" cy="231"/>
          </a:xfrm>
        </p:grpSpPr>
        <p:pic>
          <p:nvPicPr>
            <p:cNvPr id="10282" name="Picture 40" descr="78900"/>
            <p:cNvPicPr>
              <a:picLocks noChangeAspect="1"/>
            </p:cNvPicPr>
            <p:nvPr/>
          </p:nvPicPr>
          <p:blipFill>
            <a:blip r:embed="rId5"/>
            <a:stretch>
              <a:fillRect/>
            </a:stretch>
          </p:blipFill>
          <p:spPr>
            <a:xfrm>
              <a:off x="4649" y="4066"/>
              <a:ext cx="499" cy="181"/>
            </a:xfrm>
            <a:prstGeom prst="rect">
              <a:avLst/>
            </a:prstGeom>
            <a:noFill/>
            <a:ln w="9525">
              <a:noFill/>
            </a:ln>
          </p:spPr>
        </p:pic>
        <p:sp>
          <p:nvSpPr>
            <p:cNvPr id="10283" name="Text Box 41">
              <a:hlinkClick r:id="" action="ppaction://hlinkshowjump?jump=previousslide"/>
            </p:cNvPr>
            <p:cNvSpPr txBox="1"/>
            <p:nvPr/>
          </p:nvSpPr>
          <p:spPr>
            <a:xfrm>
              <a:off x="4672" y="4020"/>
              <a:ext cx="476" cy="231"/>
            </a:xfrm>
            <a:prstGeom prst="rect">
              <a:avLst/>
            </a:prstGeom>
            <a:noFill/>
            <a:ln w="9525">
              <a:noFill/>
            </a:ln>
          </p:spPr>
          <p:txBody>
            <a:bodyPr wrap="none">
              <a:spAutoFit/>
            </a:bodyPr>
            <a:p>
              <a:pPr>
                <a:spcBef>
                  <a:spcPct val="50000"/>
                </a:spcBef>
              </a:pPr>
              <a:r>
                <a:rPr lang="zh-CN" altLang="en-US" sz="1800" b="0" dirty="0">
                  <a:solidFill>
                    <a:schemeClr val="bg1"/>
                  </a:solidFill>
                  <a:latin typeface="隶书" panose="02010509060101010101" pitchFamily="49" charset="-122"/>
                  <a:ea typeface="隶书" panose="02010509060101010101" pitchFamily="49" charset="-122"/>
                </a:rPr>
                <a:t>上 页</a:t>
              </a:r>
              <a:endParaRPr lang="zh-CN" altLang="en-US" sz="1800" b="0" dirty="0">
                <a:solidFill>
                  <a:schemeClr val="bg1"/>
                </a:solidFill>
                <a:latin typeface="隶书" panose="02010509060101010101" pitchFamily="49" charset="-122"/>
                <a:ea typeface="隶书" panose="02010509060101010101" pitchFamily="49" charset="-122"/>
              </a:endParaRPr>
            </a:p>
          </p:txBody>
        </p:sp>
      </p:grpSp>
      <p:grpSp>
        <p:nvGrpSpPr>
          <p:cNvPr id="10257" name="Group 69"/>
          <p:cNvGrpSpPr/>
          <p:nvPr/>
        </p:nvGrpSpPr>
        <p:grpSpPr>
          <a:xfrm>
            <a:off x="6588125" y="6446838"/>
            <a:ext cx="792163" cy="366712"/>
            <a:chOff x="4649" y="4020"/>
            <a:chExt cx="499" cy="231"/>
          </a:xfrm>
        </p:grpSpPr>
        <p:pic>
          <p:nvPicPr>
            <p:cNvPr id="10280" name="Picture 70" descr="78900"/>
            <p:cNvPicPr>
              <a:picLocks noChangeAspect="1"/>
            </p:cNvPicPr>
            <p:nvPr/>
          </p:nvPicPr>
          <p:blipFill>
            <a:blip r:embed="rId5"/>
            <a:stretch>
              <a:fillRect/>
            </a:stretch>
          </p:blipFill>
          <p:spPr>
            <a:xfrm>
              <a:off x="4649" y="4066"/>
              <a:ext cx="499" cy="181"/>
            </a:xfrm>
            <a:prstGeom prst="rect">
              <a:avLst/>
            </a:prstGeom>
            <a:noFill/>
            <a:ln w="9525">
              <a:noFill/>
            </a:ln>
          </p:spPr>
        </p:pic>
        <p:sp>
          <p:nvSpPr>
            <p:cNvPr id="10281" name="Text Box 71">
              <a:hlinkClick r:id="" action="ppaction://hlinkshowjump?jump=firstslide"/>
            </p:cNvPr>
            <p:cNvSpPr txBox="1"/>
            <p:nvPr/>
          </p:nvSpPr>
          <p:spPr>
            <a:xfrm>
              <a:off x="4672" y="4020"/>
              <a:ext cx="476" cy="231"/>
            </a:xfrm>
            <a:prstGeom prst="rect">
              <a:avLst/>
            </a:prstGeom>
            <a:noFill/>
            <a:ln w="9525">
              <a:noFill/>
            </a:ln>
          </p:spPr>
          <p:txBody>
            <a:bodyPr wrap="none">
              <a:spAutoFit/>
            </a:bodyPr>
            <a:p>
              <a:pPr>
                <a:spcBef>
                  <a:spcPct val="50000"/>
                </a:spcBef>
              </a:pPr>
              <a:r>
                <a:rPr lang="zh-CN" altLang="en-US" sz="1800" b="0" dirty="0">
                  <a:solidFill>
                    <a:schemeClr val="bg1"/>
                  </a:solidFill>
                  <a:latin typeface="隶书" panose="02010509060101010101" pitchFamily="49" charset="-122"/>
                  <a:ea typeface="隶书" panose="02010509060101010101" pitchFamily="49" charset="-122"/>
                </a:rPr>
                <a:t>返 回</a:t>
              </a:r>
              <a:endParaRPr lang="zh-CN" altLang="en-US" sz="1800" b="0" dirty="0">
                <a:solidFill>
                  <a:schemeClr val="bg1"/>
                </a:solidFill>
                <a:latin typeface="隶书" panose="02010509060101010101" pitchFamily="49" charset="-122"/>
                <a:ea typeface="隶书" panose="02010509060101010101" pitchFamily="49" charset="-122"/>
              </a:endParaRPr>
            </a:p>
          </p:txBody>
        </p:sp>
      </p:grpSp>
      <p:grpSp>
        <p:nvGrpSpPr>
          <p:cNvPr id="5" name="Group 73"/>
          <p:cNvGrpSpPr/>
          <p:nvPr/>
        </p:nvGrpSpPr>
        <p:grpSpPr>
          <a:xfrm>
            <a:off x="1273175" y="3284538"/>
            <a:ext cx="5434013" cy="1071562"/>
            <a:chOff x="802" y="2069"/>
            <a:chExt cx="3423" cy="675"/>
          </a:xfrm>
        </p:grpSpPr>
        <p:graphicFrame>
          <p:nvGraphicFramePr>
            <p:cNvPr id="10248" name="Object 29"/>
            <p:cNvGraphicFramePr/>
            <p:nvPr/>
          </p:nvGraphicFramePr>
          <p:xfrm>
            <a:off x="802" y="2069"/>
            <a:ext cx="3423" cy="675"/>
          </p:xfrm>
          <a:graphic>
            <a:graphicData uri="http://schemas.openxmlformats.org/presentationml/2006/ole">
              <mc:AlternateContent xmlns:mc="http://schemas.openxmlformats.org/markup-compatibility/2006">
                <mc:Choice xmlns:v="urn:schemas-microsoft-com:vml" Requires="v">
                  <p:oleObj spid="_x0000_s3082" name="" r:id="rId6" imgW="1993900" imgH="469900" progId="Equation.3">
                    <p:embed/>
                  </p:oleObj>
                </mc:Choice>
                <mc:Fallback>
                  <p:oleObj name="" r:id="rId6" imgW="1993900" imgH="469900" progId="Equation.3">
                    <p:embed/>
                    <p:pic>
                      <p:nvPicPr>
                        <p:cNvPr id="0" name="图片 3081"/>
                        <p:cNvPicPr/>
                        <p:nvPr/>
                      </p:nvPicPr>
                      <p:blipFill>
                        <a:blip r:embed="rId7">
                          <a:clrChange>
                            <a:clrFrom>
                              <a:srgbClr val="000000"/>
                            </a:clrFrom>
                            <a:clrTo>
                              <a:srgbClr val="FF3300"/>
                            </a:clrTo>
                          </a:clrChange>
                        </a:blip>
                        <a:stretch>
                          <a:fillRect/>
                        </a:stretch>
                      </p:blipFill>
                      <p:spPr>
                        <a:xfrm>
                          <a:off x="802" y="2069"/>
                          <a:ext cx="3423" cy="675"/>
                        </a:xfrm>
                        <a:prstGeom prst="rect">
                          <a:avLst/>
                        </a:prstGeom>
                        <a:gradFill rotWithShape="1">
                          <a:gsLst>
                            <a:gs pos="0">
                              <a:srgbClr val="0099FF"/>
                            </a:gs>
                            <a:gs pos="50000">
                              <a:schemeClr val="bg1"/>
                            </a:gs>
                            <a:gs pos="100000">
                              <a:srgbClr val="0099FF"/>
                            </a:gs>
                          </a:gsLst>
                          <a:lin ang="5400000" scaled="1"/>
                          <a:tileRect/>
                        </a:gradFill>
                        <a:ln w="38100">
                          <a:noFill/>
                          <a:miter/>
                        </a:ln>
                      </p:spPr>
                    </p:pic>
                  </p:oleObj>
                </mc:Fallback>
              </mc:AlternateContent>
            </a:graphicData>
          </a:graphic>
        </p:graphicFrame>
        <p:sp>
          <p:nvSpPr>
            <p:cNvPr id="10279" name="Line 72"/>
            <p:cNvSpPr/>
            <p:nvPr/>
          </p:nvSpPr>
          <p:spPr>
            <a:xfrm>
              <a:off x="3787" y="2568"/>
              <a:ext cx="408" cy="0"/>
            </a:xfrm>
            <a:prstGeom prst="line">
              <a:avLst/>
            </a:prstGeom>
            <a:ln w="9525" cap="flat" cmpd="sng">
              <a:solidFill>
                <a:srgbClr val="FF3300"/>
              </a:solidFill>
              <a:prstDash val="solid"/>
              <a:headEnd type="none" w="med" len="med"/>
              <a:tailEnd type="none" w="med" len="med"/>
            </a:ln>
          </p:spPr>
        </p:sp>
      </p:grpSp>
      <p:grpSp>
        <p:nvGrpSpPr>
          <p:cNvPr id="6" name="Group 75"/>
          <p:cNvGrpSpPr/>
          <p:nvPr/>
        </p:nvGrpSpPr>
        <p:grpSpPr>
          <a:xfrm>
            <a:off x="5292725" y="1125538"/>
            <a:ext cx="1603375" cy="1730375"/>
            <a:chOff x="3833" y="1026"/>
            <a:chExt cx="1010" cy="1090"/>
          </a:xfrm>
        </p:grpSpPr>
        <p:sp>
          <p:nvSpPr>
            <p:cNvPr id="10269" name="Line 76"/>
            <p:cNvSpPr/>
            <p:nvPr/>
          </p:nvSpPr>
          <p:spPr>
            <a:xfrm>
              <a:off x="4554" y="1328"/>
              <a:ext cx="0" cy="768"/>
            </a:xfrm>
            <a:prstGeom prst="line">
              <a:avLst/>
            </a:prstGeom>
            <a:ln w="28575" cap="flat" cmpd="sng">
              <a:solidFill>
                <a:srgbClr val="FFCC00"/>
              </a:solidFill>
              <a:prstDash val="solid"/>
              <a:headEnd type="none" w="med" len="med"/>
              <a:tailEnd type="none" w="med" len="med"/>
            </a:ln>
          </p:spPr>
        </p:sp>
        <p:sp>
          <p:nvSpPr>
            <p:cNvPr id="10270" name="Line 77"/>
            <p:cNvSpPr/>
            <p:nvPr/>
          </p:nvSpPr>
          <p:spPr>
            <a:xfrm>
              <a:off x="3978" y="1342"/>
              <a:ext cx="576" cy="0"/>
            </a:xfrm>
            <a:prstGeom prst="line">
              <a:avLst/>
            </a:prstGeom>
            <a:ln w="28575" cap="flat" cmpd="sng">
              <a:solidFill>
                <a:srgbClr val="FFCC00"/>
              </a:solidFill>
              <a:prstDash val="solid"/>
              <a:headEnd type="none" w="med" len="med"/>
              <a:tailEnd type="none" w="med" len="med"/>
            </a:ln>
          </p:spPr>
        </p:sp>
        <p:sp>
          <p:nvSpPr>
            <p:cNvPr id="10271" name="Line 78"/>
            <p:cNvSpPr/>
            <p:nvPr/>
          </p:nvSpPr>
          <p:spPr>
            <a:xfrm>
              <a:off x="3978" y="2084"/>
              <a:ext cx="576" cy="0"/>
            </a:xfrm>
            <a:prstGeom prst="line">
              <a:avLst/>
            </a:prstGeom>
            <a:ln w="28575" cap="flat" cmpd="sng">
              <a:solidFill>
                <a:srgbClr val="FFCC00"/>
              </a:solidFill>
              <a:prstDash val="solid"/>
              <a:headEnd type="none" w="med" len="med"/>
              <a:tailEnd type="none" w="med" len="med"/>
            </a:ln>
          </p:spPr>
        </p:sp>
        <p:sp>
          <p:nvSpPr>
            <p:cNvPr id="10272" name="Rectangle 79"/>
            <p:cNvSpPr/>
            <p:nvPr/>
          </p:nvSpPr>
          <p:spPr>
            <a:xfrm>
              <a:off x="4494" y="1568"/>
              <a:ext cx="120" cy="288"/>
            </a:xfrm>
            <a:prstGeom prst="rect">
              <a:avLst/>
            </a:prstGeom>
            <a:gradFill rotWithShape="1">
              <a:gsLst>
                <a:gs pos="0">
                  <a:srgbClr val="764700"/>
                </a:gs>
                <a:gs pos="50000">
                  <a:srgbClr val="FF9900"/>
                </a:gs>
                <a:gs pos="100000">
                  <a:srgbClr val="764700"/>
                </a:gs>
              </a:gsLst>
              <a:lin ang="0" scaled="1"/>
              <a:tileRect/>
            </a:gradFill>
            <a:ln w="28575">
              <a:noFill/>
            </a:ln>
          </p:spPr>
          <p:txBody>
            <a:bodyPr wrap="none" anchor="ctr" anchorCtr="0">
              <a:spAutoFit/>
            </a:bodyPr>
            <a:p>
              <a:endParaRPr lang="zh-CN" altLang="en-US" dirty="0">
                <a:latin typeface="楷体_GB2312" pitchFamily="49" charset="-122"/>
              </a:endParaRPr>
            </a:p>
          </p:txBody>
        </p:sp>
        <p:sp>
          <p:nvSpPr>
            <p:cNvPr id="10273" name="Line 80"/>
            <p:cNvSpPr/>
            <p:nvPr/>
          </p:nvSpPr>
          <p:spPr>
            <a:xfrm>
              <a:off x="4014" y="1344"/>
              <a:ext cx="384" cy="0"/>
            </a:xfrm>
            <a:prstGeom prst="line">
              <a:avLst/>
            </a:prstGeom>
            <a:ln w="28575" cap="flat" cmpd="sng">
              <a:solidFill>
                <a:srgbClr val="66FFFF"/>
              </a:solidFill>
              <a:prstDash val="solid"/>
              <a:headEnd type="none" w="med" len="med"/>
              <a:tailEnd type="triangle" w="med" len="med"/>
            </a:ln>
          </p:spPr>
        </p:sp>
        <p:graphicFrame>
          <p:nvGraphicFramePr>
            <p:cNvPr id="10246" name="Object 81"/>
            <p:cNvGraphicFramePr/>
            <p:nvPr/>
          </p:nvGraphicFramePr>
          <p:xfrm>
            <a:off x="4105" y="1026"/>
            <a:ext cx="164" cy="282"/>
          </p:xfrm>
          <a:graphic>
            <a:graphicData uri="http://schemas.openxmlformats.org/presentationml/2006/ole">
              <mc:AlternateContent xmlns:mc="http://schemas.openxmlformats.org/markup-compatibility/2006">
                <mc:Choice xmlns:v="urn:schemas-microsoft-com:vml" Requires="v">
                  <p:oleObj spid="_x0000_s3094" name="" r:id="rId8" imgW="127000" imgH="215265" progId="Equation.3">
                    <p:embed/>
                  </p:oleObj>
                </mc:Choice>
                <mc:Fallback>
                  <p:oleObj name="" r:id="rId8" imgW="127000" imgH="215265" progId="Equation.3">
                    <p:embed/>
                    <p:pic>
                      <p:nvPicPr>
                        <p:cNvPr id="0" name="图片 3093"/>
                        <p:cNvPicPr/>
                        <p:nvPr/>
                      </p:nvPicPr>
                      <p:blipFill>
                        <a:blip r:embed="rId9">
                          <a:clrChange>
                            <a:clrFrom>
                              <a:srgbClr val="000000"/>
                            </a:clrFrom>
                            <a:clrTo>
                              <a:srgbClr val="FFFFFF"/>
                            </a:clrTo>
                          </a:clrChange>
                        </a:blip>
                        <a:stretch>
                          <a:fillRect/>
                        </a:stretch>
                      </p:blipFill>
                      <p:spPr>
                        <a:xfrm>
                          <a:off x="4105" y="1026"/>
                          <a:ext cx="164" cy="282"/>
                        </a:xfrm>
                        <a:prstGeom prst="rect">
                          <a:avLst/>
                        </a:prstGeom>
                        <a:noFill/>
                        <a:ln w="38100">
                          <a:noFill/>
                          <a:miter/>
                        </a:ln>
                      </p:spPr>
                    </p:pic>
                  </p:oleObj>
                </mc:Fallback>
              </mc:AlternateContent>
            </a:graphicData>
          </a:graphic>
        </p:graphicFrame>
        <p:sp>
          <p:nvSpPr>
            <p:cNvPr id="10274" name="Text Box 82"/>
            <p:cNvSpPr txBox="1"/>
            <p:nvPr/>
          </p:nvSpPr>
          <p:spPr>
            <a:xfrm>
              <a:off x="4602" y="1536"/>
              <a:ext cx="241" cy="327"/>
            </a:xfrm>
            <a:prstGeom prst="rect">
              <a:avLst/>
            </a:prstGeom>
            <a:noFill/>
            <a:ln w="28575">
              <a:noFill/>
            </a:ln>
          </p:spPr>
          <p:txBody>
            <a:bodyPr wrap="none">
              <a:spAutoFit/>
            </a:bodyPr>
            <a:p>
              <a:r>
                <a:rPr lang="en-US" altLang="zh-CN" b="0" i="1" dirty="0">
                  <a:solidFill>
                    <a:schemeClr val="bg1"/>
                  </a:solidFill>
                  <a:latin typeface="Times New Roman" panose="02020603050405020304" pitchFamily="18" charset="0"/>
                  <a:ea typeface="宋体" panose="02010600030101010101" pitchFamily="2" charset="-122"/>
                </a:rPr>
                <a:t>Y</a:t>
              </a:r>
              <a:endParaRPr lang="en-US" altLang="zh-CN" b="0" i="1" dirty="0">
                <a:solidFill>
                  <a:schemeClr val="bg1"/>
                </a:solidFill>
                <a:latin typeface="Times New Roman" panose="02020603050405020304" pitchFamily="18" charset="0"/>
                <a:ea typeface="宋体" panose="02010600030101010101" pitchFamily="2" charset="-122"/>
              </a:endParaRPr>
            </a:p>
          </p:txBody>
        </p:sp>
        <p:graphicFrame>
          <p:nvGraphicFramePr>
            <p:cNvPr id="10247" name="Object 83"/>
            <p:cNvGraphicFramePr/>
            <p:nvPr/>
          </p:nvGraphicFramePr>
          <p:xfrm>
            <a:off x="3856" y="1601"/>
            <a:ext cx="209" cy="270"/>
          </p:xfrm>
          <a:graphic>
            <a:graphicData uri="http://schemas.openxmlformats.org/presentationml/2006/ole">
              <mc:AlternateContent xmlns:mc="http://schemas.openxmlformats.org/markup-compatibility/2006">
                <mc:Choice xmlns:v="urn:schemas-microsoft-com:vml" Requires="v">
                  <p:oleObj spid="_x0000_s3092" name="" r:id="rId10" imgW="177800" imgH="227965" progId="Equation.3">
                    <p:embed/>
                  </p:oleObj>
                </mc:Choice>
                <mc:Fallback>
                  <p:oleObj name="" r:id="rId10" imgW="177800" imgH="227965" progId="Equation.3">
                    <p:embed/>
                    <p:pic>
                      <p:nvPicPr>
                        <p:cNvPr id="0" name="图片 3091"/>
                        <p:cNvPicPr/>
                        <p:nvPr/>
                      </p:nvPicPr>
                      <p:blipFill>
                        <a:blip r:embed="rId11">
                          <a:clrChange>
                            <a:clrFrom>
                              <a:srgbClr val="000000"/>
                            </a:clrFrom>
                            <a:clrTo>
                              <a:srgbClr val="FFFFFF"/>
                            </a:clrTo>
                          </a:clrChange>
                        </a:blip>
                        <a:stretch>
                          <a:fillRect/>
                        </a:stretch>
                      </p:blipFill>
                      <p:spPr>
                        <a:xfrm>
                          <a:off x="3856" y="1601"/>
                          <a:ext cx="209" cy="270"/>
                        </a:xfrm>
                        <a:prstGeom prst="rect">
                          <a:avLst/>
                        </a:prstGeom>
                        <a:noFill/>
                        <a:ln w="38100">
                          <a:noFill/>
                          <a:miter/>
                        </a:ln>
                      </p:spPr>
                    </p:pic>
                  </p:oleObj>
                </mc:Fallback>
              </mc:AlternateContent>
            </a:graphicData>
          </a:graphic>
        </p:graphicFrame>
        <p:sp>
          <p:nvSpPr>
            <p:cNvPr id="10275" name="Text Box 84"/>
            <p:cNvSpPr txBox="1"/>
            <p:nvPr/>
          </p:nvSpPr>
          <p:spPr>
            <a:xfrm>
              <a:off x="3833" y="1328"/>
              <a:ext cx="225" cy="288"/>
            </a:xfrm>
            <a:prstGeom prst="rect">
              <a:avLst/>
            </a:prstGeom>
            <a:noFill/>
            <a:ln w="28575">
              <a:noFill/>
            </a:ln>
          </p:spPr>
          <p:txBody>
            <a:bodyPr wrap="none">
              <a:spAutoFit/>
            </a:bodyPr>
            <a:p>
              <a:pPr>
                <a:spcBef>
                  <a:spcPct val="50000"/>
                </a:spcBef>
              </a:pPr>
              <a:r>
                <a:rPr lang="en-US" altLang="zh-CN" sz="2400" dirty="0">
                  <a:solidFill>
                    <a:schemeClr val="bg1"/>
                  </a:solidFill>
                  <a:latin typeface="Times New Roman" panose="02020603050405020304" pitchFamily="18" charset="0"/>
                  <a:ea typeface="宋体" panose="02010600030101010101" pitchFamily="2" charset="-122"/>
                </a:rPr>
                <a:t>+</a:t>
              </a:r>
              <a:endParaRPr lang="en-US" altLang="zh-CN" sz="2400" dirty="0">
                <a:solidFill>
                  <a:schemeClr val="bg1"/>
                </a:solidFill>
                <a:latin typeface="Times New Roman" panose="02020603050405020304" pitchFamily="18" charset="0"/>
                <a:ea typeface="宋体" panose="02010600030101010101" pitchFamily="2" charset="-122"/>
              </a:endParaRPr>
            </a:p>
          </p:txBody>
        </p:sp>
        <p:sp>
          <p:nvSpPr>
            <p:cNvPr id="10276" name="Text Box 85"/>
            <p:cNvSpPr txBox="1"/>
            <p:nvPr/>
          </p:nvSpPr>
          <p:spPr>
            <a:xfrm>
              <a:off x="3845" y="1808"/>
              <a:ext cx="212" cy="288"/>
            </a:xfrm>
            <a:prstGeom prst="rect">
              <a:avLst/>
            </a:prstGeom>
            <a:noFill/>
            <a:ln w="28575">
              <a:noFill/>
            </a:ln>
          </p:spPr>
          <p:txBody>
            <a:bodyPr wrap="none">
              <a:spAutoFit/>
            </a:bodyPr>
            <a:p>
              <a:pPr>
                <a:spcBef>
                  <a:spcPct val="50000"/>
                </a:spcBef>
              </a:pPr>
              <a:r>
                <a:rPr lang="en-US" altLang="zh-CN" sz="2400" dirty="0">
                  <a:solidFill>
                    <a:schemeClr val="bg1"/>
                  </a:solidFill>
                  <a:latin typeface="宋体" panose="02010600030101010101" pitchFamily="2" charset="-122"/>
                  <a:ea typeface="宋体" panose="02010600030101010101" pitchFamily="2" charset="-122"/>
                </a:rPr>
                <a:t>-</a:t>
              </a:r>
              <a:endParaRPr lang="en-US" altLang="zh-CN" sz="2400" dirty="0">
                <a:solidFill>
                  <a:schemeClr val="bg1"/>
                </a:solidFill>
                <a:latin typeface="Times New Roman" panose="02020603050405020304" pitchFamily="18" charset="0"/>
                <a:ea typeface="宋体" panose="02010600030101010101" pitchFamily="2" charset="-122"/>
              </a:endParaRPr>
            </a:p>
          </p:txBody>
        </p:sp>
        <p:sp>
          <p:nvSpPr>
            <p:cNvPr id="10277" name="Oval 86"/>
            <p:cNvSpPr/>
            <p:nvPr/>
          </p:nvSpPr>
          <p:spPr>
            <a:xfrm>
              <a:off x="3913" y="1308"/>
              <a:ext cx="68" cy="68"/>
            </a:xfrm>
            <a:prstGeom prst="ellipse">
              <a:avLst/>
            </a:prstGeom>
            <a:noFill/>
            <a:ln w="38100" cap="flat" cmpd="sng">
              <a:solidFill>
                <a:srgbClr val="FFCC00"/>
              </a:solidFill>
              <a:prstDash val="solid"/>
              <a:headEnd type="none" w="med" len="med"/>
              <a:tailEnd type="none" w="med" len="med"/>
            </a:ln>
          </p:spPr>
          <p:txBody>
            <a:bodyPr wrap="none" anchor="ctr" anchorCtr="0"/>
            <a:p>
              <a:endParaRPr lang="zh-CN" altLang="en-US" dirty="0">
                <a:latin typeface="楷体_GB2312" pitchFamily="49" charset="-122"/>
              </a:endParaRPr>
            </a:p>
          </p:txBody>
        </p:sp>
        <p:sp>
          <p:nvSpPr>
            <p:cNvPr id="10278" name="Oval 87"/>
            <p:cNvSpPr/>
            <p:nvPr/>
          </p:nvSpPr>
          <p:spPr>
            <a:xfrm>
              <a:off x="3913" y="2048"/>
              <a:ext cx="68" cy="68"/>
            </a:xfrm>
            <a:prstGeom prst="ellipse">
              <a:avLst/>
            </a:prstGeom>
            <a:noFill/>
            <a:ln w="38100" cap="flat" cmpd="sng">
              <a:solidFill>
                <a:srgbClr val="FFCC00"/>
              </a:solidFill>
              <a:prstDash val="solid"/>
              <a:headEnd type="none" w="med" len="med"/>
              <a:tailEnd type="none" w="med" len="med"/>
            </a:ln>
          </p:spPr>
          <p:txBody>
            <a:bodyPr wrap="none" anchor="ctr" anchorCtr="0"/>
            <a:p>
              <a:endParaRPr lang="zh-CN" altLang="en-US" dirty="0">
                <a:latin typeface="楷体_GB2312" pitchFamily="49" charset="-122"/>
              </a:endParaRPr>
            </a:p>
          </p:txBody>
        </p:sp>
      </p:grpSp>
      <p:grpSp>
        <p:nvGrpSpPr>
          <p:cNvPr id="7" name="Group 88"/>
          <p:cNvGrpSpPr/>
          <p:nvPr/>
        </p:nvGrpSpPr>
        <p:grpSpPr>
          <a:xfrm>
            <a:off x="900113" y="1341438"/>
            <a:ext cx="3024187" cy="1584325"/>
            <a:chOff x="930" y="1207"/>
            <a:chExt cx="1905" cy="998"/>
          </a:xfrm>
        </p:grpSpPr>
        <p:sp>
          <p:nvSpPr>
            <p:cNvPr id="10261" name="Rectangle 89"/>
            <p:cNvSpPr/>
            <p:nvPr/>
          </p:nvSpPr>
          <p:spPr>
            <a:xfrm>
              <a:off x="2070" y="1207"/>
              <a:ext cx="765" cy="998"/>
            </a:xfrm>
            <a:prstGeom prst="rect">
              <a:avLst/>
            </a:prstGeom>
            <a:gradFill rotWithShape="1">
              <a:gsLst>
                <a:gs pos="0">
                  <a:srgbClr val="FF9900"/>
                </a:gs>
                <a:gs pos="100000">
                  <a:srgbClr val="764700"/>
                </a:gs>
              </a:gsLst>
              <a:path path="shape">
                <a:fillToRect l="50000" t="50000" r="50000" b="50000"/>
              </a:path>
              <a:tileRect/>
            </a:gradFill>
            <a:ln w="28575">
              <a:noFill/>
            </a:ln>
          </p:spPr>
          <p:txBody>
            <a:bodyPr wrap="none" lIns="198000" rIns="198000" anchor="ctr" anchorCtr="0"/>
            <a:p>
              <a:pPr algn="ctr"/>
              <a:r>
                <a:rPr lang="zh-CN" altLang="en-US" dirty="0">
                  <a:solidFill>
                    <a:schemeClr val="bg1"/>
                  </a:solidFill>
                  <a:latin typeface="Times New Roman" panose="02020603050405020304" pitchFamily="18" charset="0"/>
                </a:rPr>
                <a:t>不含独</a:t>
              </a:r>
              <a:endParaRPr lang="zh-CN" altLang="en-US" dirty="0">
                <a:solidFill>
                  <a:schemeClr val="bg1"/>
                </a:solidFill>
                <a:latin typeface="Times New Roman" panose="02020603050405020304" pitchFamily="18" charset="0"/>
              </a:endParaRPr>
            </a:p>
            <a:p>
              <a:pPr algn="ctr"/>
              <a:r>
                <a:rPr lang="zh-CN" altLang="en-US" dirty="0">
                  <a:solidFill>
                    <a:schemeClr val="bg1"/>
                  </a:solidFill>
                  <a:latin typeface="Times New Roman" panose="02020603050405020304" pitchFamily="18" charset="0"/>
                </a:rPr>
                <a:t>立源线</a:t>
              </a:r>
              <a:endParaRPr lang="zh-CN" altLang="en-US" dirty="0">
                <a:solidFill>
                  <a:schemeClr val="bg1"/>
                </a:solidFill>
                <a:latin typeface="Times New Roman" panose="02020603050405020304" pitchFamily="18" charset="0"/>
              </a:endParaRPr>
            </a:p>
            <a:p>
              <a:pPr algn="ctr"/>
              <a:r>
                <a:rPr lang="zh-CN" altLang="en-US" dirty="0">
                  <a:solidFill>
                    <a:schemeClr val="bg1"/>
                  </a:solidFill>
                  <a:latin typeface="Times New Roman" panose="02020603050405020304" pitchFamily="18" charset="0"/>
                </a:rPr>
                <a:t>   性网络  </a:t>
              </a:r>
              <a:endParaRPr lang="zh-CN" altLang="en-US" dirty="0">
                <a:solidFill>
                  <a:schemeClr val="bg1"/>
                </a:solidFill>
                <a:latin typeface="Times New Roman" panose="02020603050405020304" pitchFamily="18" charset="0"/>
              </a:endParaRPr>
            </a:p>
          </p:txBody>
        </p:sp>
        <p:sp>
          <p:nvSpPr>
            <p:cNvPr id="10262" name="Line 90"/>
            <p:cNvSpPr/>
            <p:nvPr/>
          </p:nvSpPr>
          <p:spPr>
            <a:xfrm>
              <a:off x="1376" y="1426"/>
              <a:ext cx="694" cy="0"/>
            </a:xfrm>
            <a:prstGeom prst="line">
              <a:avLst/>
            </a:prstGeom>
            <a:ln w="38100" cap="flat" cmpd="sng">
              <a:solidFill>
                <a:srgbClr val="FFCC00"/>
              </a:solidFill>
              <a:prstDash val="solid"/>
              <a:headEnd type="none" w="med" len="med"/>
              <a:tailEnd type="none" w="med" len="med"/>
            </a:ln>
          </p:spPr>
        </p:sp>
        <p:sp>
          <p:nvSpPr>
            <p:cNvPr id="10263" name="Line 91"/>
            <p:cNvSpPr/>
            <p:nvPr/>
          </p:nvSpPr>
          <p:spPr>
            <a:xfrm>
              <a:off x="1376" y="2017"/>
              <a:ext cx="694" cy="0"/>
            </a:xfrm>
            <a:prstGeom prst="line">
              <a:avLst/>
            </a:prstGeom>
            <a:ln w="38100" cap="flat" cmpd="sng">
              <a:solidFill>
                <a:srgbClr val="FFCC00"/>
              </a:solidFill>
              <a:prstDash val="solid"/>
              <a:headEnd type="none" w="med" len="med"/>
              <a:tailEnd type="none" w="med" len="med"/>
            </a:ln>
          </p:spPr>
        </p:sp>
        <p:sp>
          <p:nvSpPr>
            <p:cNvPr id="10264" name="Line 92"/>
            <p:cNvSpPr/>
            <p:nvPr/>
          </p:nvSpPr>
          <p:spPr>
            <a:xfrm>
              <a:off x="1519" y="1425"/>
              <a:ext cx="417" cy="0"/>
            </a:xfrm>
            <a:prstGeom prst="line">
              <a:avLst/>
            </a:prstGeom>
            <a:ln w="28575" cap="flat" cmpd="sng">
              <a:solidFill>
                <a:srgbClr val="66FFFF"/>
              </a:solidFill>
              <a:prstDash val="solid"/>
              <a:headEnd type="none" w="med" len="med"/>
              <a:tailEnd type="triangle" w="med" len="med"/>
            </a:ln>
          </p:spPr>
        </p:sp>
        <p:graphicFrame>
          <p:nvGraphicFramePr>
            <p:cNvPr id="10244" name="Object 93"/>
            <p:cNvGraphicFramePr/>
            <p:nvPr/>
          </p:nvGraphicFramePr>
          <p:xfrm>
            <a:off x="1565" y="1486"/>
            <a:ext cx="186" cy="285"/>
          </p:xfrm>
          <a:graphic>
            <a:graphicData uri="http://schemas.openxmlformats.org/presentationml/2006/ole">
              <mc:AlternateContent xmlns:mc="http://schemas.openxmlformats.org/markup-compatibility/2006">
                <mc:Choice xmlns:v="urn:schemas-microsoft-com:vml" Requires="v">
                  <p:oleObj spid="_x0000_s3091" name="" r:id="rId12" imgW="127000" imgH="215265" progId="Equation.3">
                    <p:embed/>
                  </p:oleObj>
                </mc:Choice>
                <mc:Fallback>
                  <p:oleObj name="" r:id="rId12" imgW="127000" imgH="215265" progId="Equation.3">
                    <p:embed/>
                    <p:pic>
                      <p:nvPicPr>
                        <p:cNvPr id="0" name="图片 3090"/>
                        <p:cNvPicPr/>
                        <p:nvPr/>
                      </p:nvPicPr>
                      <p:blipFill>
                        <a:blip r:embed="rId13">
                          <a:clrChange>
                            <a:clrFrom>
                              <a:srgbClr val="000000"/>
                            </a:clrFrom>
                            <a:clrTo>
                              <a:srgbClr val="FFFFFF"/>
                            </a:clrTo>
                          </a:clrChange>
                        </a:blip>
                        <a:stretch>
                          <a:fillRect/>
                        </a:stretch>
                      </p:blipFill>
                      <p:spPr>
                        <a:xfrm>
                          <a:off x="1565" y="1486"/>
                          <a:ext cx="186" cy="285"/>
                        </a:xfrm>
                        <a:prstGeom prst="rect">
                          <a:avLst/>
                        </a:prstGeom>
                        <a:noFill/>
                        <a:ln w="38100">
                          <a:noFill/>
                          <a:miter/>
                        </a:ln>
                      </p:spPr>
                    </p:pic>
                  </p:oleObj>
                </mc:Fallback>
              </mc:AlternateContent>
            </a:graphicData>
          </a:graphic>
        </p:graphicFrame>
        <p:sp>
          <p:nvSpPr>
            <p:cNvPr id="10265" name="Oval 94"/>
            <p:cNvSpPr/>
            <p:nvPr/>
          </p:nvSpPr>
          <p:spPr>
            <a:xfrm>
              <a:off x="1306" y="1368"/>
              <a:ext cx="99" cy="88"/>
            </a:xfrm>
            <a:prstGeom prst="ellipse">
              <a:avLst/>
            </a:prstGeom>
            <a:noFill/>
            <a:ln w="38100" cap="flat" cmpd="sng">
              <a:solidFill>
                <a:srgbClr val="FFCC00"/>
              </a:solidFill>
              <a:prstDash val="solid"/>
              <a:headEnd type="none" w="med" len="med"/>
              <a:tailEnd type="none" w="med" len="med"/>
            </a:ln>
          </p:spPr>
          <p:txBody>
            <a:bodyPr wrap="none" anchor="ctr" anchorCtr="0"/>
            <a:p>
              <a:endParaRPr lang="zh-CN" altLang="en-US" dirty="0">
                <a:latin typeface="楷体_GB2312" pitchFamily="49" charset="-122"/>
              </a:endParaRPr>
            </a:p>
          </p:txBody>
        </p:sp>
        <p:sp>
          <p:nvSpPr>
            <p:cNvPr id="10266" name="Oval 95"/>
            <p:cNvSpPr/>
            <p:nvPr/>
          </p:nvSpPr>
          <p:spPr>
            <a:xfrm>
              <a:off x="1306" y="1955"/>
              <a:ext cx="99" cy="89"/>
            </a:xfrm>
            <a:prstGeom prst="ellipse">
              <a:avLst/>
            </a:prstGeom>
            <a:noFill/>
            <a:ln w="38100" cap="flat" cmpd="sng">
              <a:solidFill>
                <a:srgbClr val="FFCC00"/>
              </a:solidFill>
              <a:prstDash val="solid"/>
              <a:headEnd type="none" w="med" len="med"/>
              <a:tailEnd type="none" w="med" len="med"/>
            </a:ln>
          </p:spPr>
          <p:txBody>
            <a:bodyPr wrap="none" anchor="ctr" anchorCtr="0"/>
            <a:p>
              <a:endParaRPr lang="zh-CN" altLang="en-US" dirty="0">
                <a:latin typeface="楷体_GB2312" pitchFamily="49" charset="-122"/>
              </a:endParaRPr>
            </a:p>
          </p:txBody>
        </p:sp>
        <p:graphicFrame>
          <p:nvGraphicFramePr>
            <p:cNvPr id="10245" name="Object 96"/>
            <p:cNvGraphicFramePr/>
            <p:nvPr/>
          </p:nvGraphicFramePr>
          <p:xfrm>
            <a:off x="975" y="1562"/>
            <a:ext cx="303" cy="352"/>
          </p:xfrm>
          <a:graphic>
            <a:graphicData uri="http://schemas.openxmlformats.org/presentationml/2006/ole">
              <mc:AlternateContent xmlns:mc="http://schemas.openxmlformats.org/markup-compatibility/2006">
                <mc:Choice xmlns:v="urn:schemas-microsoft-com:vml" Requires="v">
                  <p:oleObj spid="_x0000_s3090" name="" r:id="rId14" imgW="177800" imgH="227965" progId="Equation.3">
                    <p:embed/>
                  </p:oleObj>
                </mc:Choice>
                <mc:Fallback>
                  <p:oleObj name="" r:id="rId14" imgW="177800" imgH="227965" progId="Equation.3">
                    <p:embed/>
                    <p:pic>
                      <p:nvPicPr>
                        <p:cNvPr id="0" name="图片 3089"/>
                        <p:cNvPicPr/>
                        <p:nvPr/>
                      </p:nvPicPr>
                      <p:blipFill>
                        <a:blip r:embed="rId15">
                          <a:clrChange>
                            <a:clrFrom>
                              <a:srgbClr val="000000"/>
                            </a:clrFrom>
                            <a:clrTo>
                              <a:srgbClr val="FFFFFF"/>
                            </a:clrTo>
                          </a:clrChange>
                        </a:blip>
                        <a:stretch>
                          <a:fillRect/>
                        </a:stretch>
                      </p:blipFill>
                      <p:spPr>
                        <a:xfrm>
                          <a:off x="975" y="1562"/>
                          <a:ext cx="303" cy="352"/>
                        </a:xfrm>
                        <a:prstGeom prst="rect">
                          <a:avLst/>
                        </a:prstGeom>
                        <a:noFill/>
                        <a:ln w="38100">
                          <a:noFill/>
                          <a:miter/>
                        </a:ln>
                      </p:spPr>
                    </p:pic>
                  </p:oleObj>
                </mc:Fallback>
              </mc:AlternateContent>
            </a:graphicData>
          </a:graphic>
        </p:graphicFrame>
        <p:sp>
          <p:nvSpPr>
            <p:cNvPr id="10267" name="Text Box 97"/>
            <p:cNvSpPr txBox="1"/>
            <p:nvPr/>
          </p:nvSpPr>
          <p:spPr>
            <a:xfrm>
              <a:off x="942" y="1207"/>
              <a:ext cx="225" cy="288"/>
            </a:xfrm>
            <a:prstGeom prst="rect">
              <a:avLst/>
            </a:prstGeom>
            <a:noFill/>
            <a:ln w="9525">
              <a:noFill/>
            </a:ln>
          </p:spPr>
          <p:txBody>
            <a:bodyPr wrap="none">
              <a:spAutoFit/>
            </a:bodyPr>
            <a:p>
              <a:pPr>
                <a:spcBef>
                  <a:spcPct val="50000"/>
                </a:spcBef>
              </a:pPr>
              <a:r>
                <a:rPr lang="en-US" altLang="zh-CN" sz="2400" dirty="0">
                  <a:solidFill>
                    <a:schemeClr val="bg1"/>
                  </a:solidFill>
                  <a:latin typeface="Times New Roman" panose="02020603050405020304" pitchFamily="18" charset="0"/>
                  <a:ea typeface="宋体" panose="02010600030101010101" pitchFamily="2" charset="-122"/>
                </a:rPr>
                <a:t>+</a:t>
              </a:r>
              <a:endParaRPr lang="en-US" altLang="zh-CN" sz="2400" dirty="0">
                <a:solidFill>
                  <a:schemeClr val="bg1"/>
                </a:solidFill>
                <a:latin typeface="Times New Roman" panose="02020603050405020304" pitchFamily="18" charset="0"/>
                <a:ea typeface="宋体" panose="02010600030101010101" pitchFamily="2" charset="-122"/>
              </a:endParaRPr>
            </a:p>
          </p:txBody>
        </p:sp>
        <p:sp>
          <p:nvSpPr>
            <p:cNvPr id="10268" name="Text Box 98"/>
            <p:cNvSpPr txBox="1"/>
            <p:nvPr/>
          </p:nvSpPr>
          <p:spPr>
            <a:xfrm>
              <a:off x="930" y="1831"/>
              <a:ext cx="212" cy="288"/>
            </a:xfrm>
            <a:prstGeom prst="rect">
              <a:avLst/>
            </a:prstGeom>
            <a:noFill/>
            <a:ln w="9525">
              <a:noFill/>
            </a:ln>
          </p:spPr>
          <p:txBody>
            <a:bodyPr wrap="none">
              <a:spAutoFit/>
            </a:bodyPr>
            <a:p>
              <a:pPr>
                <a:spcBef>
                  <a:spcPct val="50000"/>
                </a:spcBef>
              </a:pPr>
              <a:r>
                <a:rPr lang="en-US" altLang="zh-CN" sz="2400" dirty="0">
                  <a:solidFill>
                    <a:schemeClr val="bg1"/>
                  </a:solidFill>
                  <a:latin typeface="宋体" panose="02010600030101010101" pitchFamily="2" charset="-122"/>
                  <a:ea typeface="宋体" panose="02010600030101010101" pitchFamily="2" charset="-122"/>
                </a:rPr>
                <a:t>-</a:t>
              </a:r>
              <a:endParaRPr lang="en-US" altLang="zh-CN" sz="2400" dirty="0">
                <a:solidFill>
                  <a:schemeClr val="bg1"/>
                </a:solidFill>
                <a:latin typeface="Times New Roman" panose="02020603050405020304" pitchFamily="18" charset="0"/>
                <a:ea typeface="宋体" panose="02010600030101010101" pitchFamily="2" charset="-122"/>
              </a:endParaRP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grpId="0" nodeType="withEffect">
                                  <p:stCondLst>
                                    <p:cond delay="0"/>
                                  </p:stCondLst>
                                  <p:childTnLst>
                                    <p:set>
                                      <p:cBhvr>
                                        <p:cTn id="6" dur="1" fill="hold">
                                          <p:stCondLst>
                                            <p:cond delay="0"/>
                                          </p:stCondLst>
                                        </p:cTn>
                                        <p:tgtEl>
                                          <p:spTgt spid="102402"/>
                                        </p:tgtEl>
                                        <p:attrNameLst>
                                          <p:attrName>style.visibility</p:attrName>
                                        </p:attrNameLst>
                                      </p:cBhvr>
                                      <p:to>
                                        <p:strVal val="visible"/>
                                      </p:to>
                                    </p:set>
                                    <p:anim calcmode="lin" valueType="num">
                                      <p:cBhvr additive="base">
                                        <p:cTn id="7" dur="500" fill="hold"/>
                                        <p:tgtEl>
                                          <p:spTgt spid="102402"/>
                                        </p:tgtEl>
                                        <p:attrNameLst>
                                          <p:attrName>ppt_x</p:attrName>
                                        </p:attrNameLst>
                                      </p:cBhvr>
                                      <p:tavLst>
                                        <p:tav tm="0">
                                          <p:val>
                                            <p:strVal val="0-#ppt_w/2"/>
                                          </p:val>
                                        </p:tav>
                                        <p:tav tm="100000">
                                          <p:val>
                                            <p:strVal val="#ppt_x"/>
                                          </p:val>
                                        </p:tav>
                                      </p:tavLst>
                                    </p:anim>
                                    <p:anim calcmode="lin" valueType="num">
                                      <p:cBhvr additive="base">
                                        <p:cTn id="8" dur="500" fill="hold"/>
                                        <p:tgtEl>
                                          <p:spTgt spid="102402"/>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102403"/>
                                        </p:tgtEl>
                                        <p:attrNameLst>
                                          <p:attrName>style.visibility</p:attrName>
                                        </p:attrNameLst>
                                      </p:cBhvr>
                                      <p:to>
                                        <p:strVal val="visible"/>
                                      </p:to>
                                    </p:set>
                                    <p:anim calcmode="lin" valueType="num">
                                      <p:cBhvr additive="base">
                                        <p:cTn id="13" dur="500" fill="hold"/>
                                        <p:tgtEl>
                                          <p:spTgt spid="102403"/>
                                        </p:tgtEl>
                                        <p:attrNameLst>
                                          <p:attrName>ppt_x</p:attrName>
                                        </p:attrNameLst>
                                      </p:cBhvr>
                                      <p:tavLst>
                                        <p:tav tm="0">
                                          <p:val>
                                            <p:strVal val="0-#ppt_w/2"/>
                                          </p:val>
                                        </p:tav>
                                        <p:tav tm="100000">
                                          <p:val>
                                            <p:strVal val="#ppt_x"/>
                                          </p:val>
                                        </p:tav>
                                      </p:tavLst>
                                    </p:anim>
                                    <p:anim calcmode="lin" valueType="num">
                                      <p:cBhvr additive="base">
                                        <p:cTn id="14" dur="500" fill="hold"/>
                                        <p:tgtEl>
                                          <p:spTgt spid="102403"/>
                                        </p:tgtEl>
                                        <p:attrNameLst>
                                          <p:attrName>ppt_y</p:attrName>
                                        </p:attrNameLst>
                                      </p:cBhvr>
                                      <p:tavLst>
                                        <p:tav tm="0">
                                          <p:val>
                                            <p:strVal val="#ppt_y"/>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3" presetClass="entr" presetSubtype="10" fill="hold" nodeType="clickEffect">
                                  <p:stCondLst>
                                    <p:cond delay="0"/>
                                  </p:stCondLst>
                                  <p:childTnLst>
                                    <p:set>
                                      <p:cBhvr>
                                        <p:cTn id="18" dur="1" fill="hold">
                                          <p:stCondLst>
                                            <p:cond delay="0"/>
                                          </p:stCondLst>
                                        </p:cTn>
                                        <p:tgtEl>
                                          <p:spTgt spid="7"/>
                                        </p:tgtEl>
                                        <p:attrNameLst>
                                          <p:attrName>style.visibility</p:attrName>
                                        </p:attrNameLst>
                                      </p:cBhvr>
                                      <p:to>
                                        <p:strVal val="visible"/>
                                      </p:to>
                                    </p:set>
                                    <p:animEffect transition="in" filter="blinds(horizontal)">
                                      <p:cBhvr>
                                        <p:cTn id="19" dur="500"/>
                                        <p:tgtEl>
                                          <p:spTgt spid="7"/>
                                        </p:tgtEl>
                                      </p:cBhvr>
                                    </p:animEffect>
                                  </p:childTnLst>
                                </p:cTn>
                              </p:par>
                            </p:childTnLst>
                          </p:cTn>
                        </p:par>
                      </p:childTnLst>
                    </p:cTn>
                  </p:par>
                  <p:par>
                    <p:cTn id="20" fill="hold">
                      <p:stCondLst>
                        <p:cond delay="indefinite"/>
                      </p:stCondLst>
                      <p:childTnLst>
                        <p:par>
                          <p:cTn id="21" fill="hold">
                            <p:stCondLst>
                              <p:cond delay="0"/>
                            </p:stCondLst>
                            <p:childTnLst>
                              <p:par>
                                <p:cTn id="22" presetID="3" presetClass="entr" presetSubtype="10" fill="hold" nodeType="clickEffect">
                                  <p:stCondLst>
                                    <p:cond delay="0"/>
                                  </p:stCondLst>
                                  <p:childTnLst>
                                    <p:set>
                                      <p:cBhvr>
                                        <p:cTn id="23" dur="1" fill="hold">
                                          <p:stCondLst>
                                            <p:cond delay="0"/>
                                          </p:stCondLst>
                                        </p:cTn>
                                        <p:tgtEl>
                                          <p:spTgt spid="5"/>
                                        </p:tgtEl>
                                        <p:attrNameLst>
                                          <p:attrName>style.visibility</p:attrName>
                                        </p:attrNameLst>
                                      </p:cBhvr>
                                      <p:to>
                                        <p:strVal val="visible"/>
                                      </p:to>
                                    </p:set>
                                    <p:animEffect transition="in" filter="blinds(horizontal)">
                                      <p:cBhvr>
                                        <p:cTn id="24" dur="500"/>
                                        <p:tgtEl>
                                          <p:spTgt spid="5"/>
                                        </p:tgtEl>
                                      </p:cBhvr>
                                    </p:animEffect>
                                  </p:childTnLst>
                                </p:cTn>
                              </p:par>
                            </p:childTnLst>
                          </p:cTn>
                        </p:par>
                      </p:childTnLst>
                    </p:cTn>
                  </p:par>
                  <p:par>
                    <p:cTn id="25" fill="hold">
                      <p:stCondLst>
                        <p:cond delay="indefinite"/>
                      </p:stCondLst>
                      <p:childTnLst>
                        <p:par>
                          <p:cTn id="26" fill="hold">
                            <p:stCondLst>
                              <p:cond delay="0"/>
                            </p:stCondLst>
                            <p:childTnLst>
                              <p:par>
                                <p:cTn id="27" presetID="9" presetClass="entr" presetSubtype="0" fill="hold" grpId="0" nodeType="clickEffect">
                                  <p:stCondLst>
                                    <p:cond delay="0"/>
                                  </p:stCondLst>
                                  <p:childTnLst>
                                    <p:set>
                                      <p:cBhvr>
                                        <p:cTn id="28" dur="1" fill="hold">
                                          <p:stCondLst>
                                            <p:cond delay="0"/>
                                          </p:stCondLst>
                                        </p:cTn>
                                        <p:tgtEl>
                                          <p:spTgt spid="102435"/>
                                        </p:tgtEl>
                                        <p:attrNameLst>
                                          <p:attrName>style.visibility</p:attrName>
                                        </p:attrNameLst>
                                      </p:cBhvr>
                                      <p:to>
                                        <p:strVal val="visible"/>
                                      </p:to>
                                    </p:set>
                                    <p:animEffect transition="in" filter="dissolve">
                                      <p:cBhvr>
                                        <p:cTn id="29" dur="500"/>
                                        <p:tgtEl>
                                          <p:spTgt spid="102435"/>
                                        </p:tgtEl>
                                      </p:cBhvr>
                                    </p:animEffect>
                                  </p:childTnLst>
                                </p:cTn>
                              </p:par>
                            </p:childTnLst>
                          </p:cTn>
                        </p:par>
                        <p:par>
                          <p:cTn id="30" fill="hold">
                            <p:stCondLst>
                              <p:cond delay="500"/>
                            </p:stCondLst>
                            <p:childTnLst>
                              <p:par>
                                <p:cTn id="31" presetID="3" presetClass="entr" presetSubtype="10" fill="hold" nodeType="afterEffect">
                                  <p:stCondLst>
                                    <p:cond delay="0"/>
                                  </p:stCondLst>
                                  <p:childTnLst>
                                    <p:set>
                                      <p:cBhvr>
                                        <p:cTn id="32" dur="1" fill="hold">
                                          <p:stCondLst>
                                            <p:cond delay="0"/>
                                          </p:stCondLst>
                                        </p:cTn>
                                        <p:tgtEl>
                                          <p:spTgt spid="102432"/>
                                        </p:tgtEl>
                                        <p:attrNameLst>
                                          <p:attrName>style.visibility</p:attrName>
                                        </p:attrNameLst>
                                      </p:cBhvr>
                                      <p:to>
                                        <p:strVal val="visible"/>
                                      </p:to>
                                    </p:set>
                                    <p:animEffect transition="in" filter="blinds(horizontal)">
                                      <p:cBhvr>
                                        <p:cTn id="33" dur="500"/>
                                        <p:tgtEl>
                                          <p:spTgt spid="102432"/>
                                        </p:tgtEl>
                                      </p:cBhvr>
                                    </p:animEffect>
                                  </p:childTnLst>
                                </p:cTn>
                              </p:par>
                            </p:childTnLst>
                          </p:cTn>
                        </p:par>
                        <p:par>
                          <p:cTn id="34" fill="hold">
                            <p:stCondLst>
                              <p:cond delay="1000"/>
                            </p:stCondLst>
                            <p:childTnLst>
                              <p:par>
                                <p:cTn id="35" presetID="4" presetClass="entr" presetSubtype="32" fill="hold" grpId="0" nodeType="afterEffect">
                                  <p:stCondLst>
                                    <p:cond delay="0"/>
                                  </p:stCondLst>
                                  <p:childTnLst>
                                    <p:set>
                                      <p:cBhvr>
                                        <p:cTn id="36" dur="1" fill="hold">
                                          <p:stCondLst>
                                            <p:cond delay="0"/>
                                          </p:stCondLst>
                                        </p:cTn>
                                        <p:tgtEl>
                                          <p:spTgt spid="102433"/>
                                        </p:tgtEl>
                                        <p:attrNameLst>
                                          <p:attrName>style.visibility</p:attrName>
                                        </p:attrNameLst>
                                      </p:cBhvr>
                                      <p:to>
                                        <p:strVal val="visible"/>
                                      </p:to>
                                    </p:set>
                                    <p:animEffect transition="in" filter="box(out)">
                                      <p:cBhvr>
                                        <p:cTn id="37" dur="500"/>
                                        <p:tgtEl>
                                          <p:spTgt spid="102433"/>
                                        </p:tgtEl>
                                      </p:cBhvr>
                                    </p:animEffect>
                                  </p:childTnLst>
                                </p:cTn>
                              </p:par>
                            </p:childTnLst>
                          </p:cTn>
                        </p:par>
                      </p:childTnLst>
                    </p:cTn>
                  </p:par>
                  <p:par>
                    <p:cTn id="38" fill="hold">
                      <p:stCondLst>
                        <p:cond delay="indefinite"/>
                      </p:stCondLst>
                      <p:childTnLst>
                        <p:par>
                          <p:cTn id="39" fill="hold">
                            <p:stCondLst>
                              <p:cond delay="0"/>
                            </p:stCondLst>
                            <p:childTnLst>
                              <p:par>
                                <p:cTn id="40" presetID="3" presetClass="entr" presetSubtype="10" fill="hold" nodeType="clickEffect">
                                  <p:stCondLst>
                                    <p:cond delay="0"/>
                                  </p:stCondLst>
                                  <p:childTnLst>
                                    <p:set>
                                      <p:cBhvr>
                                        <p:cTn id="41" dur="1" fill="hold">
                                          <p:stCondLst>
                                            <p:cond delay="0"/>
                                          </p:stCondLst>
                                        </p:cTn>
                                        <p:tgtEl>
                                          <p:spTgt spid="102430"/>
                                        </p:tgtEl>
                                        <p:attrNameLst>
                                          <p:attrName>style.visibility</p:attrName>
                                        </p:attrNameLst>
                                      </p:cBhvr>
                                      <p:to>
                                        <p:strVal val="visible"/>
                                      </p:to>
                                    </p:set>
                                    <p:animEffect transition="in" filter="blinds(horizontal)">
                                      <p:cBhvr>
                                        <p:cTn id="42" dur="500"/>
                                        <p:tgtEl>
                                          <p:spTgt spid="102430"/>
                                        </p:tgtEl>
                                      </p:cBhvr>
                                    </p:animEffect>
                                  </p:childTnLst>
                                </p:cTn>
                              </p:par>
                            </p:childTnLst>
                          </p:cTn>
                        </p:par>
                        <p:par>
                          <p:cTn id="43" fill="hold">
                            <p:stCondLst>
                              <p:cond delay="500"/>
                            </p:stCondLst>
                            <p:childTnLst>
                              <p:par>
                                <p:cTn id="44" presetID="4" presetClass="entr" presetSubtype="32" fill="hold" grpId="0" nodeType="afterEffect">
                                  <p:stCondLst>
                                    <p:cond delay="0"/>
                                  </p:stCondLst>
                                  <p:childTnLst>
                                    <p:set>
                                      <p:cBhvr>
                                        <p:cTn id="45" dur="1" fill="hold">
                                          <p:stCondLst>
                                            <p:cond delay="0"/>
                                          </p:stCondLst>
                                        </p:cTn>
                                        <p:tgtEl>
                                          <p:spTgt spid="102434"/>
                                        </p:tgtEl>
                                        <p:attrNameLst>
                                          <p:attrName>style.visibility</p:attrName>
                                        </p:attrNameLst>
                                      </p:cBhvr>
                                      <p:to>
                                        <p:strVal val="visible"/>
                                      </p:to>
                                    </p:set>
                                    <p:animEffect transition="in" filter="box(out)">
                                      <p:cBhvr>
                                        <p:cTn id="46" dur="500"/>
                                        <p:tgtEl>
                                          <p:spTgt spid="102434"/>
                                        </p:tgtEl>
                                      </p:cBhvr>
                                    </p:animEffect>
                                  </p:childTnLst>
                                </p:cTn>
                              </p:par>
                            </p:childTnLst>
                          </p:cTn>
                        </p:par>
                      </p:childTnLst>
                    </p:cTn>
                  </p:par>
                  <p:par>
                    <p:cTn id="47" fill="hold">
                      <p:stCondLst>
                        <p:cond delay="indefinite"/>
                      </p:stCondLst>
                      <p:childTnLst>
                        <p:par>
                          <p:cTn id="48" fill="hold">
                            <p:stCondLst>
                              <p:cond delay="0"/>
                            </p:stCondLst>
                            <p:childTnLst>
                              <p:par>
                                <p:cTn id="49" presetID="12" presetClass="entr" presetSubtype="8" fill="hold" grpId="0" nodeType="clickEffect">
                                  <p:stCondLst>
                                    <p:cond delay="0"/>
                                  </p:stCondLst>
                                  <p:childTnLst>
                                    <p:set>
                                      <p:cBhvr>
                                        <p:cTn id="50" dur="1" fill="hold">
                                          <p:stCondLst>
                                            <p:cond delay="0"/>
                                          </p:stCondLst>
                                        </p:cTn>
                                        <p:tgtEl>
                                          <p:spTgt spid="102404"/>
                                        </p:tgtEl>
                                        <p:attrNameLst>
                                          <p:attrName>style.visibility</p:attrName>
                                        </p:attrNameLst>
                                      </p:cBhvr>
                                      <p:to>
                                        <p:strVal val="visible"/>
                                      </p:to>
                                    </p:set>
                                    <p:animEffect transition="in" filter="slide(fromLeft)">
                                      <p:cBhvr>
                                        <p:cTn id="51" dur="500"/>
                                        <p:tgtEl>
                                          <p:spTgt spid="102404"/>
                                        </p:tgtEl>
                                      </p:cBhvr>
                                    </p:animEffect>
                                  </p:childTnLst>
                                </p:cTn>
                              </p:par>
                            </p:childTnLst>
                          </p:cTn>
                        </p:par>
                        <p:par>
                          <p:cTn id="52" fill="hold">
                            <p:stCondLst>
                              <p:cond delay="500"/>
                            </p:stCondLst>
                            <p:childTnLst>
                              <p:par>
                                <p:cTn id="53" presetID="3" presetClass="entr" presetSubtype="10" fill="hold" nodeType="afterEffect">
                                  <p:stCondLst>
                                    <p:cond delay="0"/>
                                  </p:stCondLst>
                                  <p:childTnLst>
                                    <p:set>
                                      <p:cBhvr>
                                        <p:cTn id="54" dur="1" fill="hold">
                                          <p:stCondLst>
                                            <p:cond delay="0"/>
                                          </p:stCondLst>
                                        </p:cTn>
                                        <p:tgtEl>
                                          <p:spTgt spid="6"/>
                                        </p:tgtEl>
                                        <p:attrNameLst>
                                          <p:attrName>style.visibility</p:attrName>
                                        </p:attrNameLst>
                                      </p:cBhvr>
                                      <p:to>
                                        <p:strVal val="visible"/>
                                      </p:to>
                                    </p:set>
                                    <p:animEffect transition="in" filter="blinds(horizontal)">
                                      <p:cBhvr>
                                        <p:cTn id="55"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2402" grpId="0"/>
      <p:bldP spid="102403" grpId="0"/>
      <p:bldP spid="102404" grpId="0" animBg="1"/>
      <p:bldP spid="102433" grpId="0"/>
      <p:bldP spid="102434" grpId="0"/>
      <p:bldP spid="102435" grpId="0" animBg="1"/>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graphicFrame>
        <p:nvGraphicFramePr>
          <p:cNvPr id="61442" name="Object 2"/>
          <p:cNvGraphicFramePr/>
          <p:nvPr/>
        </p:nvGraphicFramePr>
        <p:xfrm>
          <a:off x="4067175" y="476250"/>
          <a:ext cx="2833688" cy="1187450"/>
        </p:xfrm>
        <a:graphic>
          <a:graphicData uri="http://schemas.openxmlformats.org/presentationml/2006/ole">
            <mc:AlternateContent xmlns:mc="http://schemas.openxmlformats.org/markup-compatibility/2006">
              <mc:Choice xmlns:v="urn:schemas-microsoft-com:vml" Requires="v">
                <p:oleObj spid="_x0000_s3093" name="" r:id="rId1" imgW="1053465" imgH="444500" progId="Equation.3">
                  <p:embed/>
                </p:oleObj>
              </mc:Choice>
              <mc:Fallback>
                <p:oleObj name="" r:id="rId1" imgW="1053465" imgH="444500" progId="Equation.3">
                  <p:embed/>
                  <p:pic>
                    <p:nvPicPr>
                      <p:cNvPr id="0" name="图片 3092"/>
                      <p:cNvPicPr/>
                      <p:nvPr/>
                    </p:nvPicPr>
                    <p:blipFill>
                      <a:blip r:embed="rId2">
                        <a:clrChange>
                          <a:clrFrom>
                            <a:srgbClr val="000000"/>
                          </a:clrFrom>
                          <a:clrTo>
                            <a:srgbClr val="A50021"/>
                          </a:clrTo>
                        </a:clrChange>
                      </a:blip>
                      <a:stretch>
                        <a:fillRect/>
                      </a:stretch>
                    </p:blipFill>
                    <p:spPr>
                      <a:xfrm>
                        <a:off x="4067175" y="476250"/>
                        <a:ext cx="2833688" cy="1187450"/>
                      </a:xfrm>
                      <a:prstGeom prst="rect">
                        <a:avLst/>
                      </a:prstGeom>
                      <a:gradFill rotWithShape="1">
                        <a:gsLst>
                          <a:gs pos="0">
                            <a:srgbClr val="0099FF"/>
                          </a:gs>
                          <a:gs pos="50000">
                            <a:schemeClr val="bg1"/>
                          </a:gs>
                          <a:gs pos="100000">
                            <a:srgbClr val="0099FF"/>
                          </a:gs>
                        </a:gsLst>
                        <a:lin ang="5400000" scaled="1"/>
                        <a:tileRect/>
                      </a:gradFill>
                      <a:ln w="38100">
                        <a:noFill/>
                        <a:miter/>
                      </a:ln>
                    </p:spPr>
                  </p:pic>
                </p:oleObj>
              </mc:Fallback>
            </mc:AlternateContent>
          </a:graphicData>
        </a:graphic>
      </p:graphicFrame>
      <p:sp>
        <p:nvSpPr>
          <p:cNvPr id="61443" name="Text Box 3"/>
          <p:cNvSpPr txBox="1"/>
          <p:nvPr/>
        </p:nvSpPr>
        <p:spPr>
          <a:xfrm>
            <a:off x="539750" y="765175"/>
            <a:ext cx="2863850" cy="519113"/>
          </a:xfrm>
          <a:prstGeom prst="rect">
            <a:avLst/>
          </a:prstGeom>
          <a:noFill/>
          <a:ln w="19050">
            <a:noFill/>
          </a:ln>
        </p:spPr>
        <p:txBody>
          <a:bodyPr wrap="none">
            <a:spAutoFit/>
          </a:bodyPr>
          <a:p>
            <a:pPr>
              <a:spcBef>
                <a:spcPct val="50000"/>
              </a:spcBef>
            </a:pPr>
            <a:r>
              <a:rPr lang="zh-CN" altLang="en-US" dirty="0">
                <a:latin typeface="楷体_GB2312" pitchFamily="49" charset="-122"/>
              </a:rPr>
              <a:t>对同一二端网络</a:t>
            </a:r>
            <a:r>
              <a:rPr lang="en-US" altLang="zh-CN" dirty="0">
                <a:latin typeface="楷体_GB2312" pitchFamily="49" charset="-122"/>
              </a:rPr>
              <a:t>:</a:t>
            </a:r>
            <a:endParaRPr lang="en-US" altLang="zh-CN" dirty="0">
              <a:latin typeface="楷体_GB2312" pitchFamily="49" charset="-122"/>
            </a:endParaRPr>
          </a:p>
        </p:txBody>
      </p:sp>
      <p:sp>
        <p:nvSpPr>
          <p:cNvPr id="61444" name="Text Box 4"/>
          <p:cNvSpPr txBox="1"/>
          <p:nvPr/>
        </p:nvSpPr>
        <p:spPr>
          <a:xfrm>
            <a:off x="539750" y="1700213"/>
            <a:ext cx="4827588" cy="519112"/>
          </a:xfrm>
          <a:prstGeom prst="rect">
            <a:avLst/>
          </a:prstGeom>
          <a:noFill/>
          <a:ln w="19050">
            <a:noFill/>
          </a:ln>
        </p:spPr>
        <p:txBody>
          <a:bodyPr wrap="none">
            <a:spAutoFit/>
          </a:bodyPr>
          <a:p>
            <a:pPr>
              <a:spcBef>
                <a:spcPct val="50000"/>
              </a:spcBef>
            </a:pPr>
            <a:r>
              <a:rPr lang="zh-CN" altLang="en-US" dirty="0">
                <a:latin typeface="Times New Roman" panose="02020603050405020304" pitchFamily="18" charset="0"/>
              </a:rPr>
              <a:t>当无源网络内为单个元件时有</a:t>
            </a:r>
            <a:endParaRPr lang="zh-CN" altLang="en-US" i="1" dirty="0">
              <a:latin typeface="Times New Roman" panose="02020603050405020304" pitchFamily="18" charset="0"/>
            </a:endParaRPr>
          </a:p>
        </p:txBody>
      </p:sp>
      <p:graphicFrame>
        <p:nvGraphicFramePr>
          <p:cNvPr id="61445" name="Object 5"/>
          <p:cNvGraphicFramePr/>
          <p:nvPr/>
        </p:nvGraphicFramePr>
        <p:xfrm>
          <a:off x="755650" y="4437063"/>
          <a:ext cx="2324100" cy="939800"/>
        </p:xfrm>
        <a:graphic>
          <a:graphicData uri="http://schemas.openxmlformats.org/presentationml/2006/ole">
            <mc:AlternateContent xmlns:mc="http://schemas.openxmlformats.org/markup-compatibility/2006">
              <mc:Choice xmlns:v="urn:schemas-microsoft-com:vml" Requires="v">
                <p:oleObj spid="_x0000_s3087" name="" r:id="rId3" imgW="1155700" imgH="469900" progId="Equation.3">
                  <p:embed/>
                </p:oleObj>
              </mc:Choice>
              <mc:Fallback>
                <p:oleObj name="" r:id="rId3" imgW="1155700" imgH="469900" progId="Equation.3">
                  <p:embed/>
                  <p:pic>
                    <p:nvPicPr>
                      <p:cNvPr id="0" name="图片 3086"/>
                      <p:cNvPicPr/>
                      <p:nvPr/>
                    </p:nvPicPr>
                    <p:blipFill>
                      <a:blip r:embed="rId4">
                        <a:clrChange>
                          <a:clrFrom>
                            <a:srgbClr val="000000"/>
                          </a:clrFrom>
                          <a:clrTo>
                            <a:srgbClr val="FFFFFF"/>
                          </a:clrTo>
                        </a:clrChange>
                      </a:blip>
                      <a:stretch>
                        <a:fillRect/>
                      </a:stretch>
                    </p:blipFill>
                    <p:spPr>
                      <a:xfrm>
                        <a:off x="755650" y="4437063"/>
                        <a:ext cx="2324100" cy="939800"/>
                      </a:xfrm>
                      <a:prstGeom prst="rect">
                        <a:avLst/>
                      </a:prstGeom>
                      <a:noFill/>
                      <a:ln w="38100">
                        <a:noFill/>
                        <a:miter/>
                      </a:ln>
                    </p:spPr>
                  </p:pic>
                </p:oleObj>
              </mc:Fallback>
            </mc:AlternateContent>
          </a:graphicData>
        </a:graphic>
      </p:graphicFrame>
      <p:graphicFrame>
        <p:nvGraphicFramePr>
          <p:cNvPr id="61446" name="Object 6"/>
          <p:cNvGraphicFramePr/>
          <p:nvPr/>
        </p:nvGraphicFramePr>
        <p:xfrm>
          <a:off x="3563938" y="4437063"/>
          <a:ext cx="2995612" cy="1027112"/>
        </p:xfrm>
        <a:graphic>
          <a:graphicData uri="http://schemas.openxmlformats.org/presentationml/2006/ole">
            <mc:AlternateContent xmlns:mc="http://schemas.openxmlformats.org/markup-compatibility/2006">
              <mc:Choice xmlns:v="urn:schemas-microsoft-com:vml" Requires="v">
                <p:oleObj spid="_x0000_s3085" name="" r:id="rId5" imgW="1434465" imgH="495300" progId="Equation.3">
                  <p:embed/>
                </p:oleObj>
              </mc:Choice>
              <mc:Fallback>
                <p:oleObj name="" r:id="rId5" imgW="1434465" imgH="495300" progId="Equation.3">
                  <p:embed/>
                  <p:pic>
                    <p:nvPicPr>
                      <p:cNvPr id="0" name="图片 3084"/>
                      <p:cNvPicPr/>
                      <p:nvPr/>
                    </p:nvPicPr>
                    <p:blipFill>
                      <a:blip r:embed="rId6">
                        <a:clrChange>
                          <a:clrFrom>
                            <a:srgbClr val="000000"/>
                          </a:clrFrom>
                          <a:clrTo>
                            <a:srgbClr val="FFFFFF"/>
                          </a:clrTo>
                        </a:clrChange>
                      </a:blip>
                      <a:stretch>
                        <a:fillRect/>
                      </a:stretch>
                    </p:blipFill>
                    <p:spPr>
                      <a:xfrm>
                        <a:off x="3563938" y="4437063"/>
                        <a:ext cx="2995612" cy="1027112"/>
                      </a:xfrm>
                      <a:prstGeom prst="rect">
                        <a:avLst/>
                      </a:prstGeom>
                      <a:noFill/>
                      <a:ln w="38100">
                        <a:noFill/>
                        <a:miter/>
                      </a:ln>
                    </p:spPr>
                  </p:pic>
                </p:oleObj>
              </mc:Fallback>
            </mc:AlternateContent>
          </a:graphicData>
        </a:graphic>
      </p:graphicFrame>
      <p:graphicFrame>
        <p:nvGraphicFramePr>
          <p:cNvPr id="61447" name="Object 7"/>
          <p:cNvGraphicFramePr/>
          <p:nvPr/>
        </p:nvGraphicFramePr>
        <p:xfrm>
          <a:off x="7235825" y="2276475"/>
          <a:ext cx="1166813" cy="2078038"/>
        </p:xfrm>
        <a:graphic>
          <a:graphicData uri="http://schemas.openxmlformats.org/presentationml/2006/ole">
            <mc:AlternateContent xmlns:mc="http://schemas.openxmlformats.org/markup-compatibility/2006">
              <mc:Choice xmlns:v="urn:schemas-microsoft-com:vml" Requires="v">
                <p:oleObj spid="_x0000_s3084" name="" r:id="rId7" imgW="546100" imgH="977265" progId="Equation.3">
                  <p:embed/>
                </p:oleObj>
              </mc:Choice>
              <mc:Fallback>
                <p:oleObj name="" r:id="rId7" imgW="546100" imgH="977265" progId="Equation.3">
                  <p:embed/>
                  <p:pic>
                    <p:nvPicPr>
                      <p:cNvPr id="0" name="图片 3083"/>
                      <p:cNvPicPr/>
                      <p:nvPr/>
                    </p:nvPicPr>
                    <p:blipFill>
                      <a:blip r:embed="rId8">
                        <a:clrChange>
                          <a:clrFrom>
                            <a:srgbClr val="000000"/>
                          </a:clrFrom>
                          <a:clrTo>
                            <a:srgbClr val="FFFFFF"/>
                          </a:clrTo>
                        </a:clrChange>
                      </a:blip>
                      <a:stretch>
                        <a:fillRect/>
                      </a:stretch>
                    </p:blipFill>
                    <p:spPr>
                      <a:xfrm>
                        <a:off x="7235825" y="2276475"/>
                        <a:ext cx="1166813" cy="2078038"/>
                      </a:xfrm>
                      <a:prstGeom prst="rect">
                        <a:avLst/>
                      </a:prstGeom>
                      <a:noFill/>
                      <a:ln w="38100">
                        <a:noFill/>
                        <a:miter/>
                      </a:ln>
                    </p:spPr>
                  </p:pic>
                </p:oleObj>
              </mc:Fallback>
            </mc:AlternateContent>
          </a:graphicData>
        </a:graphic>
      </p:graphicFrame>
      <p:sp>
        <p:nvSpPr>
          <p:cNvPr id="61495" name="Text Box 55"/>
          <p:cNvSpPr txBox="1"/>
          <p:nvPr/>
        </p:nvSpPr>
        <p:spPr>
          <a:xfrm>
            <a:off x="1979613" y="5661025"/>
            <a:ext cx="5472112" cy="519113"/>
          </a:xfrm>
          <a:prstGeom prst="rect">
            <a:avLst/>
          </a:prstGeom>
          <a:noFill/>
          <a:ln w="9525">
            <a:noFill/>
          </a:ln>
        </p:spPr>
        <p:txBody>
          <a:bodyPr>
            <a:spAutoFit/>
          </a:bodyPr>
          <a:p>
            <a:pPr>
              <a:spcBef>
                <a:spcPct val="50000"/>
              </a:spcBef>
            </a:pPr>
            <a:r>
              <a:rPr lang="en-US" altLang="zh-CN" b="0" i="1" dirty="0">
                <a:solidFill>
                  <a:schemeClr val="bg1"/>
                </a:solidFill>
                <a:latin typeface="Times New Roman" panose="02020603050405020304" pitchFamily="18" charset="0"/>
              </a:rPr>
              <a:t>Y</a:t>
            </a:r>
            <a:r>
              <a:rPr lang="en-US" altLang="zh-CN" b="0" dirty="0">
                <a:latin typeface="Times New Roman" panose="02020603050405020304" pitchFamily="18" charset="0"/>
              </a:rPr>
              <a:t> </a:t>
            </a:r>
            <a:r>
              <a:rPr lang="zh-CN" altLang="en-US" dirty="0">
                <a:latin typeface="楷体_GB2312" pitchFamily="49" charset="-122"/>
              </a:rPr>
              <a:t>可以是实数，也可以是虚数。</a:t>
            </a:r>
            <a:endParaRPr lang="zh-CN" altLang="en-US" dirty="0">
              <a:latin typeface="楷体_GB2312" pitchFamily="49" charset="-122"/>
            </a:endParaRPr>
          </a:p>
        </p:txBody>
      </p:sp>
      <p:grpSp>
        <p:nvGrpSpPr>
          <p:cNvPr id="11279" name="Group 60"/>
          <p:cNvGrpSpPr/>
          <p:nvPr/>
        </p:nvGrpSpPr>
        <p:grpSpPr>
          <a:xfrm>
            <a:off x="8316913" y="6446838"/>
            <a:ext cx="792162" cy="366712"/>
            <a:chOff x="5193" y="4020"/>
            <a:chExt cx="499" cy="231"/>
          </a:xfrm>
        </p:grpSpPr>
        <p:pic>
          <p:nvPicPr>
            <p:cNvPr id="11329" name="Picture 61" descr="78900"/>
            <p:cNvPicPr>
              <a:picLocks noChangeAspect="1"/>
            </p:cNvPicPr>
            <p:nvPr/>
          </p:nvPicPr>
          <p:blipFill>
            <a:blip r:embed="rId9"/>
            <a:stretch>
              <a:fillRect/>
            </a:stretch>
          </p:blipFill>
          <p:spPr>
            <a:xfrm>
              <a:off x="5193" y="4066"/>
              <a:ext cx="499" cy="181"/>
            </a:xfrm>
            <a:prstGeom prst="rect">
              <a:avLst/>
            </a:prstGeom>
            <a:noFill/>
            <a:ln w="9525">
              <a:noFill/>
            </a:ln>
          </p:spPr>
        </p:pic>
        <p:sp>
          <p:nvSpPr>
            <p:cNvPr id="11330" name="Text Box 62">
              <a:hlinkClick r:id="" action="ppaction://hlinkshowjump?jump=nextslide"/>
            </p:cNvPr>
            <p:cNvSpPr txBox="1"/>
            <p:nvPr/>
          </p:nvSpPr>
          <p:spPr>
            <a:xfrm>
              <a:off x="5216" y="4020"/>
              <a:ext cx="476" cy="231"/>
            </a:xfrm>
            <a:prstGeom prst="rect">
              <a:avLst/>
            </a:prstGeom>
            <a:noFill/>
            <a:ln w="9525">
              <a:noFill/>
            </a:ln>
          </p:spPr>
          <p:txBody>
            <a:bodyPr wrap="none">
              <a:spAutoFit/>
            </a:bodyPr>
            <a:p>
              <a:pPr>
                <a:spcBef>
                  <a:spcPct val="50000"/>
                </a:spcBef>
              </a:pPr>
              <a:r>
                <a:rPr lang="zh-CN" altLang="en-US" sz="1800" b="0" dirty="0">
                  <a:solidFill>
                    <a:schemeClr val="bg1"/>
                  </a:solidFill>
                  <a:latin typeface="隶书" panose="02010509060101010101" pitchFamily="49" charset="-122"/>
                  <a:ea typeface="隶书" panose="02010509060101010101" pitchFamily="49" charset="-122"/>
                </a:rPr>
                <a:t>下 页</a:t>
              </a:r>
              <a:endParaRPr lang="zh-CN" altLang="en-US" sz="1800" b="0" dirty="0">
                <a:solidFill>
                  <a:schemeClr val="bg1"/>
                </a:solidFill>
                <a:latin typeface="隶书" panose="02010509060101010101" pitchFamily="49" charset="-122"/>
                <a:ea typeface="隶书" panose="02010509060101010101" pitchFamily="49" charset="-122"/>
              </a:endParaRPr>
            </a:p>
          </p:txBody>
        </p:sp>
      </p:grpSp>
      <p:grpSp>
        <p:nvGrpSpPr>
          <p:cNvPr id="11280" name="Group 63"/>
          <p:cNvGrpSpPr/>
          <p:nvPr/>
        </p:nvGrpSpPr>
        <p:grpSpPr>
          <a:xfrm>
            <a:off x="7453313" y="6446838"/>
            <a:ext cx="792162" cy="366712"/>
            <a:chOff x="4649" y="4020"/>
            <a:chExt cx="499" cy="231"/>
          </a:xfrm>
        </p:grpSpPr>
        <p:pic>
          <p:nvPicPr>
            <p:cNvPr id="11327" name="Picture 64" descr="78900"/>
            <p:cNvPicPr>
              <a:picLocks noChangeAspect="1"/>
            </p:cNvPicPr>
            <p:nvPr/>
          </p:nvPicPr>
          <p:blipFill>
            <a:blip r:embed="rId9"/>
            <a:stretch>
              <a:fillRect/>
            </a:stretch>
          </p:blipFill>
          <p:spPr>
            <a:xfrm>
              <a:off x="4649" y="4066"/>
              <a:ext cx="499" cy="181"/>
            </a:xfrm>
            <a:prstGeom prst="rect">
              <a:avLst/>
            </a:prstGeom>
            <a:noFill/>
            <a:ln w="9525">
              <a:noFill/>
            </a:ln>
          </p:spPr>
        </p:pic>
        <p:sp>
          <p:nvSpPr>
            <p:cNvPr id="11328" name="Text Box 65">
              <a:hlinkClick r:id="" action="ppaction://hlinkshowjump?jump=previousslide"/>
            </p:cNvPr>
            <p:cNvSpPr txBox="1"/>
            <p:nvPr/>
          </p:nvSpPr>
          <p:spPr>
            <a:xfrm>
              <a:off x="4672" y="4020"/>
              <a:ext cx="476" cy="231"/>
            </a:xfrm>
            <a:prstGeom prst="rect">
              <a:avLst/>
            </a:prstGeom>
            <a:noFill/>
            <a:ln w="9525">
              <a:noFill/>
            </a:ln>
          </p:spPr>
          <p:txBody>
            <a:bodyPr wrap="none">
              <a:spAutoFit/>
            </a:bodyPr>
            <a:p>
              <a:pPr>
                <a:spcBef>
                  <a:spcPct val="50000"/>
                </a:spcBef>
              </a:pPr>
              <a:r>
                <a:rPr lang="zh-CN" altLang="en-US" sz="1800" b="0" dirty="0">
                  <a:solidFill>
                    <a:schemeClr val="bg1"/>
                  </a:solidFill>
                  <a:latin typeface="隶书" panose="02010509060101010101" pitchFamily="49" charset="-122"/>
                  <a:ea typeface="隶书" panose="02010509060101010101" pitchFamily="49" charset="-122"/>
                </a:rPr>
                <a:t>上 页</a:t>
              </a:r>
              <a:endParaRPr lang="zh-CN" altLang="en-US" sz="1800" b="0" dirty="0">
                <a:solidFill>
                  <a:schemeClr val="bg1"/>
                </a:solidFill>
                <a:latin typeface="隶书" panose="02010509060101010101" pitchFamily="49" charset="-122"/>
                <a:ea typeface="隶书" panose="02010509060101010101" pitchFamily="49" charset="-122"/>
              </a:endParaRPr>
            </a:p>
          </p:txBody>
        </p:sp>
      </p:grpSp>
      <p:grpSp>
        <p:nvGrpSpPr>
          <p:cNvPr id="4" name="Group 114"/>
          <p:cNvGrpSpPr/>
          <p:nvPr/>
        </p:nvGrpSpPr>
        <p:grpSpPr>
          <a:xfrm>
            <a:off x="395288" y="5445125"/>
            <a:ext cx="1847850" cy="850900"/>
            <a:chOff x="385" y="3022"/>
            <a:chExt cx="1164" cy="536"/>
          </a:xfrm>
        </p:grpSpPr>
        <p:pic>
          <p:nvPicPr>
            <p:cNvPr id="11325" name="Picture 115" descr="123"/>
            <p:cNvPicPr>
              <a:picLocks noChangeAspect="1"/>
            </p:cNvPicPr>
            <p:nvPr/>
          </p:nvPicPr>
          <p:blipFill>
            <a:blip r:embed="rId10"/>
            <a:stretch>
              <a:fillRect/>
            </a:stretch>
          </p:blipFill>
          <p:spPr>
            <a:xfrm>
              <a:off x="385" y="3022"/>
              <a:ext cx="590" cy="536"/>
            </a:xfrm>
            <a:prstGeom prst="rect">
              <a:avLst/>
            </a:prstGeom>
            <a:noFill/>
            <a:ln w="9525">
              <a:noFill/>
            </a:ln>
          </p:spPr>
        </p:pic>
        <p:sp>
          <p:nvSpPr>
            <p:cNvPr id="11326" name="Text Box 116"/>
            <p:cNvSpPr txBox="1"/>
            <p:nvPr/>
          </p:nvSpPr>
          <p:spPr>
            <a:xfrm>
              <a:off x="793" y="3116"/>
              <a:ext cx="756" cy="365"/>
            </a:xfrm>
            <a:prstGeom prst="rect">
              <a:avLst/>
            </a:prstGeom>
            <a:noFill/>
            <a:ln w="9525">
              <a:noFill/>
            </a:ln>
          </p:spPr>
          <p:txBody>
            <a:bodyPr wrap="none">
              <a:spAutoFit/>
            </a:bodyPr>
            <a:p>
              <a:r>
                <a:rPr lang="zh-CN" altLang="en-US" sz="3200" b="0" dirty="0">
                  <a:solidFill>
                    <a:srgbClr val="FA7748"/>
                  </a:solidFill>
                  <a:latin typeface="Times New Roman" panose="02020603050405020304" pitchFamily="18" charset="0"/>
                  <a:ea typeface="华文行楷" panose="02010800040101010101" pitchFamily="2" charset="-122"/>
                </a:rPr>
                <a:t>表明  </a:t>
              </a:r>
              <a:endParaRPr lang="zh-CN" altLang="en-US" sz="3200" b="0" dirty="0">
                <a:solidFill>
                  <a:srgbClr val="FA7748"/>
                </a:solidFill>
                <a:latin typeface="Times New Roman" panose="02020603050405020304" pitchFamily="18" charset="0"/>
                <a:ea typeface="华文行楷" panose="02010800040101010101" pitchFamily="2" charset="-122"/>
              </a:endParaRPr>
            </a:p>
          </p:txBody>
        </p:sp>
      </p:grpSp>
      <p:grpSp>
        <p:nvGrpSpPr>
          <p:cNvPr id="11282" name="Group 120"/>
          <p:cNvGrpSpPr/>
          <p:nvPr/>
        </p:nvGrpSpPr>
        <p:grpSpPr>
          <a:xfrm>
            <a:off x="6588125" y="6446838"/>
            <a:ext cx="792163" cy="366712"/>
            <a:chOff x="4649" y="4020"/>
            <a:chExt cx="499" cy="231"/>
          </a:xfrm>
        </p:grpSpPr>
        <p:pic>
          <p:nvPicPr>
            <p:cNvPr id="11323" name="Picture 121" descr="78900"/>
            <p:cNvPicPr>
              <a:picLocks noChangeAspect="1"/>
            </p:cNvPicPr>
            <p:nvPr/>
          </p:nvPicPr>
          <p:blipFill>
            <a:blip r:embed="rId9"/>
            <a:stretch>
              <a:fillRect/>
            </a:stretch>
          </p:blipFill>
          <p:spPr>
            <a:xfrm>
              <a:off x="4649" y="4066"/>
              <a:ext cx="499" cy="181"/>
            </a:xfrm>
            <a:prstGeom prst="rect">
              <a:avLst/>
            </a:prstGeom>
            <a:noFill/>
            <a:ln w="9525">
              <a:noFill/>
            </a:ln>
          </p:spPr>
        </p:pic>
        <p:sp>
          <p:nvSpPr>
            <p:cNvPr id="11324" name="Text Box 122">
              <a:hlinkClick r:id="" action="ppaction://hlinkshowjump?jump=firstslide"/>
            </p:cNvPr>
            <p:cNvSpPr txBox="1"/>
            <p:nvPr/>
          </p:nvSpPr>
          <p:spPr>
            <a:xfrm>
              <a:off x="4672" y="4020"/>
              <a:ext cx="476" cy="231"/>
            </a:xfrm>
            <a:prstGeom prst="rect">
              <a:avLst/>
            </a:prstGeom>
            <a:noFill/>
            <a:ln w="9525">
              <a:noFill/>
            </a:ln>
          </p:spPr>
          <p:txBody>
            <a:bodyPr wrap="none">
              <a:spAutoFit/>
            </a:bodyPr>
            <a:p>
              <a:pPr>
                <a:spcBef>
                  <a:spcPct val="50000"/>
                </a:spcBef>
              </a:pPr>
              <a:r>
                <a:rPr lang="zh-CN" altLang="en-US" sz="1800" b="0" dirty="0">
                  <a:solidFill>
                    <a:schemeClr val="bg1"/>
                  </a:solidFill>
                  <a:latin typeface="隶书" panose="02010509060101010101" pitchFamily="49" charset="-122"/>
                  <a:ea typeface="隶书" panose="02010509060101010101" pitchFamily="49" charset="-122"/>
                </a:rPr>
                <a:t>返 回</a:t>
              </a:r>
              <a:endParaRPr lang="zh-CN" altLang="en-US" sz="1800" b="0" dirty="0">
                <a:solidFill>
                  <a:schemeClr val="bg1"/>
                </a:solidFill>
                <a:latin typeface="隶书" panose="02010509060101010101" pitchFamily="49" charset="-122"/>
                <a:ea typeface="隶书" panose="02010509060101010101" pitchFamily="49" charset="-122"/>
              </a:endParaRPr>
            </a:p>
          </p:txBody>
        </p:sp>
      </p:grpSp>
      <p:grpSp>
        <p:nvGrpSpPr>
          <p:cNvPr id="6" name="Group 123"/>
          <p:cNvGrpSpPr/>
          <p:nvPr/>
        </p:nvGrpSpPr>
        <p:grpSpPr>
          <a:xfrm>
            <a:off x="5148263" y="2276475"/>
            <a:ext cx="1712912" cy="1785938"/>
            <a:chOff x="2200" y="890"/>
            <a:chExt cx="1079" cy="1125"/>
          </a:xfrm>
        </p:grpSpPr>
        <p:sp>
          <p:nvSpPr>
            <p:cNvPr id="11311" name="Line 124"/>
            <p:cNvSpPr/>
            <p:nvPr/>
          </p:nvSpPr>
          <p:spPr>
            <a:xfrm flipH="1">
              <a:off x="2921" y="1586"/>
              <a:ext cx="5" cy="390"/>
            </a:xfrm>
            <a:prstGeom prst="line">
              <a:avLst/>
            </a:prstGeom>
            <a:ln w="28575" cap="flat" cmpd="sng">
              <a:solidFill>
                <a:srgbClr val="FFCC00"/>
              </a:solidFill>
              <a:prstDash val="solid"/>
              <a:headEnd type="none" w="med" len="med"/>
              <a:tailEnd type="none" w="med" len="med"/>
            </a:ln>
          </p:spPr>
        </p:sp>
        <p:sp>
          <p:nvSpPr>
            <p:cNvPr id="11312" name="Line 125"/>
            <p:cNvSpPr/>
            <p:nvPr/>
          </p:nvSpPr>
          <p:spPr>
            <a:xfrm>
              <a:off x="2345" y="1222"/>
              <a:ext cx="576" cy="0"/>
            </a:xfrm>
            <a:prstGeom prst="line">
              <a:avLst/>
            </a:prstGeom>
            <a:ln w="28575" cap="flat" cmpd="sng">
              <a:solidFill>
                <a:srgbClr val="FFCC00"/>
              </a:solidFill>
              <a:prstDash val="solid"/>
              <a:headEnd type="none" w="med" len="med"/>
              <a:tailEnd type="none" w="med" len="med"/>
            </a:ln>
          </p:spPr>
        </p:sp>
        <p:sp>
          <p:nvSpPr>
            <p:cNvPr id="11313" name="Line 126"/>
            <p:cNvSpPr/>
            <p:nvPr/>
          </p:nvSpPr>
          <p:spPr>
            <a:xfrm>
              <a:off x="2345" y="1964"/>
              <a:ext cx="576" cy="0"/>
            </a:xfrm>
            <a:prstGeom prst="line">
              <a:avLst/>
            </a:prstGeom>
            <a:ln w="28575" cap="flat" cmpd="sng">
              <a:solidFill>
                <a:srgbClr val="FFCC00"/>
              </a:solidFill>
              <a:prstDash val="solid"/>
              <a:headEnd type="none" w="med" len="med"/>
              <a:tailEnd type="none" w="med" len="med"/>
            </a:ln>
          </p:spPr>
        </p:sp>
        <p:sp>
          <p:nvSpPr>
            <p:cNvPr id="11314" name="Line 127"/>
            <p:cNvSpPr/>
            <p:nvPr/>
          </p:nvSpPr>
          <p:spPr>
            <a:xfrm>
              <a:off x="2426" y="1225"/>
              <a:ext cx="384" cy="0"/>
            </a:xfrm>
            <a:prstGeom prst="line">
              <a:avLst/>
            </a:prstGeom>
            <a:ln w="28575" cap="flat" cmpd="sng">
              <a:solidFill>
                <a:srgbClr val="66FFFF"/>
              </a:solidFill>
              <a:prstDash val="solid"/>
              <a:headEnd type="none" w="med" len="med"/>
              <a:tailEnd type="triangle" w="med" len="med"/>
            </a:ln>
          </p:spPr>
        </p:sp>
        <p:graphicFrame>
          <p:nvGraphicFramePr>
            <p:cNvPr id="11274" name="Object 128"/>
            <p:cNvGraphicFramePr/>
            <p:nvPr/>
          </p:nvGraphicFramePr>
          <p:xfrm>
            <a:off x="2517" y="890"/>
            <a:ext cx="164" cy="282"/>
          </p:xfrm>
          <a:graphic>
            <a:graphicData uri="http://schemas.openxmlformats.org/presentationml/2006/ole">
              <mc:AlternateContent xmlns:mc="http://schemas.openxmlformats.org/markup-compatibility/2006">
                <mc:Choice xmlns:v="urn:schemas-microsoft-com:vml" Requires="v">
                  <p:oleObj spid="_x0000_s3086" name="" r:id="rId11" imgW="127000" imgH="215265" progId="Equation.3">
                    <p:embed/>
                  </p:oleObj>
                </mc:Choice>
                <mc:Fallback>
                  <p:oleObj name="" r:id="rId11" imgW="127000" imgH="215265" progId="Equation.3">
                    <p:embed/>
                    <p:pic>
                      <p:nvPicPr>
                        <p:cNvPr id="0" name="图片 3085"/>
                        <p:cNvPicPr/>
                        <p:nvPr/>
                      </p:nvPicPr>
                      <p:blipFill>
                        <a:blip r:embed="rId12">
                          <a:clrChange>
                            <a:clrFrom>
                              <a:srgbClr val="000000"/>
                            </a:clrFrom>
                            <a:clrTo>
                              <a:srgbClr val="FFFFFF"/>
                            </a:clrTo>
                          </a:clrChange>
                        </a:blip>
                        <a:stretch>
                          <a:fillRect/>
                        </a:stretch>
                      </p:blipFill>
                      <p:spPr>
                        <a:xfrm>
                          <a:off x="2517" y="890"/>
                          <a:ext cx="164" cy="282"/>
                        </a:xfrm>
                        <a:prstGeom prst="rect">
                          <a:avLst/>
                        </a:prstGeom>
                        <a:noFill/>
                        <a:ln w="38100">
                          <a:noFill/>
                          <a:miter/>
                        </a:ln>
                      </p:spPr>
                    </p:pic>
                  </p:oleObj>
                </mc:Fallback>
              </mc:AlternateContent>
            </a:graphicData>
          </a:graphic>
        </p:graphicFrame>
        <p:sp>
          <p:nvSpPr>
            <p:cNvPr id="11315" name="Text Box 129"/>
            <p:cNvSpPr txBox="1"/>
            <p:nvPr/>
          </p:nvSpPr>
          <p:spPr>
            <a:xfrm>
              <a:off x="3014" y="1370"/>
              <a:ext cx="265" cy="327"/>
            </a:xfrm>
            <a:prstGeom prst="rect">
              <a:avLst/>
            </a:prstGeom>
            <a:noFill/>
            <a:ln w="28575">
              <a:noFill/>
            </a:ln>
          </p:spPr>
          <p:txBody>
            <a:bodyPr wrap="none">
              <a:spAutoFit/>
            </a:bodyPr>
            <a:p>
              <a:r>
                <a:rPr lang="en-US" altLang="zh-CN" b="0" i="1" dirty="0">
                  <a:solidFill>
                    <a:schemeClr val="bg1"/>
                  </a:solidFill>
                  <a:latin typeface="Times New Roman" panose="02020603050405020304" pitchFamily="18" charset="0"/>
                  <a:ea typeface="宋体" panose="02010600030101010101" pitchFamily="2" charset="-122"/>
                </a:rPr>
                <a:t>C</a:t>
              </a:r>
              <a:endParaRPr lang="en-US" altLang="zh-CN" b="0" i="1" dirty="0">
                <a:solidFill>
                  <a:schemeClr val="bg1"/>
                </a:solidFill>
                <a:latin typeface="Times New Roman" panose="02020603050405020304" pitchFamily="18" charset="0"/>
                <a:ea typeface="宋体" panose="02010600030101010101" pitchFamily="2" charset="-122"/>
              </a:endParaRPr>
            </a:p>
          </p:txBody>
        </p:sp>
        <p:graphicFrame>
          <p:nvGraphicFramePr>
            <p:cNvPr id="11275" name="Object 130"/>
            <p:cNvGraphicFramePr/>
            <p:nvPr/>
          </p:nvGraphicFramePr>
          <p:xfrm>
            <a:off x="2223" y="1481"/>
            <a:ext cx="208" cy="270"/>
          </p:xfrm>
          <a:graphic>
            <a:graphicData uri="http://schemas.openxmlformats.org/presentationml/2006/ole">
              <mc:AlternateContent xmlns:mc="http://schemas.openxmlformats.org/markup-compatibility/2006">
                <mc:Choice xmlns:v="urn:schemas-microsoft-com:vml" Requires="v">
                  <p:oleObj spid="_x0000_s3088" name="" r:id="rId13" imgW="177800" imgH="227965" progId="Equation.3">
                    <p:embed/>
                  </p:oleObj>
                </mc:Choice>
                <mc:Fallback>
                  <p:oleObj name="" r:id="rId13" imgW="177800" imgH="227965" progId="Equation.3">
                    <p:embed/>
                    <p:pic>
                      <p:nvPicPr>
                        <p:cNvPr id="0" name="图片 3087"/>
                        <p:cNvPicPr/>
                        <p:nvPr/>
                      </p:nvPicPr>
                      <p:blipFill>
                        <a:blip r:embed="rId14">
                          <a:clrChange>
                            <a:clrFrom>
                              <a:srgbClr val="000000"/>
                            </a:clrFrom>
                            <a:clrTo>
                              <a:srgbClr val="FFFFFF"/>
                            </a:clrTo>
                          </a:clrChange>
                        </a:blip>
                        <a:stretch>
                          <a:fillRect/>
                        </a:stretch>
                      </p:blipFill>
                      <p:spPr>
                        <a:xfrm>
                          <a:off x="2223" y="1481"/>
                          <a:ext cx="208" cy="270"/>
                        </a:xfrm>
                        <a:prstGeom prst="rect">
                          <a:avLst/>
                        </a:prstGeom>
                        <a:noFill/>
                        <a:ln w="38100">
                          <a:noFill/>
                          <a:miter/>
                        </a:ln>
                      </p:spPr>
                    </p:pic>
                  </p:oleObj>
                </mc:Fallback>
              </mc:AlternateContent>
            </a:graphicData>
          </a:graphic>
        </p:graphicFrame>
        <p:sp>
          <p:nvSpPr>
            <p:cNvPr id="11316" name="Text Box 131"/>
            <p:cNvSpPr txBox="1"/>
            <p:nvPr/>
          </p:nvSpPr>
          <p:spPr>
            <a:xfrm>
              <a:off x="2200" y="1208"/>
              <a:ext cx="242" cy="327"/>
            </a:xfrm>
            <a:prstGeom prst="rect">
              <a:avLst/>
            </a:prstGeom>
            <a:noFill/>
            <a:ln w="28575">
              <a:noFill/>
            </a:ln>
          </p:spPr>
          <p:txBody>
            <a:bodyPr wrap="none">
              <a:spAutoFit/>
            </a:bodyPr>
            <a:p>
              <a:pPr>
                <a:spcBef>
                  <a:spcPct val="50000"/>
                </a:spcBef>
              </a:pPr>
              <a:r>
                <a:rPr lang="en-US" altLang="zh-CN" b="0" dirty="0">
                  <a:solidFill>
                    <a:schemeClr val="bg1"/>
                  </a:solidFill>
                  <a:latin typeface="Times New Roman" panose="02020603050405020304" pitchFamily="18" charset="0"/>
                  <a:ea typeface="宋体" panose="02010600030101010101" pitchFamily="2" charset="-122"/>
                </a:rPr>
                <a:t>+</a:t>
              </a:r>
              <a:endParaRPr lang="en-US" altLang="zh-CN" b="0" dirty="0">
                <a:solidFill>
                  <a:schemeClr val="bg1"/>
                </a:solidFill>
                <a:latin typeface="Times New Roman" panose="02020603050405020304" pitchFamily="18" charset="0"/>
                <a:ea typeface="宋体" panose="02010600030101010101" pitchFamily="2" charset="-122"/>
              </a:endParaRPr>
            </a:p>
          </p:txBody>
        </p:sp>
        <p:sp>
          <p:nvSpPr>
            <p:cNvPr id="11317" name="Text Box 132"/>
            <p:cNvSpPr txBox="1"/>
            <p:nvPr/>
          </p:nvSpPr>
          <p:spPr>
            <a:xfrm>
              <a:off x="2212" y="1688"/>
              <a:ext cx="229" cy="327"/>
            </a:xfrm>
            <a:prstGeom prst="rect">
              <a:avLst/>
            </a:prstGeom>
            <a:noFill/>
            <a:ln w="28575">
              <a:noFill/>
            </a:ln>
          </p:spPr>
          <p:txBody>
            <a:bodyPr wrap="none">
              <a:spAutoFit/>
            </a:bodyPr>
            <a:p>
              <a:pPr>
                <a:spcBef>
                  <a:spcPct val="50000"/>
                </a:spcBef>
              </a:pPr>
              <a:r>
                <a:rPr lang="en-US" altLang="zh-CN" b="0" dirty="0">
                  <a:solidFill>
                    <a:schemeClr val="bg1"/>
                  </a:solidFill>
                  <a:latin typeface="宋体" panose="02010600030101010101" pitchFamily="2" charset="-122"/>
                  <a:ea typeface="宋体" panose="02010600030101010101" pitchFamily="2" charset="-122"/>
                </a:rPr>
                <a:t>-</a:t>
              </a:r>
              <a:endParaRPr lang="en-US" altLang="zh-CN" b="0" dirty="0">
                <a:solidFill>
                  <a:schemeClr val="bg1"/>
                </a:solidFill>
                <a:latin typeface="Times New Roman" panose="02020603050405020304" pitchFamily="18" charset="0"/>
                <a:ea typeface="宋体" panose="02010600030101010101" pitchFamily="2" charset="-122"/>
              </a:endParaRPr>
            </a:p>
          </p:txBody>
        </p:sp>
        <p:sp>
          <p:nvSpPr>
            <p:cNvPr id="11318" name="Oval 133"/>
            <p:cNvSpPr/>
            <p:nvPr/>
          </p:nvSpPr>
          <p:spPr>
            <a:xfrm>
              <a:off x="2280" y="1188"/>
              <a:ext cx="68" cy="68"/>
            </a:xfrm>
            <a:prstGeom prst="ellipse">
              <a:avLst/>
            </a:prstGeom>
            <a:noFill/>
            <a:ln w="38100" cap="flat" cmpd="sng">
              <a:solidFill>
                <a:srgbClr val="FFCC00"/>
              </a:solidFill>
              <a:prstDash val="solid"/>
              <a:headEnd type="none" w="med" len="med"/>
              <a:tailEnd type="none" w="med" len="med"/>
            </a:ln>
          </p:spPr>
          <p:txBody>
            <a:bodyPr wrap="none" anchor="ctr" anchorCtr="0"/>
            <a:p>
              <a:endParaRPr lang="zh-CN" altLang="en-US" dirty="0">
                <a:latin typeface="楷体_GB2312" pitchFamily="49" charset="-122"/>
              </a:endParaRPr>
            </a:p>
          </p:txBody>
        </p:sp>
        <p:sp>
          <p:nvSpPr>
            <p:cNvPr id="11319" name="Oval 134"/>
            <p:cNvSpPr/>
            <p:nvPr/>
          </p:nvSpPr>
          <p:spPr>
            <a:xfrm>
              <a:off x="2280" y="1928"/>
              <a:ext cx="68" cy="68"/>
            </a:xfrm>
            <a:prstGeom prst="ellipse">
              <a:avLst/>
            </a:prstGeom>
            <a:noFill/>
            <a:ln w="38100" cap="flat" cmpd="sng">
              <a:solidFill>
                <a:srgbClr val="FFCC00"/>
              </a:solidFill>
              <a:prstDash val="solid"/>
              <a:headEnd type="none" w="med" len="med"/>
              <a:tailEnd type="none" w="med" len="med"/>
            </a:ln>
          </p:spPr>
          <p:txBody>
            <a:bodyPr wrap="none" anchor="ctr" anchorCtr="0"/>
            <a:p>
              <a:endParaRPr lang="zh-CN" altLang="en-US" dirty="0">
                <a:latin typeface="楷体_GB2312" pitchFamily="49" charset="-122"/>
              </a:endParaRPr>
            </a:p>
          </p:txBody>
        </p:sp>
        <p:sp>
          <p:nvSpPr>
            <p:cNvPr id="11320" name="Line 135"/>
            <p:cNvSpPr/>
            <p:nvPr/>
          </p:nvSpPr>
          <p:spPr>
            <a:xfrm>
              <a:off x="2835" y="1495"/>
              <a:ext cx="181" cy="0"/>
            </a:xfrm>
            <a:prstGeom prst="line">
              <a:avLst/>
            </a:prstGeom>
            <a:ln w="57150" cap="flat" cmpd="sng">
              <a:solidFill>
                <a:srgbClr val="FF9900"/>
              </a:solidFill>
              <a:prstDash val="solid"/>
              <a:headEnd type="none" w="med" len="med"/>
              <a:tailEnd type="none" w="med" len="med"/>
            </a:ln>
          </p:spPr>
        </p:sp>
        <p:sp>
          <p:nvSpPr>
            <p:cNvPr id="11321" name="Line 136"/>
            <p:cNvSpPr/>
            <p:nvPr/>
          </p:nvSpPr>
          <p:spPr>
            <a:xfrm>
              <a:off x="2835" y="1586"/>
              <a:ext cx="181" cy="0"/>
            </a:xfrm>
            <a:prstGeom prst="line">
              <a:avLst/>
            </a:prstGeom>
            <a:ln w="57150" cap="flat" cmpd="sng">
              <a:solidFill>
                <a:srgbClr val="FF9900"/>
              </a:solidFill>
              <a:prstDash val="solid"/>
              <a:headEnd type="none" w="med" len="med"/>
              <a:tailEnd type="none" w="med" len="med"/>
            </a:ln>
          </p:spPr>
        </p:sp>
        <p:sp>
          <p:nvSpPr>
            <p:cNvPr id="11322" name="Line 137"/>
            <p:cNvSpPr/>
            <p:nvPr/>
          </p:nvSpPr>
          <p:spPr>
            <a:xfrm>
              <a:off x="2926" y="1223"/>
              <a:ext cx="0" cy="272"/>
            </a:xfrm>
            <a:prstGeom prst="line">
              <a:avLst/>
            </a:prstGeom>
            <a:ln w="28575" cap="flat" cmpd="sng">
              <a:solidFill>
                <a:srgbClr val="FFCC00"/>
              </a:solidFill>
              <a:prstDash val="solid"/>
              <a:headEnd type="none" w="med" len="med"/>
              <a:tailEnd type="none" w="med" len="med"/>
            </a:ln>
          </p:spPr>
        </p:sp>
      </p:grpSp>
      <p:grpSp>
        <p:nvGrpSpPr>
          <p:cNvPr id="7" name="Group 138"/>
          <p:cNvGrpSpPr/>
          <p:nvPr/>
        </p:nvGrpSpPr>
        <p:grpSpPr>
          <a:xfrm>
            <a:off x="1042988" y="2276475"/>
            <a:ext cx="1625600" cy="1825625"/>
            <a:chOff x="793" y="845"/>
            <a:chExt cx="1024" cy="1150"/>
          </a:xfrm>
        </p:grpSpPr>
        <p:sp>
          <p:nvSpPr>
            <p:cNvPr id="11301" name="Line 139"/>
            <p:cNvSpPr/>
            <p:nvPr/>
          </p:nvSpPr>
          <p:spPr>
            <a:xfrm>
              <a:off x="1514" y="1163"/>
              <a:ext cx="5" cy="787"/>
            </a:xfrm>
            <a:prstGeom prst="line">
              <a:avLst/>
            </a:prstGeom>
            <a:ln w="28575" cap="flat" cmpd="sng">
              <a:solidFill>
                <a:srgbClr val="FFCC00"/>
              </a:solidFill>
              <a:prstDash val="solid"/>
              <a:headEnd type="none" w="med" len="med"/>
              <a:tailEnd type="none" w="med" len="med"/>
            </a:ln>
          </p:spPr>
        </p:sp>
        <p:sp>
          <p:nvSpPr>
            <p:cNvPr id="11302" name="Line 140"/>
            <p:cNvSpPr/>
            <p:nvPr/>
          </p:nvSpPr>
          <p:spPr>
            <a:xfrm>
              <a:off x="938" y="1177"/>
              <a:ext cx="576" cy="0"/>
            </a:xfrm>
            <a:prstGeom prst="line">
              <a:avLst/>
            </a:prstGeom>
            <a:ln w="28575" cap="flat" cmpd="sng">
              <a:solidFill>
                <a:srgbClr val="FFCC00"/>
              </a:solidFill>
              <a:prstDash val="solid"/>
              <a:headEnd type="none" w="med" len="med"/>
              <a:tailEnd type="none" w="med" len="med"/>
            </a:ln>
          </p:spPr>
        </p:sp>
        <p:sp>
          <p:nvSpPr>
            <p:cNvPr id="11303" name="Line 141"/>
            <p:cNvSpPr/>
            <p:nvPr/>
          </p:nvSpPr>
          <p:spPr>
            <a:xfrm>
              <a:off x="929" y="1950"/>
              <a:ext cx="576" cy="0"/>
            </a:xfrm>
            <a:prstGeom prst="line">
              <a:avLst/>
            </a:prstGeom>
            <a:ln w="28575" cap="flat" cmpd="sng">
              <a:solidFill>
                <a:srgbClr val="FFCC00"/>
              </a:solidFill>
              <a:prstDash val="solid"/>
              <a:headEnd type="none" w="med" len="med"/>
              <a:tailEnd type="none" w="med" len="med"/>
            </a:ln>
          </p:spPr>
        </p:sp>
        <p:sp>
          <p:nvSpPr>
            <p:cNvPr id="11304" name="Line 142"/>
            <p:cNvSpPr/>
            <p:nvPr/>
          </p:nvSpPr>
          <p:spPr>
            <a:xfrm>
              <a:off x="1020" y="1180"/>
              <a:ext cx="384" cy="0"/>
            </a:xfrm>
            <a:prstGeom prst="line">
              <a:avLst/>
            </a:prstGeom>
            <a:ln w="28575" cap="flat" cmpd="sng">
              <a:solidFill>
                <a:srgbClr val="66FFFF"/>
              </a:solidFill>
              <a:prstDash val="solid"/>
              <a:headEnd type="none" w="med" len="med"/>
              <a:tailEnd type="triangle" w="med" len="med"/>
            </a:ln>
          </p:spPr>
        </p:sp>
        <p:graphicFrame>
          <p:nvGraphicFramePr>
            <p:cNvPr id="11272" name="Object 143"/>
            <p:cNvGraphicFramePr/>
            <p:nvPr/>
          </p:nvGraphicFramePr>
          <p:xfrm>
            <a:off x="1111" y="845"/>
            <a:ext cx="164" cy="282"/>
          </p:xfrm>
          <a:graphic>
            <a:graphicData uri="http://schemas.openxmlformats.org/presentationml/2006/ole">
              <mc:AlternateContent xmlns:mc="http://schemas.openxmlformats.org/markup-compatibility/2006">
                <mc:Choice xmlns:v="urn:schemas-microsoft-com:vml" Requires="v">
                  <p:oleObj spid="_x0000_s3089" name="" r:id="rId15" imgW="127000" imgH="215265" progId="Equation.3">
                    <p:embed/>
                  </p:oleObj>
                </mc:Choice>
                <mc:Fallback>
                  <p:oleObj name="" r:id="rId15" imgW="127000" imgH="215265" progId="Equation.3">
                    <p:embed/>
                    <p:pic>
                      <p:nvPicPr>
                        <p:cNvPr id="0" name="图片 3088"/>
                        <p:cNvPicPr/>
                        <p:nvPr/>
                      </p:nvPicPr>
                      <p:blipFill>
                        <a:blip r:embed="rId16">
                          <a:clrChange>
                            <a:clrFrom>
                              <a:srgbClr val="000000"/>
                            </a:clrFrom>
                            <a:clrTo>
                              <a:srgbClr val="FFFFFF"/>
                            </a:clrTo>
                          </a:clrChange>
                        </a:blip>
                        <a:stretch>
                          <a:fillRect/>
                        </a:stretch>
                      </p:blipFill>
                      <p:spPr>
                        <a:xfrm>
                          <a:off x="1111" y="845"/>
                          <a:ext cx="164" cy="282"/>
                        </a:xfrm>
                        <a:prstGeom prst="rect">
                          <a:avLst/>
                        </a:prstGeom>
                        <a:noFill/>
                        <a:ln w="38100">
                          <a:noFill/>
                          <a:miter/>
                        </a:ln>
                      </p:spPr>
                    </p:pic>
                  </p:oleObj>
                </mc:Fallback>
              </mc:AlternateContent>
            </a:graphicData>
          </a:graphic>
        </p:graphicFrame>
        <p:sp>
          <p:nvSpPr>
            <p:cNvPr id="11305" name="Text Box 144"/>
            <p:cNvSpPr txBox="1"/>
            <p:nvPr/>
          </p:nvSpPr>
          <p:spPr>
            <a:xfrm>
              <a:off x="1564" y="1360"/>
              <a:ext cx="253" cy="327"/>
            </a:xfrm>
            <a:prstGeom prst="rect">
              <a:avLst/>
            </a:prstGeom>
            <a:noFill/>
            <a:ln w="28575">
              <a:noFill/>
            </a:ln>
          </p:spPr>
          <p:txBody>
            <a:bodyPr wrap="none">
              <a:spAutoFit/>
            </a:bodyPr>
            <a:p>
              <a:r>
                <a:rPr lang="en-US" altLang="zh-CN" b="0" i="1" dirty="0">
                  <a:solidFill>
                    <a:schemeClr val="bg1"/>
                  </a:solidFill>
                  <a:latin typeface="Times New Roman" panose="02020603050405020304" pitchFamily="18" charset="0"/>
                  <a:ea typeface="宋体" panose="02010600030101010101" pitchFamily="2" charset="-122"/>
                </a:rPr>
                <a:t>R</a:t>
              </a:r>
              <a:endParaRPr lang="en-US" altLang="zh-CN" b="0" i="1" dirty="0">
                <a:solidFill>
                  <a:schemeClr val="bg1"/>
                </a:solidFill>
                <a:latin typeface="Times New Roman" panose="02020603050405020304" pitchFamily="18" charset="0"/>
                <a:ea typeface="宋体" panose="02010600030101010101" pitchFamily="2" charset="-122"/>
              </a:endParaRPr>
            </a:p>
          </p:txBody>
        </p:sp>
        <p:graphicFrame>
          <p:nvGraphicFramePr>
            <p:cNvPr id="11273" name="Object 145"/>
            <p:cNvGraphicFramePr/>
            <p:nvPr/>
          </p:nvGraphicFramePr>
          <p:xfrm>
            <a:off x="816" y="1436"/>
            <a:ext cx="209" cy="270"/>
          </p:xfrm>
          <a:graphic>
            <a:graphicData uri="http://schemas.openxmlformats.org/presentationml/2006/ole">
              <mc:AlternateContent xmlns:mc="http://schemas.openxmlformats.org/markup-compatibility/2006">
                <mc:Choice xmlns:v="urn:schemas-microsoft-com:vml" Requires="v">
                  <p:oleObj spid="_x0000_s3105" name="" r:id="rId17" imgW="177800" imgH="227965" progId="Equation.3">
                    <p:embed/>
                  </p:oleObj>
                </mc:Choice>
                <mc:Fallback>
                  <p:oleObj name="" r:id="rId17" imgW="177800" imgH="227965" progId="Equation.3">
                    <p:embed/>
                    <p:pic>
                      <p:nvPicPr>
                        <p:cNvPr id="0" name="图片 3104"/>
                        <p:cNvPicPr/>
                        <p:nvPr/>
                      </p:nvPicPr>
                      <p:blipFill>
                        <a:blip r:embed="rId18">
                          <a:clrChange>
                            <a:clrFrom>
                              <a:srgbClr val="000000"/>
                            </a:clrFrom>
                            <a:clrTo>
                              <a:srgbClr val="FFFFFF"/>
                            </a:clrTo>
                          </a:clrChange>
                        </a:blip>
                        <a:stretch>
                          <a:fillRect/>
                        </a:stretch>
                      </p:blipFill>
                      <p:spPr>
                        <a:xfrm>
                          <a:off x="816" y="1436"/>
                          <a:ext cx="209" cy="270"/>
                        </a:xfrm>
                        <a:prstGeom prst="rect">
                          <a:avLst/>
                        </a:prstGeom>
                        <a:noFill/>
                        <a:ln w="38100">
                          <a:noFill/>
                          <a:miter/>
                        </a:ln>
                      </p:spPr>
                    </p:pic>
                  </p:oleObj>
                </mc:Fallback>
              </mc:AlternateContent>
            </a:graphicData>
          </a:graphic>
        </p:graphicFrame>
        <p:sp>
          <p:nvSpPr>
            <p:cNvPr id="11306" name="Text Box 146"/>
            <p:cNvSpPr txBox="1"/>
            <p:nvPr/>
          </p:nvSpPr>
          <p:spPr>
            <a:xfrm>
              <a:off x="793" y="1163"/>
              <a:ext cx="242" cy="327"/>
            </a:xfrm>
            <a:prstGeom prst="rect">
              <a:avLst/>
            </a:prstGeom>
            <a:noFill/>
            <a:ln w="28575">
              <a:noFill/>
            </a:ln>
          </p:spPr>
          <p:txBody>
            <a:bodyPr wrap="none">
              <a:spAutoFit/>
            </a:bodyPr>
            <a:p>
              <a:pPr>
                <a:spcBef>
                  <a:spcPct val="50000"/>
                </a:spcBef>
              </a:pPr>
              <a:r>
                <a:rPr lang="en-US" altLang="zh-CN" b="0" dirty="0">
                  <a:solidFill>
                    <a:schemeClr val="bg1"/>
                  </a:solidFill>
                  <a:latin typeface="Times New Roman" panose="02020603050405020304" pitchFamily="18" charset="0"/>
                  <a:ea typeface="宋体" panose="02010600030101010101" pitchFamily="2" charset="-122"/>
                </a:rPr>
                <a:t>+</a:t>
              </a:r>
              <a:endParaRPr lang="en-US" altLang="zh-CN" b="0" dirty="0">
                <a:solidFill>
                  <a:schemeClr val="bg1"/>
                </a:solidFill>
                <a:latin typeface="Times New Roman" panose="02020603050405020304" pitchFamily="18" charset="0"/>
                <a:ea typeface="宋体" panose="02010600030101010101" pitchFamily="2" charset="-122"/>
              </a:endParaRPr>
            </a:p>
          </p:txBody>
        </p:sp>
        <p:sp>
          <p:nvSpPr>
            <p:cNvPr id="11307" name="Text Box 147"/>
            <p:cNvSpPr txBox="1"/>
            <p:nvPr/>
          </p:nvSpPr>
          <p:spPr>
            <a:xfrm>
              <a:off x="805" y="1643"/>
              <a:ext cx="229" cy="327"/>
            </a:xfrm>
            <a:prstGeom prst="rect">
              <a:avLst/>
            </a:prstGeom>
            <a:noFill/>
            <a:ln w="28575">
              <a:noFill/>
            </a:ln>
          </p:spPr>
          <p:txBody>
            <a:bodyPr wrap="none">
              <a:spAutoFit/>
            </a:bodyPr>
            <a:p>
              <a:pPr>
                <a:spcBef>
                  <a:spcPct val="50000"/>
                </a:spcBef>
              </a:pPr>
              <a:r>
                <a:rPr lang="en-US" altLang="zh-CN" b="0" dirty="0">
                  <a:solidFill>
                    <a:schemeClr val="bg1"/>
                  </a:solidFill>
                  <a:latin typeface="宋体" panose="02010600030101010101" pitchFamily="2" charset="-122"/>
                  <a:ea typeface="宋体" panose="02010600030101010101" pitchFamily="2" charset="-122"/>
                </a:rPr>
                <a:t>-</a:t>
              </a:r>
              <a:endParaRPr lang="en-US" altLang="zh-CN" b="0" dirty="0">
                <a:solidFill>
                  <a:schemeClr val="bg1"/>
                </a:solidFill>
                <a:latin typeface="Times New Roman" panose="02020603050405020304" pitchFamily="18" charset="0"/>
                <a:ea typeface="宋体" panose="02010600030101010101" pitchFamily="2" charset="-122"/>
              </a:endParaRPr>
            </a:p>
          </p:txBody>
        </p:sp>
        <p:sp>
          <p:nvSpPr>
            <p:cNvPr id="11308" name="Oval 148"/>
            <p:cNvSpPr/>
            <p:nvPr/>
          </p:nvSpPr>
          <p:spPr>
            <a:xfrm>
              <a:off x="873" y="1143"/>
              <a:ext cx="68" cy="68"/>
            </a:xfrm>
            <a:prstGeom prst="ellipse">
              <a:avLst/>
            </a:prstGeom>
            <a:noFill/>
            <a:ln w="38100" cap="flat" cmpd="sng">
              <a:solidFill>
                <a:srgbClr val="FFCC00"/>
              </a:solidFill>
              <a:prstDash val="solid"/>
              <a:headEnd type="none" w="med" len="med"/>
              <a:tailEnd type="none" w="med" len="med"/>
            </a:ln>
          </p:spPr>
          <p:txBody>
            <a:bodyPr wrap="none" anchor="ctr" anchorCtr="0"/>
            <a:p>
              <a:endParaRPr lang="zh-CN" altLang="en-US" dirty="0">
                <a:latin typeface="楷体_GB2312" pitchFamily="49" charset="-122"/>
              </a:endParaRPr>
            </a:p>
          </p:txBody>
        </p:sp>
        <p:sp>
          <p:nvSpPr>
            <p:cNvPr id="11309" name="Oval 149"/>
            <p:cNvSpPr/>
            <p:nvPr/>
          </p:nvSpPr>
          <p:spPr>
            <a:xfrm>
              <a:off x="873" y="1927"/>
              <a:ext cx="68" cy="68"/>
            </a:xfrm>
            <a:prstGeom prst="ellipse">
              <a:avLst/>
            </a:prstGeom>
            <a:noFill/>
            <a:ln w="38100" cap="flat" cmpd="sng">
              <a:solidFill>
                <a:srgbClr val="FFCC00"/>
              </a:solidFill>
              <a:prstDash val="solid"/>
              <a:headEnd type="none" w="med" len="med"/>
              <a:tailEnd type="none" w="med" len="med"/>
            </a:ln>
          </p:spPr>
          <p:txBody>
            <a:bodyPr wrap="none" anchor="ctr" anchorCtr="0"/>
            <a:p>
              <a:endParaRPr lang="zh-CN" altLang="en-US" dirty="0">
                <a:latin typeface="楷体_GB2312" pitchFamily="49" charset="-122"/>
              </a:endParaRPr>
            </a:p>
          </p:txBody>
        </p:sp>
        <p:sp>
          <p:nvSpPr>
            <p:cNvPr id="11310" name="Rectangle 150"/>
            <p:cNvSpPr/>
            <p:nvPr/>
          </p:nvSpPr>
          <p:spPr>
            <a:xfrm>
              <a:off x="1474" y="1405"/>
              <a:ext cx="127" cy="318"/>
            </a:xfrm>
            <a:prstGeom prst="rect">
              <a:avLst/>
            </a:prstGeom>
            <a:gradFill rotWithShape="1">
              <a:gsLst>
                <a:gs pos="0">
                  <a:srgbClr val="764700"/>
                </a:gs>
                <a:gs pos="50000">
                  <a:srgbClr val="FF9900"/>
                </a:gs>
                <a:gs pos="100000">
                  <a:srgbClr val="764700"/>
                </a:gs>
              </a:gsLst>
              <a:lin ang="0" scaled="1"/>
              <a:tileRect/>
            </a:gradFill>
            <a:ln w="28575">
              <a:noFill/>
            </a:ln>
          </p:spPr>
          <p:txBody>
            <a:bodyPr wrap="none" anchor="ctr" anchorCtr="0"/>
            <a:p>
              <a:endParaRPr lang="zh-CN" altLang="en-US" dirty="0">
                <a:latin typeface="楷体_GB2312" pitchFamily="49" charset="-122"/>
              </a:endParaRPr>
            </a:p>
          </p:txBody>
        </p:sp>
      </p:grpSp>
      <p:grpSp>
        <p:nvGrpSpPr>
          <p:cNvPr id="8" name="Group 151"/>
          <p:cNvGrpSpPr/>
          <p:nvPr/>
        </p:nvGrpSpPr>
        <p:grpSpPr>
          <a:xfrm>
            <a:off x="3059113" y="2276475"/>
            <a:ext cx="1677987" cy="1911350"/>
            <a:chOff x="3606" y="890"/>
            <a:chExt cx="1057" cy="1204"/>
          </a:xfrm>
        </p:grpSpPr>
        <p:sp>
          <p:nvSpPr>
            <p:cNvPr id="11286" name="Line 152"/>
            <p:cNvSpPr/>
            <p:nvPr/>
          </p:nvSpPr>
          <p:spPr>
            <a:xfrm flipH="1">
              <a:off x="4332" y="1752"/>
              <a:ext cx="0" cy="287"/>
            </a:xfrm>
            <a:prstGeom prst="line">
              <a:avLst/>
            </a:prstGeom>
            <a:ln w="28575" cap="flat" cmpd="sng">
              <a:solidFill>
                <a:srgbClr val="FFCC00"/>
              </a:solidFill>
              <a:prstDash val="solid"/>
              <a:headEnd type="none" w="med" len="med"/>
              <a:tailEnd type="none" w="med" len="med"/>
            </a:ln>
          </p:spPr>
        </p:sp>
        <p:sp>
          <p:nvSpPr>
            <p:cNvPr id="11287" name="Line 153"/>
            <p:cNvSpPr/>
            <p:nvPr/>
          </p:nvSpPr>
          <p:spPr>
            <a:xfrm>
              <a:off x="3751" y="1222"/>
              <a:ext cx="576" cy="0"/>
            </a:xfrm>
            <a:prstGeom prst="line">
              <a:avLst/>
            </a:prstGeom>
            <a:ln w="28575" cap="flat" cmpd="sng">
              <a:solidFill>
                <a:srgbClr val="FFCC00"/>
              </a:solidFill>
              <a:prstDash val="solid"/>
              <a:headEnd type="none" w="med" len="med"/>
              <a:tailEnd type="none" w="med" len="med"/>
            </a:ln>
          </p:spPr>
        </p:sp>
        <p:sp>
          <p:nvSpPr>
            <p:cNvPr id="11288" name="Line 154"/>
            <p:cNvSpPr/>
            <p:nvPr/>
          </p:nvSpPr>
          <p:spPr>
            <a:xfrm>
              <a:off x="3742" y="2039"/>
              <a:ext cx="576" cy="0"/>
            </a:xfrm>
            <a:prstGeom prst="line">
              <a:avLst/>
            </a:prstGeom>
            <a:ln w="28575" cap="flat" cmpd="sng">
              <a:solidFill>
                <a:srgbClr val="FFCC00"/>
              </a:solidFill>
              <a:prstDash val="solid"/>
              <a:headEnd type="none" w="med" len="med"/>
              <a:tailEnd type="none" w="med" len="med"/>
            </a:ln>
          </p:spPr>
        </p:sp>
        <p:sp>
          <p:nvSpPr>
            <p:cNvPr id="11289" name="Line 155"/>
            <p:cNvSpPr/>
            <p:nvPr/>
          </p:nvSpPr>
          <p:spPr>
            <a:xfrm>
              <a:off x="3787" y="1225"/>
              <a:ext cx="384" cy="0"/>
            </a:xfrm>
            <a:prstGeom prst="line">
              <a:avLst/>
            </a:prstGeom>
            <a:ln w="28575" cap="flat" cmpd="sng">
              <a:solidFill>
                <a:srgbClr val="66FFFF"/>
              </a:solidFill>
              <a:prstDash val="solid"/>
              <a:headEnd type="none" w="med" len="med"/>
              <a:tailEnd type="triangle" w="med" len="med"/>
            </a:ln>
          </p:spPr>
        </p:sp>
        <p:graphicFrame>
          <p:nvGraphicFramePr>
            <p:cNvPr id="11270" name="Object 156"/>
            <p:cNvGraphicFramePr/>
            <p:nvPr/>
          </p:nvGraphicFramePr>
          <p:xfrm>
            <a:off x="3878" y="890"/>
            <a:ext cx="164" cy="282"/>
          </p:xfrm>
          <a:graphic>
            <a:graphicData uri="http://schemas.openxmlformats.org/presentationml/2006/ole">
              <mc:AlternateContent xmlns:mc="http://schemas.openxmlformats.org/markup-compatibility/2006">
                <mc:Choice xmlns:v="urn:schemas-microsoft-com:vml" Requires="v">
                  <p:oleObj spid="_x0000_s3108" name="" r:id="rId19" imgW="127000" imgH="215265" progId="Equation.3">
                    <p:embed/>
                  </p:oleObj>
                </mc:Choice>
                <mc:Fallback>
                  <p:oleObj name="" r:id="rId19" imgW="127000" imgH="215265" progId="Equation.3">
                    <p:embed/>
                    <p:pic>
                      <p:nvPicPr>
                        <p:cNvPr id="0" name="图片 3107"/>
                        <p:cNvPicPr/>
                        <p:nvPr/>
                      </p:nvPicPr>
                      <p:blipFill>
                        <a:blip r:embed="rId20">
                          <a:clrChange>
                            <a:clrFrom>
                              <a:srgbClr val="000000"/>
                            </a:clrFrom>
                            <a:clrTo>
                              <a:srgbClr val="FFFFFF"/>
                            </a:clrTo>
                          </a:clrChange>
                        </a:blip>
                        <a:stretch>
                          <a:fillRect/>
                        </a:stretch>
                      </p:blipFill>
                      <p:spPr>
                        <a:xfrm>
                          <a:off x="3878" y="890"/>
                          <a:ext cx="164" cy="282"/>
                        </a:xfrm>
                        <a:prstGeom prst="rect">
                          <a:avLst/>
                        </a:prstGeom>
                        <a:noFill/>
                        <a:ln w="38100">
                          <a:noFill/>
                          <a:miter/>
                        </a:ln>
                      </p:spPr>
                    </p:pic>
                  </p:oleObj>
                </mc:Fallback>
              </mc:AlternateContent>
            </a:graphicData>
          </a:graphic>
        </p:graphicFrame>
        <p:sp>
          <p:nvSpPr>
            <p:cNvPr id="11290" name="Text Box 157"/>
            <p:cNvSpPr txBox="1"/>
            <p:nvPr/>
          </p:nvSpPr>
          <p:spPr>
            <a:xfrm>
              <a:off x="4422" y="1389"/>
              <a:ext cx="241" cy="327"/>
            </a:xfrm>
            <a:prstGeom prst="rect">
              <a:avLst/>
            </a:prstGeom>
            <a:noFill/>
            <a:ln w="28575">
              <a:noFill/>
            </a:ln>
          </p:spPr>
          <p:txBody>
            <a:bodyPr wrap="none">
              <a:spAutoFit/>
            </a:bodyPr>
            <a:p>
              <a:r>
                <a:rPr lang="en-US" altLang="zh-CN" b="0" i="1" dirty="0">
                  <a:solidFill>
                    <a:schemeClr val="bg1"/>
                  </a:solidFill>
                  <a:latin typeface="Times New Roman" panose="02020603050405020304" pitchFamily="18" charset="0"/>
                  <a:ea typeface="宋体" panose="02010600030101010101" pitchFamily="2" charset="-122"/>
                </a:rPr>
                <a:t>L</a:t>
              </a:r>
              <a:endParaRPr lang="en-US" altLang="zh-CN" b="0" i="1" dirty="0">
                <a:solidFill>
                  <a:schemeClr val="bg1"/>
                </a:solidFill>
                <a:latin typeface="Times New Roman" panose="02020603050405020304" pitchFamily="18" charset="0"/>
                <a:ea typeface="宋体" panose="02010600030101010101" pitchFamily="2" charset="-122"/>
              </a:endParaRPr>
            </a:p>
          </p:txBody>
        </p:sp>
        <p:graphicFrame>
          <p:nvGraphicFramePr>
            <p:cNvPr id="11271" name="Object 158"/>
            <p:cNvGraphicFramePr/>
            <p:nvPr/>
          </p:nvGraphicFramePr>
          <p:xfrm>
            <a:off x="3626" y="1476"/>
            <a:ext cx="261" cy="337"/>
          </p:xfrm>
          <a:graphic>
            <a:graphicData uri="http://schemas.openxmlformats.org/presentationml/2006/ole">
              <mc:AlternateContent xmlns:mc="http://schemas.openxmlformats.org/markup-compatibility/2006">
                <mc:Choice xmlns:v="urn:schemas-microsoft-com:vml" Requires="v">
                  <p:oleObj spid="_x0000_s3107" name="" r:id="rId21" imgW="177800" imgH="227965" progId="Equation.3">
                    <p:embed/>
                  </p:oleObj>
                </mc:Choice>
                <mc:Fallback>
                  <p:oleObj name="" r:id="rId21" imgW="177800" imgH="227965" progId="Equation.3">
                    <p:embed/>
                    <p:pic>
                      <p:nvPicPr>
                        <p:cNvPr id="0" name="图片 3106"/>
                        <p:cNvPicPr/>
                        <p:nvPr/>
                      </p:nvPicPr>
                      <p:blipFill>
                        <a:blip r:embed="rId22">
                          <a:clrChange>
                            <a:clrFrom>
                              <a:srgbClr val="000000"/>
                            </a:clrFrom>
                            <a:clrTo>
                              <a:srgbClr val="FFFFFF"/>
                            </a:clrTo>
                          </a:clrChange>
                        </a:blip>
                        <a:stretch>
                          <a:fillRect/>
                        </a:stretch>
                      </p:blipFill>
                      <p:spPr>
                        <a:xfrm>
                          <a:off x="3626" y="1476"/>
                          <a:ext cx="261" cy="337"/>
                        </a:xfrm>
                        <a:prstGeom prst="rect">
                          <a:avLst/>
                        </a:prstGeom>
                        <a:noFill/>
                        <a:ln w="38100">
                          <a:noFill/>
                          <a:miter/>
                        </a:ln>
                      </p:spPr>
                    </p:pic>
                  </p:oleObj>
                </mc:Fallback>
              </mc:AlternateContent>
            </a:graphicData>
          </a:graphic>
        </p:graphicFrame>
        <p:sp>
          <p:nvSpPr>
            <p:cNvPr id="11291" name="Text Box 159"/>
            <p:cNvSpPr txBox="1"/>
            <p:nvPr/>
          </p:nvSpPr>
          <p:spPr>
            <a:xfrm>
              <a:off x="3606" y="1208"/>
              <a:ext cx="242" cy="327"/>
            </a:xfrm>
            <a:prstGeom prst="rect">
              <a:avLst/>
            </a:prstGeom>
            <a:noFill/>
            <a:ln w="28575">
              <a:noFill/>
            </a:ln>
          </p:spPr>
          <p:txBody>
            <a:bodyPr wrap="none">
              <a:spAutoFit/>
            </a:bodyPr>
            <a:p>
              <a:pPr>
                <a:spcBef>
                  <a:spcPct val="50000"/>
                </a:spcBef>
              </a:pPr>
              <a:r>
                <a:rPr lang="en-US" altLang="zh-CN" b="0" dirty="0">
                  <a:solidFill>
                    <a:schemeClr val="bg1"/>
                  </a:solidFill>
                  <a:latin typeface="Times New Roman" panose="02020603050405020304" pitchFamily="18" charset="0"/>
                  <a:ea typeface="宋体" panose="02010600030101010101" pitchFamily="2" charset="-122"/>
                </a:rPr>
                <a:t>+</a:t>
              </a:r>
              <a:endParaRPr lang="en-US" altLang="zh-CN" b="0" dirty="0">
                <a:solidFill>
                  <a:schemeClr val="bg1"/>
                </a:solidFill>
                <a:latin typeface="Times New Roman" panose="02020603050405020304" pitchFamily="18" charset="0"/>
                <a:ea typeface="宋体" panose="02010600030101010101" pitchFamily="2" charset="-122"/>
              </a:endParaRPr>
            </a:p>
          </p:txBody>
        </p:sp>
        <p:sp>
          <p:nvSpPr>
            <p:cNvPr id="11292" name="Text Box 160"/>
            <p:cNvSpPr txBox="1"/>
            <p:nvPr/>
          </p:nvSpPr>
          <p:spPr>
            <a:xfrm>
              <a:off x="3606" y="1767"/>
              <a:ext cx="229" cy="327"/>
            </a:xfrm>
            <a:prstGeom prst="rect">
              <a:avLst/>
            </a:prstGeom>
            <a:noFill/>
            <a:ln w="28575">
              <a:noFill/>
            </a:ln>
          </p:spPr>
          <p:txBody>
            <a:bodyPr wrap="none">
              <a:spAutoFit/>
            </a:bodyPr>
            <a:p>
              <a:pPr>
                <a:spcBef>
                  <a:spcPct val="50000"/>
                </a:spcBef>
              </a:pPr>
              <a:r>
                <a:rPr lang="en-US" altLang="zh-CN" b="0" dirty="0">
                  <a:solidFill>
                    <a:schemeClr val="bg1"/>
                  </a:solidFill>
                  <a:latin typeface="宋体" panose="02010600030101010101" pitchFamily="2" charset="-122"/>
                  <a:ea typeface="宋体" panose="02010600030101010101" pitchFamily="2" charset="-122"/>
                </a:rPr>
                <a:t>-</a:t>
              </a:r>
              <a:endParaRPr lang="en-US" altLang="zh-CN" b="0" dirty="0">
                <a:solidFill>
                  <a:schemeClr val="bg1"/>
                </a:solidFill>
                <a:latin typeface="Times New Roman" panose="02020603050405020304" pitchFamily="18" charset="0"/>
                <a:ea typeface="宋体" panose="02010600030101010101" pitchFamily="2" charset="-122"/>
              </a:endParaRPr>
            </a:p>
          </p:txBody>
        </p:sp>
        <p:sp>
          <p:nvSpPr>
            <p:cNvPr id="11293" name="Oval 161"/>
            <p:cNvSpPr/>
            <p:nvPr/>
          </p:nvSpPr>
          <p:spPr>
            <a:xfrm>
              <a:off x="3686" y="1188"/>
              <a:ext cx="68" cy="68"/>
            </a:xfrm>
            <a:prstGeom prst="ellipse">
              <a:avLst/>
            </a:prstGeom>
            <a:noFill/>
            <a:ln w="38100" cap="flat" cmpd="sng">
              <a:solidFill>
                <a:srgbClr val="FFCC00"/>
              </a:solidFill>
              <a:prstDash val="solid"/>
              <a:headEnd type="none" w="med" len="med"/>
              <a:tailEnd type="none" w="med" len="med"/>
            </a:ln>
          </p:spPr>
          <p:txBody>
            <a:bodyPr wrap="none" anchor="ctr" anchorCtr="0"/>
            <a:p>
              <a:endParaRPr lang="zh-CN" altLang="en-US" dirty="0">
                <a:latin typeface="楷体_GB2312" pitchFamily="49" charset="-122"/>
              </a:endParaRPr>
            </a:p>
          </p:txBody>
        </p:sp>
        <p:sp>
          <p:nvSpPr>
            <p:cNvPr id="11294" name="Oval 162"/>
            <p:cNvSpPr/>
            <p:nvPr/>
          </p:nvSpPr>
          <p:spPr>
            <a:xfrm>
              <a:off x="3686" y="2017"/>
              <a:ext cx="68" cy="68"/>
            </a:xfrm>
            <a:prstGeom prst="ellipse">
              <a:avLst/>
            </a:prstGeom>
            <a:noFill/>
            <a:ln w="38100" cap="flat" cmpd="sng">
              <a:solidFill>
                <a:srgbClr val="FFCC00"/>
              </a:solidFill>
              <a:prstDash val="solid"/>
              <a:headEnd type="none" w="med" len="med"/>
              <a:tailEnd type="none" w="med" len="med"/>
            </a:ln>
          </p:spPr>
          <p:txBody>
            <a:bodyPr wrap="none" anchor="ctr" anchorCtr="0"/>
            <a:p>
              <a:endParaRPr lang="zh-CN" altLang="en-US" dirty="0">
                <a:latin typeface="楷体_GB2312" pitchFamily="49" charset="-122"/>
              </a:endParaRPr>
            </a:p>
          </p:txBody>
        </p:sp>
        <p:sp>
          <p:nvSpPr>
            <p:cNvPr id="11295" name="Line 163"/>
            <p:cNvSpPr/>
            <p:nvPr/>
          </p:nvSpPr>
          <p:spPr>
            <a:xfrm>
              <a:off x="4330" y="1221"/>
              <a:ext cx="0" cy="181"/>
            </a:xfrm>
            <a:prstGeom prst="line">
              <a:avLst/>
            </a:prstGeom>
            <a:ln w="28575" cap="flat" cmpd="sng">
              <a:solidFill>
                <a:srgbClr val="FFCC00"/>
              </a:solidFill>
              <a:prstDash val="solid"/>
              <a:headEnd type="none" w="med" len="med"/>
              <a:tailEnd type="none" w="med" len="med"/>
            </a:ln>
          </p:spPr>
        </p:sp>
        <p:grpSp>
          <p:nvGrpSpPr>
            <p:cNvPr id="11296" name="Group 164"/>
            <p:cNvGrpSpPr/>
            <p:nvPr/>
          </p:nvGrpSpPr>
          <p:grpSpPr>
            <a:xfrm rot="10800000">
              <a:off x="4332" y="1389"/>
              <a:ext cx="90" cy="363"/>
              <a:chOff x="1565" y="2614"/>
              <a:chExt cx="90" cy="486"/>
            </a:xfrm>
          </p:grpSpPr>
          <p:sp>
            <p:nvSpPr>
              <p:cNvPr id="11297" name="Arc 165"/>
              <p:cNvSpPr/>
              <p:nvPr/>
            </p:nvSpPr>
            <p:spPr>
              <a:xfrm flipH="1" flipV="1">
                <a:off x="1565" y="2860"/>
                <a:ext cx="90" cy="116"/>
              </a:xfrm>
              <a:custGeom>
                <a:avLst/>
                <a:gdLst>
                  <a:gd name="txL" fmla="*/ 0 w 22723"/>
                  <a:gd name="txT" fmla="*/ 0 h 43200"/>
                  <a:gd name="txR" fmla="*/ 22723 w 22723"/>
                  <a:gd name="txB" fmla="*/ 43200 h 43200"/>
                </a:gdLst>
                <a:ahLst/>
                <a:cxnLst>
                  <a:cxn ang="0">
                    <a:pos x="1122" y="0"/>
                  </a:cxn>
                  <a:cxn ang="0">
                    <a:pos x="22723" y="21600"/>
                  </a:cxn>
                  <a:cxn ang="0">
                    <a:pos x="1123" y="43200"/>
                  </a:cxn>
                  <a:cxn ang="0">
                    <a:pos x="0" y="43170"/>
                  </a:cxn>
                  <a:cxn ang="0">
                    <a:pos x="1122" y="0"/>
                  </a:cxn>
                  <a:cxn ang="0">
                    <a:pos x="22723" y="21600"/>
                  </a:cxn>
                  <a:cxn ang="0">
                    <a:pos x="1123" y="43200"/>
                  </a:cxn>
                  <a:cxn ang="0">
                    <a:pos x="0" y="43170"/>
                  </a:cxn>
                  <a:cxn ang="0">
                    <a:pos x="1123" y="21600"/>
                  </a:cxn>
                </a:cxnLst>
                <a:rect l="txL" t="txT" r="txR" b="txB"/>
                <a:pathLst>
                  <a:path w="22723" h="43200" fill="none">
                    <a:moveTo>
                      <a:pt x="1122" y="0"/>
                    </a:moveTo>
                    <a:cubicBezTo>
                      <a:pt x="13052" y="0"/>
                      <a:pt x="22723" y="9670"/>
                      <a:pt x="22723" y="21600"/>
                    </a:cubicBezTo>
                    <a:cubicBezTo>
                      <a:pt x="22723" y="33529"/>
                      <a:pt x="13052" y="43200"/>
                      <a:pt x="1123" y="43200"/>
                    </a:cubicBezTo>
                    <a:cubicBezTo>
                      <a:pt x="748" y="43200"/>
                      <a:pt x="374" y="43190"/>
                      <a:pt x="0" y="43170"/>
                    </a:cubicBezTo>
                  </a:path>
                  <a:path w="22723" h="43200" stroke="0">
                    <a:moveTo>
                      <a:pt x="1122" y="0"/>
                    </a:moveTo>
                    <a:cubicBezTo>
                      <a:pt x="13052" y="0"/>
                      <a:pt x="22723" y="9670"/>
                      <a:pt x="22723" y="21600"/>
                    </a:cubicBezTo>
                    <a:cubicBezTo>
                      <a:pt x="22723" y="33529"/>
                      <a:pt x="13052" y="43200"/>
                      <a:pt x="1123" y="43200"/>
                    </a:cubicBezTo>
                    <a:cubicBezTo>
                      <a:pt x="748" y="43200"/>
                      <a:pt x="374" y="43190"/>
                      <a:pt x="0" y="43170"/>
                    </a:cubicBezTo>
                    <a:lnTo>
                      <a:pt x="1123" y="21600"/>
                    </a:lnTo>
                    <a:close/>
                  </a:path>
                </a:pathLst>
              </a:custGeom>
              <a:noFill/>
              <a:ln w="28575" cap="flat" cmpd="sng">
                <a:solidFill>
                  <a:srgbClr val="FF9900"/>
                </a:solidFill>
                <a:prstDash val="solid"/>
                <a:round/>
                <a:headEnd type="none" w="med" len="med"/>
                <a:tailEnd type="none" w="med" len="med"/>
              </a:ln>
            </p:spPr>
            <p:txBody>
              <a:bodyPr wrap="none" anchor="ctr" anchorCtr="0"/>
              <a:p>
                <a:endParaRPr lang="zh-CN" altLang="en-US" dirty="0">
                  <a:latin typeface="楷体_GB2312" pitchFamily="49" charset="-122"/>
                </a:endParaRPr>
              </a:p>
            </p:txBody>
          </p:sp>
          <p:sp>
            <p:nvSpPr>
              <p:cNvPr id="11298" name="Arc 166"/>
              <p:cNvSpPr/>
              <p:nvPr/>
            </p:nvSpPr>
            <p:spPr>
              <a:xfrm flipH="1" flipV="1">
                <a:off x="1565" y="2737"/>
                <a:ext cx="90" cy="116"/>
              </a:xfrm>
              <a:custGeom>
                <a:avLst/>
                <a:gdLst>
                  <a:gd name="txL" fmla="*/ 0 w 22723"/>
                  <a:gd name="txT" fmla="*/ 0 h 43200"/>
                  <a:gd name="txR" fmla="*/ 22723 w 22723"/>
                  <a:gd name="txB" fmla="*/ 43200 h 43200"/>
                </a:gdLst>
                <a:ahLst/>
                <a:cxnLst>
                  <a:cxn ang="0">
                    <a:pos x="1122" y="0"/>
                  </a:cxn>
                  <a:cxn ang="0">
                    <a:pos x="22723" y="21600"/>
                  </a:cxn>
                  <a:cxn ang="0">
                    <a:pos x="1123" y="43200"/>
                  </a:cxn>
                  <a:cxn ang="0">
                    <a:pos x="0" y="43170"/>
                  </a:cxn>
                  <a:cxn ang="0">
                    <a:pos x="1122" y="0"/>
                  </a:cxn>
                  <a:cxn ang="0">
                    <a:pos x="22723" y="21600"/>
                  </a:cxn>
                  <a:cxn ang="0">
                    <a:pos x="1123" y="43200"/>
                  </a:cxn>
                  <a:cxn ang="0">
                    <a:pos x="0" y="43170"/>
                  </a:cxn>
                  <a:cxn ang="0">
                    <a:pos x="1123" y="21600"/>
                  </a:cxn>
                </a:cxnLst>
                <a:rect l="txL" t="txT" r="txR" b="txB"/>
                <a:pathLst>
                  <a:path w="22723" h="43200" fill="none">
                    <a:moveTo>
                      <a:pt x="1122" y="0"/>
                    </a:moveTo>
                    <a:cubicBezTo>
                      <a:pt x="13052" y="0"/>
                      <a:pt x="22723" y="9670"/>
                      <a:pt x="22723" y="21600"/>
                    </a:cubicBezTo>
                    <a:cubicBezTo>
                      <a:pt x="22723" y="33529"/>
                      <a:pt x="13052" y="43200"/>
                      <a:pt x="1123" y="43200"/>
                    </a:cubicBezTo>
                    <a:cubicBezTo>
                      <a:pt x="748" y="43200"/>
                      <a:pt x="374" y="43190"/>
                      <a:pt x="0" y="43170"/>
                    </a:cubicBezTo>
                  </a:path>
                  <a:path w="22723" h="43200" stroke="0">
                    <a:moveTo>
                      <a:pt x="1122" y="0"/>
                    </a:moveTo>
                    <a:cubicBezTo>
                      <a:pt x="13052" y="0"/>
                      <a:pt x="22723" y="9670"/>
                      <a:pt x="22723" y="21600"/>
                    </a:cubicBezTo>
                    <a:cubicBezTo>
                      <a:pt x="22723" y="33529"/>
                      <a:pt x="13052" y="43200"/>
                      <a:pt x="1123" y="43200"/>
                    </a:cubicBezTo>
                    <a:cubicBezTo>
                      <a:pt x="748" y="43200"/>
                      <a:pt x="374" y="43190"/>
                      <a:pt x="0" y="43170"/>
                    </a:cubicBezTo>
                    <a:lnTo>
                      <a:pt x="1123" y="21600"/>
                    </a:lnTo>
                    <a:close/>
                  </a:path>
                </a:pathLst>
              </a:custGeom>
              <a:noFill/>
              <a:ln w="28575" cap="flat" cmpd="sng">
                <a:solidFill>
                  <a:srgbClr val="FF9900"/>
                </a:solidFill>
                <a:prstDash val="solid"/>
                <a:round/>
                <a:headEnd type="none" w="med" len="med"/>
                <a:tailEnd type="none" w="med" len="med"/>
              </a:ln>
            </p:spPr>
            <p:txBody>
              <a:bodyPr wrap="none" anchor="ctr" anchorCtr="0"/>
              <a:p>
                <a:endParaRPr lang="zh-CN" altLang="en-US" dirty="0">
                  <a:latin typeface="楷体_GB2312" pitchFamily="49" charset="-122"/>
                </a:endParaRPr>
              </a:p>
            </p:txBody>
          </p:sp>
          <p:sp>
            <p:nvSpPr>
              <p:cNvPr id="11299" name="Arc 167"/>
              <p:cNvSpPr/>
              <p:nvPr/>
            </p:nvSpPr>
            <p:spPr>
              <a:xfrm flipH="1" flipV="1">
                <a:off x="1565" y="2614"/>
                <a:ext cx="90" cy="116"/>
              </a:xfrm>
              <a:custGeom>
                <a:avLst/>
                <a:gdLst>
                  <a:gd name="txL" fmla="*/ 0 w 22723"/>
                  <a:gd name="txT" fmla="*/ 0 h 43200"/>
                  <a:gd name="txR" fmla="*/ 22723 w 22723"/>
                  <a:gd name="txB" fmla="*/ 43200 h 43200"/>
                </a:gdLst>
                <a:ahLst/>
                <a:cxnLst>
                  <a:cxn ang="0">
                    <a:pos x="1122" y="0"/>
                  </a:cxn>
                  <a:cxn ang="0">
                    <a:pos x="22723" y="21600"/>
                  </a:cxn>
                  <a:cxn ang="0">
                    <a:pos x="1123" y="43200"/>
                  </a:cxn>
                  <a:cxn ang="0">
                    <a:pos x="0" y="43170"/>
                  </a:cxn>
                  <a:cxn ang="0">
                    <a:pos x="1122" y="0"/>
                  </a:cxn>
                  <a:cxn ang="0">
                    <a:pos x="22723" y="21600"/>
                  </a:cxn>
                  <a:cxn ang="0">
                    <a:pos x="1123" y="43200"/>
                  </a:cxn>
                  <a:cxn ang="0">
                    <a:pos x="0" y="43170"/>
                  </a:cxn>
                  <a:cxn ang="0">
                    <a:pos x="1123" y="21600"/>
                  </a:cxn>
                </a:cxnLst>
                <a:rect l="txL" t="txT" r="txR" b="txB"/>
                <a:pathLst>
                  <a:path w="22723" h="43200" fill="none">
                    <a:moveTo>
                      <a:pt x="1122" y="0"/>
                    </a:moveTo>
                    <a:cubicBezTo>
                      <a:pt x="13052" y="0"/>
                      <a:pt x="22723" y="9670"/>
                      <a:pt x="22723" y="21600"/>
                    </a:cubicBezTo>
                    <a:cubicBezTo>
                      <a:pt x="22723" y="33529"/>
                      <a:pt x="13052" y="43200"/>
                      <a:pt x="1123" y="43200"/>
                    </a:cubicBezTo>
                    <a:cubicBezTo>
                      <a:pt x="748" y="43200"/>
                      <a:pt x="374" y="43190"/>
                      <a:pt x="0" y="43170"/>
                    </a:cubicBezTo>
                  </a:path>
                  <a:path w="22723" h="43200" stroke="0">
                    <a:moveTo>
                      <a:pt x="1122" y="0"/>
                    </a:moveTo>
                    <a:cubicBezTo>
                      <a:pt x="13052" y="0"/>
                      <a:pt x="22723" y="9670"/>
                      <a:pt x="22723" y="21600"/>
                    </a:cubicBezTo>
                    <a:cubicBezTo>
                      <a:pt x="22723" y="33529"/>
                      <a:pt x="13052" y="43200"/>
                      <a:pt x="1123" y="43200"/>
                    </a:cubicBezTo>
                    <a:cubicBezTo>
                      <a:pt x="748" y="43200"/>
                      <a:pt x="374" y="43190"/>
                      <a:pt x="0" y="43170"/>
                    </a:cubicBezTo>
                    <a:lnTo>
                      <a:pt x="1123" y="21600"/>
                    </a:lnTo>
                    <a:close/>
                  </a:path>
                </a:pathLst>
              </a:custGeom>
              <a:noFill/>
              <a:ln w="28575" cap="flat" cmpd="sng">
                <a:solidFill>
                  <a:srgbClr val="FF9900"/>
                </a:solidFill>
                <a:prstDash val="solid"/>
                <a:round/>
                <a:headEnd type="none" w="med" len="med"/>
                <a:tailEnd type="none" w="med" len="med"/>
              </a:ln>
            </p:spPr>
            <p:txBody>
              <a:bodyPr wrap="none" anchor="ctr" anchorCtr="0"/>
              <a:p>
                <a:endParaRPr lang="zh-CN" altLang="en-US" dirty="0">
                  <a:latin typeface="楷体_GB2312" pitchFamily="49" charset="-122"/>
                </a:endParaRPr>
              </a:p>
            </p:txBody>
          </p:sp>
          <p:sp>
            <p:nvSpPr>
              <p:cNvPr id="11300" name="Arc 168"/>
              <p:cNvSpPr/>
              <p:nvPr/>
            </p:nvSpPr>
            <p:spPr>
              <a:xfrm flipH="1" flipV="1">
                <a:off x="1565" y="2984"/>
                <a:ext cx="90" cy="116"/>
              </a:xfrm>
              <a:custGeom>
                <a:avLst/>
                <a:gdLst>
                  <a:gd name="txL" fmla="*/ 0 w 22723"/>
                  <a:gd name="txT" fmla="*/ 0 h 43200"/>
                  <a:gd name="txR" fmla="*/ 22723 w 22723"/>
                  <a:gd name="txB" fmla="*/ 43200 h 43200"/>
                </a:gdLst>
                <a:ahLst/>
                <a:cxnLst>
                  <a:cxn ang="0">
                    <a:pos x="1122" y="0"/>
                  </a:cxn>
                  <a:cxn ang="0">
                    <a:pos x="22723" y="21600"/>
                  </a:cxn>
                  <a:cxn ang="0">
                    <a:pos x="1123" y="43200"/>
                  </a:cxn>
                  <a:cxn ang="0">
                    <a:pos x="0" y="43170"/>
                  </a:cxn>
                  <a:cxn ang="0">
                    <a:pos x="1122" y="0"/>
                  </a:cxn>
                  <a:cxn ang="0">
                    <a:pos x="22723" y="21600"/>
                  </a:cxn>
                  <a:cxn ang="0">
                    <a:pos x="1123" y="43200"/>
                  </a:cxn>
                  <a:cxn ang="0">
                    <a:pos x="0" y="43170"/>
                  </a:cxn>
                  <a:cxn ang="0">
                    <a:pos x="1123" y="21600"/>
                  </a:cxn>
                </a:cxnLst>
                <a:rect l="txL" t="txT" r="txR" b="txB"/>
                <a:pathLst>
                  <a:path w="22723" h="43200" fill="none">
                    <a:moveTo>
                      <a:pt x="1122" y="0"/>
                    </a:moveTo>
                    <a:cubicBezTo>
                      <a:pt x="13052" y="0"/>
                      <a:pt x="22723" y="9670"/>
                      <a:pt x="22723" y="21600"/>
                    </a:cubicBezTo>
                    <a:cubicBezTo>
                      <a:pt x="22723" y="33529"/>
                      <a:pt x="13052" y="43200"/>
                      <a:pt x="1123" y="43200"/>
                    </a:cubicBezTo>
                    <a:cubicBezTo>
                      <a:pt x="748" y="43200"/>
                      <a:pt x="374" y="43190"/>
                      <a:pt x="0" y="43170"/>
                    </a:cubicBezTo>
                  </a:path>
                  <a:path w="22723" h="43200" stroke="0">
                    <a:moveTo>
                      <a:pt x="1122" y="0"/>
                    </a:moveTo>
                    <a:cubicBezTo>
                      <a:pt x="13052" y="0"/>
                      <a:pt x="22723" y="9670"/>
                      <a:pt x="22723" y="21600"/>
                    </a:cubicBezTo>
                    <a:cubicBezTo>
                      <a:pt x="22723" y="33529"/>
                      <a:pt x="13052" y="43200"/>
                      <a:pt x="1123" y="43200"/>
                    </a:cubicBezTo>
                    <a:cubicBezTo>
                      <a:pt x="748" y="43200"/>
                      <a:pt x="374" y="43190"/>
                      <a:pt x="0" y="43170"/>
                    </a:cubicBezTo>
                    <a:lnTo>
                      <a:pt x="1123" y="21600"/>
                    </a:lnTo>
                    <a:close/>
                  </a:path>
                </a:pathLst>
              </a:custGeom>
              <a:noFill/>
              <a:ln w="28575" cap="flat" cmpd="sng">
                <a:solidFill>
                  <a:srgbClr val="FF9900"/>
                </a:solidFill>
                <a:prstDash val="solid"/>
                <a:round/>
                <a:headEnd type="none" w="med" len="med"/>
                <a:tailEnd type="none" w="med" len="med"/>
              </a:ln>
            </p:spPr>
            <p:txBody>
              <a:bodyPr wrap="none" anchor="ctr" anchorCtr="0"/>
              <a:p>
                <a:endParaRPr lang="zh-CN" altLang="en-US" dirty="0">
                  <a:latin typeface="楷体_GB2312" pitchFamily="49" charset="-122"/>
                </a:endParaRPr>
              </a:p>
            </p:txBody>
          </p:sp>
        </p:gr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withEffect">
                                  <p:stCondLst>
                                    <p:cond delay="0"/>
                                  </p:stCondLst>
                                  <p:childTnLst>
                                    <p:set>
                                      <p:cBhvr>
                                        <p:cTn id="6" dur="1" fill="hold">
                                          <p:stCondLst>
                                            <p:cond delay="0"/>
                                          </p:stCondLst>
                                        </p:cTn>
                                        <p:tgtEl>
                                          <p:spTgt spid="61443"/>
                                        </p:tgtEl>
                                        <p:attrNameLst>
                                          <p:attrName>style.visibility</p:attrName>
                                        </p:attrNameLst>
                                      </p:cBhvr>
                                      <p:to>
                                        <p:strVal val="visible"/>
                                      </p:to>
                                    </p:set>
                                    <p:animEffect transition="in" filter="wipe(left)">
                                      <p:cBhvr>
                                        <p:cTn id="7" dur="1000"/>
                                        <p:tgtEl>
                                          <p:spTgt spid="61443"/>
                                        </p:tgtEl>
                                      </p:cBhvr>
                                    </p:animEffect>
                                  </p:childTnLst>
                                </p:cTn>
                              </p:par>
                            </p:childTnLst>
                          </p:cTn>
                        </p:par>
                      </p:childTnLst>
                    </p:cTn>
                  </p:par>
                  <p:par>
                    <p:cTn id="8" fill="hold">
                      <p:stCondLst>
                        <p:cond delay="indefinite"/>
                      </p:stCondLst>
                      <p:childTnLst>
                        <p:par>
                          <p:cTn id="9" fill="hold">
                            <p:stCondLst>
                              <p:cond delay="0"/>
                            </p:stCondLst>
                            <p:childTnLst>
                              <p:par>
                                <p:cTn id="10" presetID="23" presetClass="entr" presetSubtype="16" fill="hold" nodeType="clickEffect">
                                  <p:stCondLst>
                                    <p:cond delay="0"/>
                                  </p:stCondLst>
                                  <p:childTnLst>
                                    <p:set>
                                      <p:cBhvr>
                                        <p:cTn id="11" dur="1" fill="hold">
                                          <p:stCondLst>
                                            <p:cond delay="0"/>
                                          </p:stCondLst>
                                        </p:cTn>
                                        <p:tgtEl>
                                          <p:spTgt spid="61442"/>
                                        </p:tgtEl>
                                        <p:attrNameLst>
                                          <p:attrName>style.visibility</p:attrName>
                                        </p:attrNameLst>
                                      </p:cBhvr>
                                      <p:to>
                                        <p:strVal val="visible"/>
                                      </p:to>
                                    </p:set>
                                    <p:anim calcmode="lin" valueType="num">
                                      <p:cBhvr>
                                        <p:cTn id="12" dur="500" fill="hold"/>
                                        <p:tgtEl>
                                          <p:spTgt spid="61442"/>
                                        </p:tgtEl>
                                        <p:attrNameLst>
                                          <p:attrName>ppt_w</p:attrName>
                                        </p:attrNameLst>
                                      </p:cBhvr>
                                      <p:tavLst>
                                        <p:tav tm="0">
                                          <p:val>
                                            <p:fltVal val="0.000000"/>
                                          </p:val>
                                        </p:tav>
                                        <p:tav tm="100000">
                                          <p:val>
                                            <p:strVal val="#ppt_w"/>
                                          </p:val>
                                        </p:tav>
                                      </p:tavLst>
                                    </p:anim>
                                    <p:anim calcmode="lin" valueType="num">
                                      <p:cBhvr>
                                        <p:cTn id="13" dur="500" fill="hold"/>
                                        <p:tgtEl>
                                          <p:spTgt spid="61442"/>
                                        </p:tgtEl>
                                        <p:attrNameLst>
                                          <p:attrName>ppt_h</p:attrName>
                                        </p:attrNameLst>
                                      </p:cBhvr>
                                      <p:tavLst>
                                        <p:tav tm="0">
                                          <p:val>
                                            <p:fltVal val="0.000000"/>
                                          </p:val>
                                        </p:tav>
                                        <p:tav tm="100000">
                                          <p:val>
                                            <p:strVal val="#ppt_h"/>
                                          </p:val>
                                        </p:tav>
                                      </p:tavLst>
                                    </p:anim>
                                  </p:childTnLst>
                                </p:cTn>
                              </p:par>
                            </p:childTnLst>
                          </p:cTn>
                        </p:par>
                      </p:childTnLst>
                    </p:cTn>
                  </p:par>
                  <p:par>
                    <p:cTn id="14" fill="hold">
                      <p:stCondLst>
                        <p:cond delay="indefinite"/>
                      </p:stCondLst>
                      <p:childTnLst>
                        <p:par>
                          <p:cTn id="15" fill="hold">
                            <p:stCondLst>
                              <p:cond delay="0"/>
                            </p:stCondLst>
                            <p:childTnLst>
                              <p:par>
                                <p:cTn id="16" presetID="2" presetClass="entr" presetSubtype="8" fill="hold" grpId="0" nodeType="clickEffect">
                                  <p:stCondLst>
                                    <p:cond delay="0"/>
                                  </p:stCondLst>
                                  <p:childTnLst>
                                    <p:set>
                                      <p:cBhvr>
                                        <p:cTn id="17" dur="1" fill="hold">
                                          <p:stCondLst>
                                            <p:cond delay="0"/>
                                          </p:stCondLst>
                                        </p:cTn>
                                        <p:tgtEl>
                                          <p:spTgt spid="61444"/>
                                        </p:tgtEl>
                                        <p:attrNameLst>
                                          <p:attrName>style.visibility</p:attrName>
                                        </p:attrNameLst>
                                      </p:cBhvr>
                                      <p:to>
                                        <p:strVal val="visible"/>
                                      </p:to>
                                    </p:set>
                                    <p:anim calcmode="lin" valueType="num">
                                      <p:cBhvr additive="base">
                                        <p:cTn id="18" dur="500" fill="hold"/>
                                        <p:tgtEl>
                                          <p:spTgt spid="61444"/>
                                        </p:tgtEl>
                                        <p:attrNameLst>
                                          <p:attrName>ppt_x</p:attrName>
                                        </p:attrNameLst>
                                      </p:cBhvr>
                                      <p:tavLst>
                                        <p:tav tm="0">
                                          <p:val>
                                            <p:strVal val="0-#ppt_w/2"/>
                                          </p:val>
                                        </p:tav>
                                        <p:tav tm="100000">
                                          <p:val>
                                            <p:strVal val="#ppt_x"/>
                                          </p:val>
                                        </p:tav>
                                      </p:tavLst>
                                    </p:anim>
                                    <p:anim calcmode="lin" valueType="num">
                                      <p:cBhvr additive="base">
                                        <p:cTn id="19" dur="500" fill="hold"/>
                                        <p:tgtEl>
                                          <p:spTgt spid="61444"/>
                                        </p:tgtEl>
                                        <p:attrNameLst>
                                          <p:attrName>ppt_y</p:attrName>
                                        </p:attrNameLst>
                                      </p:cBhvr>
                                      <p:tavLst>
                                        <p:tav tm="0">
                                          <p:val>
                                            <p:strVal val="#ppt_y"/>
                                          </p:val>
                                        </p:tav>
                                        <p:tav tm="100000">
                                          <p:val>
                                            <p:strVal val="#ppt_y"/>
                                          </p:val>
                                        </p:tav>
                                      </p:tavLst>
                                    </p:anim>
                                  </p:childTnLst>
                                </p:cTn>
                              </p:par>
                            </p:childTnLst>
                          </p:cTn>
                        </p:par>
                      </p:childTnLst>
                    </p:cTn>
                  </p:par>
                  <p:par>
                    <p:cTn id="20" fill="hold">
                      <p:stCondLst>
                        <p:cond delay="indefinite"/>
                      </p:stCondLst>
                      <p:childTnLst>
                        <p:par>
                          <p:cTn id="21" fill="hold">
                            <p:stCondLst>
                              <p:cond delay="0"/>
                            </p:stCondLst>
                            <p:childTnLst>
                              <p:par>
                                <p:cTn id="22" presetID="3" presetClass="entr" presetSubtype="10" fill="hold" nodeType="clickEffect">
                                  <p:stCondLst>
                                    <p:cond delay="0"/>
                                  </p:stCondLst>
                                  <p:childTnLst>
                                    <p:set>
                                      <p:cBhvr>
                                        <p:cTn id="23" dur="1" fill="hold">
                                          <p:stCondLst>
                                            <p:cond delay="0"/>
                                          </p:stCondLst>
                                        </p:cTn>
                                        <p:tgtEl>
                                          <p:spTgt spid="7"/>
                                        </p:tgtEl>
                                        <p:attrNameLst>
                                          <p:attrName>style.visibility</p:attrName>
                                        </p:attrNameLst>
                                      </p:cBhvr>
                                      <p:to>
                                        <p:strVal val="visible"/>
                                      </p:to>
                                    </p:set>
                                    <p:animEffect transition="in" filter="blinds(horizontal)">
                                      <p:cBhvr>
                                        <p:cTn id="24" dur="500"/>
                                        <p:tgtEl>
                                          <p:spTgt spid="7"/>
                                        </p:tgtEl>
                                      </p:cBhvr>
                                    </p:animEffect>
                                  </p:childTnLst>
                                </p:cTn>
                              </p:par>
                            </p:childTnLst>
                          </p:cTn>
                        </p:par>
                      </p:childTnLst>
                    </p:cTn>
                  </p:par>
                  <p:par>
                    <p:cTn id="25" fill="hold">
                      <p:stCondLst>
                        <p:cond delay="indefinite"/>
                      </p:stCondLst>
                      <p:childTnLst>
                        <p:par>
                          <p:cTn id="26" fill="hold">
                            <p:stCondLst>
                              <p:cond delay="0"/>
                            </p:stCondLst>
                            <p:childTnLst>
                              <p:par>
                                <p:cTn id="27" presetID="18" presetClass="entr" presetSubtype="6" fill="hold" nodeType="clickEffect">
                                  <p:stCondLst>
                                    <p:cond delay="0"/>
                                  </p:stCondLst>
                                  <p:childTnLst>
                                    <p:set>
                                      <p:cBhvr>
                                        <p:cTn id="28" dur="1" fill="hold">
                                          <p:stCondLst>
                                            <p:cond delay="0"/>
                                          </p:stCondLst>
                                        </p:cTn>
                                        <p:tgtEl>
                                          <p:spTgt spid="61445"/>
                                        </p:tgtEl>
                                        <p:attrNameLst>
                                          <p:attrName>style.visibility</p:attrName>
                                        </p:attrNameLst>
                                      </p:cBhvr>
                                      <p:to>
                                        <p:strVal val="visible"/>
                                      </p:to>
                                    </p:set>
                                    <p:animEffect transition="in" filter="strips(downRight)">
                                      <p:cBhvr>
                                        <p:cTn id="29" dur="2000"/>
                                        <p:tgtEl>
                                          <p:spTgt spid="61445"/>
                                        </p:tgtEl>
                                      </p:cBhvr>
                                    </p:animEffect>
                                  </p:childTnLst>
                                </p:cTn>
                              </p:par>
                            </p:childTnLst>
                          </p:cTn>
                        </p:par>
                      </p:childTnLst>
                    </p:cTn>
                  </p:par>
                  <p:par>
                    <p:cTn id="30" fill="hold">
                      <p:stCondLst>
                        <p:cond delay="indefinite"/>
                      </p:stCondLst>
                      <p:childTnLst>
                        <p:par>
                          <p:cTn id="31" fill="hold">
                            <p:stCondLst>
                              <p:cond delay="0"/>
                            </p:stCondLst>
                            <p:childTnLst>
                              <p:par>
                                <p:cTn id="32" presetID="3" presetClass="entr" presetSubtype="10" fill="hold" nodeType="clickEffect">
                                  <p:stCondLst>
                                    <p:cond delay="0"/>
                                  </p:stCondLst>
                                  <p:childTnLst>
                                    <p:set>
                                      <p:cBhvr>
                                        <p:cTn id="33" dur="1" fill="hold">
                                          <p:stCondLst>
                                            <p:cond delay="0"/>
                                          </p:stCondLst>
                                        </p:cTn>
                                        <p:tgtEl>
                                          <p:spTgt spid="8"/>
                                        </p:tgtEl>
                                        <p:attrNameLst>
                                          <p:attrName>style.visibility</p:attrName>
                                        </p:attrNameLst>
                                      </p:cBhvr>
                                      <p:to>
                                        <p:strVal val="visible"/>
                                      </p:to>
                                    </p:set>
                                    <p:animEffect transition="in" filter="blinds(horizontal)">
                                      <p:cBhvr>
                                        <p:cTn id="34" dur="500"/>
                                        <p:tgtEl>
                                          <p:spTgt spid="8"/>
                                        </p:tgtEl>
                                      </p:cBhvr>
                                    </p:animEffect>
                                  </p:childTnLst>
                                </p:cTn>
                              </p:par>
                            </p:childTnLst>
                          </p:cTn>
                        </p:par>
                      </p:childTnLst>
                    </p:cTn>
                  </p:par>
                  <p:par>
                    <p:cTn id="35" fill="hold">
                      <p:stCondLst>
                        <p:cond delay="indefinite"/>
                      </p:stCondLst>
                      <p:childTnLst>
                        <p:par>
                          <p:cTn id="36" fill="hold">
                            <p:stCondLst>
                              <p:cond delay="0"/>
                            </p:stCondLst>
                            <p:childTnLst>
                              <p:par>
                                <p:cTn id="37" presetID="24" presetClass="entr" presetSubtype="0" fill="hold" nodeType="clickEffect">
                                  <p:stCondLst>
                                    <p:cond delay="0"/>
                                  </p:stCondLst>
                                  <p:childTnLst>
                                    <p:set>
                                      <p:cBhvr>
                                        <p:cTn id="38" dur="1" fill="hold">
                                          <p:stCondLst>
                                            <p:cond delay="499"/>
                                          </p:stCondLst>
                                        </p:cTn>
                                        <p:tgtEl>
                                          <p:spTgt spid="61446"/>
                                        </p:tgtEl>
                                        <p:attrNameLst>
                                          <p:attrName>style.visibility</p:attrName>
                                        </p:attrNameLst>
                                      </p:cBhvr>
                                      <p:to>
                                        <p:strVal val="visible"/>
                                      </p:to>
                                    </p:set>
                                    <p:anim to="" calcmode="lin" valueType="num">
                                      <p:cBhvr>
                                        <p:cTn id="39" dur="1" fill="hold"/>
                                        <p:tgtEl>
                                          <p:spTgt spid="61446"/>
                                        </p:tgtEl>
                                        <p:attrNameLst>
                                          <p:attrName>style.visibility</p:attrName>
                                        </p:attrNameLst>
                                      </p:cBhvr>
                                    </p:anim>
                                  </p:childTnLst>
                                </p:cTn>
                              </p:par>
                            </p:childTnLst>
                          </p:cTn>
                        </p:par>
                      </p:childTnLst>
                    </p:cTn>
                  </p:par>
                  <p:par>
                    <p:cTn id="40" fill="hold">
                      <p:stCondLst>
                        <p:cond delay="indefinite"/>
                      </p:stCondLst>
                      <p:childTnLst>
                        <p:par>
                          <p:cTn id="41" fill="hold">
                            <p:stCondLst>
                              <p:cond delay="0"/>
                            </p:stCondLst>
                            <p:childTnLst>
                              <p:par>
                                <p:cTn id="42" presetID="3" presetClass="entr" presetSubtype="10" fill="hold" nodeType="clickEffect">
                                  <p:stCondLst>
                                    <p:cond delay="0"/>
                                  </p:stCondLst>
                                  <p:childTnLst>
                                    <p:set>
                                      <p:cBhvr>
                                        <p:cTn id="43" dur="1" fill="hold">
                                          <p:stCondLst>
                                            <p:cond delay="0"/>
                                          </p:stCondLst>
                                        </p:cTn>
                                        <p:tgtEl>
                                          <p:spTgt spid="6"/>
                                        </p:tgtEl>
                                        <p:attrNameLst>
                                          <p:attrName>style.visibility</p:attrName>
                                        </p:attrNameLst>
                                      </p:cBhvr>
                                      <p:to>
                                        <p:strVal val="visible"/>
                                      </p:to>
                                    </p:set>
                                    <p:animEffect transition="in" filter="blinds(horizontal)">
                                      <p:cBhvr>
                                        <p:cTn id="44" dur="500"/>
                                        <p:tgtEl>
                                          <p:spTgt spid="6"/>
                                        </p:tgtEl>
                                      </p:cBhvr>
                                    </p:animEffect>
                                  </p:childTnLst>
                                </p:cTn>
                              </p:par>
                            </p:childTnLst>
                          </p:cTn>
                        </p:par>
                      </p:childTnLst>
                    </p:cTn>
                  </p:par>
                  <p:par>
                    <p:cTn id="45" fill="hold">
                      <p:stCondLst>
                        <p:cond delay="indefinite"/>
                      </p:stCondLst>
                      <p:childTnLst>
                        <p:par>
                          <p:cTn id="46" fill="hold">
                            <p:stCondLst>
                              <p:cond delay="0"/>
                            </p:stCondLst>
                            <p:childTnLst>
                              <p:par>
                                <p:cTn id="47" presetID="22" presetClass="entr" presetSubtype="1" fill="hold" nodeType="clickEffect">
                                  <p:stCondLst>
                                    <p:cond delay="0"/>
                                  </p:stCondLst>
                                  <p:childTnLst>
                                    <p:set>
                                      <p:cBhvr>
                                        <p:cTn id="48" dur="1" fill="hold">
                                          <p:stCondLst>
                                            <p:cond delay="0"/>
                                          </p:stCondLst>
                                        </p:cTn>
                                        <p:tgtEl>
                                          <p:spTgt spid="61447"/>
                                        </p:tgtEl>
                                        <p:attrNameLst>
                                          <p:attrName>style.visibility</p:attrName>
                                        </p:attrNameLst>
                                      </p:cBhvr>
                                      <p:to>
                                        <p:strVal val="visible"/>
                                      </p:to>
                                    </p:set>
                                    <p:animEffect transition="in" filter="wipe(up)">
                                      <p:cBhvr>
                                        <p:cTn id="49" dur="2000"/>
                                        <p:tgtEl>
                                          <p:spTgt spid="61447"/>
                                        </p:tgtEl>
                                      </p:cBhvr>
                                    </p:animEffect>
                                  </p:childTnLst>
                                </p:cTn>
                              </p:par>
                            </p:childTnLst>
                          </p:cTn>
                        </p:par>
                      </p:childTnLst>
                    </p:cTn>
                  </p:par>
                  <p:par>
                    <p:cTn id="50" fill="hold">
                      <p:stCondLst>
                        <p:cond delay="indefinite"/>
                      </p:stCondLst>
                      <p:childTnLst>
                        <p:par>
                          <p:cTn id="51" fill="hold">
                            <p:stCondLst>
                              <p:cond delay="0"/>
                            </p:stCondLst>
                            <p:childTnLst>
                              <p:par>
                                <p:cTn id="52" presetID="3" presetClass="entr" presetSubtype="10" fill="hold" nodeType="clickEffect">
                                  <p:stCondLst>
                                    <p:cond delay="0"/>
                                  </p:stCondLst>
                                  <p:childTnLst>
                                    <p:set>
                                      <p:cBhvr>
                                        <p:cTn id="53" dur="1" fill="hold">
                                          <p:stCondLst>
                                            <p:cond delay="0"/>
                                          </p:stCondLst>
                                        </p:cTn>
                                        <p:tgtEl>
                                          <p:spTgt spid="4"/>
                                        </p:tgtEl>
                                        <p:attrNameLst>
                                          <p:attrName>style.visibility</p:attrName>
                                        </p:attrNameLst>
                                      </p:cBhvr>
                                      <p:to>
                                        <p:strVal val="visible"/>
                                      </p:to>
                                    </p:set>
                                    <p:animEffect transition="in" filter="blinds(horizontal)">
                                      <p:cBhvr>
                                        <p:cTn id="54" dur="500"/>
                                        <p:tgtEl>
                                          <p:spTgt spid="4"/>
                                        </p:tgtEl>
                                      </p:cBhvr>
                                    </p:animEffect>
                                  </p:childTnLst>
                                </p:cTn>
                              </p:par>
                            </p:childTnLst>
                          </p:cTn>
                        </p:par>
                        <p:par>
                          <p:cTn id="55" fill="hold">
                            <p:stCondLst>
                              <p:cond delay="500"/>
                            </p:stCondLst>
                            <p:childTnLst>
                              <p:par>
                                <p:cTn id="56" presetID="55" presetClass="entr" presetSubtype="0" fill="hold" grpId="0" nodeType="afterEffect">
                                  <p:stCondLst>
                                    <p:cond delay="0"/>
                                  </p:stCondLst>
                                  <p:childTnLst>
                                    <p:set>
                                      <p:cBhvr>
                                        <p:cTn id="57" dur="1" fill="hold">
                                          <p:stCondLst>
                                            <p:cond delay="0"/>
                                          </p:stCondLst>
                                        </p:cTn>
                                        <p:tgtEl>
                                          <p:spTgt spid="61495"/>
                                        </p:tgtEl>
                                        <p:attrNameLst>
                                          <p:attrName>style.visibility</p:attrName>
                                        </p:attrNameLst>
                                      </p:cBhvr>
                                      <p:to>
                                        <p:strVal val="visible"/>
                                      </p:to>
                                    </p:set>
                                    <p:anim calcmode="lin" valueType="num">
                                      <p:cBhvr>
                                        <p:cTn id="58" dur="1000" fill="hold"/>
                                        <p:tgtEl>
                                          <p:spTgt spid="61495"/>
                                        </p:tgtEl>
                                        <p:attrNameLst>
                                          <p:attrName>ppt_w</p:attrName>
                                        </p:attrNameLst>
                                      </p:cBhvr>
                                      <p:tavLst>
                                        <p:tav tm="0">
                                          <p:val>
                                            <p:strVal val="#ppt_w*0.70"/>
                                          </p:val>
                                        </p:tav>
                                        <p:tav tm="100000">
                                          <p:val>
                                            <p:strVal val="#ppt_w"/>
                                          </p:val>
                                        </p:tav>
                                      </p:tavLst>
                                    </p:anim>
                                    <p:anim calcmode="lin" valueType="num">
                                      <p:cBhvr>
                                        <p:cTn id="59" dur="1000" fill="hold"/>
                                        <p:tgtEl>
                                          <p:spTgt spid="61495"/>
                                        </p:tgtEl>
                                        <p:attrNameLst>
                                          <p:attrName>ppt_h</p:attrName>
                                        </p:attrNameLst>
                                      </p:cBhvr>
                                      <p:tavLst>
                                        <p:tav tm="0">
                                          <p:val>
                                            <p:strVal val="#ppt_h"/>
                                          </p:val>
                                        </p:tav>
                                        <p:tav tm="100000">
                                          <p:val>
                                            <p:strVal val="#ppt_h"/>
                                          </p:val>
                                        </p:tav>
                                      </p:tavLst>
                                    </p:anim>
                                    <p:animEffect transition="in" filter="fade">
                                      <p:cBhvr>
                                        <p:cTn id="60" dur="1000"/>
                                        <p:tgtEl>
                                          <p:spTgt spid="6149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1443" grpId="0"/>
      <p:bldP spid="61444" grpId="0"/>
      <p:bldP spid="61495"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0418" name="Text Box 2"/>
          <p:cNvSpPr txBox="1"/>
          <p:nvPr/>
        </p:nvSpPr>
        <p:spPr>
          <a:xfrm>
            <a:off x="539750" y="549275"/>
            <a:ext cx="3744913" cy="579438"/>
          </a:xfrm>
          <a:prstGeom prst="rect">
            <a:avLst/>
          </a:prstGeom>
          <a:noFill/>
          <a:ln w="9525">
            <a:noFill/>
          </a:ln>
        </p:spPr>
        <p:txBody>
          <a:bodyPr>
            <a:spAutoFit/>
          </a:bodyPr>
          <a:p>
            <a:r>
              <a:rPr lang="en-US" altLang="zh-CN" sz="3200" dirty="0">
                <a:solidFill>
                  <a:schemeClr val="bg1"/>
                </a:solidFill>
                <a:latin typeface="楷体_GB2312" pitchFamily="49" charset="-122"/>
              </a:rPr>
              <a:t>4. </a:t>
            </a:r>
            <a:r>
              <a:rPr lang="en-US" altLang="zh-CN" sz="3200" b="0" i="1" dirty="0">
                <a:solidFill>
                  <a:schemeClr val="bg1"/>
                </a:solidFill>
                <a:latin typeface="Times New Roman" panose="02020603050405020304" pitchFamily="18" charset="0"/>
              </a:rPr>
              <a:t>RLC</a:t>
            </a:r>
            <a:r>
              <a:rPr lang="zh-CN" altLang="en-US" sz="3200" dirty="0">
                <a:solidFill>
                  <a:schemeClr val="bg1"/>
                </a:solidFill>
                <a:latin typeface="楷体_GB2312" pitchFamily="49" charset="-122"/>
              </a:rPr>
              <a:t>并联电路</a:t>
            </a:r>
            <a:endParaRPr lang="zh-CN" altLang="en-US" sz="3200" dirty="0">
              <a:solidFill>
                <a:schemeClr val="bg1"/>
              </a:solidFill>
              <a:latin typeface="楷体_GB2312" pitchFamily="49" charset="-122"/>
            </a:endParaRPr>
          </a:p>
        </p:txBody>
      </p:sp>
      <p:sp>
        <p:nvSpPr>
          <p:cNvPr id="60419" name="Text Box 3"/>
          <p:cNvSpPr txBox="1"/>
          <p:nvPr/>
        </p:nvSpPr>
        <p:spPr>
          <a:xfrm>
            <a:off x="539750" y="3429000"/>
            <a:ext cx="1609725" cy="519113"/>
          </a:xfrm>
          <a:prstGeom prst="rect">
            <a:avLst/>
          </a:prstGeom>
          <a:noFill/>
          <a:ln w="9525">
            <a:noFill/>
          </a:ln>
        </p:spPr>
        <p:txBody>
          <a:bodyPr wrap="none">
            <a:spAutoFit/>
          </a:bodyPr>
          <a:p>
            <a:pPr>
              <a:spcBef>
                <a:spcPct val="50000"/>
              </a:spcBef>
            </a:pPr>
            <a:r>
              <a:rPr lang="zh-CN" altLang="en-US" dirty="0">
                <a:latin typeface="Times New Roman" panose="02020603050405020304" pitchFamily="18" charset="0"/>
              </a:rPr>
              <a:t>由</a:t>
            </a:r>
            <a:r>
              <a:rPr lang="en-US" altLang="zh-CN" b="0" dirty="0">
                <a:latin typeface="Times New Roman" panose="02020603050405020304" pitchFamily="18" charset="0"/>
                <a:ea typeface="宋体" panose="02010600030101010101" pitchFamily="2" charset="-122"/>
              </a:rPr>
              <a:t>KCL</a:t>
            </a:r>
            <a:r>
              <a:rPr lang="zh-CN" altLang="en-US" dirty="0">
                <a:latin typeface="Times New Roman" panose="02020603050405020304" pitchFamily="18" charset="0"/>
                <a:ea typeface="宋体" panose="02010600030101010101" pitchFamily="2" charset="-122"/>
              </a:rPr>
              <a:t>：</a:t>
            </a:r>
            <a:endParaRPr lang="zh-CN" altLang="en-US" dirty="0">
              <a:latin typeface="Times New Roman" panose="02020603050405020304" pitchFamily="18" charset="0"/>
              <a:ea typeface="宋体" panose="02010600030101010101" pitchFamily="2" charset="-122"/>
            </a:endParaRPr>
          </a:p>
        </p:txBody>
      </p:sp>
      <p:sp>
        <p:nvSpPr>
          <p:cNvPr id="60420" name="AutoShape 4"/>
          <p:cNvSpPr/>
          <p:nvPr/>
        </p:nvSpPr>
        <p:spPr>
          <a:xfrm>
            <a:off x="4211638" y="2349500"/>
            <a:ext cx="647700" cy="215900"/>
          </a:xfrm>
          <a:prstGeom prst="rightArrow">
            <a:avLst>
              <a:gd name="adj1" fmla="val 50000"/>
              <a:gd name="adj2" fmla="val 75000"/>
            </a:avLst>
          </a:prstGeom>
          <a:solidFill>
            <a:srgbClr val="0099FF"/>
          </a:solidFill>
          <a:ln w="9525">
            <a:noFill/>
          </a:ln>
        </p:spPr>
        <p:txBody>
          <a:bodyPr wrap="none" anchor="ctr" anchorCtr="0"/>
          <a:p>
            <a:endParaRPr lang="zh-CN" altLang="en-US" dirty="0">
              <a:latin typeface="楷体_GB2312" pitchFamily="49" charset="-122"/>
            </a:endParaRPr>
          </a:p>
        </p:txBody>
      </p:sp>
      <p:graphicFrame>
        <p:nvGraphicFramePr>
          <p:cNvPr id="60421" name="Object 5"/>
          <p:cNvGraphicFramePr/>
          <p:nvPr/>
        </p:nvGraphicFramePr>
        <p:xfrm>
          <a:off x="1908175" y="3141663"/>
          <a:ext cx="2603500" cy="806450"/>
        </p:xfrm>
        <a:graphic>
          <a:graphicData uri="http://schemas.openxmlformats.org/presentationml/2006/ole">
            <mc:AlternateContent xmlns:mc="http://schemas.openxmlformats.org/markup-compatibility/2006">
              <mc:Choice xmlns:v="urn:schemas-microsoft-com:vml" Requires="v">
                <p:oleObj spid="_x0000_s3102" name="" r:id="rId1" imgW="1066165" imgH="330200" progId="Equation.3">
                  <p:embed/>
                </p:oleObj>
              </mc:Choice>
              <mc:Fallback>
                <p:oleObj name="" r:id="rId1" imgW="1066165" imgH="330200" progId="Equation.3">
                  <p:embed/>
                  <p:pic>
                    <p:nvPicPr>
                      <p:cNvPr id="0" name="图片 3101"/>
                      <p:cNvPicPr/>
                      <p:nvPr/>
                    </p:nvPicPr>
                    <p:blipFill>
                      <a:blip r:embed="rId2">
                        <a:clrChange>
                          <a:clrFrom>
                            <a:srgbClr val="000000"/>
                          </a:clrFrom>
                          <a:clrTo>
                            <a:srgbClr val="FFFFFF"/>
                          </a:clrTo>
                        </a:clrChange>
                      </a:blip>
                      <a:stretch>
                        <a:fillRect/>
                      </a:stretch>
                    </p:blipFill>
                    <p:spPr>
                      <a:xfrm>
                        <a:off x="1908175" y="3141663"/>
                        <a:ext cx="2603500" cy="806450"/>
                      </a:xfrm>
                      <a:prstGeom prst="rect">
                        <a:avLst/>
                      </a:prstGeom>
                      <a:noFill/>
                      <a:ln w="38100">
                        <a:noFill/>
                        <a:miter/>
                      </a:ln>
                    </p:spPr>
                  </p:pic>
                </p:oleObj>
              </mc:Fallback>
            </mc:AlternateContent>
          </a:graphicData>
        </a:graphic>
      </p:graphicFrame>
      <p:graphicFrame>
        <p:nvGraphicFramePr>
          <p:cNvPr id="60488" name="Object 72"/>
          <p:cNvGraphicFramePr/>
          <p:nvPr/>
        </p:nvGraphicFramePr>
        <p:xfrm>
          <a:off x="4427538" y="3141663"/>
          <a:ext cx="3959225" cy="1066800"/>
        </p:xfrm>
        <a:graphic>
          <a:graphicData uri="http://schemas.openxmlformats.org/presentationml/2006/ole">
            <mc:AlternateContent xmlns:mc="http://schemas.openxmlformats.org/markup-compatibility/2006">
              <mc:Choice xmlns:v="urn:schemas-microsoft-com:vml" Requires="v">
                <p:oleObj spid="_x0000_s3103" name="" r:id="rId3" imgW="1676400" imgH="469900" progId="Equation.3">
                  <p:embed/>
                </p:oleObj>
              </mc:Choice>
              <mc:Fallback>
                <p:oleObj name="" r:id="rId3" imgW="1676400" imgH="469900" progId="Equation.3">
                  <p:embed/>
                  <p:pic>
                    <p:nvPicPr>
                      <p:cNvPr id="0" name="图片 3102"/>
                      <p:cNvPicPr/>
                      <p:nvPr/>
                    </p:nvPicPr>
                    <p:blipFill>
                      <a:blip r:embed="rId4">
                        <a:clrChange>
                          <a:clrFrom>
                            <a:srgbClr val="000000"/>
                          </a:clrFrom>
                          <a:clrTo>
                            <a:srgbClr val="FFFFFF"/>
                          </a:clrTo>
                        </a:clrChange>
                      </a:blip>
                      <a:stretch>
                        <a:fillRect/>
                      </a:stretch>
                    </p:blipFill>
                    <p:spPr>
                      <a:xfrm>
                        <a:off x="4427538" y="3141663"/>
                        <a:ext cx="3959225" cy="1066800"/>
                      </a:xfrm>
                      <a:prstGeom prst="rect">
                        <a:avLst/>
                      </a:prstGeom>
                      <a:noFill/>
                      <a:ln w="38100">
                        <a:noFill/>
                        <a:miter/>
                      </a:ln>
                    </p:spPr>
                  </p:pic>
                </p:oleObj>
              </mc:Fallback>
            </mc:AlternateContent>
          </a:graphicData>
        </a:graphic>
      </p:graphicFrame>
      <p:graphicFrame>
        <p:nvGraphicFramePr>
          <p:cNvPr id="60489" name="Object 73"/>
          <p:cNvGraphicFramePr/>
          <p:nvPr/>
        </p:nvGraphicFramePr>
        <p:xfrm>
          <a:off x="395288" y="4005263"/>
          <a:ext cx="3092450" cy="935037"/>
        </p:xfrm>
        <a:graphic>
          <a:graphicData uri="http://schemas.openxmlformats.org/presentationml/2006/ole">
            <mc:AlternateContent xmlns:mc="http://schemas.openxmlformats.org/markup-compatibility/2006">
              <mc:Choice xmlns:v="urn:schemas-microsoft-com:vml" Requires="v">
                <p:oleObj spid="_x0000_s3106" name="" r:id="rId5" imgW="1549400" imgH="469900" progId="Equation.3">
                  <p:embed/>
                </p:oleObj>
              </mc:Choice>
              <mc:Fallback>
                <p:oleObj name="" r:id="rId5" imgW="1549400" imgH="469900" progId="Equation.3">
                  <p:embed/>
                  <p:pic>
                    <p:nvPicPr>
                      <p:cNvPr id="0" name="图片 3105"/>
                      <p:cNvPicPr/>
                      <p:nvPr/>
                    </p:nvPicPr>
                    <p:blipFill>
                      <a:blip r:embed="rId6">
                        <a:clrChange>
                          <a:clrFrom>
                            <a:srgbClr val="000000"/>
                          </a:clrFrom>
                          <a:clrTo>
                            <a:srgbClr val="FFFFFF"/>
                          </a:clrTo>
                        </a:clrChange>
                      </a:blip>
                      <a:stretch>
                        <a:fillRect/>
                      </a:stretch>
                    </p:blipFill>
                    <p:spPr>
                      <a:xfrm>
                        <a:off x="395288" y="4005263"/>
                        <a:ext cx="3092450" cy="935037"/>
                      </a:xfrm>
                      <a:prstGeom prst="rect">
                        <a:avLst/>
                      </a:prstGeom>
                      <a:noFill/>
                      <a:ln w="38100">
                        <a:noFill/>
                        <a:miter/>
                      </a:ln>
                    </p:spPr>
                  </p:pic>
                </p:oleObj>
              </mc:Fallback>
            </mc:AlternateContent>
          </a:graphicData>
        </a:graphic>
      </p:graphicFrame>
      <p:graphicFrame>
        <p:nvGraphicFramePr>
          <p:cNvPr id="60490" name="Object 74"/>
          <p:cNvGraphicFramePr/>
          <p:nvPr/>
        </p:nvGraphicFramePr>
        <p:xfrm>
          <a:off x="3419475" y="4005263"/>
          <a:ext cx="2989263" cy="776287"/>
        </p:xfrm>
        <a:graphic>
          <a:graphicData uri="http://schemas.openxmlformats.org/presentationml/2006/ole">
            <mc:AlternateContent xmlns:mc="http://schemas.openxmlformats.org/markup-compatibility/2006">
              <mc:Choice xmlns:v="urn:schemas-microsoft-com:vml" Requires="v">
                <p:oleObj spid="_x0000_s3104" name="" r:id="rId7" imgW="1409700" imgH="368300" progId="Equation.3">
                  <p:embed/>
                </p:oleObj>
              </mc:Choice>
              <mc:Fallback>
                <p:oleObj name="" r:id="rId7" imgW="1409700" imgH="368300" progId="Equation.3">
                  <p:embed/>
                  <p:pic>
                    <p:nvPicPr>
                      <p:cNvPr id="0" name="图片 3103"/>
                      <p:cNvPicPr/>
                      <p:nvPr/>
                    </p:nvPicPr>
                    <p:blipFill>
                      <a:blip r:embed="rId8">
                        <a:clrChange>
                          <a:clrFrom>
                            <a:srgbClr val="000000"/>
                          </a:clrFrom>
                          <a:clrTo>
                            <a:srgbClr val="FFFFFF"/>
                          </a:clrTo>
                        </a:clrChange>
                      </a:blip>
                      <a:stretch>
                        <a:fillRect/>
                      </a:stretch>
                    </p:blipFill>
                    <p:spPr>
                      <a:xfrm>
                        <a:off x="3419475" y="4005263"/>
                        <a:ext cx="2989263" cy="776287"/>
                      </a:xfrm>
                      <a:prstGeom prst="rect">
                        <a:avLst/>
                      </a:prstGeom>
                      <a:noFill/>
                      <a:ln w="38100">
                        <a:noFill/>
                        <a:miter/>
                      </a:ln>
                    </p:spPr>
                  </p:pic>
                </p:oleObj>
              </mc:Fallback>
            </mc:AlternateContent>
          </a:graphicData>
        </a:graphic>
      </p:graphicFrame>
      <p:graphicFrame>
        <p:nvGraphicFramePr>
          <p:cNvPr id="60491" name="Object 75"/>
          <p:cNvGraphicFramePr/>
          <p:nvPr/>
        </p:nvGraphicFramePr>
        <p:xfrm>
          <a:off x="6443663" y="4005263"/>
          <a:ext cx="1925637" cy="749300"/>
        </p:xfrm>
        <a:graphic>
          <a:graphicData uri="http://schemas.openxmlformats.org/presentationml/2006/ole">
            <mc:AlternateContent xmlns:mc="http://schemas.openxmlformats.org/markup-compatibility/2006">
              <mc:Choice xmlns:v="urn:schemas-microsoft-com:vml" Requires="v">
                <p:oleObj spid="_x0000_s3110" name="" r:id="rId9" imgW="939800" imgH="368300" progId="Equation.3">
                  <p:embed/>
                </p:oleObj>
              </mc:Choice>
              <mc:Fallback>
                <p:oleObj name="" r:id="rId9" imgW="939800" imgH="368300" progId="Equation.3">
                  <p:embed/>
                  <p:pic>
                    <p:nvPicPr>
                      <p:cNvPr id="0" name="图片 3109"/>
                      <p:cNvPicPr/>
                      <p:nvPr/>
                    </p:nvPicPr>
                    <p:blipFill>
                      <a:blip r:embed="rId10">
                        <a:clrChange>
                          <a:clrFrom>
                            <a:srgbClr val="000000"/>
                          </a:clrFrom>
                          <a:clrTo>
                            <a:srgbClr val="FFFFFF"/>
                          </a:clrTo>
                        </a:clrChange>
                      </a:blip>
                      <a:stretch>
                        <a:fillRect/>
                      </a:stretch>
                    </p:blipFill>
                    <p:spPr>
                      <a:xfrm>
                        <a:off x="6443663" y="4005263"/>
                        <a:ext cx="1925637" cy="749300"/>
                      </a:xfrm>
                      <a:prstGeom prst="rect">
                        <a:avLst/>
                      </a:prstGeom>
                      <a:noFill/>
                      <a:ln w="38100">
                        <a:noFill/>
                        <a:miter/>
                      </a:ln>
                    </p:spPr>
                  </p:pic>
                </p:oleObj>
              </mc:Fallback>
            </mc:AlternateContent>
          </a:graphicData>
        </a:graphic>
      </p:graphicFrame>
      <p:grpSp>
        <p:nvGrpSpPr>
          <p:cNvPr id="12305" name="Group 115"/>
          <p:cNvGrpSpPr/>
          <p:nvPr/>
        </p:nvGrpSpPr>
        <p:grpSpPr>
          <a:xfrm>
            <a:off x="8316913" y="6446838"/>
            <a:ext cx="792162" cy="366712"/>
            <a:chOff x="5193" y="4020"/>
            <a:chExt cx="499" cy="231"/>
          </a:xfrm>
        </p:grpSpPr>
        <p:pic>
          <p:nvPicPr>
            <p:cNvPr id="12374" name="Picture 116" descr="78900"/>
            <p:cNvPicPr>
              <a:picLocks noChangeAspect="1"/>
            </p:cNvPicPr>
            <p:nvPr/>
          </p:nvPicPr>
          <p:blipFill>
            <a:blip r:embed="rId11"/>
            <a:stretch>
              <a:fillRect/>
            </a:stretch>
          </p:blipFill>
          <p:spPr>
            <a:xfrm>
              <a:off x="5193" y="4066"/>
              <a:ext cx="499" cy="181"/>
            </a:xfrm>
            <a:prstGeom prst="rect">
              <a:avLst/>
            </a:prstGeom>
            <a:noFill/>
            <a:ln w="9525">
              <a:noFill/>
            </a:ln>
          </p:spPr>
        </p:pic>
        <p:sp>
          <p:nvSpPr>
            <p:cNvPr id="12375" name="Text Box 117">
              <a:hlinkClick r:id="" action="ppaction://hlinkshowjump?jump=nextslide"/>
            </p:cNvPr>
            <p:cNvSpPr txBox="1"/>
            <p:nvPr/>
          </p:nvSpPr>
          <p:spPr>
            <a:xfrm>
              <a:off x="5216" y="4020"/>
              <a:ext cx="476" cy="231"/>
            </a:xfrm>
            <a:prstGeom prst="rect">
              <a:avLst/>
            </a:prstGeom>
            <a:noFill/>
            <a:ln w="9525">
              <a:noFill/>
            </a:ln>
          </p:spPr>
          <p:txBody>
            <a:bodyPr wrap="none">
              <a:spAutoFit/>
            </a:bodyPr>
            <a:p>
              <a:pPr>
                <a:spcBef>
                  <a:spcPct val="50000"/>
                </a:spcBef>
              </a:pPr>
              <a:r>
                <a:rPr lang="zh-CN" altLang="en-US" sz="1800" b="0" dirty="0">
                  <a:solidFill>
                    <a:schemeClr val="bg1"/>
                  </a:solidFill>
                  <a:latin typeface="隶书" panose="02010509060101010101" pitchFamily="49" charset="-122"/>
                  <a:ea typeface="隶书" panose="02010509060101010101" pitchFamily="49" charset="-122"/>
                </a:rPr>
                <a:t>下 页</a:t>
              </a:r>
              <a:endParaRPr lang="zh-CN" altLang="en-US" sz="1800" b="0" dirty="0">
                <a:solidFill>
                  <a:schemeClr val="bg1"/>
                </a:solidFill>
                <a:latin typeface="隶书" panose="02010509060101010101" pitchFamily="49" charset="-122"/>
                <a:ea typeface="隶书" panose="02010509060101010101" pitchFamily="49" charset="-122"/>
              </a:endParaRPr>
            </a:p>
          </p:txBody>
        </p:sp>
      </p:grpSp>
      <p:grpSp>
        <p:nvGrpSpPr>
          <p:cNvPr id="12306" name="Group 118"/>
          <p:cNvGrpSpPr/>
          <p:nvPr/>
        </p:nvGrpSpPr>
        <p:grpSpPr>
          <a:xfrm>
            <a:off x="7453313" y="6446838"/>
            <a:ext cx="792162" cy="366712"/>
            <a:chOff x="4649" y="4020"/>
            <a:chExt cx="499" cy="231"/>
          </a:xfrm>
        </p:grpSpPr>
        <p:pic>
          <p:nvPicPr>
            <p:cNvPr id="12372" name="Picture 119" descr="78900"/>
            <p:cNvPicPr>
              <a:picLocks noChangeAspect="1"/>
            </p:cNvPicPr>
            <p:nvPr/>
          </p:nvPicPr>
          <p:blipFill>
            <a:blip r:embed="rId11"/>
            <a:stretch>
              <a:fillRect/>
            </a:stretch>
          </p:blipFill>
          <p:spPr>
            <a:xfrm>
              <a:off x="4649" y="4066"/>
              <a:ext cx="499" cy="181"/>
            </a:xfrm>
            <a:prstGeom prst="rect">
              <a:avLst/>
            </a:prstGeom>
            <a:noFill/>
            <a:ln w="9525">
              <a:noFill/>
            </a:ln>
          </p:spPr>
        </p:pic>
        <p:sp>
          <p:nvSpPr>
            <p:cNvPr id="12373" name="Text Box 120">
              <a:hlinkClick r:id="" action="ppaction://hlinkshowjump?jump=previousslide"/>
            </p:cNvPr>
            <p:cNvSpPr txBox="1"/>
            <p:nvPr/>
          </p:nvSpPr>
          <p:spPr>
            <a:xfrm>
              <a:off x="4672" y="4020"/>
              <a:ext cx="476" cy="231"/>
            </a:xfrm>
            <a:prstGeom prst="rect">
              <a:avLst/>
            </a:prstGeom>
            <a:noFill/>
            <a:ln w="9525">
              <a:noFill/>
            </a:ln>
          </p:spPr>
          <p:txBody>
            <a:bodyPr wrap="none">
              <a:spAutoFit/>
            </a:bodyPr>
            <a:p>
              <a:pPr>
                <a:spcBef>
                  <a:spcPct val="50000"/>
                </a:spcBef>
              </a:pPr>
              <a:r>
                <a:rPr lang="zh-CN" altLang="en-US" sz="1800" b="0" dirty="0">
                  <a:solidFill>
                    <a:schemeClr val="bg1"/>
                  </a:solidFill>
                  <a:latin typeface="隶书" panose="02010509060101010101" pitchFamily="49" charset="-122"/>
                  <a:ea typeface="隶书" panose="02010509060101010101" pitchFamily="49" charset="-122"/>
                </a:rPr>
                <a:t>上 页</a:t>
              </a:r>
              <a:endParaRPr lang="zh-CN" altLang="en-US" sz="1800" b="0" dirty="0">
                <a:solidFill>
                  <a:schemeClr val="bg1"/>
                </a:solidFill>
                <a:latin typeface="隶书" panose="02010509060101010101" pitchFamily="49" charset="-122"/>
                <a:ea typeface="隶书" panose="02010509060101010101" pitchFamily="49" charset="-122"/>
              </a:endParaRPr>
            </a:p>
          </p:txBody>
        </p:sp>
      </p:grpSp>
      <p:grpSp>
        <p:nvGrpSpPr>
          <p:cNvPr id="12307" name="Group 191"/>
          <p:cNvGrpSpPr/>
          <p:nvPr/>
        </p:nvGrpSpPr>
        <p:grpSpPr>
          <a:xfrm>
            <a:off x="6588125" y="6446838"/>
            <a:ext cx="792163" cy="366712"/>
            <a:chOff x="4649" y="4020"/>
            <a:chExt cx="499" cy="231"/>
          </a:xfrm>
        </p:grpSpPr>
        <p:pic>
          <p:nvPicPr>
            <p:cNvPr id="12370" name="Picture 192" descr="78900"/>
            <p:cNvPicPr>
              <a:picLocks noChangeAspect="1"/>
            </p:cNvPicPr>
            <p:nvPr/>
          </p:nvPicPr>
          <p:blipFill>
            <a:blip r:embed="rId11"/>
            <a:stretch>
              <a:fillRect/>
            </a:stretch>
          </p:blipFill>
          <p:spPr>
            <a:xfrm>
              <a:off x="4649" y="4066"/>
              <a:ext cx="499" cy="181"/>
            </a:xfrm>
            <a:prstGeom prst="rect">
              <a:avLst/>
            </a:prstGeom>
            <a:noFill/>
            <a:ln w="9525">
              <a:noFill/>
            </a:ln>
          </p:spPr>
        </p:pic>
        <p:sp>
          <p:nvSpPr>
            <p:cNvPr id="12371" name="Text Box 193">
              <a:hlinkClick r:id="" action="ppaction://hlinkshowjump?jump=firstslide"/>
            </p:cNvPr>
            <p:cNvSpPr txBox="1"/>
            <p:nvPr/>
          </p:nvSpPr>
          <p:spPr>
            <a:xfrm>
              <a:off x="4672" y="4020"/>
              <a:ext cx="476" cy="231"/>
            </a:xfrm>
            <a:prstGeom prst="rect">
              <a:avLst/>
            </a:prstGeom>
            <a:noFill/>
            <a:ln w="9525">
              <a:noFill/>
            </a:ln>
          </p:spPr>
          <p:txBody>
            <a:bodyPr wrap="none">
              <a:spAutoFit/>
            </a:bodyPr>
            <a:p>
              <a:pPr>
                <a:spcBef>
                  <a:spcPct val="50000"/>
                </a:spcBef>
              </a:pPr>
              <a:r>
                <a:rPr lang="zh-CN" altLang="en-US" sz="1800" b="0" dirty="0">
                  <a:solidFill>
                    <a:schemeClr val="bg1"/>
                  </a:solidFill>
                  <a:latin typeface="隶书" panose="02010509060101010101" pitchFamily="49" charset="-122"/>
                  <a:ea typeface="隶书" panose="02010509060101010101" pitchFamily="49" charset="-122"/>
                </a:rPr>
                <a:t>返 回</a:t>
              </a:r>
              <a:endParaRPr lang="zh-CN" altLang="en-US" sz="1800" b="0" dirty="0">
                <a:solidFill>
                  <a:schemeClr val="bg1"/>
                </a:solidFill>
                <a:latin typeface="隶书" panose="02010509060101010101" pitchFamily="49" charset="-122"/>
                <a:ea typeface="隶书" panose="02010509060101010101" pitchFamily="49" charset="-122"/>
              </a:endParaRPr>
            </a:p>
          </p:txBody>
        </p:sp>
      </p:grpSp>
      <p:grpSp>
        <p:nvGrpSpPr>
          <p:cNvPr id="5" name="Group 195"/>
          <p:cNvGrpSpPr/>
          <p:nvPr/>
        </p:nvGrpSpPr>
        <p:grpSpPr>
          <a:xfrm>
            <a:off x="676275" y="5013325"/>
            <a:ext cx="7605713" cy="1171575"/>
            <a:chOff x="426" y="3158"/>
            <a:chExt cx="4791" cy="738"/>
          </a:xfrm>
        </p:grpSpPr>
        <p:graphicFrame>
          <p:nvGraphicFramePr>
            <p:cNvPr id="12301" name="Object 110"/>
            <p:cNvGraphicFramePr/>
            <p:nvPr/>
          </p:nvGraphicFramePr>
          <p:xfrm>
            <a:off x="426" y="3158"/>
            <a:ext cx="4791" cy="738"/>
          </p:xfrm>
          <a:graphic>
            <a:graphicData uri="http://schemas.openxmlformats.org/presentationml/2006/ole">
              <mc:AlternateContent xmlns:mc="http://schemas.openxmlformats.org/markup-compatibility/2006">
                <mc:Choice xmlns:v="urn:schemas-microsoft-com:vml" Requires="v">
                  <p:oleObj spid="_x0000_s3109" name="" r:id="rId12" imgW="2997200" imgH="469900" progId="Equation.3">
                    <p:embed/>
                  </p:oleObj>
                </mc:Choice>
                <mc:Fallback>
                  <p:oleObj name="" r:id="rId12" imgW="2997200" imgH="469900" progId="Equation.3">
                    <p:embed/>
                    <p:pic>
                      <p:nvPicPr>
                        <p:cNvPr id="0" name="图片 3108"/>
                        <p:cNvPicPr/>
                        <p:nvPr/>
                      </p:nvPicPr>
                      <p:blipFill>
                        <a:blip r:embed="rId13">
                          <a:clrChange>
                            <a:clrFrom>
                              <a:srgbClr val="000000"/>
                            </a:clrFrom>
                            <a:clrTo>
                              <a:srgbClr val="CC0000"/>
                            </a:clrTo>
                          </a:clrChange>
                        </a:blip>
                        <a:stretch>
                          <a:fillRect/>
                        </a:stretch>
                      </p:blipFill>
                      <p:spPr>
                        <a:xfrm>
                          <a:off x="426" y="3158"/>
                          <a:ext cx="4791" cy="738"/>
                        </a:xfrm>
                        <a:prstGeom prst="rect">
                          <a:avLst/>
                        </a:prstGeom>
                        <a:gradFill rotWithShape="1">
                          <a:gsLst>
                            <a:gs pos="0">
                              <a:srgbClr val="0099FF"/>
                            </a:gs>
                            <a:gs pos="50000">
                              <a:srgbClr val="FFFFFF"/>
                            </a:gs>
                            <a:gs pos="100000">
                              <a:srgbClr val="0099FF"/>
                            </a:gs>
                          </a:gsLst>
                          <a:lin ang="5400000" scaled="1"/>
                          <a:tileRect/>
                        </a:gradFill>
                        <a:ln w="38100">
                          <a:noFill/>
                          <a:miter/>
                        </a:ln>
                      </p:spPr>
                    </p:pic>
                  </p:oleObj>
                </mc:Fallback>
              </mc:AlternateContent>
            </a:graphicData>
          </a:graphic>
        </p:graphicFrame>
        <p:sp>
          <p:nvSpPr>
            <p:cNvPr id="12369" name="Line 194"/>
            <p:cNvSpPr/>
            <p:nvPr/>
          </p:nvSpPr>
          <p:spPr>
            <a:xfrm>
              <a:off x="4794" y="3702"/>
              <a:ext cx="363" cy="0"/>
            </a:xfrm>
            <a:prstGeom prst="line">
              <a:avLst/>
            </a:prstGeom>
            <a:ln w="9525" cap="flat" cmpd="sng">
              <a:solidFill>
                <a:srgbClr val="FF3300"/>
              </a:solidFill>
              <a:prstDash val="solid"/>
              <a:headEnd type="none" w="med" len="med"/>
              <a:tailEnd type="none" w="med" len="med"/>
            </a:ln>
          </p:spPr>
        </p:sp>
      </p:grpSp>
      <p:grpSp>
        <p:nvGrpSpPr>
          <p:cNvPr id="6" name="Group 201"/>
          <p:cNvGrpSpPr/>
          <p:nvPr/>
        </p:nvGrpSpPr>
        <p:grpSpPr>
          <a:xfrm>
            <a:off x="755650" y="1052513"/>
            <a:ext cx="3327400" cy="2052637"/>
            <a:chOff x="476" y="663"/>
            <a:chExt cx="2096" cy="1293"/>
          </a:xfrm>
        </p:grpSpPr>
        <p:sp>
          <p:nvSpPr>
            <p:cNvPr id="12337" name="Freeform 138"/>
            <p:cNvSpPr/>
            <p:nvPr/>
          </p:nvSpPr>
          <p:spPr>
            <a:xfrm>
              <a:off x="705" y="981"/>
              <a:ext cx="1554" cy="6"/>
            </a:xfrm>
            <a:custGeom>
              <a:avLst/>
              <a:gdLst>
                <a:gd name="txL" fmla="*/ 0 w 1554"/>
                <a:gd name="txT" fmla="*/ 0 h 6"/>
                <a:gd name="txR" fmla="*/ 1554 w 1554"/>
                <a:gd name="txB" fmla="*/ 6 h 6"/>
              </a:gdLst>
              <a:ahLst/>
              <a:cxnLst>
                <a:cxn ang="0">
                  <a:pos x="1554" y="6"/>
                </a:cxn>
                <a:cxn ang="0">
                  <a:pos x="0" y="0"/>
                </a:cxn>
              </a:cxnLst>
              <a:rect l="txL" t="txT" r="txR" b="txB"/>
              <a:pathLst>
                <a:path w="1554" h="6">
                  <a:moveTo>
                    <a:pt x="1554" y="6"/>
                  </a:moveTo>
                  <a:lnTo>
                    <a:pt x="0" y="0"/>
                  </a:lnTo>
                </a:path>
              </a:pathLst>
            </a:custGeom>
            <a:noFill/>
            <a:ln w="28575" cap="flat" cmpd="sng">
              <a:solidFill>
                <a:srgbClr val="FFCC00"/>
              </a:solidFill>
              <a:prstDash val="solid"/>
              <a:round/>
              <a:headEnd type="none" w="med" len="med"/>
              <a:tailEnd type="none" w="med" len="med"/>
            </a:ln>
          </p:spPr>
          <p:txBody>
            <a:bodyPr wrap="none" anchor="ctr" anchorCtr="0"/>
            <a:p>
              <a:endParaRPr lang="zh-CN" altLang="en-US" dirty="0">
                <a:latin typeface="楷体_GB2312" pitchFamily="49" charset="-122"/>
              </a:endParaRPr>
            </a:p>
          </p:txBody>
        </p:sp>
        <p:sp>
          <p:nvSpPr>
            <p:cNvPr id="12338" name="Text Box 125"/>
            <p:cNvSpPr txBox="1"/>
            <p:nvPr/>
          </p:nvSpPr>
          <p:spPr>
            <a:xfrm>
              <a:off x="841" y="663"/>
              <a:ext cx="178" cy="327"/>
            </a:xfrm>
            <a:prstGeom prst="rect">
              <a:avLst/>
            </a:prstGeom>
            <a:noFill/>
            <a:ln w="28575">
              <a:noFill/>
            </a:ln>
          </p:spPr>
          <p:txBody>
            <a:bodyPr wrap="none">
              <a:spAutoFit/>
            </a:bodyPr>
            <a:p>
              <a:r>
                <a:rPr lang="en-US" altLang="zh-CN" b="0" i="1" dirty="0">
                  <a:solidFill>
                    <a:schemeClr val="bg1"/>
                  </a:solidFill>
                  <a:latin typeface="Times New Roman" panose="02020603050405020304" pitchFamily="18" charset="0"/>
                  <a:ea typeface="宋体" panose="02010600030101010101" pitchFamily="2" charset="-122"/>
                </a:rPr>
                <a:t>i</a:t>
              </a:r>
              <a:endParaRPr lang="en-US" altLang="zh-CN" b="0" i="1" dirty="0">
                <a:solidFill>
                  <a:schemeClr val="bg1"/>
                </a:solidFill>
                <a:latin typeface="Times New Roman" panose="02020603050405020304" pitchFamily="18" charset="0"/>
                <a:ea typeface="宋体" panose="02010600030101010101" pitchFamily="2" charset="-122"/>
              </a:endParaRPr>
            </a:p>
          </p:txBody>
        </p:sp>
        <p:sp>
          <p:nvSpPr>
            <p:cNvPr id="12339" name="Freeform 126"/>
            <p:cNvSpPr/>
            <p:nvPr/>
          </p:nvSpPr>
          <p:spPr>
            <a:xfrm>
              <a:off x="2247" y="981"/>
              <a:ext cx="1" cy="448"/>
            </a:xfrm>
            <a:custGeom>
              <a:avLst/>
              <a:gdLst>
                <a:gd name="txL" fmla="*/ 0 w 1"/>
                <a:gd name="txT" fmla="*/ 0 h 448"/>
                <a:gd name="txR" fmla="*/ 1 w 1"/>
                <a:gd name="txB" fmla="*/ 448 h 448"/>
              </a:gdLst>
              <a:ahLst/>
              <a:cxnLst>
                <a:cxn ang="0">
                  <a:pos x="0" y="0"/>
                </a:cxn>
                <a:cxn ang="0">
                  <a:pos x="0" y="22"/>
                </a:cxn>
                <a:cxn ang="0">
                  <a:pos x="0" y="448"/>
                </a:cxn>
              </a:cxnLst>
              <a:rect l="txL" t="txT" r="txR" b="txB"/>
              <a:pathLst>
                <a:path w="1" h="448">
                  <a:moveTo>
                    <a:pt x="0" y="0"/>
                  </a:moveTo>
                  <a:lnTo>
                    <a:pt x="0" y="22"/>
                  </a:lnTo>
                  <a:lnTo>
                    <a:pt x="0" y="448"/>
                  </a:lnTo>
                </a:path>
              </a:pathLst>
            </a:custGeom>
            <a:solidFill>
              <a:srgbClr val="FFFFFF"/>
            </a:solidFill>
            <a:ln w="28575" cap="flat" cmpd="sng">
              <a:solidFill>
                <a:srgbClr val="FFCC00"/>
              </a:solidFill>
              <a:prstDash val="solid"/>
              <a:round/>
              <a:headEnd type="none" w="med" len="med"/>
              <a:tailEnd type="none" w="med" len="med"/>
            </a:ln>
          </p:spPr>
          <p:txBody>
            <a:bodyPr/>
            <a:p>
              <a:endParaRPr lang="zh-CN" altLang="en-US" dirty="0">
                <a:latin typeface="楷体_GB2312" pitchFamily="49" charset="-122"/>
              </a:endParaRPr>
            </a:p>
          </p:txBody>
        </p:sp>
        <p:sp>
          <p:nvSpPr>
            <p:cNvPr id="12340" name="Freeform 127"/>
            <p:cNvSpPr/>
            <p:nvPr/>
          </p:nvSpPr>
          <p:spPr>
            <a:xfrm>
              <a:off x="2246" y="1525"/>
              <a:ext cx="1" cy="388"/>
            </a:xfrm>
            <a:custGeom>
              <a:avLst/>
              <a:gdLst>
                <a:gd name="txL" fmla="*/ 0 w 1"/>
                <a:gd name="txT" fmla="*/ 0 h 388"/>
                <a:gd name="txR" fmla="*/ 1 w 1"/>
                <a:gd name="txB" fmla="*/ 388 h 388"/>
              </a:gdLst>
              <a:ahLst/>
              <a:cxnLst>
                <a:cxn ang="0">
                  <a:pos x="0" y="0"/>
                </a:cxn>
                <a:cxn ang="0">
                  <a:pos x="1" y="388"/>
                </a:cxn>
                <a:cxn ang="0">
                  <a:pos x="1" y="382"/>
                </a:cxn>
              </a:cxnLst>
              <a:rect l="txL" t="txT" r="txR" b="txB"/>
              <a:pathLst>
                <a:path w="1" h="388">
                  <a:moveTo>
                    <a:pt x="0" y="0"/>
                  </a:moveTo>
                  <a:lnTo>
                    <a:pt x="1" y="388"/>
                  </a:lnTo>
                  <a:lnTo>
                    <a:pt x="1" y="382"/>
                  </a:lnTo>
                </a:path>
              </a:pathLst>
            </a:custGeom>
            <a:solidFill>
              <a:srgbClr val="FFFFFF"/>
            </a:solidFill>
            <a:ln w="28575" cap="flat" cmpd="sng">
              <a:solidFill>
                <a:srgbClr val="FFCC00"/>
              </a:solidFill>
              <a:prstDash val="solid"/>
              <a:round/>
              <a:headEnd type="none" w="med" len="med"/>
              <a:tailEnd type="none" w="med" len="med"/>
            </a:ln>
          </p:spPr>
          <p:txBody>
            <a:bodyPr/>
            <a:p>
              <a:endParaRPr lang="zh-CN" altLang="en-US" dirty="0">
                <a:latin typeface="楷体_GB2312" pitchFamily="49" charset="-122"/>
              </a:endParaRPr>
            </a:p>
          </p:txBody>
        </p:sp>
        <p:sp>
          <p:nvSpPr>
            <p:cNvPr id="12341" name="Freeform 128"/>
            <p:cNvSpPr/>
            <p:nvPr/>
          </p:nvSpPr>
          <p:spPr>
            <a:xfrm>
              <a:off x="729" y="1927"/>
              <a:ext cx="1518" cy="6"/>
            </a:xfrm>
            <a:custGeom>
              <a:avLst/>
              <a:gdLst>
                <a:gd name="txL" fmla="*/ 0 w 1518"/>
                <a:gd name="txT" fmla="*/ 0 h 6"/>
                <a:gd name="txR" fmla="*/ 1518 w 1518"/>
                <a:gd name="txB" fmla="*/ 6 h 6"/>
              </a:gdLst>
              <a:ahLst/>
              <a:cxnLst>
                <a:cxn ang="0">
                  <a:pos x="1518" y="6"/>
                </a:cxn>
                <a:cxn ang="0">
                  <a:pos x="0" y="0"/>
                </a:cxn>
              </a:cxnLst>
              <a:rect l="txL" t="txT" r="txR" b="txB"/>
              <a:pathLst>
                <a:path w="1518" h="6">
                  <a:moveTo>
                    <a:pt x="1518" y="6"/>
                  </a:moveTo>
                  <a:lnTo>
                    <a:pt x="0" y="0"/>
                  </a:lnTo>
                </a:path>
              </a:pathLst>
            </a:custGeom>
            <a:noFill/>
            <a:ln w="28575" cap="flat" cmpd="sng">
              <a:solidFill>
                <a:srgbClr val="FFCC00"/>
              </a:solidFill>
              <a:prstDash val="solid"/>
              <a:round/>
              <a:headEnd type="none" w="med" len="med"/>
              <a:tailEnd type="none" w="med" len="med"/>
            </a:ln>
          </p:spPr>
          <p:txBody>
            <a:bodyPr wrap="none" anchor="ctr" anchorCtr="0"/>
            <a:p>
              <a:endParaRPr lang="zh-CN" altLang="en-US" dirty="0">
                <a:latin typeface="楷体_GB2312" pitchFamily="49" charset="-122"/>
              </a:endParaRPr>
            </a:p>
          </p:txBody>
        </p:sp>
        <p:sp>
          <p:nvSpPr>
            <p:cNvPr id="12342" name="Text Box 129"/>
            <p:cNvSpPr txBox="1"/>
            <p:nvPr/>
          </p:nvSpPr>
          <p:spPr>
            <a:xfrm>
              <a:off x="1474" y="1344"/>
              <a:ext cx="241" cy="327"/>
            </a:xfrm>
            <a:prstGeom prst="rect">
              <a:avLst/>
            </a:prstGeom>
            <a:noFill/>
            <a:ln w="28575">
              <a:noFill/>
            </a:ln>
          </p:spPr>
          <p:txBody>
            <a:bodyPr wrap="none">
              <a:spAutoFit/>
            </a:bodyPr>
            <a:p>
              <a:r>
                <a:rPr lang="en-US" altLang="zh-CN" b="0" i="1" dirty="0">
                  <a:solidFill>
                    <a:schemeClr val="bg1"/>
                  </a:solidFill>
                  <a:latin typeface="Times New Roman" panose="02020603050405020304" pitchFamily="18" charset="0"/>
                  <a:ea typeface="宋体" panose="02010600030101010101" pitchFamily="2" charset="-122"/>
                </a:rPr>
                <a:t>L</a:t>
              </a:r>
              <a:endParaRPr lang="en-US" altLang="zh-CN" b="0" i="1" dirty="0">
                <a:solidFill>
                  <a:schemeClr val="bg1"/>
                </a:solidFill>
                <a:latin typeface="Times New Roman" panose="02020603050405020304" pitchFamily="18" charset="0"/>
                <a:ea typeface="宋体" panose="02010600030101010101" pitchFamily="2" charset="-122"/>
              </a:endParaRPr>
            </a:p>
          </p:txBody>
        </p:sp>
        <p:sp>
          <p:nvSpPr>
            <p:cNvPr id="12343" name="Text Box 130"/>
            <p:cNvSpPr txBox="1"/>
            <p:nvPr/>
          </p:nvSpPr>
          <p:spPr>
            <a:xfrm>
              <a:off x="1884" y="1344"/>
              <a:ext cx="265" cy="327"/>
            </a:xfrm>
            <a:prstGeom prst="rect">
              <a:avLst/>
            </a:prstGeom>
            <a:noFill/>
            <a:ln w="28575">
              <a:noFill/>
            </a:ln>
          </p:spPr>
          <p:txBody>
            <a:bodyPr wrap="none">
              <a:spAutoFit/>
            </a:bodyPr>
            <a:p>
              <a:r>
                <a:rPr lang="en-US" altLang="zh-CN" b="0" i="1" dirty="0">
                  <a:solidFill>
                    <a:schemeClr val="bg1"/>
                  </a:solidFill>
                  <a:latin typeface="Times New Roman" panose="02020603050405020304" pitchFamily="18" charset="0"/>
                  <a:ea typeface="宋体" panose="02010600030101010101" pitchFamily="2" charset="-122"/>
                </a:rPr>
                <a:t>C</a:t>
              </a:r>
              <a:endParaRPr lang="en-US" altLang="zh-CN" b="0" i="1" dirty="0">
                <a:solidFill>
                  <a:schemeClr val="bg1"/>
                </a:solidFill>
                <a:latin typeface="Times New Roman" panose="02020603050405020304" pitchFamily="18" charset="0"/>
                <a:ea typeface="宋体" panose="02010600030101010101" pitchFamily="2" charset="-122"/>
              </a:endParaRPr>
            </a:p>
          </p:txBody>
        </p:sp>
        <p:sp>
          <p:nvSpPr>
            <p:cNvPr id="12344" name="Text Box 131"/>
            <p:cNvSpPr txBox="1"/>
            <p:nvPr/>
          </p:nvSpPr>
          <p:spPr>
            <a:xfrm>
              <a:off x="930" y="1344"/>
              <a:ext cx="253" cy="327"/>
            </a:xfrm>
            <a:prstGeom prst="rect">
              <a:avLst/>
            </a:prstGeom>
            <a:noFill/>
            <a:ln w="28575">
              <a:noFill/>
            </a:ln>
          </p:spPr>
          <p:txBody>
            <a:bodyPr wrap="none">
              <a:spAutoFit/>
            </a:bodyPr>
            <a:p>
              <a:r>
                <a:rPr lang="en-US" altLang="zh-CN" b="0" i="1" dirty="0">
                  <a:solidFill>
                    <a:schemeClr val="bg1"/>
                  </a:solidFill>
                  <a:latin typeface="Times New Roman" panose="02020603050405020304" pitchFamily="18" charset="0"/>
                  <a:ea typeface="宋体" panose="02010600030101010101" pitchFamily="2" charset="-122"/>
                </a:rPr>
                <a:t>R</a:t>
              </a:r>
              <a:endParaRPr lang="en-US" altLang="zh-CN" b="0" i="1" dirty="0">
                <a:solidFill>
                  <a:schemeClr val="bg1"/>
                </a:solidFill>
                <a:latin typeface="Times New Roman" panose="02020603050405020304" pitchFamily="18" charset="0"/>
                <a:ea typeface="宋体" panose="02010600030101010101" pitchFamily="2" charset="-122"/>
              </a:endParaRPr>
            </a:p>
          </p:txBody>
        </p:sp>
        <p:sp>
          <p:nvSpPr>
            <p:cNvPr id="12345" name="Text Box 132"/>
            <p:cNvSpPr txBox="1"/>
            <p:nvPr/>
          </p:nvSpPr>
          <p:spPr>
            <a:xfrm>
              <a:off x="476" y="1235"/>
              <a:ext cx="338" cy="327"/>
            </a:xfrm>
            <a:prstGeom prst="rect">
              <a:avLst/>
            </a:prstGeom>
            <a:noFill/>
            <a:ln w="28575">
              <a:noFill/>
            </a:ln>
          </p:spPr>
          <p:txBody>
            <a:bodyPr>
              <a:spAutoFit/>
            </a:bodyPr>
            <a:p>
              <a:r>
                <a:rPr lang="en-US" altLang="zh-CN" b="0" i="1" dirty="0">
                  <a:solidFill>
                    <a:schemeClr val="bg1"/>
                  </a:solidFill>
                  <a:latin typeface="Times New Roman" panose="02020603050405020304" pitchFamily="18" charset="0"/>
                  <a:ea typeface="宋体" panose="02010600030101010101" pitchFamily="2" charset="-122"/>
                </a:rPr>
                <a:t>u</a:t>
              </a:r>
              <a:endParaRPr lang="en-US" altLang="zh-CN" b="0" i="1" dirty="0">
                <a:solidFill>
                  <a:schemeClr val="bg1"/>
                </a:solidFill>
                <a:latin typeface="Times New Roman" panose="02020603050405020304" pitchFamily="18" charset="0"/>
                <a:ea typeface="宋体" panose="02010600030101010101" pitchFamily="2" charset="-122"/>
              </a:endParaRPr>
            </a:p>
          </p:txBody>
        </p:sp>
        <p:sp>
          <p:nvSpPr>
            <p:cNvPr id="12346" name="Text Box 133"/>
            <p:cNvSpPr txBox="1"/>
            <p:nvPr/>
          </p:nvSpPr>
          <p:spPr>
            <a:xfrm>
              <a:off x="1728" y="981"/>
              <a:ext cx="336" cy="327"/>
            </a:xfrm>
            <a:prstGeom prst="rect">
              <a:avLst/>
            </a:prstGeom>
            <a:noFill/>
            <a:ln w="28575">
              <a:noFill/>
            </a:ln>
          </p:spPr>
          <p:txBody>
            <a:bodyPr>
              <a:spAutoFit/>
            </a:bodyPr>
            <a:p>
              <a:r>
                <a:rPr lang="en-US" altLang="zh-CN" b="0" i="1" dirty="0">
                  <a:solidFill>
                    <a:schemeClr val="bg1"/>
                  </a:solidFill>
                  <a:latin typeface="Times New Roman" panose="02020603050405020304" pitchFamily="18" charset="0"/>
                  <a:ea typeface="宋体" panose="02010600030101010101" pitchFamily="2" charset="-122"/>
                </a:rPr>
                <a:t>i</a:t>
              </a:r>
              <a:r>
                <a:rPr lang="en-US" altLang="zh-CN" b="0" i="1" baseline="-25000" dirty="0">
                  <a:solidFill>
                    <a:schemeClr val="bg1"/>
                  </a:solidFill>
                  <a:latin typeface="Times New Roman" panose="02020603050405020304" pitchFamily="18" charset="0"/>
                  <a:ea typeface="宋体" panose="02010600030101010101" pitchFamily="2" charset="-122"/>
                </a:rPr>
                <a:t>L</a:t>
              </a:r>
              <a:endParaRPr lang="en-US" altLang="zh-CN" b="0" i="1" dirty="0">
                <a:solidFill>
                  <a:schemeClr val="bg1"/>
                </a:solidFill>
                <a:latin typeface="Times New Roman" panose="02020603050405020304" pitchFamily="18" charset="0"/>
                <a:ea typeface="宋体" panose="02010600030101010101" pitchFamily="2" charset="-122"/>
              </a:endParaRPr>
            </a:p>
          </p:txBody>
        </p:sp>
        <p:sp>
          <p:nvSpPr>
            <p:cNvPr id="12347" name="Text Box 134"/>
            <p:cNvSpPr txBox="1"/>
            <p:nvPr/>
          </p:nvSpPr>
          <p:spPr>
            <a:xfrm>
              <a:off x="2236" y="981"/>
              <a:ext cx="336" cy="327"/>
            </a:xfrm>
            <a:prstGeom prst="rect">
              <a:avLst/>
            </a:prstGeom>
            <a:noFill/>
            <a:ln w="28575">
              <a:noFill/>
            </a:ln>
          </p:spPr>
          <p:txBody>
            <a:bodyPr>
              <a:spAutoFit/>
            </a:bodyPr>
            <a:p>
              <a:r>
                <a:rPr lang="en-US" altLang="zh-CN" b="0" i="1" dirty="0">
                  <a:solidFill>
                    <a:schemeClr val="bg1"/>
                  </a:solidFill>
                  <a:latin typeface="Times New Roman" panose="02020603050405020304" pitchFamily="18" charset="0"/>
                  <a:ea typeface="宋体" panose="02010600030101010101" pitchFamily="2" charset="-122"/>
                </a:rPr>
                <a:t>i</a:t>
              </a:r>
              <a:r>
                <a:rPr lang="en-US" altLang="zh-CN" b="0" i="1" baseline="-25000" dirty="0">
                  <a:solidFill>
                    <a:schemeClr val="bg1"/>
                  </a:solidFill>
                  <a:latin typeface="Times New Roman" panose="02020603050405020304" pitchFamily="18" charset="0"/>
                  <a:ea typeface="宋体" panose="02010600030101010101" pitchFamily="2" charset="-122"/>
                </a:rPr>
                <a:t>C</a:t>
              </a:r>
              <a:endParaRPr lang="en-US" altLang="zh-CN" b="0" i="1" dirty="0">
                <a:solidFill>
                  <a:schemeClr val="bg1"/>
                </a:solidFill>
                <a:latin typeface="Times New Roman" panose="02020603050405020304" pitchFamily="18" charset="0"/>
                <a:ea typeface="宋体" panose="02010600030101010101" pitchFamily="2" charset="-122"/>
              </a:endParaRPr>
            </a:p>
          </p:txBody>
        </p:sp>
        <p:sp>
          <p:nvSpPr>
            <p:cNvPr id="12348" name="Line 135"/>
            <p:cNvSpPr/>
            <p:nvPr/>
          </p:nvSpPr>
          <p:spPr>
            <a:xfrm>
              <a:off x="793" y="981"/>
              <a:ext cx="288" cy="0"/>
            </a:xfrm>
            <a:prstGeom prst="line">
              <a:avLst/>
            </a:prstGeom>
            <a:ln w="28575" cap="flat" cmpd="sng">
              <a:solidFill>
                <a:srgbClr val="66FFFF"/>
              </a:solidFill>
              <a:prstDash val="solid"/>
              <a:headEnd type="none" w="med" len="med"/>
              <a:tailEnd type="triangle" w="med" len="med"/>
            </a:ln>
          </p:spPr>
        </p:sp>
        <p:sp>
          <p:nvSpPr>
            <p:cNvPr id="12349" name="Text Box 136"/>
            <p:cNvSpPr txBox="1"/>
            <p:nvPr/>
          </p:nvSpPr>
          <p:spPr>
            <a:xfrm>
              <a:off x="531" y="947"/>
              <a:ext cx="242" cy="327"/>
            </a:xfrm>
            <a:prstGeom prst="rect">
              <a:avLst/>
            </a:prstGeom>
            <a:noFill/>
            <a:ln w="28575">
              <a:noFill/>
            </a:ln>
          </p:spPr>
          <p:txBody>
            <a:bodyPr wrap="none">
              <a:spAutoFit/>
            </a:bodyPr>
            <a:p>
              <a:pPr>
                <a:spcBef>
                  <a:spcPct val="50000"/>
                </a:spcBef>
              </a:pPr>
              <a:r>
                <a:rPr lang="en-US" altLang="zh-CN" b="0" dirty="0">
                  <a:solidFill>
                    <a:schemeClr val="bg1"/>
                  </a:solidFill>
                  <a:latin typeface="Times New Roman" panose="02020603050405020304" pitchFamily="18" charset="0"/>
                  <a:ea typeface="宋体" panose="02010600030101010101" pitchFamily="2" charset="-122"/>
                </a:rPr>
                <a:t>+</a:t>
              </a:r>
              <a:endParaRPr lang="en-US" altLang="zh-CN" b="0" dirty="0">
                <a:solidFill>
                  <a:schemeClr val="bg1"/>
                </a:solidFill>
                <a:latin typeface="Times New Roman" panose="02020603050405020304" pitchFamily="18" charset="0"/>
                <a:ea typeface="宋体" panose="02010600030101010101" pitchFamily="2" charset="-122"/>
              </a:endParaRPr>
            </a:p>
          </p:txBody>
        </p:sp>
        <p:sp>
          <p:nvSpPr>
            <p:cNvPr id="12350" name="Text Box 137"/>
            <p:cNvSpPr txBox="1"/>
            <p:nvPr/>
          </p:nvSpPr>
          <p:spPr>
            <a:xfrm>
              <a:off x="524" y="1571"/>
              <a:ext cx="228" cy="327"/>
            </a:xfrm>
            <a:prstGeom prst="rect">
              <a:avLst/>
            </a:prstGeom>
            <a:noFill/>
            <a:ln w="28575">
              <a:noFill/>
            </a:ln>
          </p:spPr>
          <p:txBody>
            <a:bodyPr wrap="none">
              <a:spAutoFit/>
            </a:bodyPr>
            <a:p>
              <a:pPr>
                <a:spcBef>
                  <a:spcPct val="50000"/>
                </a:spcBef>
              </a:pPr>
              <a:r>
                <a:rPr lang="en-US" altLang="zh-CN" b="0" dirty="0">
                  <a:solidFill>
                    <a:schemeClr val="bg1"/>
                  </a:solidFill>
                  <a:latin typeface="宋体" panose="02010600030101010101" pitchFamily="2" charset="-122"/>
                  <a:ea typeface="宋体" panose="02010600030101010101" pitchFamily="2" charset="-122"/>
                </a:rPr>
                <a:t>-</a:t>
              </a:r>
              <a:endParaRPr lang="en-US" altLang="zh-CN" b="0" dirty="0">
                <a:solidFill>
                  <a:schemeClr val="bg1"/>
                </a:solidFill>
                <a:latin typeface="Times New Roman" panose="02020603050405020304" pitchFamily="18" charset="0"/>
                <a:ea typeface="宋体" panose="02010600030101010101" pitchFamily="2" charset="-122"/>
              </a:endParaRPr>
            </a:p>
          </p:txBody>
        </p:sp>
        <p:sp>
          <p:nvSpPr>
            <p:cNvPr id="12351" name="Oval 139"/>
            <p:cNvSpPr/>
            <p:nvPr/>
          </p:nvSpPr>
          <p:spPr>
            <a:xfrm>
              <a:off x="660" y="1888"/>
              <a:ext cx="68" cy="68"/>
            </a:xfrm>
            <a:prstGeom prst="ellipse">
              <a:avLst/>
            </a:prstGeom>
            <a:noFill/>
            <a:ln w="38100" cap="flat" cmpd="sng">
              <a:solidFill>
                <a:srgbClr val="FFCC00"/>
              </a:solidFill>
              <a:prstDash val="solid"/>
              <a:headEnd type="none" w="med" len="med"/>
              <a:tailEnd type="none" w="med" len="med"/>
            </a:ln>
          </p:spPr>
          <p:txBody>
            <a:bodyPr wrap="none" anchor="ctr" anchorCtr="0"/>
            <a:p>
              <a:endParaRPr lang="zh-CN" altLang="en-US" dirty="0">
                <a:latin typeface="楷体_GB2312" pitchFamily="49" charset="-122"/>
              </a:endParaRPr>
            </a:p>
          </p:txBody>
        </p:sp>
        <p:sp>
          <p:nvSpPr>
            <p:cNvPr id="12352" name="Oval 140"/>
            <p:cNvSpPr/>
            <p:nvPr/>
          </p:nvSpPr>
          <p:spPr>
            <a:xfrm>
              <a:off x="660" y="936"/>
              <a:ext cx="68" cy="68"/>
            </a:xfrm>
            <a:prstGeom prst="ellipse">
              <a:avLst/>
            </a:prstGeom>
            <a:noFill/>
            <a:ln w="38100" cap="flat" cmpd="sng">
              <a:solidFill>
                <a:srgbClr val="FFCC00"/>
              </a:solidFill>
              <a:prstDash val="solid"/>
              <a:headEnd type="none" w="med" len="med"/>
              <a:tailEnd type="none" w="med" len="med"/>
            </a:ln>
          </p:spPr>
          <p:txBody>
            <a:bodyPr wrap="none" anchor="ctr" anchorCtr="0"/>
            <a:p>
              <a:endParaRPr lang="zh-CN" altLang="en-US" dirty="0">
                <a:latin typeface="楷体_GB2312" pitchFamily="49" charset="-122"/>
              </a:endParaRPr>
            </a:p>
          </p:txBody>
        </p:sp>
        <p:sp>
          <p:nvSpPr>
            <p:cNvPr id="12353" name="Freeform 141"/>
            <p:cNvSpPr/>
            <p:nvPr/>
          </p:nvSpPr>
          <p:spPr>
            <a:xfrm>
              <a:off x="1213" y="981"/>
              <a:ext cx="45" cy="947"/>
            </a:xfrm>
            <a:custGeom>
              <a:avLst/>
              <a:gdLst>
                <a:gd name="txL" fmla="*/ 0 w 1"/>
                <a:gd name="txT" fmla="*/ 0 h 312"/>
                <a:gd name="txR" fmla="*/ 1 w 1"/>
                <a:gd name="txB" fmla="*/ 312 h 312"/>
              </a:gdLst>
              <a:ahLst/>
              <a:cxnLst>
                <a:cxn ang="0">
                  <a:pos x="0" y="0"/>
                </a:cxn>
                <a:cxn ang="0">
                  <a:pos x="0" y="312"/>
                </a:cxn>
              </a:cxnLst>
              <a:rect l="txL" t="txT" r="txR" b="txB"/>
              <a:pathLst>
                <a:path w="1" h="312">
                  <a:moveTo>
                    <a:pt x="0" y="0"/>
                  </a:moveTo>
                  <a:lnTo>
                    <a:pt x="0" y="312"/>
                  </a:lnTo>
                </a:path>
              </a:pathLst>
            </a:custGeom>
            <a:noFill/>
            <a:ln w="28575" cap="flat" cmpd="sng">
              <a:solidFill>
                <a:srgbClr val="FFCC00"/>
              </a:solidFill>
              <a:prstDash val="solid"/>
              <a:round/>
              <a:headEnd type="oval" w="med" len="med"/>
              <a:tailEnd type="oval" w="med" len="med"/>
            </a:ln>
          </p:spPr>
          <p:txBody>
            <a:bodyPr wrap="none" anchor="ctr" anchorCtr="0"/>
            <a:p>
              <a:endParaRPr lang="zh-CN" altLang="en-US" dirty="0">
                <a:latin typeface="楷体_GB2312" pitchFamily="49" charset="-122"/>
              </a:endParaRPr>
            </a:p>
          </p:txBody>
        </p:sp>
        <p:sp>
          <p:nvSpPr>
            <p:cNvPr id="12354" name="Freeform 142"/>
            <p:cNvSpPr/>
            <p:nvPr/>
          </p:nvSpPr>
          <p:spPr>
            <a:xfrm>
              <a:off x="1703" y="983"/>
              <a:ext cx="1" cy="270"/>
            </a:xfrm>
            <a:custGeom>
              <a:avLst/>
              <a:gdLst>
                <a:gd name="txL" fmla="*/ 0 w 1"/>
                <a:gd name="txT" fmla="*/ 0 h 270"/>
                <a:gd name="txR" fmla="*/ 1 w 1"/>
                <a:gd name="txB" fmla="*/ 270 h 270"/>
              </a:gdLst>
              <a:ahLst/>
              <a:cxnLst>
                <a:cxn ang="0">
                  <a:pos x="0" y="0"/>
                </a:cxn>
                <a:cxn ang="0">
                  <a:pos x="1" y="270"/>
                </a:cxn>
              </a:cxnLst>
              <a:rect l="txL" t="txT" r="txR" b="txB"/>
              <a:pathLst>
                <a:path w="1" h="270">
                  <a:moveTo>
                    <a:pt x="0" y="0"/>
                  </a:moveTo>
                  <a:lnTo>
                    <a:pt x="1" y="270"/>
                  </a:lnTo>
                </a:path>
              </a:pathLst>
            </a:custGeom>
            <a:noFill/>
            <a:ln w="28575" cap="flat" cmpd="sng">
              <a:solidFill>
                <a:srgbClr val="FFCC00"/>
              </a:solidFill>
              <a:prstDash val="solid"/>
              <a:round/>
              <a:headEnd type="oval" w="med" len="med"/>
              <a:tailEnd type="none" w="med" len="med"/>
            </a:ln>
          </p:spPr>
          <p:txBody>
            <a:bodyPr wrap="none" anchor="ctr" anchorCtr="0"/>
            <a:p>
              <a:endParaRPr lang="zh-CN" altLang="en-US" dirty="0">
                <a:latin typeface="楷体_GB2312" pitchFamily="49" charset="-122"/>
              </a:endParaRPr>
            </a:p>
          </p:txBody>
        </p:sp>
        <p:sp>
          <p:nvSpPr>
            <p:cNvPr id="12355" name="Freeform 143"/>
            <p:cNvSpPr/>
            <p:nvPr/>
          </p:nvSpPr>
          <p:spPr>
            <a:xfrm flipH="1">
              <a:off x="1655" y="1616"/>
              <a:ext cx="48" cy="309"/>
            </a:xfrm>
            <a:custGeom>
              <a:avLst/>
              <a:gdLst>
                <a:gd name="txL" fmla="*/ 0 w 1"/>
                <a:gd name="txT" fmla="*/ 0 h 264"/>
                <a:gd name="txR" fmla="*/ 1 w 1"/>
                <a:gd name="txB" fmla="*/ 264 h 264"/>
              </a:gdLst>
              <a:ahLst/>
              <a:cxnLst>
                <a:cxn ang="0">
                  <a:pos x="0" y="0"/>
                </a:cxn>
                <a:cxn ang="0">
                  <a:pos x="0" y="264"/>
                </a:cxn>
              </a:cxnLst>
              <a:rect l="txL" t="txT" r="txR" b="txB"/>
              <a:pathLst>
                <a:path w="1" h="264">
                  <a:moveTo>
                    <a:pt x="0" y="0"/>
                  </a:moveTo>
                  <a:lnTo>
                    <a:pt x="0" y="264"/>
                  </a:lnTo>
                </a:path>
              </a:pathLst>
            </a:custGeom>
            <a:noFill/>
            <a:ln w="28575" cap="flat" cmpd="sng">
              <a:solidFill>
                <a:srgbClr val="FFCC00"/>
              </a:solidFill>
              <a:prstDash val="solid"/>
              <a:round/>
              <a:headEnd type="none" w="med" len="med"/>
              <a:tailEnd type="oval" w="med" len="med"/>
            </a:ln>
          </p:spPr>
          <p:txBody>
            <a:bodyPr wrap="none" anchor="ctr" anchorCtr="0"/>
            <a:p>
              <a:endParaRPr lang="zh-CN" altLang="en-US" dirty="0">
                <a:latin typeface="楷体_GB2312" pitchFamily="49" charset="-122"/>
              </a:endParaRPr>
            </a:p>
          </p:txBody>
        </p:sp>
        <p:sp>
          <p:nvSpPr>
            <p:cNvPr id="12356" name="Line 144"/>
            <p:cNvSpPr/>
            <p:nvPr/>
          </p:nvSpPr>
          <p:spPr>
            <a:xfrm rot="5400000">
              <a:off x="1067" y="1170"/>
              <a:ext cx="288" cy="0"/>
            </a:xfrm>
            <a:prstGeom prst="line">
              <a:avLst/>
            </a:prstGeom>
            <a:ln w="28575" cap="flat" cmpd="sng">
              <a:solidFill>
                <a:srgbClr val="66FFFF"/>
              </a:solidFill>
              <a:prstDash val="solid"/>
              <a:headEnd type="none" w="med" len="med"/>
              <a:tailEnd type="triangle" w="med" len="med"/>
            </a:ln>
          </p:spPr>
        </p:sp>
        <p:sp>
          <p:nvSpPr>
            <p:cNvPr id="12357" name="Text Box 145"/>
            <p:cNvSpPr txBox="1"/>
            <p:nvPr/>
          </p:nvSpPr>
          <p:spPr>
            <a:xfrm>
              <a:off x="1202" y="981"/>
              <a:ext cx="336" cy="327"/>
            </a:xfrm>
            <a:prstGeom prst="rect">
              <a:avLst/>
            </a:prstGeom>
            <a:noFill/>
            <a:ln w="28575">
              <a:noFill/>
            </a:ln>
          </p:spPr>
          <p:txBody>
            <a:bodyPr>
              <a:spAutoFit/>
            </a:bodyPr>
            <a:p>
              <a:r>
                <a:rPr lang="en-US" altLang="zh-CN" b="0" i="1" dirty="0">
                  <a:solidFill>
                    <a:schemeClr val="bg1"/>
                  </a:solidFill>
                  <a:latin typeface="Times New Roman" panose="02020603050405020304" pitchFamily="18" charset="0"/>
                  <a:ea typeface="宋体" panose="02010600030101010101" pitchFamily="2" charset="-122"/>
                </a:rPr>
                <a:t>i</a:t>
              </a:r>
              <a:r>
                <a:rPr lang="en-US" altLang="zh-CN" b="0" i="1" baseline="-25000" dirty="0">
                  <a:solidFill>
                    <a:schemeClr val="bg1"/>
                  </a:solidFill>
                  <a:latin typeface="Times New Roman" panose="02020603050405020304" pitchFamily="18" charset="0"/>
                  <a:ea typeface="宋体" panose="02010600030101010101" pitchFamily="2" charset="-122"/>
                </a:rPr>
                <a:t>R</a:t>
              </a:r>
              <a:endParaRPr lang="en-US" altLang="zh-CN" b="0" i="1" dirty="0">
                <a:solidFill>
                  <a:schemeClr val="bg1"/>
                </a:solidFill>
                <a:latin typeface="Times New Roman" panose="02020603050405020304" pitchFamily="18" charset="0"/>
                <a:ea typeface="宋体" panose="02010600030101010101" pitchFamily="2" charset="-122"/>
              </a:endParaRPr>
            </a:p>
          </p:txBody>
        </p:sp>
        <p:sp>
          <p:nvSpPr>
            <p:cNvPr id="12358" name="Line 146"/>
            <p:cNvSpPr/>
            <p:nvPr/>
          </p:nvSpPr>
          <p:spPr>
            <a:xfrm rot="5400000">
              <a:off x="1586" y="1138"/>
              <a:ext cx="227" cy="0"/>
            </a:xfrm>
            <a:prstGeom prst="line">
              <a:avLst/>
            </a:prstGeom>
            <a:ln w="28575" cap="flat" cmpd="sng">
              <a:solidFill>
                <a:srgbClr val="66FFFF"/>
              </a:solidFill>
              <a:prstDash val="solid"/>
              <a:headEnd type="none" w="med" len="med"/>
              <a:tailEnd type="triangle" w="med" len="med"/>
            </a:ln>
          </p:spPr>
        </p:sp>
        <p:sp>
          <p:nvSpPr>
            <p:cNvPr id="12359" name="Line 147"/>
            <p:cNvSpPr/>
            <p:nvPr/>
          </p:nvSpPr>
          <p:spPr>
            <a:xfrm rot="5400000">
              <a:off x="2101" y="1170"/>
              <a:ext cx="288" cy="0"/>
            </a:xfrm>
            <a:prstGeom prst="line">
              <a:avLst/>
            </a:prstGeom>
            <a:ln w="28575" cap="flat" cmpd="sng">
              <a:solidFill>
                <a:srgbClr val="66FFFF"/>
              </a:solidFill>
              <a:prstDash val="solid"/>
              <a:headEnd type="none" w="med" len="med"/>
              <a:tailEnd type="triangle" w="med" len="med"/>
            </a:ln>
          </p:spPr>
        </p:sp>
        <p:sp>
          <p:nvSpPr>
            <p:cNvPr id="12360" name="Rectangle 148"/>
            <p:cNvSpPr/>
            <p:nvPr/>
          </p:nvSpPr>
          <p:spPr>
            <a:xfrm>
              <a:off x="1150" y="1344"/>
              <a:ext cx="127" cy="318"/>
            </a:xfrm>
            <a:prstGeom prst="rect">
              <a:avLst/>
            </a:prstGeom>
            <a:gradFill rotWithShape="1">
              <a:gsLst>
                <a:gs pos="0">
                  <a:srgbClr val="764700"/>
                </a:gs>
                <a:gs pos="50000">
                  <a:srgbClr val="FF9900"/>
                </a:gs>
                <a:gs pos="100000">
                  <a:srgbClr val="764700"/>
                </a:gs>
              </a:gsLst>
              <a:lin ang="0" scaled="1"/>
              <a:tileRect/>
            </a:gradFill>
            <a:ln w="28575">
              <a:noFill/>
            </a:ln>
          </p:spPr>
          <p:txBody>
            <a:bodyPr wrap="none" anchor="ctr" anchorCtr="0"/>
            <a:p>
              <a:endParaRPr lang="zh-CN" altLang="en-US" dirty="0">
                <a:latin typeface="楷体_GB2312" pitchFamily="49" charset="-122"/>
              </a:endParaRPr>
            </a:p>
          </p:txBody>
        </p:sp>
        <p:grpSp>
          <p:nvGrpSpPr>
            <p:cNvPr id="12361" name="Group 149"/>
            <p:cNvGrpSpPr/>
            <p:nvPr/>
          </p:nvGrpSpPr>
          <p:grpSpPr>
            <a:xfrm>
              <a:off x="2120" y="1435"/>
              <a:ext cx="240" cy="93"/>
              <a:chOff x="3787" y="2478"/>
              <a:chExt cx="240" cy="93"/>
            </a:xfrm>
          </p:grpSpPr>
          <p:sp>
            <p:nvSpPr>
              <p:cNvPr id="12367" name="Line 150"/>
              <p:cNvSpPr/>
              <p:nvPr/>
            </p:nvSpPr>
            <p:spPr>
              <a:xfrm flipV="1">
                <a:off x="3787" y="2568"/>
                <a:ext cx="240" cy="3"/>
              </a:xfrm>
              <a:prstGeom prst="line">
                <a:avLst/>
              </a:prstGeom>
              <a:ln w="57150" cap="flat" cmpd="sng">
                <a:solidFill>
                  <a:srgbClr val="FF9900"/>
                </a:solidFill>
                <a:prstDash val="solid"/>
                <a:headEnd type="none" w="med" len="med"/>
                <a:tailEnd type="none" w="med" len="med"/>
              </a:ln>
            </p:spPr>
          </p:sp>
          <p:sp>
            <p:nvSpPr>
              <p:cNvPr id="12368" name="Line 151"/>
              <p:cNvSpPr/>
              <p:nvPr/>
            </p:nvSpPr>
            <p:spPr>
              <a:xfrm>
                <a:off x="3787" y="2478"/>
                <a:ext cx="240" cy="1"/>
              </a:xfrm>
              <a:prstGeom prst="line">
                <a:avLst/>
              </a:prstGeom>
              <a:ln w="57150" cap="flat" cmpd="sng">
                <a:solidFill>
                  <a:srgbClr val="FF9900"/>
                </a:solidFill>
                <a:prstDash val="solid"/>
                <a:headEnd type="none" w="med" len="med"/>
                <a:tailEnd type="none" w="med" len="med"/>
              </a:ln>
            </p:spPr>
          </p:sp>
        </p:grpSp>
        <p:grpSp>
          <p:nvGrpSpPr>
            <p:cNvPr id="12362" name="Group 196"/>
            <p:cNvGrpSpPr/>
            <p:nvPr/>
          </p:nvGrpSpPr>
          <p:grpSpPr>
            <a:xfrm rot="10800000">
              <a:off x="1701" y="1253"/>
              <a:ext cx="90" cy="363"/>
              <a:chOff x="1565" y="2614"/>
              <a:chExt cx="90" cy="486"/>
            </a:xfrm>
          </p:grpSpPr>
          <p:sp>
            <p:nvSpPr>
              <p:cNvPr id="12363" name="Arc 197"/>
              <p:cNvSpPr/>
              <p:nvPr/>
            </p:nvSpPr>
            <p:spPr>
              <a:xfrm flipH="1" flipV="1">
                <a:off x="1565" y="2860"/>
                <a:ext cx="90" cy="116"/>
              </a:xfrm>
              <a:custGeom>
                <a:avLst/>
                <a:gdLst>
                  <a:gd name="txL" fmla="*/ 0 w 22723"/>
                  <a:gd name="txT" fmla="*/ 0 h 43200"/>
                  <a:gd name="txR" fmla="*/ 22723 w 22723"/>
                  <a:gd name="txB" fmla="*/ 43200 h 43200"/>
                </a:gdLst>
                <a:ahLst/>
                <a:cxnLst>
                  <a:cxn ang="0">
                    <a:pos x="1122" y="0"/>
                  </a:cxn>
                  <a:cxn ang="0">
                    <a:pos x="22723" y="21600"/>
                  </a:cxn>
                  <a:cxn ang="0">
                    <a:pos x="1123" y="43200"/>
                  </a:cxn>
                  <a:cxn ang="0">
                    <a:pos x="0" y="43170"/>
                  </a:cxn>
                  <a:cxn ang="0">
                    <a:pos x="1122" y="0"/>
                  </a:cxn>
                  <a:cxn ang="0">
                    <a:pos x="22723" y="21600"/>
                  </a:cxn>
                  <a:cxn ang="0">
                    <a:pos x="1123" y="43200"/>
                  </a:cxn>
                  <a:cxn ang="0">
                    <a:pos x="0" y="43170"/>
                  </a:cxn>
                  <a:cxn ang="0">
                    <a:pos x="1123" y="21600"/>
                  </a:cxn>
                </a:cxnLst>
                <a:rect l="txL" t="txT" r="txR" b="txB"/>
                <a:pathLst>
                  <a:path w="22723" h="43200" fill="none">
                    <a:moveTo>
                      <a:pt x="1122" y="0"/>
                    </a:moveTo>
                    <a:cubicBezTo>
                      <a:pt x="13052" y="0"/>
                      <a:pt x="22723" y="9670"/>
                      <a:pt x="22723" y="21600"/>
                    </a:cubicBezTo>
                    <a:cubicBezTo>
                      <a:pt x="22723" y="33529"/>
                      <a:pt x="13052" y="43200"/>
                      <a:pt x="1123" y="43200"/>
                    </a:cubicBezTo>
                    <a:cubicBezTo>
                      <a:pt x="748" y="43200"/>
                      <a:pt x="374" y="43190"/>
                      <a:pt x="0" y="43170"/>
                    </a:cubicBezTo>
                  </a:path>
                  <a:path w="22723" h="43200" stroke="0">
                    <a:moveTo>
                      <a:pt x="1122" y="0"/>
                    </a:moveTo>
                    <a:cubicBezTo>
                      <a:pt x="13052" y="0"/>
                      <a:pt x="22723" y="9670"/>
                      <a:pt x="22723" y="21600"/>
                    </a:cubicBezTo>
                    <a:cubicBezTo>
                      <a:pt x="22723" y="33529"/>
                      <a:pt x="13052" y="43200"/>
                      <a:pt x="1123" y="43200"/>
                    </a:cubicBezTo>
                    <a:cubicBezTo>
                      <a:pt x="748" y="43200"/>
                      <a:pt x="374" y="43190"/>
                      <a:pt x="0" y="43170"/>
                    </a:cubicBezTo>
                    <a:lnTo>
                      <a:pt x="1123" y="21600"/>
                    </a:lnTo>
                    <a:close/>
                  </a:path>
                </a:pathLst>
              </a:custGeom>
              <a:noFill/>
              <a:ln w="28575" cap="flat" cmpd="sng">
                <a:solidFill>
                  <a:srgbClr val="FF9900"/>
                </a:solidFill>
                <a:prstDash val="solid"/>
                <a:round/>
                <a:headEnd type="none" w="med" len="med"/>
                <a:tailEnd type="none" w="med" len="med"/>
              </a:ln>
            </p:spPr>
            <p:txBody>
              <a:bodyPr wrap="none" anchor="ctr" anchorCtr="0"/>
              <a:p>
                <a:endParaRPr lang="zh-CN" altLang="en-US" dirty="0">
                  <a:latin typeface="楷体_GB2312" pitchFamily="49" charset="-122"/>
                </a:endParaRPr>
              </a:p>
            </p:txBody>
          </p:sp>
          <p:sp>
            <p:nvSpPr>
              <p:cNvPr id="12364" name="Arc 198"/>
              <p:cNvSpPr/>
              <p:nvPr/>
            </p:nvSpPr>
            <p:spPr>
              <a:xfrm flipH="1" flipV="1">
                <a:off x="1565" y="2737"/>
                <a:ext cx="90" cy="116"/>
              </a:xfrm>
              <a:custGeom>
                <a:avLst/>
                <a:gdLst>
                  <a:gd name="txL" fmla="*/ 0 w 22723"/>
                  <a:gd name="txT" fmla="*/ 0 h 43200"/>
                  <a:gd name="txR" fmla="*/ 22723 w 22723"/>
                  <a:gd name="txB" fmla="*/ 43200 h 43200"/>
                </a:gdLst>
                <a:ahLst/>
                <a:cxnLst>
                  <a:cxn ang="0">
                    <a:pos x="1122" y="0"/>
                  </a:cxn>
                  <a:cxn ang="0">
                    <a:pos x="22723" y="21600"/>
                  </a:cxn>
                  <a:cxn ang="0">
                    <a:pos x="1123" y="43200"/>
                  </a:cxn>
                  <a:cxn ang="0">
                    <a:pos x="0" y="43170"/>
                  </a:cxn>
                  <a:cxn ang="0">
                    <a:pos x="1122" y="0"/>
                  </a:cxn>
                  <a:cxn ang="0">
                    <a:pos x="22723" y="21600"/>
                  </a:cxn>
                  <a:cxn ang="0">
                    <a:pos x="1123" y="43200"/>
                  </a:cxn>
                  <a:cxn ang="0">
                    <a:pos x="0" y="43170"/>
                  </a:cxn>
                  <a:cxn ang="0">
                    <a:pos x="1123" y="21600"/>
                  </a:cxn>
                </a:cxnLst>
                <a:rect l="txL" t="txT" r="txR" b="txB"/>
                <a:pathLst>
                  <a:path w="22723" h="43200" fill="none">
                    <a:moveTo>
                      <a:pt x="1122" y="0"/>
                    </a:moveTo>
                    <a:cubicBezTo>
                      <a:pt x="13052" y="0"/>
                      <a:pt x="22723" y="9670"/>
                      <a:pt x="22723" y="21600"/>
                    </a:cubicBezTo>
                    <a:cubicBezTo>
                      <a:pt x="22723" y="33529"/>
                      <a:pt x="13052" y="43200"/>
                      <a:pt x="1123" y="43200"/>
                    </a:cubicBezTo>
                    <a:cubicBezTo>
                      <a:pt x="748" y="43200"/>
                      <a:pt x="374" y="43190"/>
                      <a:pt x="0" y="43170"/>
                    </a:cubicBezTo>
                  </a:path>
                  <a:path w="22723" h="43200" stroke="0">
                    <a:moveTo>
                      <a:pt x="1122" y="0"/>
                    </a:moveTo>
                    <a:cubicBezTo>
                      <a:pt x="13052" y="0"/>
                      <a:pt x="22723" y="9670"/>
                      <a:pt x="22723" y="21600"/>
                    </a:cubicBezTo>
                    <a:cubicBezTo>
                      <a:pt x="22723" y="33529"/>
                      <a:pt x="13052" y="43200"/>
                      <a:pt x="1123" y="43200"/>
                    </a:cubicBezTo>
                    <a:cubicBezTo>
                      <a:pt x="748" y="43200"/>
                      <a:pt x="374" y="43190"/>
                      <a:pt x="0" y="43170"/>
                    </a:cubicBezTo>
                    <a:lnTo>
                      <a:pt x="1123" y="21600"/>
                    </a:lnTo>
                    <a:close/>
                  </a:path>
                </a:pathLst>
              </a:custGeom>
              <a:noFill/>
              <a:ln w="28575" cap="flat" cmpd="sng">
                <a:solidFill>
                  <a:srgbClr val="FF9900"/>
                </a:solidFill>
                <a:prstDash val="solid"/>
                <a:round/>
                <a:headEnd type="none" w="med" len="med"/>
                <a:tailEnd type="none" w="med" len="med"/>
              </a:ln>
            </p:spPr>
            <p:txBody>
              <a:bodyPr wrap="none" anchor="ctr" anchorCtr="0"/>
              <a:p>
                <a:endParaRPr lang="zh-CN" altLang="en-US" dirty="0">
                  <a:latin typeface="楷体_GB2312" pitchFamily="49" charset="-122"/>
                </a:endParaRPr>
              </a:p>
            </p:txBody>
          </p:sp>
          <p:sp>
            <p:nvSpPr>
              <p:cNvPr id="12365" name="Arc 199"/>
              <p:cNvSpPr/>
              <p:nvPr/>
            </p:nvSpPr>
            <p:spPr>
              <a:xfrm flipH="1" flipV="1">
                <a:off x="1565" y="2614"/>
                <a:ext cx="90" cy="116"/>
              </a:xfrm>
              <a:custGeom>
                <a:avLst/>
                <a:gdLst>
                  <a:gd name="txL" fmla="*/ 0 w 22723"/>
                  <a:gd name="txT" fmla="*/ 0 h 43200"/>
                  <a:gd name="txR" fmla="*/ 22723 w 22723"/>
                  <a:gd name="txB" fmla="*/ 43200 h 43200"/>
                </a:gdLst>
                <a:ahLst/>
                <a:cxnLst>
                  <a:cxn ang="0">
                    <a:pos x="1122" y="0"/>
                  </a:cxn>
                  <a:cxn ang="0">
                    <a:pos x="22723" y="21600"/>
                  </a:cxn>
                  <a:cxn ang="0">
                    <a:pos x="1123" y="43200"/>
                  </a:cxn>
                  <a:cxn ang="0">
                    <a:pos x="0" y="43170"/>
                  </a:cxn>
                  <a:cxn ang="0">
                    <a:pos x="1122" y="0"/>
                  </a:cxn>
                  <a:cxn ang="0">
                    <a:pos x="22723" y="21600"/>
                  </a:cxn>
                  <a:cxn ang="0">
                    <a:pos x="1123" y="43200"/>
                  </a:cxn>
                  <a:cxn ang="0">
                    <a:pos x="0" y="43170"/>
                  </a:cxn>
                  <a:cxn ang="0">
                    <a:pos x="1123" y="21600"/>
                  </a:cxn>
                </a:cxnLst>
                <a:rect l="txL" t="txT" r="txR" b="txB"/>
                <a:pathLst>
                  <a:path w="22723" h="43200" fill="none">
                    <a:moveTo>
                      <a:pt x="1122" y="0"/>
                    </a:moveTo>
                    <a:cubicBezTo>
                      <a:pt x="13052" y="0"/>
                      <a:pt x="22723" y="9670"/>
                      <a:pt x="22723" y="21600"/>
                    </a:cubicBezTo>
                    <a:cubicBezTo>
                      <a:pt x="22723" y="33529"/>
                      <a:pt x="13052" y="43200"/>
                      <a:pt x="1123" y="43200"/>
                    </a:cubicBezTo>
                    <a:cubicBezTo>
                      <a:pt x="748" y="43200"/>
                      <a:pt x="374" y="43190"/>
                      <a:pt x="0" y="43170"/>
                    </a:cubicBezTo>
                  </a:path>
                  <a:path w="22723" h="43200" stroke="0">
                    <a:moveTo>
                      <a:pt x="1122" y="0"/>
                    </a:moveTo>
                    <a:cubicBezTo>
                      <a:pt x="13052" y="0"/>
                      <a:pt x="22723" y="9670"/>
                      <a:pt x="22723" y="21600"/>
                    </a:cubicBezTo>
                    <a:cubicBezTo>
                      <a:pt x="22723" y="33529"/>
                      <a:pt x="13052" y="43200"/>
                      <a:pt x="1123" y="43200"/>
                    </a:cubicBezTo>
                    <a:cubicBezTo>
                      <a:pt x="748" y="43200"/>
                      <a:pt x="374" y="43190"/>
                      <a:pt x="0" y="43170"/>
                    </a:cubicBezTo>
                    <a:lnTo>
                      <a:pt x="1123" y="21600"/>
                    </a:lnTo>
                    <a:close/>
                  </a:path>
                </a:pathLst>
              </a:custGeom>
              <a:noFill/>
              <a:ln w="28575" cap="flat" cmpd="sng">
                <a:solidFill>
                  <a:srgbClr val="FF9900"/>
                </a:solidFill>
                <a:prstDash val="solid"/>
                <a:round/>
                <a:headEnd type="none" w="med" len="med"/>
                <a:tailEnd type="none" w="med" len="med"/>
              </a:ln>
            </p:spPr>
            <p:txBody>
              <a:bodyPr wrap="none" anchor="ctr" anchorCtr="0"/>
              <a:p>
                <a:endParaRPr lang="zh-CN" altLang="en-US" dirty="0">
                  <a:latin typeface="楷体_GB2312" pitchFamily="49" charset="-122"/>
                </a:endParaRPr>
              </a:p>
            </p:txBody>
          </p:sp>
          <p:sp>
            <p:nvSpPr>
              <p:cNvPr id="12366" name="Arc 200"/>
              <p:cNvSpPr/>
              <p:nvPr/>
            </p:nvSpPr>
            <p:spPr>
              <a:xfrm flipH="1" flipV="1">
                <a:off x="1565" y="2984"/>
                <a:ext cx="90" cy="116"/>
              </a:xfrm>
              <a:custGeom>
                <a:avLst/>
                <a:gdLst>
                  <a:gd name="txL" fmla="*/ 0 w 22723"/>
                  <a:gd name="txT" fmla="*/ 0 h 43200"/>
                  <a:gd name="txR" fmla="*/ 22723 w 22723"/>
                  <a:gd name="txB" fmla="*/ 43200 h 43200"/>
                </a:gdLst>
                <a:ahLst/>
                <a:cxnLst>
                  <a:cxn ang="0">
                    <a:pos x="1122" y="0"/>
                  </a:cxn>
                  <a:cxn ang="0">
                    <a:pos x="22723" y="21600"/>
                  </a:cxn>
                  <a:cxn ang="0">
                    <a:pos x="1123" y="43200"/>
                  </a:cxn>
                  <a:cxn ang="0">
                    <a:pos x="0" y="43170"/>
                  </a:cxn>
                  <a:cxn ang="0">
                    <a:pos x="1122" y="0"/>
                  </a:cxn>
                  <a:cxn ang="0">
                    <a:pos x="22723" y="21600"/>
                  </a:cxn>
                  <a:cxn ang="0">
                    <a:pos x="1123" y="43200"/>
                  </a:cxn>
                  <a:cxn ang="0">
                    <a:pos x="0" y="43170"/>
                  </a:cxn>
                  <a:cxn ang="0">
                    <a:pos x="1123" y="21600"/>
                  </a:cxn>
                </a:cxnLst>
                <a:rect l="txL" t="txT" r="txR" b="txB"/>
                <a:pathLst>
                  <a:path w="22723" h="43200" fill="none">
                    <a:moveTo>
                      <a:pt x="1122" y="0"/>
                    </a:moveTo>
                    <a:cubicBezTo>
                      <a:pt x="13052" y="0"/>
                      <a:pt x="22723" y="9670"/>
                      <a:pt x="22723" y="21600"/>
                    </a:cubicBezTo>
                    <a:cubicBezTo>
                      <a:pt x="22723" y="33529"/>
                      <a:pt x="13052" y="43200"/>
                      <a:pt x="1123" y="43200"/>
                    </a:cubicBezTo>
                    <a:cubicBezTo>
                      <a:pt x="748" y="43200"/>
                      <a:pt x="374" y="43190"/>
                      <a:pt x="0" y="43170"/>
                    </a:cubicBezTo>
                  </a:path>
                  <a:path w="22723" h="43200" stroke="0">
                    <a:moveTo>
                      <a:pt x="1122" y="0"/>
                    </a:moveTo>
                    <a:cubicBezTo>
                      <a:pt x="13052" y="0"/>
                      <a:pt x="22723" y="9670"/>
                      <a:pt x="22723" y="21600"/>
                    </a:cubicBezTo>
                    <a:cubicBezTo>
                      <a:pt x="22723" y="33529"/>
                      <a:pt x="13052" y="43200"/>
                      <a:pt x="1123" y="43200"/>
                    </a:cubicBezTo>
                    <a:cubicBezTo>
                      <a:pt x="748" y="43200"/>
                      <a:pt x="374" y="43190"/>
                      <a:pt x="0" y="43170"/>
                    </a:cubicBezTo>
                    <a:lnTo>
                      <a:pt x="1123" y="21600"/>
                    </a:lnTo>
                    <a:close/>
                  </a:path>
                </a:pathLst>
              </a:custGeom>
              <a:noFill/>
              <a:ln w="28575" cap="flat" cmpd="sng">
                <a:solidFill>
                  <a:srgbClr val="FF9900"/>
                </a:solidFill>
                <a:prstDash val="solid"/>
                <a:round/>
                <a:headEnd type="none" w="med" len="med"/>
                <a:tailEnd type="none" w="med" len="med"/>
              </a:ln>
            </p:spPr>
            <p:txBody>
              <a:bodyPr wrap="none" anchor="ctr" anchorCtr="0"/>
              <a:p>
                <a:endParaRPr lang="zh-CN" altLang="en-US" dirty="0">
                  <a:latin typeface="楷体_GB2312" pitchFamily="49" charset="-122"/>
                </a:endParaRPr>
              </a:p>
            </p:txBody>
          </p:sp>
        </p:grpSp>
      </p:grpSp>
      <p:grpSp>
        <p:nvGrpSpPr>
          <p:cNvPr id="9" name="Group 207"/>
          <p:cNvGrpSpPr/>
          <p:nvPr/>
        </p:nvGrpSpPr>
        <p:grpSpPr>
          <a:xfrm>
            <a:off x="5076825" y="908050"/>
            <a:ext cx="3124200" cy="2270125"/>
            <a:chOff x="3198" y="572"/>
            <a:chExt cx="1968" cy="1430"/>
          </a:xfrm>
        </p:grpSpPr>
        <p:sp>
          <p:nvSpPr>
            <p:cNvPr id="12311" name="Freeform 164"/>
            <p:cNvSpPr/>
            <p:nvPr/>
          </p:nvSpPr>
          <p:spPr>
            <a:xfrm>
              <a:off x="3379" y="1027"/>
              <a:ext cx="1554" cy="6"/>
            </a:xfrm>
            <a:custGeom>
              <a:avLst/>
              <a:gdLst>
                <a:gd name="txL" fmla="*/ 0 w 1554"/>
                <a:gd name="txT" fmla="*/ 0 h 6"/>
                <a:gd name="txR" fmla="*/ 1554 w 1554"/>
                <a:gd name="txB" fmla="*/ 6 h 6"/>
              </a:gdLst>
              <a:ahLst/>
              <a:cxnLst>
                <a:cxn ang="0">
                  <a:pos x="1554" y="6"/>
                </a:cxn>
                <a:cxn ang="0">
                  <a:pos x="0" y="0"/>
                </a:cxn>
              </a:cxnLst>
              <a:rect l="txL" t="txT" r="txR" b="txB"/>
              <a:pathLst>
                <a:path w="1554" h="6">
                  <a:moveTo>
                    <a:pt x="1554" y="6"/>
                  </a:moveTo>
                  <a:lnTo>
                    <a:pt x="0" y="0"/>
                  </a:lnTo>
                </a:path>
              </a:pathLst>
            </a:custGeom>
            <a:noFill/>
            <a:ln w="28575" cap="flat" cmpd="sng">
              <a:solidFill>
                <a:srgbClr val="FFCC00"/>
              </a:solidFill>
              <a:prstDash val="solid"/>
              <a:round/>
              <a:headEnd type="none" w="med" len="med"/>
              <a:tailEnd type="none" w="med" len="med"/>
            </a:ln>
          </p:spPr>
          <p:txBody>
            <a:bodyPr wrap="none" anchor="ctr" anchorCtr="0"/>
            <a:p>
              <a:endParaRPr lang="zh-CN" altLang="en-US" dirty="0">
                <a:latin typeface="楷体_GB2312" pitchFamily="49" charset="-122"/>
              </a:endParaRPr>
            </a:p>
          </p:txBody>
        </p:sp>
        <p:sp>
          <p:nvSpPr>
            <p:cNvPr id="12312" name="Freeform 157"/>
            <p:cNvSpPr/>
            <p:nvPr/>
          </p:nvSpPr>
          <p:spPr>
            <a:xfrm>
              <a:off x="4921" y="1027"/>
              <a:ext cx="1" cy="448"/>
            </a:xfrm>
            <a:custGeom>
              <a:avLst/>
              <a:gdLst>
                <a:gd name="txL" fmla="*/ 0 w 1"/>
                <a:gd name="txT" fmla="*/ 0 h 448"/>
                <a:gd name="txR" fmla="*/ 1 w 1"/>
                <a:gd name="txB" fmla="*/ 448 h 448"/>
              </a:gdLst>
              <a:ahLst/>
              <a:cxnLst>
                <a:cxn ang="0">
                  <a:pos x="0" y="0"/>
                </a:cxn>
                <a:cxn ang="0">
                  <a:pos x="0" y="22"/>
                </a:cxn>
                <a:cxn ang="0">
                  <a:pos x="0" y="448"/>
                </a:cxn>
              </a:cxnLst>
              <a:rect l="txL" t="txT" r="txR" b="txB"/>
              <a:pathLst>
                <a:path w="1" h="448">
                  <a:moveTo>
                    <a:pt x="0" y="0"/>
                  </a:moveTo>
                  <a:lnTo>
                    <a:pt x="0" y="22"/>
                  </a:lnTo>
                  <a:lnTo>
                    <a:pt x="0" y="448"/>
                  </a:lnTo>
                </a:path>
              </a:pathLst>
            </a:custGeom>
            <a:solidFill>
              <a:srgbClr val="FFFFFF"/>
            </a:solidFill>
            <a:ln w="28575" cap="flat" cmpd="sng">
              <a:solidFill>
                <a:srgbClr val="FFCC00"/>
              </a:solidFill>
              <a:prstDash val="solid"/>
              <a:round/>
              <a:headEnd type="none" w="med" len="med"/>
              <a:tailEnd type="none" w="med" len="med"/>
            </a:ln>
          </p:spPr>
          <p:txBody>
            <a:bodyPr/>
            <a:p>
              <a:endParaRPr lang="zh-CN" altLang="en-US" dirty="0">
                <a:latin typeface="楷体_GB2312" pitchFamily="49" charset="-122"/>
              </a:endParaRPr>
            </a:p>
          </p:txBody>
        </p:sp>
        <p:sp>
          <p:nvSpPr>
            <p:cNvPr id="12313" name="Freeform 158"/>
            <p:cNvSpPr/>
            <p:nvPr/>
          </p:nvSpPr>
          <p:spPr>
            <a:xfrm>
              <a:off x="4920" y="1571"/>
              <a:ext cx="1" cy="388"/>
            </a:xfrm>
            <a:custGeom>
              <a:avLst/>
              <a:gdLst>
                <a:gd name="txL" fmla="*/ 0 w 1"/>
                <a:gd name="txT" fmla="*/ 0 h 388"/>
                <a:gd name="txR" fmla="*/ 1 w 1"/>
                <a:gd name="txB" fmla="*/ 388 h 388"/>
              </a:gdLst>
              <a:ahLst/>
              <a:cxnLst>
                <a:cxn ang="0">
                  <a:pos x="0" y="0"/>
                </a:cxn>
                <a:cxn ang="0">
                  <a:pos x="1" y="388"/>
                </a:cxn>
                <a:cxn ang="0">
                  <a:pos x="1" y="382"/>
                </a:cxn>
              </a:cxnLst>
              <a:rect l="txL" t="txT" r="txR" b="txB"/>
              <a:pathLst>
                <a:path w="1" h="388">
                  <a:moveTo>
                    <a:pt x="0" y="0"/>
                  </a:moveTo>
                  <a:lnTo>
                    <a:pt x="1" y="388"/>
                  </a:lnTo>
                  <a:lnTo>
                    <a:pt x="1" y="382"/>
                  </a:lnTo>
                </a:path>
              </a:pathLst>
            </a:custGeom>
            <a:solidFill>
              <a:srgbClr val="FFFFFF"/>
            </a:solidFill>
            <a:ln w="28575" cap="flat" cmpd="sng">
              <a:solidFill>
                <a:srgbClr val="FFCC00"/>
              </a:solidFill>
              <a:prstDash val="solid"/>
              <a:round/>
              <a:headEnd type="none" w="med" len="med"/>
              <a:tailEnd type="none" w="med" len="med"/>
            </a:ln>
          </p:spPr>
          <p:txBody>
            <a:bodyPr/>
            <a:p>
              <a:endParaRPr lang="zh-CN" altLang="en-US" dirty="0">
                <a:latin typeface="楷体_GB2312" pitchFamily="49" charset="-122"/>
              </a:endParaRPr>
            </a:p>
          </p:txBody>
        </p:sp>
        <p:sp>
          <p:nvSpPr>
            <p:cNvPr id="12314" name="Freeform 159"/>
            <p:cNvSpPr/>
            <p:nvPr/>
          </p:nvSpPr>
          <p:spPr>
            <a:xfrm>
              <a:off x="3403" y="1973"/>
              <a:ext cx="1518" cy="6"/>
            </a:xfrm>
            <a:custGeom>
              <a:avLst/>
              <a:gdLst>
                <a:gd name="txL" fmla="*/ 0 w 1518"/>
                <a:gd name="txT" fmla="*/ 0 h 6"/>
                <a:gd name="txR" fmla="*/ 1518 w 1518"/>
                <a:gd name="txB" fmla="*/ 6 h 6"/>
              </a:gdLst>
              <a:ahLst/>
              <a:cxnLst>
                <a:cxn ang="0">
                  <a:pos x="1518" y="6"/>
                </a:cxn>
                <a:cxn ang="0">
                  <a:pos x="0" y="0"/>
                </a:cxn>
              </a:cxnLst>
              <a:rect l="txL" t="txT" r="txR" b="txB"/>
              <a:pathLst>
                <a:path w="1518" h="6">
                  <a:moveTo>
                    <a:pt x="1518" y="6"/>
                  </a:moveTo>
                  <a:lnTo>
                    <a:pt x="0" y="0"/>
                  </a:lnTo>
                </a:path>
              </a:pathLst>
            </a:custGeom>
            <a:noFill/>
            <a:ln w="28575" cap="flat" cmpd="sng">
              <a:solidFill>
                <a:srgbClr val="FFCC00"/>
              </a:solidFill>
              <a:prstDash val="solid"/>
              <a:round/>
              <a:headEnd type="none" w="med" len="med"/>
              <a:tailEnd type="none" w="med" len="med"/>
            </a:ln>
          </p:spPr>
          <p:txBody>
            <a:bodyPr wrap="none" anchor="ctr" anchorCtr="0"/>
            <a:p>
              <a:endParaRPr lang="zh-CN" altLang="en-US" dirty="0">
                <a:latin typeface="楷体_GB2312" pitchFamily="49" charset="-122"/>
              </a:endParaRPr>
            </a:p>
          </p:txBody>
        </p:sp>
        <p:sp>
          <p:nvSpPr>
            <p:cNvPr id="12315" name="Text Box 160"/>
            <p:cNvSpPr txBox="1"/>
            <p:nvPr/>
          </p:nvSpPr>
          <p:spPr>
            <a:xfrm>
              <a:off x="3606" y="1344"/>
              <a:ext cx="253" cy="327"/>
            </a:xfrm>
            <a:prstGeom prst="rect">
              <a:avLst/>
            </a:prstGeom>
            <a:noFill/>
            <a:ln w="28575">
              <a:noFill/>
            </a:ln>
          </p:spPr>
          <p:txBody>
            <a:bodyPr wrap="none">
              <a:spAutoFit/>
            </a:bodyPr>
            <a:p>
              <a:r>
                <a:rPr lang="en-US" altLang="zh-CN" b="0" i="1" dirty="0">
                  <a:solidFill>
                    <a:schemeClr val="bg1"/>
                  </a:solidFill>
                  <a:latin typeface="Times New Roman" panose="02020603050405020304" pitchFamily="18" charset="0"/>
                  <a:ea typeface="宋体" panose="02010600030101010101" pitchFamily="2" charset="-122"/>
                </a:rPr>
                <a:t>R</a:t>
              </a:r>
              <a:endParaRPr lang="en-US" altLang="zh-CN" b="0" i="1" dirty="0">
                <a:solidFill>
                  <a:schemeClr val="bg1"/>
                </a:solidFill>
                <a:latin typeface="Times New Roman" panose="02020603050405020304" pitchFamily="18" charset="0"/>
                <a:ea typeface="宋体" panose="02010600030101010101" pitchFamily="2" charset="-122"/>
              </a:endParaRPr>
            </a:p>
          </p:txBody>
        </p:sp>
        <p:sp>
          <p:nvSpPr>
            <p:cNvPr id="12316" name="Line 161"/>
            <p:cNvSpPr/>
            <p:nvPr/>
          </p:nvSpPr>
          <p:spPr>
            <a:xfrm>
              <a:off x="3470" y="1026"/>
              <a:ext cx="288" cy="0"/>
            </a:xfrm>
            <a:prstGeom prst="line">
              <a:avLst/>
            </a:prstGeom>
            <a:ln w="28575" cap="flat" cmpd="sng">
              <a:solidFill>
                <a:srgbClr val="66FFFF"/>
              </a:solidFill>
              <a:prstDash val="solid"/>
              <a:headEnd type="none" w="med" len="med"/>
              <a:tailEnd type="triangle" w="med" len="med"/>
            </a:ln>
          </p:spPr>
        </p:sp>
        <p:sp>
          <p:nvSpPr>
            <p:cNvPr id="12317" name="Text Box 162"/>
            <p:cNvSpPr txBox="1"/>
            <p:nvPr/>
          </p:nvSpPr>
          <p:spPr>
            <a:xfrm>
              <a:off x="3205" y="993"/>
              <a:ext cx="242" cy="327"/>
            </a:xfrm>
            <a:prstGeom prst="rect">
              <a:avLst/>
            </a:prstGeom>
            <a:noFill/>
            <a:ln w="28575">
              <a:noFill/>
            </a:ln>
          </p:spPr>
          <p:txBody>
            <a:bodyPr wrap="none">
              <a:spAutoFit/>
            </a:bodyPr>
            <a:p>
              <a:pPr>
                <a:spcBef>
                  <a:spcPct val="50000"/>
                </a:spcBef>
              </a:pPr>
              <a:r>
                <a:rPr lang="en-US" altLang="zh-CN" b="0" dirty="0">
                  <a:solidFill>
                    <a:schemeClr val="bg1"/>
                  </a:solidFill>
                  <a:latin typeface="Times New Roman" panose="02020603050405020304" pitchFamily="18" charset="0"/>
                  <a:ea typeface="宋体" panose="02010600030101010101" pitchFamily="2" charset="-122"/>
                </a:rPr>
                <a:t>+</a:t>
              </a:r>
              <a:endParaRPr lang="en-US" altLang="zh-CN" b="0" dirty="0">
                <a:solidFill>
                  <a:schemeClr val="bg1"/>
                </a:solidFill>
                <a:latin typeface="Times New Roman" panose="02020603050405020304" pitchFamily="18" charset="0"/>
                <a:ea typeface="宋体" panose="02010600030101010101" pitchFamily="2" charset="-122"/>
              </a:endParaRPr>
            </a:p>
          </p:txBody>
        </p:sp>
        <p:sp>
          <p:nvSpPr>
            <p:cNvPr id="12318" name="Text Box 163"/>
            <p:cNvSpPr txBox="1"/>
            <p:nvPr/>
          </p:nvSpPr>
          <p:spPr>
            <a:xfrm>
              <a:off x="3198" y="1617"/>
              <a:ext cx="228" cy="327"/>
            </a:xfrm>
            <a:prstGeom prst="rect">
              <a:avLst/>
            </a:prstGeom>
            <a:noFill/>
            <a:ln w="28575">
              <a:noFill/>
            </a:ln>
          </p:spPr>
          <p:txBody>
            <a:bodyPr wrap="none">
              <a:spAutoFit/>
            </a:bodyPr>
            <a:p>
              <a:pPr>
                <a:spcBef>
                  <a:spcPct val="50000"/>
                </a:spcBef>
              </a:pPr>
              <a:r>
                <a:rPr lang="en-US" altLang="zh-CN" b="0" dirty="0">
                  <a:solidFill>
                    <a:schemeClr val="bg1"/>
                  </a:solidFill>
                  <a:latin typeface="宋体" panose="02010600030101010101" pitchFamily="2" charset="-122"/>
                  <a:ea typeface="宋体" panose="02010600030101010101" pitchFamily="2" charset="-122"/>
                </a:rPr>
                <a:t>-</a:t>
              </a:r>
              <a:endParaRPr lang="en-US" altLang="zh-CN" b="0" dirty="0">
                <a:solidFill>
                  <a:schemeClr val="bg1"/>
                </a:solidFill>
                <a:latin typeface="Times New Roman" panose="02020603050405020304" pitchFamily="18" charset="0"/>
                <a:ea typeface="宋体" panose="02010600030101010101" pitchFamily="2" charset="-122"/>
              </a:endParaRPr>
            </a:p>
          </p:txBody>
        </p:sp>
        <p:sp>
          <p:nvSpPr>
            <p:cNvPr id="12319" name="Oval 165"/>
            <p:cNvSpPr/>
            <p:nvPr/>
          </p:nvSpPr>
          <p:spPr>
            <a:xfrm>
              <a:off x="3334" y="1934"/>
              <a:ext cx="68" cy="68"/>
            </a:xfrm>
            <a:prstGeom prst="ellipse">
              <a:avLst/>
            </a:prstGeom>
            <a:noFill/>
            <a:ln w="38100" cap="flat" cmpd="sng">
              <a:solidFill>
                <a:srgbClr val="FFCC00"/>
              </a:solidFill>
              <a:prstDash val="solid"/>
              <a:headEnd type="none" w="med" len="med"/>
              <a:tailEnd type="none" w="med" len="med"/>
            </a:ln>
          </p:spPr>
          <p:txBody>
            <a:bodyPr wrap="none" anchor="ctr" anchorCtr="0"/>
            <a:p>
              <a:endParaRPr lang="zh-CN" altLang="en-US" dirty="0">
                <a:latin typeface="楷体_GB2312" pitchFamily="49" charset="-122"/>
              </a:endParaRPr>
            </a:p>
          </p:txBody>
        </p:sp>
        <p:sp>
          <p:nvSpPr>
            <p:cNvPr id="12320" name="Oval 166"/>
            <p:cNvSpPr/>
            <p:nvPr/>
          </p:nvSpPr>
          <p:spPr>
            <a:xfrm>
              <a:off x="3334" y="982"/>
              <a:ext cx="68" cy="68"/>
            </a:xfrm>
            <a:prstGeom prst="ellipse">
              <a:avLst/>
            </a:prstGeom>
            <a:noFill/>
            <a:ln w="38100" cap="flat" cmpd="sng">
              <a:solidFill>
                <a:srgbClr val="FFCC00"/>
              </a:solidFill>
              <a:prstDash val="solid"/>
              <a:headEnd type="none" w="med" len="med"/>
              <a:tailEnd type="none" w="med" len="med"/>
            </a:ln>
          </p:spPr>
          <p:txBody>
            <a:bodyPr wrap="none" anchor="ctr" anchorCtr="0"/>
            <a:p>
              <a:endParaRPr lang="zh-CN" altLang="en-US" dirty="0">
                <a:latin typeface="楷体_GB2312" pitchFamily="49" charset="-122"/>
              </a:endParaRPr>
            </a:p>
          </p:txBody>
        </p:sp>
        <p:sp>
          <p:nvSpPr>
            <p:cNvPr id="12321" name="Freeform 167"/>
            <p:cNvSpPr/>
            <p:nvPr/>
          </p:nvSpPr>
          <p:spPr>
            <a:xfrm>
              <a:off x="3887" y="1027"/>
              <a:ext cx="45" cy="947"/>
            </a:xfrm>
            <a:custGeom>
              <a:avLst/>
              <a:gdLst>
                <a:gd name="txL" fmla="*/ 0 w 1"/>
                <a:gd name="txT" fmla="*/ 0 h 312"/>
                <a:gd name="txR" fmla="*/ 1 w 1"/>
                <a:gd name="txB" fmla="*/ 312 h 312"/>
              </a:gdLst>
              <a:ahLst/>
              <a:cxnLst>
                <a:cxn ang="0">
                  <a:pos x="0" y="0"/>
                </a:cxn>
                <a:cxn ang="0">
                  <a:pos x="0" y="312"/>
                </a:cxn>
              </a:cxnLst>
              <a:rect l="txL" t="txT" r="txR" b="txB"/>
              <a:pathLst>
                <a:path w="1" h="312">
                  <a:moveTo>
                    <a:pt x="0" y="0"/>
                  </a:moveTo>
                  <a:lnTo>
                    <a:pt x="0" y="312"/>
                  </a:lnTo>
                </a:path>
              </a:pathLst>
            </a:custGeom>
            <a:noFill/>
            <a:ln w="28575" cap="flat" cmpd="sng">
              <a:solidFill>
                <a:srgbClr val="FFCC00"/>
              </a:solidFill>
              <a:prstDash val="solid"/>
              <a:round/>
              <a:headEnd type="oval" w="med" len="med"/>
              <a:tailEnd type="oval" w="med" len="med"/>
            </a:ln>
          </p:spPr>
          <p:txBody>
            <a:bodyPr wrap="none" anchor="ctr" anchorCtr="0"/>
            <a:p>
              <a:endParaRPr lang="zh-CN" altLang="en-US" dirty="0">
                <a:latin typeface="楷体_GB2312" pitchFamily="49" charset="-122"/>
              </a:endParaRPr>
            </a:p>
          </p:txBody>
        </p:sp>
        <p:sp>
          <p:nvSpPr>
            <p:cNvPr id="12322" name="Freeform 168"/>
            <p:cNvSpPr/>
            <p:nvPr/>
          </p:nvSpPr>
          <p:spPr>
            <a:xfrm>
              <a:off x="4377" y="1029"/>
              <a:ext cx="1" cy="270"/>
            </a:xfrm>
            <a:custGeom>
              <a:avLst/>
              <a:gdLst>
                <a:gd name="txL" fmla="*/ 0 w 1"/>
                <a:gd name="txT" fmla="*/ 0 h 270"/>
                <a:gd name="txR" fmla="*/ 1 w 1"/>
                <a:gd name="txB" fmla="*/ 270 h 270"/>
              </a:gdLst>
              <a:ahLst/>
              <a:cxnLst>
                <a:cxn ang="0">
                  <a:pos x="0" y="0"/>
                </a:cxn>
                <a:cxn ang="0">
                  <a:pos x="1" y="270"/>
                </a:cxn>
              </a:cxnLst>
              <a:rect l="txL" t="txT" r="txR" b="txB"/>
              <a:pathLst>
                <a:path w="1" h="270">
                  <a:moveTo>
                    <a:pt x="0" y="0"/>
                  </a:moveTo>
                  <a:lnTo>
                    <a:pt x="1" y="270"/>
                  </a:lnTo>
                </a:path>
              </a:pathLst>
            </a:custGeom>
            <a:noFill/>
            <a:ln w="28575" cap="flat" cmpd="sng">
              <a:solidFill>
                <a:srgbClr val="FFCC00"/>
              </a:solidFill>
              <a:prstDash val="solid"/>
              <a:round/>
              <a:headEnd type="oval" w="med" len="med"/>
              <a:tailEnd type="none" w="med" len="med"/>
            </a:ln>
          </p:spPr>
          <p:txBody>
            <a:bodyPr wrap="none" anchor="ctr" anchorCtr="0"/>
            <a:p>
              <a:endParaRPr lang="zh-CN" altLang="en-US" dirty="0">
                <a:latin typeface="楷体_GB2312" pitchFamily="49" charset="-122"/>
              </a:endParaRPr>
            </a:p>
          </p:txBody>
        </p:sp>
        <p:sp>
          <p:nvSpPr>
            <p:cNvPr id="12323" name="Freeform 169"/>
            <p:cNvSpPr/>
            <p:nvPr/>
          </p:nvSpPr>
          <p:spPr>
            <a:xfrm flipH="1">
              <a:off x="4332" y="1661"/>
              <a:ext cx="45" cy="310"/>
            </a:xfrm>
            <a:custGeom>
              <a:avLst/>
              <a:gdLst>
                <a:gd name="txL" fmla="*/ 0 w 1"/>
                <a:gd name="txT" fmla="*/ 0 h 264"/>
                <a:gd name="txR" fmla="*/ 1 w 1"/>
                <a:gd name="txB" fmla="*/ 264 h 264"/>
              </a:gdLst>
              <a:ahLst/>
              <a:cxnLst>
                <a:cxn ang="0">
                  <a:pos x="0" y="0"/>
                </a:cxn>
                <a:cxn ang="0">
                  <a:pos x="0" y="264"/>
                </a:cxn>
              </a:cxnLst>
              <a:rect l="txL" t="txT" r="txR" b="txB"/>
              <a:pathLst>
                <a:path w="1" h="264">
                  <a:moveTo>
                    <a:pt x="0" y="0"/>
                  </a:moveTo>
                  <a:lnTo>
                    <a:pt x="0" y="264"/>
                  </a:lnTo>
                </a:path>
              </a:pathLst>
            </a:custGeom>
            <a:noFill/>
            <a:ln w="28575" cap="flat" cmpd="sng">
              <a:solidFill>
                <a:srgbClr val="FFCC00"/>
              </a:solidFill>
              <a:prstDash val="solid"/>
              <a:round/>
              <a:headEnd type="none" w="med" len="med"/>
              <a:tailEnd type="oval" w="med" len="med"/>
            </a:ln>
          </p:spPr>
          <p:txBody>
            <a:bodyPr wrap="none" anchor="ctr" anchorCtr="0"/>
            <a:p>
              <a:endParaRPr lang="zh-CN" altLang="en-US" dirty="0">
                <a:latin typeface="楷体_GB2312" pitchFamily="49" charset="-122"/>
              </a:endParaRPr>
            </a:p>
          </p:txBody>
        </p:sp>
        <p:sp>
          <p:nvSpPr>
            <p:cNvPr id="12324" name="Line 170"/>
            <p:cNvSpPr/>
            <p:nvPr/>
          </p:nvSpPr>
          <p:spPr>
            <a:xfrm rot="5400000">
              <a:off x="3743" y="1215"/>
              <a:ext cx="288" cy="0"/>
            </a:xfrm>
            <a:prstGeom prst="line">
              <a:avLst/>
            </a:prstGeom>
            <a:ln w="28575" cap="flat" cmpd="sng">
              <a:solidFill>
                <a:srgbClr val="66FFFF"/>
              </a:solidFill>
              <a:prstDash val="solid"/>
              <a:headEnd type="none" w="med" len="med"/>
              <a:tailEnd type="triangle" w="med" len="med"/>
            </a:ln>
          </p:spPr>
        </p:sp>
        <p:sp>
          <p:nvSpPr>
            <p:cNvPr id="12325" name="Line 171"/>
            <p:cNvSpPr/>
            <p:nvPr/>
          </p:nvSpPr>
          <p:spPr>
            <a:xfrm rot="5400000">
              <a:off x="4262" y="1183"/>
              <a:ext cx="227" cy="0"/>
            </a:xfrm>
            <a:prstGeom prst="line">
              <a:avLst/>
            </a:prstGeom>
            <a:ln w="28575" cap="flat" cmpd="sng">
              <a:solidFill>
                <a:srgbClr val="66FFFF"/>
              </a:solidFill>
              <a:prstDash val="solid"/>
              <a:headEnd type="none" w="med" len="med"/>
              <a:tailEnd type="triangle" w="med" len="med"/>
            </a:ln>
          </p:spPr>
        </p:sp>
        <p:sp>
          <p:nvSpPr>
            <p:cNvPr id="12326" name="Line 172"/>
            <p:cNvSpPr/>
            <p:nvPr/>
          </p:nvSpPr>
          <p:spPr>
            <a:xfrm rot="5400000">
              <a:off x="4777" y="1215"/>
              <a:ext cx="288" cy="0"/>
            </a:xfrm>
            <a:prstGeom prst="line">
              <a:avLst/>
            </a:prstGeom>
            <a:ln w="28575" cap="flat" cmpd="sng">
              <a:solidFill>
                <a:srgbClr val="66FFFF"/>
              </a:solidFill>
              <a:prstDash val="solid"/>
              <a:headEnd type="none" w="med" len="med"/>
              <a:tailEnd type="triangle" w="med" len="med"/>
            </a:ln>
          </p:spPr>
        </p:sp>
        <p:sp>
          <p:nvSpPr>
            <p:cNvPr id="12327" name="Rectangle 173"/>
            <p:cNvSpPr/>
            <p:nvPr/>
          </p:nvSpPr>
          <p:spPr>
            <a:xfrm>
              <a:off x="3824" y="1390"/>
              <a:ext cx="127" cy="318"/>
            </a:xfrm>
            <a:prstGeom prst="rect">
              <a:avLst/>
            </a:prstGeom>
            <a:gradFill rotWithShape="1">
              <a:gsLst>
                <a:gs pos="0">
                  <a:srgbClr val="764700"/>
                </a:gs>
                <a:gs pos="50000">
                  <a:srgbClr val="FF9900"/>
                </a:gs>
                <a:gs pos="100000">
                  <a:srgbClr val="764700"/>
                </a:gs>
              </a:gsLst>
              <a:lin ang="0" scaled="1"/>
              <a:tileRect/>
            </a:gradFill>
            <a:ln w="28575">
              <a:noFill/>
            </a:ln>
          </p:spPr>
          <p:txBody>
            <a:bodyPr wrap="none" anchor="ctr" anchorCtr="0"/>
            <a:p>
              <a:endParaRPr lang="zh-CN" altLang="en-US" dirty="0">
                <a:latin typeface="楷体_GB2312" pitchFamily="49" charset="-122"/>
              </a:endParaRPr>
            </a:p>
          </p:txBody>
        </p:sp>
        <p:grpSp>
          <p:nvGrpSpPr>
            <p:cNvPr id="12328" name="Group 174"/>
            <p:cNvGrpSpPr/>
            <p:nvPr/>
          </p:nvGrpSpPr>
          <p:grpSpPr>
            <a:xfrm>
              <a:off x="4785" y="1481"/>
              <a:ext cx="240" cy="93"/>
              <a:chOff x="3787" y="2478"/>
              <a:chExt cx="240" cy="93"/>
            </a:xfrm>
          </p:grpSpPr>
          <p:sp>
            <p:nvSpPr>
              <p:cNvPr id="12335" name="Line 175"/>
              <p:cNvSpPr/>
              <p:nvPr/>
            </p:nvSpPr>
            <p:spPr>
              <a:xfrm flipV="1">
                <a:off x="3787" y="2568"/>
                <a:ext cx="240" cy="3"/>
              </a:xfrm>
              <a:prstGeom prst="line">
                <a:avLst/>
              </a:prstGeom>
              <a:ln w="57150" cap="flat" cmpd="sng">
                <a:solidFill>
                  <a:srgbClr val="FF9900"/>
                </a:solidFill>
                <a:prstDash val="solid"/>
                <a:headEnd type="none" w="med" len="med"/>
                <a:tailEnd type="none" w="med" len="med"/>
              </a:ln>
            </p:spPr>
          </p:sp>
          <p:sp>
            <p:nvSpPr>
              <p:cNvPr id="12336" name="Line 176"/>
              <p:cNvSpPr/>
              <p:nvPr/>
            </p:nvSpPr>
            <p:spPr>
              <a:xfrm>
                <a:off x="3787" y="2478"/>
                <a:ext cx="240" cy="1"/>
              </a:xfrm>
              <a:prstGeom prst="line">
                <a:avLst/>
              </a:prstGeom>
              <a:ln w="57150" cap="flat" cmpd="sng">
                <a:solidFill>
                  <a:srgbClr val="FF9900"/>
                </a:solidFill>
                <a:prstDash val="solid"/>
                <a:headEnd type="none" w="med" len="med"/>
                <a:tailEnd type="none" w="med" len="med"/>
              </a:ln>
            </p:spPr>
          </p:sp>
        </p:grpSp>
        <p:graphicFrame>
          <p:nvGraphicFramePr>
            <p:cNvPr id="12295" name="Object 181"/>
            <p:cNvGraphicFramePr/>
            <p:nvPr/>
          </p:nvGraphicFramePr>
          <p:xfrm>
            <a:off x="3559" y="572"/>
            <a:ext cx="178" cy="431"/>
          </p:xfrm>
          <a:graphic>
            <a:graphicData uri="http://schemas.openxmlformats.org/presentationml/2006/ole">
              <mc:AlternateContent xmlns:mc="http://schemas.openxmlformats.org/markup-compatibility/2006">
                <mc:Choice xmlns:v="urn:schemas-microsoft-com:vml" Requires="v">
                  <p:oleObj spid="_x0000_s3095" name="" r:id="rId14" imgW="127000" imgH="304165" progId="Equation.3">
                    <p:embed/>
                  </p:oleObj>
                </mc:Choice>
                <mc:Fallback>
                  <p:oleObj name="" r:id="rId14" imgW="127000" imgH="304165" progId="Equation.3">
                    <p:embed/>
                    <p:pic>
                      <p:nvPicPr>
                        <p:cNvPr id="0" name="图片 3094"/>
                        <p:cNvPicPr/>
                        <p:nvPr/>
                      </p:nvPicPr>
                      <p:blipFill>
                        <a:blip r:embed="rId15">
                          <a:clrChange>
                            <a:clrFrom>
                              <a:srgbClr val="000000"/>
                            </a:clrFrom>
                            <a:clrTo>
                              <a:srgbClr val="FFFFFF"/>
                            </a:clrTo>
                          </a:clrChange>
                        </a:blip>
                        <a:stretch>
                          <a:fillRect/>
                        </a:stretch>
                      </p:blipFill>
                      <p:spPr>
                        <a:xfrm>
                          <a:off x="3559" y="572"/>
                          <a:ext cx="178" cy="431"/>
                        </a:xfrm>
                        <a:prstGeom prst="rect">
                          <a:avLst/>
                        </a:prstGeom>
                        <a:noFill/>
                        <a:ln w="38100">
                          <a:noFill/>
                          <a:miter/>
                        </a:ln>
                      </p:spPr>
                    </p:pic>
                  </p:oleObj>
                </mc:Fallback>
              </mc:AlternateContent>
            </a:graphicData>
          </a:graphic>
        </p:graphicFrame>
        <p:sp>
          <p:nvSpPr>
            <p:cNvPr id="12329" name="Text Box 182"/>
            <p:cNvSpPr txBox="1"/>
            <p:nvPr/>
          </p:nvSpPr>
          <p:spPr>
            <a:xfrm>
              <a:off x="3922" y="1344"/>
              <a:ext cx="576" cy="327"/>
            </a:xfrm>
            <a:prstGeom prst="rect">
              <a:avLst/>
            </a:prstGeom>
            <a:noFill/>
            <a:ln w="9525">
              <a:noFill/>
            </a:ln>
          </p:spPr>
          <p:txBody>
            <a:bodyPr>
              <a:spAutoFit/>
            </a:bodyPr>
            <a:p>
              <a:r>
                <a:rPr lang="en-US" altLang="zh-CN" b="0" dirty="0">
                  <a:solidFill>
                    <a:schemeClr val="bg1"/>
                  </a:solidFill>
                  <a:latin typeface="Times New Roman" panose="02020603050405020304" pitchFamily="18" charset="0"/>
                  <a:ea typeface="宋体" panose="02010600030101010101" pitchFamily="2" charset="-122"/>
                </a:rPr>
                <a:t> j</a:t>
              </a:r>
              <a:r>
                <a:rPr lang="en-US" altLang="zh-CN" b="0" i="1" dirty="0">
                  <a:solidFill>
                    <a:schemeClr val="bg1"/>
                  </a:solidFill>
                  <a:latin typeface="Times New Roman" panose="02020603050405020304" pitchFamily="18" charset="0"/>
                  <a:ea typeface="宋体" panose="02010600030101010101" pitchFamily="2" charset="-122"/>
                  <a:sym typeface="Symbol" panose="05050102010706020507" pitchFamily="18" charset="2"/>
                </a:rPr>
                <a:t></a:t>
              </a:r>
              <a:r>
                <a:rPr lang="en-US" altLang="zh-CN" b="0" i="1" dirty="0">
                  <a:solidFill>
                    <a:schemeClr val="bg1"/>
                  </a:solidFill>
                  <a:latin typeface="Times New Roman" panose="02020603050405020304" pitchFamily="18" charset="0"/>
                  <a:ea typeface="宋体" panose="02010600030101010101" pitchFamily="2" charset="-122"/>
                </a:rPr>
                <a:t>L</a:t>
              </a:r>
              <a:endParaRPr lang="en-US" altLang="zh-CN" b="0" i="1" dirty="0">
                <a:solidFill>
                  <a:schemeClr val="bg1"/>
                </a:solidFill>
                <a:latin typeface="Times New Roman" panose="02020603050405020304" pitchFamily="18" charset="0"/>
                <a:ea typeface="宋体" panose="02010600030101010101" pitchFamily="2" charset="-122"/>
              </a:endParaRPr>
            </a:p>
          </p:txBody>
        </p:sp>
        <p:graphicFrame>
          <p:nvGraphicFramePr>
            <p:cNvPr id="12296" name="Object 183"/>
            <p:cNvGraphicFramePr/>
            <p:nvPr/>
          </p:nvGraphicFramePr>
          <p:xfrm>
            <a:off x="3287" y="1298"/>
            <a:ext cx="212" cy="381"/>
          </p:xfrm>
          <a:graphic>
            <a:graphicData uri="http://schemas.openxmlformats.org/presentationml/2006/ole">
              <mc:AlternateContent xmlns:mc="http://schemas.openxmlformats.org/markup-compatibility/2006">
                <mc:Choice xmlns:v="urn:schemas-microsoft-com:vml" Requires="v">
                  <p:oleObj spid="_x0000_s3096" name="" r:id="rId16" imgW="177800" imgH="316865" progId="Equation.3">
                    <p:embed/>
                  </p:oleObj>
                </mc:Choice>
                <mc:Fallback>
                  <p:oleObj name="" r:id="rId16" imgW="177800" imgH="316865" progId="Equation.3">
                    <p:embed/>
                    <p:pic>
                      <p:nvPicPr>
                        <p:cNvPr id="0" name="图片 3095"/>
                        <p:cNvPicPr/>
                        <p:nvPr/>
                      </p:nvPicPr>
                      <p:blipFill>
                        <a:blip r:embed="rId17">
                          <a:clrChange>
                            <a:clrFrom>
                              <a:srgbClr val="000000"/>
                            </a:clrFrom>
                            <a:clrTo>
                              <a:srgbClr val="FFFFFF"/>
                            </a:clrTo>
                          </a:clrChange>
                        </a:blip>
                        <a:stretch>
                          <a:fillRect/>
                        </a:stretch>
                      </p:blipFill>
                      <p:spPr>
                        <a:xfrm>
                          <a:off x="3287" y="1298"/>
                          <a:ext cx="212" cy="381"/>
                        </a:xfrm>
                        <a:prstGeom prst="rect">
                          <a:avLst/>
                        </a:prstGeom>
                        <a:noFill/>
                        <a:ln w="38100">
                          <a:noFill/>
                          <a:miter/>
                        </a:ln>
                      </p:spPr>
                    </p:pic>
                  </p:oleObj>
                </mc:Fallback>
              </mc:AlternateContent>
            </a:graphicData>
          </a:graphic>
        </p:graphicFrame>
        <p:graphicFrame>
          <p:nvGraphicFramePr>
            <p:cNvPr id="12297" name="Object 184"/>
            <p:cNvGraphicFramePr/>
            <p:nvPr/>
          </p:nvGraphicFramePr>
          <p:xfrm>
            <a:off x="4377" y="890"/>
            <a:ext cx="228" cy="423"/>
          </p:xfrm>
          <a:graphic>
            <a:graphicData uri="http://schemas.openxmlformats.org/presentationml/2006/ole">
              <mc:AlternateContent xmlns:mc="http://schemas.openxmlformats.org/markup-compatibility/2006">
                <mc:Choice xmlns:v="urn:schemas-microsoft-com:vml" Requires="v">
                  <p:oleObj spid="_x0000_s3097" name="" r:id="rId18" imgW="177800" imgH="329565" progId="Equation.3">
                    <p:embed/>
                  </p:oleObj>
                </mc:Choice>
                <mc:Fallback>
                  <p:oleObj name="" r:id="rId18" imgW="177800" imgH="329565" progId="Equation.3">
                    <p:embed/>
                    <p:pic>
                      <p:nvPicPr>
                        <p:cNvPr id="0" name="图片 3096"/>
                        <p:cNvPicPr/>
                        <p:nvPr/>
                      </p:nvPicPr>
                      <p:blipFill>
                        <a:blip r:embed="rId19">
                          <a:clrChange>
                            <a:clrFrom>
                              <a:srgbClr val="000000"/>
                            </a:clrFrom>
                            <a:clrTo>
                              <a:srgbClr val="FFFFFF"/>
                            </a:clrTo>
                          </a:clrChange>
                        </a:blip>
                        <a:stretch>
                          <a:fillRect/>
                        </a:stretch>
                      </p:blipFill>
                      <p:spPr>
                        <a:xfrm>
                          <a:off x="4377" y="890"/>
                          <a:ext cx="228" cy="423"/>
                        </a:xfrm>
                        <a:prstGeom prst="rect">
                          <a:avLst/>
                        </a:prstGeom>
                        <a:noFill/>
                        <a:ln w="38100">
                          <a:noFill/>
                          <a:miter/>
                        </a:ln>
                      </p:spPr>
                    </p:pic>
                  </p:oleObj>
                </mc:Fallback>
              </mc:AlternateContent>
            </a:graphicData>
          </a:graphic>
        </p:graphicFrame>
        <p:graphicFrame>
          <p:nvGraphicFramePr>
            <p:cNvPr id="12298" name="Object 185"/>
            <p:cNvGraphicFramePr/>
            <p:nvPr/>
          </p:nvGraphicFramePr>
          <p:xfrm>
            <a:off x="4921" y="935"/>
            <a:ext cx="245" cy="423"/>
          </p:xfrm>
          <a:graphic>
            <a:graphicData uri="http://schemas.openxmlformats.org/presentationml/2006/ole">
              <mc:AlternateContent xmlns:mc="http://schemas.openxmlformats.org/markup-compatibility/2006">
                <mc:Choice xmlns:v="urn:schemas-microsoft-com:vml" Requires="v">
                  <p:oleObj spid="_x0000_s3100" name="" r:id="rId20" imgW="190500" imgH="330200" progId="Equation.3">
                    <p:embed/>
                  </p:oleObj>
                </mc:Choice>
                <mc:Fallback>
                  <p:oleObj name="" r:id="rId20" imgW="190500" imgH="330200" progId="Equation.3">
                    <p:embed/>
                    <p:pic>
                      <p:nvPicPr>
                        <p:cNvPr id="0" name="图片 3099"/>
                        <p:cNvPicPr/>
                        <p:nvPr/>
                      </p:nvPicPr>
                      <p:blipFill>
                        <a:blip r:embed="rId21">
                          <a:clrChange>
                            <a:clrFrom>
                              <a:srgbClr val="000000"/>
                            </a:clrFrom>
                            <a:clrTo>
                              <a:srgbClr val="FFFFFF"/>
                            </a:clrTo>
                          </a:clrChange>
                        </a:blip>
                        <a:stretch>
                          <a:fillRect/>
                        </a:stretch>
                      </p:blipFill>
                      <p:spPr>
                        <a:xfrm>
                          <a:off x="4921" y="935"/>
                          <a:ext cx="245" cy="423"/>
                        </a:xfrm>
                        <a:prstGeom prst="rect">
                          <a:avLst/>
                        </a:prstGeom>
                        <a:noFill/>
                        <a:ln w="38100">
                          <a:noFill/>
                          <a:miter/>
                        </a:ln>
                      </p:spPr>
                    </p:pic>
                  </p:oleObj>
                </mc:Fallback>
              </mc:AlternateContent>
            </a:graphicData>
          </a:graphic>
        </p:graphicFrame>
        <p:graphicFrame>
          <p:nvGraphicFramePr>
            <p:cNvPr id="12299" name="Object 186"/>
            <p:cNvGraphicFramePr/>
            <p:nvPr/>
          </p:nvGraphicFramePr>
          <p:xfrm>
            <a:off x="4421" y="1389"/>
            <a:ext cx="499" cy="608"/>
          </p:xfrm>
          <a:graphic>
            <a:graphicData uri="http://schemas.openxmlformats.org/presentationml/2006/ole">
              <mc:AlternateContent xmlns:mc="http://schemas.openxmlformats.org/markup-compatibility/2006">
                <mc:Choice xmlns:v="urn:schemas-microsoft-com:vml" Requires="v">
                  <p:oleObj spid="_x0000_s3098" name="" r:id="rId22" imgW="393700" imgH="482600" progId="Equation.3">
                    <p:embed/>
                  </p:oleObj>
                </mc:Choice>
                <mc:Fallback>
                  <p:oleObj name="" r:id="rId22" imgW="393700" imgH="482600" progId="Equation.3">
                    <p:embed/>
                    <p:pic>
                      <p:nvPicPr>
                        <p:cNvPr id="0" name="图片 3097"/>
                        <p:cNvPicPr/>
                        <p:nvPr/>
                      </p:nvPicPr>
                      <p:blipFill>
                        <a:blip r:embed="rId23">
                          <a:clrChange>
                            <a:clrFrom>
                              <a:srgbClr val="000000"/>
                            </a:clrFrom>
                            <a:clrTo>
                              <a:srgbClr val="FFFFFF"/>
                            </a:clrTo>
                          </a:clrChange>
                        </a:blip>
                        <a:stretch>
                          <a:fillRect/>
                        </a:stretch>
                      </p:blipFill>
                      <p:spPr>
                        <a:xfrm>
                          <a:off x="4421" y="1389"/>
                          <a:ext cx="499" cy="608"/>
                        </a:xfrm>
                        <a:prstGeom prst="rect">
                          <a:avLst/>
                        </a:prstGeom>
                        <a:noFill/>
                        <a:ln w="38100">
                          <a:noFill/>
                          <a:miter/>
                        </a:ln>
                      </p:spPr>
                    </p:pic>
                  </p:oleObj>
                </mc:Fallback>
              </mc:AlternateContent>
            </a:graphicData>
          </a:graphic>
        </p:graphicFrame>
        <p:graphicFrame>
          <p:nvGraphicFramePr>
            <p:cNvPr id="12300" name="Object 187"/>
            <p:cNvGraphicFramePr/>
            <p:nvPr/>
          </p:nvGraphicFramePr>
          <p:xfrm>
            <a:off x="3905" y="917"/>
            <a:ext cx="232" cy="427"/>
          </p:xfrm>
          <a:graphic>
            <a:graphicData uri="http://schemas.openxmlformats.org/presentationml/2006/ole">
              <mc:AlternateContent xmlns:mc="http://schemas.openxmlformats.org/markup-compatibility/2006">
                <mc:Choice xmlns:v="urn:schemas-microsoft-com:vml" Requires="v">
                  <p:oleObj spid="_x0000_s3101" name="" r:id="rId24" imgW="177800" imgH="329565" progId="Equation.3">
                    <p:embed/>
                  </p:oleObj>
                </mc:Choice>
                <mc:Fallback>
                  <p:oleObj name="" r:id="rId24" imgW="177800" imgH="329565" progId="Equation.3">
                    <p:embed/>
                    <p:pic>
                      <p:nvPicPr>
                        <p:cNvPr id="0" name="图片 3100"/>
                        <p:cNvPicPr/>
                        <p:nvPr/>
                      </p:nvPicPr>
                      <p:blipFill>
                        <a:blip r:embed="rId25">
                          <a:clrChange>
                            <a:clrFrom>
                              <a:srgbClr val="000000"/>
                            </a:clrFrom>
                            <a:clrTo>
                              <a:srgbClr val="FFFFFF"/>
                            </a:clrTo>
                          </a:clrChange>
                        </a:blip>
                        <a:stretch>
                          <a:fillRect/>
                        </a:stretch>
                      </p:blipFill>
                      <p:spPr>
                        <a:xfrm>
                          <a:off x="3905" y="917"/>
                          <a:ext cx="232" cy="427"/>
                        </a:xfrm>
                        <a:prstGeom prst="rect">
                          <a:avLst/>
                        </a:prstGeom>
                        <a:noFill/>
                        <a:ln w="38100">
                          <a:noFill/>
                          <a:miter/>
                        </a:ln>
                      </p:spPr>
                    </p:pic>
                  </p:oleObj>
                </mc:Fallback>
              </mc:AlternateContent>
            </a:graphicData>
          </a:graphic>
        </p:graphicFrame>
        <p:grpSp>
          <p:nvGrpSpPr>
            <p:cNvPr id="12330" name="Group 202"/>
            <p:cNvGrpSpPr/>
            <p:nvPr/>
          </p:nvGrpSpPr>
          <p:grpSpPr>
            <a:xfrm rot="10800000">
              <a:off x="4377" y="1298"/>
              <a:ext cx="90" cy="363"/>
              <a:chOff x="1565" y="2614"/>
              <a:chExt cx="90" cy="486"/>
            </a:xfrm>
          </p:grpSpPr>
          <p:sp>
            <p:nvSpPr>
              <p:cNvPr id="12331" name="Arc 203"/>
              <p:cNvSpPr/>
              <p:nvPr/>
            </p:nvSpPr>
            <p:spPr>
              <a:xfrm flipH="1" flipV="1">
                <a:off x="1565" y="2860"/>
                <a:ext cx="90" cy="116"/>
              </a:xfrm>
              <a:custGeom>
                <a:avLst/>
                <a:gdLst>
                  <a:gd name="txL" fmla="*/ 0 w 22723"/>
                  <a:gd name="txT" fmla="*/ 0 h 43200"/>
                  <a:gd name="txR" fmla="*/ 22723 w 22723"/>
                  <a:gd name="txB" fmla="*/ 43200 h 43200"/>
                </a:gdLst>
                <a:ahLst/>
                <a:cxnLst>
                  <a:cxn ang="0">
                    <a:pos x="1122" y="0"/>
                  </a:cxn>
                  <a:cxn ang="0">
                    <a:pos x="22723" y="21600"/>
                  </a:cxn>
                  <a:cxn ang="0">
                    <a:pos x="1123" y="43200"/>
                  </a:cxn>
                  <a:cxn ang="0">
                    <a:pos x="0" y="43170"/>
                  </a:cxn>
                  <a:cxn ang="0">
                    <a:pos x="1122" y="0"/>
                  </a:cxn>
                  <a:cxn ang="0">
                    <a:pos x="22723" y="21600"/>
                  </a:cxn>
                  <a:cxn ang="0">
                    <a:pos x="1123" y="43200"/>
                  </a:cxn>
                  <a:cxn ang="0">
                    <a:pos x="0" y="43170"/>
                  </a:cxn>
                  <a:cxn ang="0">
                    <a:pos x="1123" y="21600"/>
                  </a:cxn>
                </a:cxnLst>
                <a:rect l="txL" t="txT" r="txR" b="txB"/>
                <a:pathLst>
                  <a:path w="22723" h="43200" fill="none">
                    <a:moveTo>
                      <a:pt x="1122" y="0"/>
                    </a:moveTo>
                    <a:cubicBezTo>
                      <a:pt x="13052" y="0"/>
                      <a:pt x="22723" y="9670"/>
                      <a:pt x="22723" y="21600"/>
                    </a:cubicBezTo>
                    <a:cubicBezTo>
                      <a:pt x="22723" y="33529"/>
                      <a:pt x="13052" y="43200"/>
                      <a:pt x="1123" y="43200"/>
                    </a:cubicBezTo>
                    <a:cubicBezTo>
                      <a:pt x="748" y="43200"/>
                      <a:pt x="374" y="43190"/>
                      <a:pt x="0" y="43170"/>
                    </a:cubicBezTo>
                  </a:path>
                  <a:path w="22723" h="43200" stroke="0">
                    <a:moveTo>
                      <a:pt x="1122" y="0"/>
                    </a:moveTo>
                    <a:cubicBezTo>
                      <a:pt x="13052" y="0"/>
                      <a:pt x="22723" y="9670"/>
                      <a:pt x="22723" y="21600"/>
                    </a:cubicBezTo>
                    <a:cubicBezTo>
                      <a:pt x="22723" y="33529"/>
                      <a:pt x="13052" y="43200"/>
                      <a:pt x="1123" y="43200"/>
                    </a:cubicBezTo>
                    <a:cubicBezTo>
                      <a:pt x="748" y="43200"/>
                      <a:pt x="374" y="43190"/>
                      <a:pt x="0" y="43170"/>
                    </a:cubicBezTo>
                    <a:lnTo>
                      <a:pt x="1123" y="21600"/>
                    </a:lnTo>
                    <a:close/>
                  </a:path>
                </a:pathLst>
              </a:custGeom>
              <a:noFill/>
              <a:ln w="28575" cap="flat" cmpd="sng">
                <a:solidFill>
                  <a:srgbClr val="FF9900"/>
                </a:solidFill>
                <a:prstDash val="solid"/>
                <a:round/>
                <a:headEnd type="none" w="med" len="med"/>
                <a:tailEnd type="none" w="med" len="med"/>
              </a:ln>
            </p:spPr>
            <p:txBody>
              <a:bodyPr wrap="none" anchor="ctr" anchorCtr="0"/>
              <a:p>
                <a:endParaRPr lang="zh-CN" altLang="en-US" dirty="0">
                  <a:latin typeface="楷体_GB2312" pitchFamily="49" charset="-122"/>
                </a:endParaRPr>
              </a:p>
            </p:txBody>
          </p:sp>
          <p:sp>
            <p:nvSpPr>
              <p:cNvPr id="12332" name="Arc 204"/>
              <p:cNvSpPr/>
              <p:nvPr/>
            </p:nvSpPr>
            <p:spPr>
              <a:xfrm flipH="1" flipV="1">
                <a:off x="1565" y="2737"/>
                <a:ext cx="90" cy="116"/>
              </a:xfrm>
              <a:custGeom>
                <a:avLst/>
                <a:gdLst>
                  <a:gd name="txL" fmla="*/ 0 w 22723"/>
                  <a:gd name="txT" fmla="*/ 0 h 43200"/>
                  <a:gd name="txR" fmla="*/ 22723 w 22723"/>
                  <a:gd name="txB" fmla="*/ 43200 h 43200"/>
                </a:gdLst>
                <a:ahLst/>
                <a:cxnLst>
                  <a:cxn ang="0">
                    <a:pos x="1122" y="0"/>
                  </a:cxn>
                  <a:cxn ang="0">
                    <a:pos x="22723" y="21600"/>
                  </a:cxn>
                  <a:cxn ang="0">
                    <a:pos x="1123" y="43200"/>
                  </a:cxn>
                  <a:cxn ang="0">
                    <a:pos x="0" y="43170"/>
                  </a:cxn>
                  <a:cxn ang="0">
                    <a:pos x="1122" y="0"/>
                  </a:cxn>
                  <a:cxn ang="0">
                    <a:pos x="22723" y="21600"/>
                  </a:cxn>
                  <a:cxn ang="0">
                    <a:pos x="1123" y="43200"/>
                  </a:cxn>
                  <a:cxn ang="0">
                    <a:pos x="0" y="43170"/>
                  </a:cxn>
                  <a:cxn ang="0">
                    <a:pos x="1123" y="21600"/>
                  </a:cxn>
                </a:cxnLst>
                <a:rect l="txL" t="txT" r="txR" b="txB"/>
                <a:pathLst>
                  <a:path w="22723" h="43200" fill="none">
                    <a:moveTo>
                      <a:pt x="1122" y="0"/>
                    </a:moveTo>
                    <a:cubicBezTo>
                      <a:pt x="13052" y="0"/>
                      <a:pt x="22723" y="9670"/>
                      <a:pt x="22723" y="21600"/>
                    </a:cubicBezTo>
                    <a:cubicBezTo>
                      <a:pt x="22723" y="33529"/>
                      <a:pt x="13052" y="43200"/>
                      <a:pt x="1123" y="43200"/>
                    </a:cubicBezTo>
                    <a:cubicBezTo>
                      <a:pt x="748" y="43200"/>
                      <a:pt x="374" y="43190"/>
                      <a:pt x="0" y="43170"/>
                    </a:cubicBezTo>
                  </a:path>
                  <a:path w="22723" h="43200" stroke="0">
                    <a:moveTo>
                      <a:pt x="1122" y="0"/>
                    </a:moveTo>
                    <a:cubicBezTo>
                      <a:pt x="13052" y="0"/>
                      <a:pt x="22723" y="9670"/>
                      <a:pt x="22723" y="21600"/>
                    </a:cubicBezTo>
                    <a:cubicBezTo>
                      <a:pt x="22723" y="33529"/>
                      <a:pt x="13052" y="43200"/>
                      <a:pt x="1123" y="43200"/>
                    </a:cubicBezTo>
                    <a:cubicBezTo>
                      <a:pt x="748" y="43200"/>
                      <a:pt x="374" y="43190"/>
                      <a:pt x="0" y="43170"/>
                    </a:cubicBezTo>
                    <a:lnTo>
                      <a:pt x="1123" y="21600"/>
                    </a:lnTo>
                    <a:close/>
                  </a:path>
                </a:pathLst>
              </a:custGeom>
              <a:noFill/>
              <a:ln w="28575" cap="flat" cmpd="sng">
                <a:solidFill>
                  <a:srgbClr val="FF9900"/>
                </a:solidFill>
                <a:prstDash val="solid"/>
                <a:round/>
                <a:headEnd type="none" w="med" len="med"/>
                <a:tailEnd type="none" w="med" len="med"/>
              </a:ln>
            </p:spPr>
            <p:txBody>
              <a:bodyPr wrap="none" anchor="ctr" anchorCtr="0"/>
              <a:p>
                <a:endParaRPr lang="zh-CN" altLang="en-US" dirty="0">
                  <a:latin typeface="楷体_GB2312" pitchFamily="49" charset="-122"/>
                </a:endParaRPr>
              </a:p>
            </p:txBody>
          </p:sp>
          <p:sp>
            <p:nvSpPr>
              <p:cNvPr id="12333" name="Arc 205"/>
              <p:cNvSpPr/>
              <p:nvPr/>
            </p:nvSpPr>
            <p:spPr>
              <a:xfrm flipH="1" flipV="1">
                <a:off x="1565" y="2614"/>
                <a:ext cx="90" cy="116"/>
              </a:xfrm>
              <a:custGeom>
                <a:avLst/>
                <a:gdLst>
                  <a:gd name="txL" fmla="*/ 0 w 22723"/>
                  <a:gd name="txT" fmla="*/ 0 h 43200"/>
                  <a:gd name="txR" fmla="*/ 22723 w 22723"/>
                  <a:gd name="txB" fmla="*/ 43200 h 43200"/>
                </a:gdLst>
                <a:ahLst/>
                <a:cxnLst>
                  <a:cxn ang="0">
                    <a:pos x="1122" y="0"/>
                  </a:cxn>
                  <a:cxn ang="0">
                    <a:pos x="22723" y="21600"/>
                  </a:cxn>
                  <a:cxn ang="0">
                    <a:pos x="1123" y="43200"/>
                  </a:cxn>
                  <a:cxn ang="0">
                    <a:pos x="0" y="43170"/>
                  </a:cxn>
                  <a:cxn ang="0">
                    <a:pos x="1122" y="0"/>
                  </a:cxn>
                  <a:cxn ang="0">
                    <a:pos x="22723" y="21600"/>
                  </a:cxn>
                  <a:cxn ang="0">
                    <a:pos x="1123" y="43200"/>
                  </a:cxn>
                  <a:cxn ang="0">
                    <a:pos x="0" y="43170"/>
                  </a:cxn>
                  <a:cxn ang="0">
                    <a:pos x="1123" y="21600"/>
                  </a:cxn>
                </a:cxnLst>
                <a:rect l="txL" t="txT" r="txR" b="txB"/>
                <a:pathLst>
                  <a:path w="22723" h="43200" fill="none">
                    <a:moveTo>
                      <a:pt x="1122" y="0"/>
                    </a:moveTo>
                    <a:cubicBezTo>
                      <a:pt x="13052" y="0"/>
                      <a:pt x="22723" y="9670"/>
                      <a:pt x="22723" y="21600"/>
                    </a:cubicBezTo>
                    <a:cubicBezTo>
                      <a:pt x="22723" y="33529"/>
                      <a:pt x="13052" y="43200"/>
                      <a:pt x="1123" y="43200"/>
                    </a:cubicBezTo>
                    <a:cubicBezTo>
                      <a:pt x="748" y="43200"/>
                      <a:pt x="374" y="43190"/>
                      <a:pt x="0" y="43170"/>
                    </a:cubicBezTo>
                  </a:path>
                  <a:path w="22723" h="43200" stroke="0">
                    <a:moveTo>
                      <a:pt x="1122" y="0"/>
                    </a:moveTo>
                    <a:cubicBezTo>
                      <a:pt x="13052" y="0"/>
                      <a:pt x="22723" y="9670"/>
                      <a:pt x="22723" y="21600"/>
                    </a:cubicBezTo>
                    <a:cubicBezTo>
                      <a:pt x="22723" y="33529"/>
                      <a:pt x="13052" y="43200"/>
                      <a:pt x="1123" y="43200"/>
                    </a:cubicBezTo>
                    <a:cubicBezTo>
                      <a:pt x="748" y="43200"/>
                      <a:pt x="374" y="43190"/>
                      <a:pt x="0" y="43170"/>
                    </a:cubicBezTo>
                    <a:lnTo>
                      <a:pt x="1123" y="21600"/>
                    </a:lnTo>
                    <a:close/>
                  </a:path>
                </a:pathLst>
              </a:custGeom>
              <a:noFill/>
              <a:ln w="28575" cap="flat" cmpd="sng">
                <a:solidFill>
                  <a:srgbClr val="FF9900"/>
                </a:solidFill>
                <a:prstDash val="solid"/>
                <a:round/>
                <a:headEnd type="none" w="med" len="med"/>
                <a:tailEnd type="none" w="med" len="med"/>
              </a:ln>
            </p:spPr>
            <p:txBody>
              <a:bodyPr wrap="none" anchor="ctr" anchorCtr="0"/>
              <a:p>
                <a:endParaRPr lang="zh-CN" altLang="en-US" dirty="0">
                  <a:latin typeface="楷体_GB2312" pitchFamily="49" charset="-122"/>
                </a:endParaRPr>
              </a:p>
            </p:txBody>
          </p:sp>
          <p:sp>
            <p:nvSpPr>
              <p:cNvPr id="12334" name="Arc 206"/>
              <p:cNvSpPr/>
              <p:nvPr/>
            </p:nvSpPr>
            <p:spPr>
              <a:xfrm flipH="1" flipV="1">
                <a:off x="1565" y="2984"/>
                <a:ext cx="90" cy="116"/>
              </a:xfrm>
              <a:custGeom>
                <a:avLst/>
                <a:gdLst>
                  <a:gd name="txL" fmla="*/ 0 w 22723"/>
                  <a:gd name="txT" fmla="*/ 0 h 43200"/>
                  <a:gd name="txR" fmla="*/ 22723 w 22723"/>
                  <a:gd name="txB" fmla="*/ 43200 h 43200"/>
                </a:gdLst>
                <a:ahLst/>
                <a:cxnLst>
                  <a:cxn ang="0">
                    <a:pos x="1122" y="0"/>
                  </a:cxn>
                  <a:cxn ang="0">
                    <a:pos x="22723" y="21600"/>
                  </a:cxn>
                  <a:cxn ang="0">
                    <a:pos x="1123" y="43200"/>
                  </a:cxn>
                  <a:cxn ang="0">
                    <a:pos x="0" y="43170"/>
                  </a:cxn>
                  <a:cxn ang="0">
                    <a:pos x="1122" y="0"/>
                  </a:cxn>
                  <a:cxn ang="0">
                    <a:pos x="22723" y="21600"/>
                  </a:cxn>
                  <a:cxn ang="0">
                    <a:pos x="1123" y="43200"/>
                  </a:cxn>
                  <a:cxn ang="0">
                    <a:pos x="0" y="43170"/>
                  </a:cxn>
                  <a:cxn ang="0">
                    <a:pos x="1123" y="21600"/>
                  </a:cxn>
                </a:cxnLst>
                <a:rect l="txL" t="txT" r="txR" b="txB"/>
                <a:pathLst>
                  <a:path w="22723" h="43200" fill="none">
                    <a:moveTo>
                      <a:pt x="1122" y="0"/>
                    </a:moveTo>
                    <a:cubicBezTo>
                      <a:pt x="13052" y="0"/>
                      <a:pt x="22723" y="9670"/>
                      <a:pt x="22723" y="21600"/>
                    </a:cubicBezTo>
                    <a:cubicBezTo>
                      <a:pt x="22723" y="33529"/>
                      <a:pt x="13052" y="43200"/>
                      <a:pt x="1123" y="43200"/>
                    </a:cubicBezTo>
                    <a:cubicBezTo>
                      <a:pt x="748" y="43200"/>
                      <a:pt x="374" y="43190"/>
                      <a:pt x="0" y="43170"/>
                    </a:cubicBezTo>
                  </a:path>
                  <a:path w="22723" h="43200" stroke="0">
                    <a:moveTo>
                      <a:pt x="1122" y="0"/>
                    </a:moveTo>
                    <a:cubicBezTo>
                      <a:pt x="13052" y="0"/>
                      <a:pt x="22723" y="9670"/>
                      <a:pt x="22723" y="21600"/>
                    </a:cubicBezTo>
                    <a:cubicBezTo>
                      <a:pt x="22723" y="33529"/>
                      <a:pt x="13052" y="43200"/>
                      <a:pt x="1123" y="43200"/>
                    </a:cubicBezTo>
                    <a:cubicBezTo>
                      <a:pt x="748" y="43200"/>
                      <a:pt x="374" y="43190"/>
                      <a:pt x="0" y="43170"/>
                    </a:cubicBezTo>
                    <a:lnTo>
                      <a:pt x="1123" y="21600"/>
                    </a:lnTo>
                    <a:close/>
                  </a:path>
                </a:pathLst>
              </a:custGeom>
              <a:noFill/>
              <a:ln w="28575" cap="flat" cmpd="sng">
                <a:solidFill>
                  <a:srgbClr val="FF9900"/>
                </a:solidFill>
                <a:prstDash val="solid"/>
                <a:round/>
                <a:headEnd type="none" w="med" len="med"/>
                <a:tailEnd type="none" w="med" len="med"/>
              </a:ln>
            </p:spPr>
            <p:txBody>
              <a:bodyPr wrap="none" anchor="ctr" anchorCtr="0"/>
              <a:p>
                <a:endParaRPr lang="zh-CN" altLang="en-US" dirty="0">
                  <a:latin typeface="楷体_GB2312" pitchFamily="49" charset="-122"/>
                </a:endParaRPr>
              </a:p>
            </p:txBody>
          </p:sp>
        </p:gr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grpId="0" nodeType="withEffect">
                                  <p:stCondLst>
                                    <p:cond delay="0"/>
                                  </p:stCondLst>
                                  <p:childTnLst>
                                    <p:set>
                                      <p:cBhvr>
                                        <p:cTn id="6" dur="1" fill="hold">
                                          <p:stCondLst>
                                            <p:cond delay="0"/>
                                          </p:stCondLst>
                                        </p:cTn>
                                        <p:tgtEl>
                                          <p:spTgt spid="60418"/>
                                        </p:tgtEl>
                                        <p:attrNameLst>
                                          <p:attrName>style.visibility</p:attrName>
                                        </p:attrNameLst>
                                      </p:cBhvr>
                                      <p:to>
                                        <p:strVal val="visible"/>
                                      </p:to>
                                    </p:set>
                                    <p:anim calcmode="lin" valueType="num">
                                      <p:cBhvr additive="base">
                                        <p:cTn id="7" dur="500" fill="hold"/>
                                        <p:tgtEl>
                                          <p:spTgt spid="60418"/>
                                        </p:tgtEl>
                                        <p:attrNameLst>
                                          <p:attrName>ppt_x</p:attrName>
                                        </p:attrNameLst>
                                      </p:cBhvr>
                                      <p:tavLst>
                                        <p:tav tm="0">
                                          <p:val>
                                            <p:strVal val="0-#ppt_w/2"/>
                                          </p:val>
                                        </p:tav>
                                        <p:tav tm="100000">
                                          <p:val>
                                            <p:strVal val="#ppt_x"/>
                                          </p:val>
                                        </p:tav>
                                      </p:tavLst>
                                    </p:anim>
                                    <p:anim calcmode="lin" valueType="num">
                                      <p:cBhvr additive="base">
                                        <p:cTn id="8" dur="500" fill="hold"/>
                                        <p:tgtEl>
                                          <p:spTgt spid="60418"/>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3" presetClass="entr" presetSubtype="10" fill="hold" nodeType="clickEffect">
                                  <p:stCondLst>
                                    <p:cond delay="0"/>
                                  </p:stCondLst>
                                  <p:childTnLst>
                                    <p:set>
                                      <p:cBhvr>
                                        <p:cTn id="12" dur="1" fill="hold">
                                          <p:stCondLst>
                                            <p:cond delay="0"/>
                                          </p:stCondLst>
                                        </p:cTn>
                                        <p:tgtEl>
                                          <p:spTgt spid="6"/>
                                        </p:tgtEl>
                                        <p:attrNameLst>
                                          <p:attrName>style.visibility</p:attrName>
                                        </p:attrNameLst>
                                      </p:cBhvr>
                                      <p:to>
                                        <p:strVal val="visible"/>
                                      </p:to>
                                    </p:set>
                                    <p:animEffect transition="in" filter="blinds(horizontal)">
                                      <p:cBhvr>
                                        <p:cTn id="13" dur="500"/>
                                        <p:tgtEl>
                                          <p:spTgt spid="6"/>
                                        </p:tgtEl>
                                      </p:cBhvr>
                                    </p:animEffect>
                                  </p:childTnLst>
                                </p:cTn>
                              </p:par>
                            </p:childTnLst>
                          </p:cTn>
                        </p:par>
                      </p:childTnLst>
                    </p:cTn>
                  </p:par>
                  <p:par>
                    <p:cTn id="14" fill="hold">
                      <p:stCondLst>
                        <p:cond delay="indefinite"/>
                      </p:stCondLst>
                      <p:childTnLst>
                        <p:par>
                          <p:cTn id="15" fill="hold">
                            <p:stCondLst>
                              <p:cond delay="0"/>
                            </p:stCondLst>
                            <p:childTnLst>
                              <p:par>
                                <p:cTn id="16" presetID="12" presetClass="entr" presetSubtype="8" fill="hold" grpId="0" nodeType="clickEffect">
                                  <p:stCondLst>
                                    <p:cond delay="0"/>
                                  </p:stCondLst>
                                  <p:childTnLst>
                                    <p:set>
                                      <p:cBhvr>
                                        <p:cTn id="17" dur="1" fill="hold">
                                          <p:stCondLst>
                                            <p:cond delay="0"/>
                                          </p:stCondLst>
                                        </p:cTn>
                                        <p:tgtEl>
                                          <p:spTgt spid="60420"/>
                                        </p:tgtEl>
                                        <p:attrNameLst>
                                          <p:attrName>style.visibility</p:attrName>
                                        </p:attrNameLst>
                                      </p:cBhvr>
                                      <p:to>
                                        <p:strVal val="visible"/>
                                      </p:to>
                                    </p:set>
                                    <p:animEffect transition="in" filter="slide(fromLeft)">
                                      <p:cBhvr>
                                        <p:cTn id="18" dur="500"/>
                                        <p:tgtEl>
                                          <p:spTgt spid="60420"/>
                                        </p:tgtEl>
                                      </p:cBhvr>
                                    </p:animEffect>
                                  </p:childTnLst>
                                </p:cTn>
                              </p:par>
                            </p:childTnLst>
                          </p:cTn>
                        </p:par>
                        <p:par>
                          <p:cTn id="19" fill="hold">
                            <p:stCondLst>
                              <p:cond delay="500"/>
                            </p:stCondLst>
                            <p:childTnLst>
                              <p:par>
                                <p:cTn id="20" presetID="3" presetClass="entr" presetSubtype="10" fill="hold" nodeType="afterEffect">
                                  <p:stCondLst>
                                    <p:cond delay="0"/>
                                  </p:stCondLst>
                                  <p:childTnLst>
                                    <p:set>
                                      <p:cBhvr>
                                        <p:cTn id="21" dur="1" fill="hold">
                                          <p:stCondLst>
                                            <p:cond delay="0"/>
                                          </p:stCondLst>
                                        </p:cTn>
                                        <p:tgtEl>
                                          <p:spTgt spid="9"/>
                                        </p:tgtEl>
                                        <p:attrNameLst>
                                          <p:attrName>style.visibility</p:attrName>
                                        </p:attrNameLst>
                                      </p:cBhvr>
                                      <p:to>
                                        <p:strVal val="visible"/>
                                      </p:to>
                                    </p:set>
                                    <p:animEffect transition="in" filter="blinds(horizontal)">
                                      <p:cBhvr>
                                        <p:cTn id="22" dur="500"/>
                                        <p:tgtEl>
                                          <p:spTgt spid="9"/>
                                        </p:tgtEl>
                                      </p:cBhvr>
                                    </p:animEffect>
                                  </p:childTnLst>
                                </p:cTn>
                              </p:par>
                            </p:childTnLst>
                          </p:cTn>
                        </p:par>
                      </p:childTnLst>
                    </p:cTn>
                  </p:par>
                  <p:par>
                    <p:cTn id="23" fill="hold">
                      <p:stCondLst>
                        <p:cond delay="indefinite"/>
                      </p:stCondLst>
                      <p:childTnLst>
                        <p:par>
                          <p:cTn id="24" fill="hold">
                            <p:stCondLst>
                              <p:cond delay="0"/>
                            </p:stCondLst>
                            <p:childTnLst>
                              <p:par>
                                <p:cTn id="25" presetID="2" presetClass="entr" presetSubtype="8" fill="hold" grpId="0" nodeType="clickEffect">
                                  <p:stCondLst>
                                    <p:cond delay="0"/>
                                  </p:stCondLst>
                                  <p:childTnLst>
                                    <p:set>
                                      <p:cBhvr>
                                        <p:cTn id="26" dur="1" fill="hold">
                                          <p:stCondLst>
                                            <p:cond delay="0"/>
                                          </p:stCondLst>
                                        </p:cTn>
                                        <p:tgtEl>
                                          <p:spTgt spid="60419"/>
                                        </p:tgtEl>
                                        <p:attrNameLst>
                                          <p:attrName>style.visibility</p:attrName>
                                        </p:attrNameLst>
                                      </p:cBhvr>
                                      <p:to>
                                        <p:strVal val="visible"/>
                                      </p:to>
                                    </p:set>
                                    <p:anim calcmode="lin" valueType="num">
                                      <p:cBhvr additive="base">
                                        <p:cTn id="27" dur="500" fill="hold"/>
                                        <p:tgtEl>
                                          <p:spTgt spid="60419"/>
                                        </p:tgtEl>
                                        <p:attrNameLst>
                                          <p:attrName>ppt_x</p:attrName>
                                        </p:attrNameLst>
                                      </p:cBhvr>
                                      <p:tavLst>
                                        <p:tav tm="0">
                                          <p:val>
                                            <p:strVal val="0-#ppt_w/2"/>
                                          </p:val>
                                        </p:tav>
                                        <p:tav tm="100000">
                                          <p:val>
                                            <p:strVal val="#ppt_x"/>
                                          </p:val>
                                        </p:tav>
                                      </p:tavLst>
                                    </p:anim>
                                    <p:anim calcmode="lin" valueType="num">
                                      <p:cBhvr additive="base">
                                        <p:cTn id="28" dur="500" fill="hold"/>
                                        <p:tgtEl>
                                          <p:spTgt spid="60419"/>
                                        </p:tgtEl>
                                        <p:attrNameLst>
                                          <p:attrName>ppt_y</p:attrName>
                                        </p:attrNameLst>
                                      </p:cBhvr>
                                      <p:tavLst>
                                        <p:tav tm="0">
                                          <p:val>
                                            <p:strVal val="#ppt_y"/>
                                          </p:val>
                                        </p:tav>
                                        <p:tav tm="100000">
                                          <p:val>
                                            <p:strVal val="#ppt_y"/>
                                          </p:val>
                                        </p:tav>
                                      </p:tavLst>
                                    </p:anim>
                                  </p:childTnLst>
                                </p:cTn>
                              </p:par>
                            </p:childTnLst>
                          </p:cTn>
                        </p:par>
                      </p:childTnLst>
                    </p:cTn>
                  </p:par>
                  <p:par>
                    <p:cTn id="29" fill="hold">
                      <p:stCondLst>
                        <p:cond delay="indefinite"/>
                      </p:stCondLst>
                      <p:childTnLst>
                        <p:par>
                          <p:cTn id="30" fill="hold">
                            <p:stCondLst>
                              <p:cond delay="0"/>
                            </p:stCondLst>
                            <p:childTnLst>
                              <p:par>
                                <p:cTn id="31" presetID="12" presetClass="entr" presetSubtype="2" fill="hold" nodeType="clickEffect">
                                  <p:stCondLst>
                                    <p:cond delay="0"/>
                                  </p:stCondLst>
                                  <p:childTnLst>
                                    <p:set>
                                      <p:cBhvr>
                                        <p:cTn id="32" dur="1" fill="hold">
                                          <p:stCondLst>
                                            <p:cond delay="0"/>
                                          </p:stCondLst>
                                        </p:cTn>
                                        <p:tgtEl>
                                          <p:spTgt spid="60421"/>
                                        </p:tgtEl>
                                        <p:attrNameLst>
                                          <p:attrName>style.visibility</p:attrName>
                                        </p:attrNameLst>
                                      </p:cBhvr>
                                      <p:to>
                                        <p:strVal val="visible"/>
                                      </p:to>
                                    </p:set>
                                    <p:animEffect transition="in" filter="slide(fromRight)">
                                      <p:cBhvr>
                                        <p:cTn id="33" dur="500"/>
                                        <p:tgtEl>
                                          <p:spTgt spid="60421"/>
                                        </p:tgtEl>
                                      </p:cBhvr>
                                    </p:animEffect>
                                  </p:childTnLst>
                                </p:cTn>
                              </p:par>
                            </p:childTnLst>
                          </p:cTn>
                        </p:par>
                      </p:childTnLst>
                    </p:cTn>
                  </p:par>
                  <p:par>
                    <p:cTn id="34" fill="hold">
                      <p:stCondLst>
                        <p:cond delay="indefinite"/>
                      </p:stCondLst>
                      <p:childTnLst>
                        <p:par>
                          <p:cTn id="35" fill="hold">
                            <p:stCondLst>
                              <p:cond delay="0"/>
                            </p:stCondLst>
                            <p:childTnLst>
                              <p:par>
                                <p:cTn id="36" presetID="12" presetClass="entr" presetSubtype="2" fill="hold" nodeType="clickEffect">
                                  <p:stCondLst>
                                    <p:cond delay="0"/>
                                  </p:stCondLst>
                                  <p:childTnLst>
                                    <p:set>
                                      <p:cBhvr>
                                        <p:cTn id="37" dur="1" fill="hold">
                                          <p:stCondLst>
                                            <p:cond delay="0"/>
                                          </p:stCondLst>
                                        </p:cTn>
                                        <p:tgtEl>
                                          <p:spTgt spid="60488"/>
                                        </p:tgtEl>
                                        <p:attrNameLst>
                                          <p:attrName>style.visibility</p:attrName>
                                        </p:attrNameLst>
                                      </p:cBhvr>
                                      <p:to>
                                        <p:strVal val="visible"/>
                                      </p:to>
                                    </p:set>
                                    <p:animEffect transition="in" filter="slide(fromRight)">
                                      <p:cBhvr>
                                        <p:cTn id="38" dur="500"/>
                                        <p:tgtEl>
                                          <p:spTgt spid="60488"/>
                                        </p:tgtEl>
                                      </p:cBhvr>
                                    </p:animEffect>
                                  </p:childTnLst>
                                </p:cTn>
                              </p:par>
                            </p:childTnLst>
                          </p:cTn>
                        </p:par>
                      </p:childTnLst>
                    </p:cTn>
                  </p:par>
                  <p:par>
                    <p:cTn id="39" fill="hold">
                      <p:stCondLst>
                        <p:cond delay="indefinite"/>
                      </p:stCondLst>
                      <p:childTnLst>
                        <p:par>
                          <p:cTn id="40" fill="hold">
                            <p:stCondLst>
                              <p:cond delay="0"/>
                            </p:stCondLst>
                            <p:childTnLst>
                              <p:par>
                                <p:cTn id="41" presetID="12" presetClass="entr" presetSubtype="8" fill="hold" nodeType="clickEffect">
                                  <p:stCondLst>
                                    <p:cond delay="0"/>
                                  </p:stCondLst>
                                  <p:childTnLst>
                                    <p:set>
                                      <p:cBhvr>
                                        <p:cTn id="42" dur="1" fill="hold">
                                          <p:stCondLst>
                                            <p:cond delay="0"/>
                                          </p:stCondLst>
                                        </p:cTn>
                                        <p:tgtEl>
                                          <p:spTgt spid="60489"/>
                                        </p:tgtEl>
                                        <p:attrNameLst>
                                          <p:attrName>style.visibility</p:attrName>
                                        </p:attrNameLst>
                                      </p:cBhvr>
                                      <p:to>
                                        <p:strVal val="visible"/>
                                      </p:to>
                                    </p:set>
                                    <p:animEffect transition="in" filter="slide(fromLeft)">
                                      <p:cBhvr>
                                        <p:cTn id="43" dur="500"/>
                                        <p:tgtEl>
                                          <p:spTgt spid="60489"/>
                                        </p:tgtEl>
                                      </p:cBhvr>
                                    </p:animEffect>
                                  </p:childTnLst>
                                </p:cTn>
                              </p:par>
                            </p:childTnLst>
                          </p:cTn>
                        </p:par>
                      </p:childTnLst>
                    </p:cTn>
                  </p:par>
                  <p:par>
                    <p:cTn id="44" fill="hold">
                      <p:stCondLst>
                        <p:cond delay="indefinite"/>
                      </p:stCondLst>
                      <p:childTnLst>
                        <p:par>
                          <p:cTn id="45" fill="hold">
                            <p:stCondLst>
                              <p:cond delay="0"/>
                            </p:stCondLst>
                            <p:childTnLst>
                              <p:par>
                                <p:cTn id="46" presetID="12" presetClass="entr" presetSubtype="8" fill="hold" nodeType="clickEffect">
                                  <p:stCondLst>
                                    <p:cond delay="0"/>
                                  </p:stCondLst>
                                  <p:childTnLst>
                                    <p:set>
                                      <p:cBhvr>
                                        <p:cTn id="47" dur="1" fill="hold">
                                          <p:stCondLst>
                                            <p:cond delay="0"/>
                                          </p:stCondLst>
                                        </p:cTn>
                                        <p:tgtEl>
                                          <p:spTgt spid="60490"/>
                                        </p:tgtEl>
                                        <p:attrNameLst>
                                          <p:attrName>style.visibility</p:attrName>
                                        </p:attrNameLst>
                                      </p:cBhvr>
                                      <p:to>
                                        <p:strVal val="visible"/>
                                      </p:to>
                                    </p:set>
                                    <p:animEffect transition="in" filter="slide(fromLeft)">
                                      <p:cBhvr>
                                        <p:cTn id="48" dur="500"/>
                                        <p:tgtEl>
                                          <p:spTgt spid="60490"/>
                                        </p:tgtEl>
                                      </p:cBhvr>
                                    </p:animEffect>
                                  </p:childTnLst>
                                </p:cTn>
                              </p:par>
                            </p:childTnLst>
                          </p:cTn>
                        </p:par>
                      </p:childTnLst>
                    </p:cTn>
                  </p:par>
                  <p:par>
                    <p:cTn id="49" fill="hold">
                      <p:stCondLst>
                        <p:cond delay="indefinite"/>
                      </p:stCondLst>
                      <p:childTnLst>
                        <p:par>
                          <p:cTn id="50" fill="hold">
                            <p:stCondLst>
                              <p:cond delay="0"/>
                            </p:stCondLst>
                            <p:childTnLst>
                              <p:par>
                                <p:cTn id="51" presetID="12" presetClass="entr" presetSubtype="8" fill="hold" nodeType="clickEffect">
                                  <p:stCondLst>
                                    <p:cond delay="0"/>
                                  </p:stCondLst>
                                  <p:childTnLst>
                                    <p:set>
                                      <p:cBhvr>
                                        <p:cTn id="52" dur="1" fill="hold">
                                          <p:stCondLst>
                                            <p:cond delay="0"/>
                                          </p:stCondLst>
                                        </p:cTn>
                                        <p:tgtEl>
                                          <p:spTgt spid="60491"/>
                                        </p:tgtEl>
                                        <p:attrNameLst>
                                          <p:attrName>style.visibility</p:attrName>
                                        </p:attrNameLst>
                                      </p:cBhvr>
                                      <p:to>
                                        <p:strVal val="visible"/>
                                      </p:to>
                                    </p:set>
                                    <p:animEffect transition="in" filter="slide(fromLeft)">
                                      <p:cBhvr>
                                        <p:cTn id="53" dur="500"/>
                                        <p:tgtEl>
                                          <p:spTgt spid="60491"/>
                                        </p:tgtEl>
                                      </p:cBhvr>
                                    </p:animEffect>
                                  </p:childTnLst>
                                </p:cTn>
                              </p:par>
                            </p:childTnLst>
                          </p:cTn>
                        </p:par>
                      </p:childTnLst>
                    </p:cTn>
                  </p:par>
                  <p:par>
                    <p:cTn id="54" fill="hold">
                      <p:stCondLst>
                        <p:cond delay="indefinite"/>
                      </p:stCondLst>
                      <p:childTnLst>
                        <p:par>
                          <p:cTn id="55" fill="hold">
                            <p:stCondLst>
                              <p:cond delay="0"/>
                            </p:stCondLst>
                            <p:childTnLst>
                              <p:par>
                                <p:cTn id="56" presetID="3" presetClass="entr" presetSubtype="10" fill="hold" nodeType="clickEffect">
                                  <p:stCondLst>
                                    <p:cond delay="0"/>
                                  </p:stCondLst>
                                  <p:childTnLst>
                                    <p:set>
                                      <p:cBhvr>
                                        <p:cTn id="57" dur="1" fill="hold">
                                          <p:stCondLst>
                                            <p:cond delay="0"/>
                                          </p:stCondLst>
                                        </p:cTn>
                                        <p:tgtEl>
                                          <p:spTgt spid="5"/>
                                        </p:tgtEl>
                                        <p:attrNameLst>
                                          <p:attrName>style.visibility</p:attrName>
                                        </p:attrNameLst>
                                      </p:cBhvr>
                                      <p:to>
                                        <p:strVal val="visible"/>
                                      </p:to>
                                    </p:set>
                                    <p:animEffect transition="in" filter="blinds(horizontal)">
                                      <p:cBhvr>
                                        <p:cTn id="58"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0418" grpId="0"/>
      <p:bldP spid="60419" grpId="0"/>
      <p:bldP spid="60420" grpId="0" animBg="1"/>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9394" name="Text Box 2"/>
          <p:cNvSpPr txBox="1"/>
          <p:nvPr/>
        </p:nvSpPr>
        <p:spPr>
          <a:xfrm>
            <a:off x="468313" y="476250"/>
            <a:ext cx="8318500" cy="1233488"/>
          </a:xfrm>
          <a:prstGeom prst="rect">
            <a:avLst/>
          </a:prstGeom>
          <a:noFill/>
          <a:ln w="9525">
            <a:noFill/>
          </a:ln>
        </p:spPr>
        <p:txBody>
          <a:bodyPr tIns="82800" bIns="82800">
            <a:spAutoFit/>
          </a:bodyPr>
          <a:p>
            <a:pPr>
              <a:spcBef>
                <a:spcPct val="50000"/>
              </a:spcBef>
            </a:pPr>
            <a:r>
              <a:rPr lang="en-US" altLang="zh-CN" b="0" i="1" dirty="0">
                <a:solidFill>
                  <a:schemeClr val="bg1"/>
                </a:solidFill>
                <a:latin typeface="Times New Roman" panose="02020603050405020304" pitchFamily="18" charset="0"/>
              </a:rPr>
              <a:t>Y</a:t>
            </a:r>
            <a:r>
              <a:rPr lang="en-US" altLang="zh-CN" b="0" dirty="0">
                <a:solidFill>
                  <a:schemeClr val="bg1"/>
                </a:solidFill>
                <a:latin typeface="Times New Roman" panose="02020603050405020304" pitchFamily="18" charset="0"/>
              </a:rPr>
              <a:t>—</a:t>
            </a:r>
            <a:r>
              <a:rPr lang="zh-CN" altLang="en-US" dirty="0">
                <a:latin typeface="楷体_GB2312" pitchFamily="49" charset="-122"/>
              </a:rPr>
              <a:t>复导纳；</a:t>
            </a:r>
            <a:r>
              <a:rPr lang="en-US" altLang="zh-CN" b="0" dirty="0">
                <a:solidFill>
                  <a:schemeClr val="bg1"/>
                </a:solidFill>
                <a:latin typeface="Times New Roman" panose="02020603050405020304" pitchFamily="18" charset="0"/>
              </a:rPr>
              <a:t>|</a:t>
            </a:r>
            <a:r>
              <a:rPr lang="en-US" altLang="zh-CN" b="0" i="1" dirty="0">
                <a:solidFill>
                  <a:schemeClr val="bg1"/>
                </a:solidFill>
                <a:latin typeface="Times New Roman" panose="02020603050405020304" pitchFamily="18" charset="0"/>
              </a:rPr>
              <a:t>Y</a:t>
            </a:r>
            <a:r>
              <a:rPr lang="en-US" altLang="zh-CN" b="0" dirty="0">
                <a:solidFill>
                  <a:schemeClr val="bg1"/>
                </a:solidFill>
                <a:latin typeface="Times New Roman" panose="02020603050405020304" pitchFamily="18" charset="0"/>
              </a:rPr>
              <a:t>| —</a:t>
            </a:r>
            <a:r>
              <a:rPr lang="zh-CN" altLang="en-US" dirty="0">
                <a:latin typeface="楷体_GB2312" pitchFamily="49" charset="-122"/>
              </a:rPr>
              <a:t>复导纳的模；</a:t>
            </a:r>
            <a:r>
              <a:rPr lang="zh-CN" altLang="en-US" b="0" i="1" dirty="0">
                <a:solidFill>
                  <a:schemeClr val="bg1"/>
                </a:solidFill>
                <a:latin typeface="Times New Roman" panose="02020603050405020304" pitchFamily="18" charset="0"/>
                <a:sym typeface="Symbol" panose="05050102010706020507" pitchFamily="18" charset="2"/>
              </a:rPr>
              <a:t></a:t>
            </a:r>
            <a:r>
              <a:rPr lang="en-US" altLang="zh-CN" b="0" i="1" baseline="-25000" dirty="0">
                <a:solidFill>
                  <a:schemeClr val="bg1"/>
                </a:solidFill>
                <a:latin typeface="Times New Roman" panose="02020603050405020304" pitchFamily="18" charset="0"/>
                <a:sym typeface="Symbol" panose="05050102010706020507" pitchFamily="18" charset="2"/>
              </a:rPr>
              <a:t>Y  </a:t>
            </a:r>
            <a:r>
              <a:rPr lang="en-US" altLang="zh-CN" b="0" dirty="0">
                <a:solidFill>
                  <a:schemeClr val="bg1"/>
                </a:solidFill>
                <a:latin typeface="Times New Roman" panose="02020603050405020304" pitchFamily="18" charset="0"/>
                <a:sym typeface="Symbol" panose="05050102010706020507" pitchFamily="18" charset="2"/>
              </a:rPr>
              <a:t>—</a:t>
            </a:r>
            <a:r>
              <a:rPr lang="en-US" altLang="zh-CN" b="0" dirty="0">
                <a:solidFill>
                  <a:schemeClr val="bg1"/>
                </a:solidFill>
                <a:latin typeface="楷体_GB2312" pitchFamily="49" charset="-122"/>
                <a:sym typeface="Symbol" panose="05050102010706020507" pitchFamily="18" charset="2"/>
              </a:rPr>
              <a:t> </a:t>
            </a:r>
            <a:r>
              <a:rPr lang="zh-CN" altLang="en-US" dirty="0">
                <a:latin typeface="楷体_GB2312" pitchFamily="49" charset="-122"/>
                <a:sym typeface="Symbol" panose="05050102010706020507" pitchFamily="18" charset="2"/>
              </a:rPr>
              <a:t>导纳角； </a:t>
            </a:r>
            <a:endParaRPr lang="zh-CN" altLang="en-US" dirty="0">
              <a:latin typeface="楷体_GB2312" pitchFamily="49" charset="-122"/>
              <a:sym typeface="Symbol" panose="05050102010706020507" pitchFamily="18" charset="2"/>
            </a:endParaRPr>
          </a:p>
          <a:p>
            <a:pPr>
              <a:spcBef>
                <a:spcPct val="50000"/>
              </a:spcBef>
            </a:pPr>
            <a:r>
              <a:rPr lang="en-US" altLang="zh-CN" b="0" i="1" dirty="0">
                <a:solidFill>
                  <a:schemeClr val="bg1"/>
                </a:solidFill>
                <a:latin typeface="Times New Roman" panose="02020603050405020304" pitchFamily="18" charset="0"/>
              </a:rPr>
              <a:t>G </a:t>
            </a:r>
            <a:r>
              <a:rPr lang="en-US" altLang="zh-CN" b="0" dirty="0">
                <a:solidFill>
                  <a:schemeClr val="bg1"/>
                </a:solidFill>
                <a:latin typeface="Times New Roman" panose="02020603050405020304" pitchFamily="18" charset="0"/>
              </a:rPr>
              <a:t>—</a:t>
            </a:r>
            <a:r>
              <a:rPr lang="zh-CN" altLang="en-US" dirty="0">
                <a:latin typeface="楷体_GB2312" pitchFamily="49" charset="-122"/>
              </a:rPr>
              <a:t>电导</a:t>
            </a:r>
            <a:r>
              <a:rPr lang="en-US" altLang="zh-CN" dirty="0">
                <a:latin typeface="楷体_GB2312" pitchFamily="49" charset="-122"/>
              </a:rPr>
              <a:t>(</a:t>
            </a:r>
            <a:r>
              <a:rPr lang="zh-CN" altLang="en-US" dirty="0">
                <a:latin typeface="楷体_GB2312" pitchFamily="49" charset="-122"/>
              </a:rPr>
              <a:t>导纳的实部</a:t>
            </a:r>
            <a:r>
              <a:rPr lang="en-US" altLang="zh-CN" dirty="0">
                <a:latin typeface="楷体_GB2312" pitchFamily="49" charset="-122"/>
              </a:rPr>
              <a:t>)</a:t>
            </a:r>
            <a:r>
              <a:rPr lang="zh-CN" altLang="en-US" dirty="0">
                <a:latin typeface="楷体_GB2312" pitchFamily="49" charset="-122"/>
              </a:rPr>
              <a:t>；</a:t>
            </a:r>
            <a:r>
              <a:rPr lang="en-US" altLang="zh-CN" b="0" i="1" dirty="0">
                <a:solidFill>
                  <a:schemeClr val="bg1"/>
                </a:solidFill>
                <a:latin typeface="Times New Roman" panose="02020603050405020304" pitchFamily="18" charset="0"/>
              </a:rPr>
              <a:t>B </a:t>
            </a:r>
            <a:r>
              <a:rPr lang="en-US" altLang="zh-CN" b="0" dirty="0">
                <a:solidFill>
                  <a:schemeClr val="bg1"/>
                </a:solidFill>
                <a:latin typeface="Times New Roman" panose="02020603050405020304" pitchFamily="18" charset="0"/>
              </a:rPr>
              <a:t>—</a:t>
            </a:r>
            <a:r>
              <a:rPr lang="zh-CN" altLang="en-US" dirty="0">
                <a:latin typeface="楷体_GB2312" pitchFamily="49" charset="-122"/>
              </a:rPr>
              <a:t>电纳</a:t>
            </a:r>
            <a:r>
              <a:rPr lang="en-US" altLang="zh-CN" dirty="0">
                <a:latin typeface="楷体_GB2312" pitchFamily="49" charset="-122"/>
              </a:rPr>
              <a:t>(</a:t>
            </a:r>
            <a:r>
              <a:rPr lang="zh-CN" altLang="en-US" dirty="0">
                <a:latin typeface="楷体_GB2312" pitchFamily="49" charset="-122"/>
              </a:rPr>
              <a:t>导纳的虚部</a:t>
            </a:r>
            <a:r>
              <a:rPr lang="en-US" altLang="zh-CN" dirty="0">
                <a:latin typeface="楷体_GB2312" pitchFamily="49" charset="-122"/>
              </a:rPr>
              <a:t>)</a:t>
            </a:r>
            <a:r>
              <a:rPr lang="zh-CN" altLang="en-US" dirty="0">
                <a:latin typeface="楷体_GB2312" pitchFamily="49" charset="-122"/>
              </a:rPr>
              <a:t>；</a:t>
            </a:r>
            <a:endParaRPr lang="zh-CN" altLang="en-US" dirty="0">
              <a:latin typeface="楷体_GB2312" pitchFamily="49" charset="-122"/>
            </a:endParaRPr>
          </a:p>
        </p:txBody>
      </p:sp>
      <p:sp>
        <p:nvSpPr>
          <p:cNvPr id="59395" name="Text Box 3"/>
          <p:cNvSpPr txBox="1"/>
          <p:nvPr/>
        </p:nvSpPr>
        <p:spPr>
          <a:xfrm>
            <a:off x="827088" y="2205038"/>
            <a:ext cx="1970087" cy="519112"/>
          </a:xfrm>
          <a:prstGeom prst="rect">
            <a:avLst/>
          </a:prstGeom>
          <a:noFill/>
          <a:ln w="9525">
            <a:noFill/>
          </a:ln>
        </p:spPr>
        <p:txBody>
          <a:bodyPr wrap="none">
            <a:spAutoFit/>
          </a:bodyPr>
          <a:p>
            <a:pPr>
              <a:spcBef>
                <a:spcPct val="50000"/>
              </a:spcBef>
            </a:pPr>
            <a:r>
              <a:rPr lang="zh-CN" altLang="en-US" dirty="0">
                <a:latin typeface="Times New Roman" panose="02020603050405020304" pitchFamily="18" charset="0"/>
              </a:rPr>
              <a:t>转换关系：</a:t>
            </a:r>
            <a:endParaRPr lang="zh-CN" altLang="en-US" dirty="0">
              <a:latin typeface="Times New Roman" panose="02020603050405020304" pitchFamily="18" charset="0"/>
            </a:endParaRPr>
          </a:p>
        </p:txBody>
      </p:sp>
      <p:graphicFrame>
        <p:nvGraphicFramePr>
          <p:cNvPr id="59396" name="Object 4"/>
          <p:cNvGraphicFramePr/>
          <p:nvPr/>
        </p:nvGraphicFramePr>
        <p:xfrm>
          <a:off x="2873375" y="1687513"/>
          <a:ext cx="3398838" cy="1766887"/>
        </p:xfrm>
        <a:graphic>
          <a:graphicData uri="http://schemas.openxmlformats.org/presentationml/2006/ole">
            <mc:AlternateContent xmlns:mc="http://schemas.openxmlformats.org/markup-compatibility/2006">
              <mc:Choice xmlns:v="urn:schemas-microsoft-com:vml" Requires="v">
                <p:oleObj spid="_x0000_s3099" name="" r:id="rId1" imgW="1485265" imgH="774065" progId="Equation.3">
                  <p:embed/>
                </p:oleObj>
              </mc:Choice>
              <mc:Fallback>
                <p:oleObj name="" r:id="rId1" imgW="1485265" imgH="774065" progId="Equation.3">
                  <p:embed/>
                  <p:pic>
                    <p:nvPicPr>
                      <p:cNvPr id="0" name="图片 3098"/>
                      <p:cNvPicPr/>
                      <p:nvPr/>
                    </p:nvPicPr>
                    <p:blipFill>
                      <a:blip r:embed="rId2">
                        <a:clrChange>
                          <a:clrFrom>
                            <a:srgbClr val="000000"/>
                          </a:clrFrom>
                          <a:clrTo>
                            <a:srgbClr val="FFFFFF"/>
                          </a:clrTo>
                        </a:clrChange>
                      </a:blip>
                      <a:stretch>
                        <a:fillRect/>
                      </a:stretch>
                    </p:blipFill>
                    <p:spPr>
                      <a:xfrm>
                        <a:off x="2873375" y="1687513"/>
                        <a:ext cx="3398838" cy="1766887"/>
                      </a:xfrm>
                      <a:prstGeom prst="rect">
                        <a:avLst/>
                      </a:prstGeom>
                      <a:noFill/>
                      <a:ln w="38100">
                        <a:noFill/>
                        <a:miter/>
                      </a:ln>
                    </p:spPr>
                  </p:pic>
                </p:oleObj>
              </mc:Fallback>
            </mc:AlternateContent>
          </a:graphicData>
        </a:graphic>
      </p:graphicFrame>
      <p:sp>
        <p:nvSpPr>
          <p:cNvPr id="59397" name="Text Box 5"/>
          <p:cNvSpPr txBox="1"/>
          <p:nvPr/>
        </p:nvSpPr>
        <p:spPr>
          <a:xfrm>
            <a:off x="1476375" y="3860800"/>
            <a:ext cx="541338" cy="519113"/>
          </a:xfrm>
          <a:prstGeom prst="rect">
            <a:avLst/>
          </a:prstGeom>
          <a:noFill/>
          <a:ln w="9525">
            <a:noFill/>
          </a:ln>
        </p:spPr>
        <p:txBody>
          <a:bodyPr wrap="none">
            <a:spAutoFit/>
          </a:bodyPr>
          <a:p>
            <a:pPr>
              <a:spcBef>
                <a:spcPct val="50000"/>
              </a:spcBef>
            </a:pPr>
            <a:r>
              <a:rPr lang="zh-CN" altLang="en-US" dirty="0">
                <a:latin typeface="Times New Roman" panose="02020603050405020304" pitchFamily="18" charset="0"/>
              </a:rPr>
              <a:t>或</a:t>
            </a:r>
            <a:endParaRPr lang="zh-CN" altLang="en-US" dirty="0">
              <a:latin typeface="Times New Roman" panose="02020603050405020304" pitchFamily="18" charset="0"/>
            </a:endParaRPr>
          </a:p>
        </p:txBody>
      </p:sp>
      <p:grpSp>
        <p:nvGrpSpPr>
          <p:cNvPr id="2" name="Group 36"/>
          <p:cNvGrpSpPr/>
          <p:nvPr/>
        </p:nvGrpSpPr>
        <p:grpSpPr>
          <a:xfrm>
            <a:off x="2555875" y="3429000"/>
            <a:ext cx="2438400" cy="1384300"/>
            <a:chOff x="1610" y="2251"/>
            <a:chExt cx="1536" cy="872"/>
          </a:xfrm>
        </p:grpSpPr>
        <p:sp>
          <p:nvSpPr>
            <p:cNvPr id="13341" name="Text Box 7"/>
            <p:cNvSpPr txBox="1"/>
            <p:nvPr/>
          </p:nvSpPr>
          <p:spPr>
            <a:xfrm>
              <a:off x="1658" y="2251"/>
              <a:ext cx="1488" cy="872"/>
            </a:xfrm>
            <a:prstGeom prst="rect">
              <a:avLst/>
            </a:prstGeom>
            <a:noFill/>
            <a:ln w="9525">
              <a:noFill/>
            </a:ln>
          </p:spPr>
          <p:txBody>
            <a:bodyPr tIns="82800" bIns="82800">
              <a:spAutoFit/>
            </a:bodyPr>
            <a:p>
              <a:pPr>
                <a:spcBef>
                  <a:spcPct val="50000"/>
                </a:spcBef>
              </a:pPr>
              <a:r>
                <a:rPr lang="en-US" altLang="zh-CN" sz="3200" b="0" i="1" dirty="0">
                  <a:solidFill>
                    <a:schemeClr val="bg1"/>
                  </a:solidFill>
                  <a:latin typeface="Times New Roman" panose="02020603050405020304" pitchFamily="18" charset="0"/>
                  <a:ea typeface="宋体" panose="02010600030101010101" pitchFamily="2" charset="-122"/>
                </a:rPr>
                <a:t>G</a:t>
              </a:r>
              <a:r>
                <a:rPr lang="en-US" altLang="zh-CN" sz="3200" b="0" dirty="0">
                  <a:solidFill>
                    <a:schemeClr val="bg1"/>
                  </a:solidFill>
                  <a:latin typeface="Times New Roman" panose="02020603050405020304" pitchFamily="18" charset="0"/>
                  <a:ea typeface="宋体" panose="02010600030101010101" pitchFamily="2" charset="-122"/>
                </a:rPr>
                <a:t>=|</a:t>
              </a:r>
              <a:r>
                <a:rPr lang="en-US" altLang="zh-CN" sz="3200" b="0" i="1" dirty="0">
                  <a:solidFill>
                    <a:schemeClr val="bg1"/>
                  </a:solidFill>
                  <a:latin typeface="Times New Roman" panose="02020603050405020304" pitchFamily="18" charset="0"/>
                  <a:ea typeface="宋体" panose="02010600030101010101" pitchFamily="2" charset="-122"/>
                </a:rPr>
                <a:t>Y</a:t>
              </a:r>
              <a:r>
                <a:rPr lang="en-US" altLang="zh-CN" sz="3200" b="0" dirty="0">
                  <a:solidFill>
                    <a:schemeClr val="bg1"/>
                  </a:solidFill>
                  <a:latin typeface="Times New Roman" panose="02020603050405020304" pitchFamily="18" charset="0"/>
                  <a:ea typeface="宋体" panose="02010600030101010101" pitchFamily="2" charset="-122"/>
                </a:rPr>
                <a:t>|cos</a:t>
              </a:r>
              <a:r>
                <a:rPr lang="en-US" altLang="zh-CN" sz="3200" b="0" i="1" dirty="0">
                  <a:solidFill>
                    <a:schemeClr val="bg1"/>
                  </a:solidFill>
                  <a:latin typeface="Times New Roman" panose="02020603050405020304" pitchFamily="18" charset="0"/>
                  <a:ea typeface="宋体" panose="02010600030101010101" pitchFamily="2" charset="-122"/>
                  <a:sym typeface="Symbol" panose="05050102010706020507" pitchFamily="18" charset="2"/>
                </a:rPr>
                <a:t> </a:t>
              </a:r>
              <a:r>
                <a:rPr lang="en-US" altLang="zh-CN" sz="3200" b="0" i="1" baseline="-25000" dirty="0">
                  <a:solidFill>
                    <a:schemeClr val="bg1"/>
                  </a:solidFill>
                  <a:latin typeface="Times New Roman" panose="02020603050405020304" pitchFamily="18" charset="0"/>
                  <a:ea typeface="宋体" panose="02010600030101010101" pitchFamily="2" charset="-122"/>
                  <a:sym typeface="Symbol" panose="05050102010706020507" pitchFamily="18" charset="2"/>
                </a:rPr>
                <a:t>Y</a:t>
              </a:r>
              <a:endParaRPr lang="en-US" altLang="zh-CN" sz="3200" b="0" i="1" baseline="-25000" dirty="0">
                <a:solidFill>
                  <a:schemeClr val="bg1"/>
                </a:solidFill>
                <a:latin typeface="Times New Roman" panose="02020603050405020304" pitchFamily="18" charset="0"/>
                <a:ea typeface="宋体" panose="02010600030101010101" pitchFamily="2" charset="-122"/>
                <a:sym typeface="Symbol" panose="05050102010706020507" pitchFamily="18" charset="2"/>
              </a:endParaRPr>
            </a:p>
            <a:p>
              <a:pPr>
                <a:spcBef>
                  <a:spcPct val="50000"/>
                </a:spcBef>
              </a:pPr>
              <a:r>
                <a:rPr lang="en-US" altLang="zh-CN" sz="3200" b="0" i="1" dirty="0">
                  <a:solidFill>
                    <a:schemeClr val="bg1"/>
                  </a:solidFill>
                  <a:latin typeface="Times New Roman" panose="02020603050405020304" pitchFamily="18" charset="0"/>
                  <a:ea typeface="宋体" panose="02010600030101010101" pitchFamily="2" charset="-122"/>
                </a:rPr>
                <a:t>B</a:t>
              </a:r>
              <a:r>
                <a:rPr lang="en-US" altLang="zh-CN" sz="3200" b="0" dirty="0">
                  <a:solidFill>
                    <a:schemeClr val="bg1"/>
                  </a:solidFill>
                  <a:latin typeface="Times New Roman" panose="02020603050405020304" pitchFamily="18" charset="0"/>
                  <a:ea typeface="宋体" panose="02010600030101010101" pitchFamily="2" charset="-122"/>
                </a:rPr>
                <a:t>=|</a:t>
              </a:r>
              <a:r>
                <a:rPr lang="en-US" altLang="zh-CN" sz="3200" b="0" i="1" dirty="0">
                  <a:solidFill>
                    <a:schemeClr val="bg1"/>
                  </a:solidFill>
                  <a:latin typeface="Times New Roman" panose="02020603050405020304" pitchFamily="18" charset="0"/>
                  <a:ea typeface="宋体" panose="02010600030101010101" pitchFamily="2" charset="-122"/>
                </a:rPr>
                <a:t>Y</a:t>
              </a:r>
              <a:r>
                <a:rPr lang="en-US" altLang="zh-CN" sz="3200" b="0" dirty="0">
                  <a:solidFill>
                    <a:schemeClr val="bg1"/>
                  </a:solidFill>
                  <a:latin typeface="Times New Roman" panose="02020603050405020304" pitchFamily="18" charset="0"/>
                  <a:ea typeface="宋体" panose="02010600030101010101" pitchFamily="2" charset="-122"/>
                </a:rPr>
                <a:t>|sin</a:t>
              </a:r>
              <a:r>
                <a:rPr lang="en-US" altLang="zh-CN" sz="3200" b="0" i="1" dirty="0">
                  <a:solidFill>
                    <a:schemeClr val="bg1"/>
                  </a:solidFill>
                  <a:latin typeface="Times New Roman" panose="02020603050405020304" pitchFamily="18" charset="0"/>
                  <a:ea typeface="宋体" panose="02010600030101010101" pitchFamily="2" charset="-122"/>
                  <a:sym typeface="Symbol" panose="05050102010706020507" pitchFamily="18" charset="2"/>
                </a:rPr>
                <a:t> </a:t>
              </a:r>
              <a:r>
                <a:rPr lang="en-US" altLang="zh-CN" sz="3200" b="0" i="1" baseline="-25000" dirty="0">
                  <a:solidFill>
                    <a:schemeClr val="bg1"/>
                  </a:solidFill>
                  <a:latin typeface="Times New Roman" panose="02020603050405020304" pitchFamily="18" charset="0"/>
                  <a:ea typeface="宋体" panose="02010600030101010101" pitchFamily="2" charset="-122"/>
                  <a:sym typeface="Symbol" panose="05050102010706020507" pitchFamily="18" charset="2"/>
                </a:rPr>
                <a:t>Y</a:t>
              </a:r>
              <a:endParaRPr lang="en-US" altLang="zh-CN" sz="3200" b="0" i="1" baseline="-25000" dirty="0">
                <a:solidFill>
                  <a:schemeClr val="bg1"/>
                </a:solidFill>
                <a:latin typeface="Times New Roman" panose="02020603050405020304" pitchFamily="18" charset="0"/>
                <a:ea typeface="宋体" panose="02010600030101010101" pitchFamily="2" charset="-122"/>
              </a:endParaRPr>
            </a:p>
          </p:txBody>
        </p:sp>
        <p:sp>
          <p:nvSpPr>
            <p:cNvPr id="13342" name="AutoShape 8"/>
            <p:cNvSpPr/>
            <p:nvPr/>
          </p:nvSpPr>
          <p:spPr>
            <a:xfrm>
              <a:off x="1610" y="2305"/>
              <a:ext cx="45" cy="808"/>
            </a:xfrm>
            <a:prstGeom prst="leftBrace">
              <a:avLst>
                <a:gd name="adj1" fmla="val 149546"/>
                <a:gd name="adj2" fmla="val 50000"/>
              </a:avLst>
            </a:prstGeom>
            <a:noFill/>
            <a:ln w="28575" cap="flat" cmpd="sng">
              <a:solidFill>
                <a:srgbClr val="FFFF00"/>
              </a:solidFill>
              <a:prstDash val="solid"/>
              <a:headEnd type="none" w="med" len="med"/>
              <a:tailEnd type="none" w="med" len="med"/>
            </a:ln>
          </p:spPr>
          <p:txBody>
            <a:bodyPr wrap="none" anchor="ctr" anchorCtr="0"/>
            <a:p>
              <a:endParaRPr lang="zh-CN" altLang="en-US" dirty="0">
                <a:latin typeface="楷体_GB2312" pitchFamily="49" charset="-122"/>
              </a:endParaRPr>
            </a:p>
          </p:txBody>
        </p:sp>
      </p:grpSp>
      <p:sp>
        <p:nvSpPr>
          <p:cNvPr id="59410" name="Text Box 18"/>
          <p:cNvSpPr txBox="1"/>
          <p:nvPr/>
        </p:nvSpPr>
        <p:spPr>
          <a:xfrm>
            <a:off x="1116013" y="5445125"/>
            <a:ext cx="1970087" cy="519113"/>
          </a:xfrm>
          <a:prstGeom prst="rect">
            <a:avLst/>
          </a:prstGeom>
          <a:solidFill>
            <a:schemeClr val="hlink"/>
          </a:solidFill>
          <a:ln w="9525">
            <a:noFill/>
          </a:ln>
        </p:spPr>
        <p:txBody>
          <a:bodyPr wrap="none">
            <a:spAutoFit/>
          </a:bodyPr>
          <a:p>
            <a:r>
              <a:rPr lang="zh-CN" altLang="en-US" dirty="0">
                <a:solidFill>
                  <a:schemeClr val="bg1"/>
                </a:solidFill>
                <a:latin typeface="Times New Roman" panose="02020603050405020304" pitchFamily="18" charset="0"/>
              </a:rPr>
              <a:t>导纳三角形</a:t>
            </a:r>
            <a:endParaRPr lang="zh-CN" altLang="en-US" dirty="0">
              <a:solidFill>
                <a:schemeClr val="bg1"/>
              </a:solidFill>
              <a:latin typeface="Times New Roman" panose="02020603050405020304" pitchFamily="18" charset="0"/>
            </a:endParaRPr>
          </a:p>
        </p:txBody>
      </p:sp>
      <p:grpSp>
        <p:nvGrpSpPr>
          <p:cNvPr id="3" name="Group 22"/>
          <p:cNvGrpSpPr/>
          <p:nvPr/>
        </p:nvGrpSpPr>
        <p:grpSpPr>
          <a:xfrm>
            <a:off x="3635375" y="4797425"/>
            <a:ext cx="2335213" cy="1708150"/>
            <a:chOff x="2245" y="3024"/>
            <a:chExt cx="1333" cy="1076"/>
          </a:xfrm>
        </p:grpSpPr>
        <p:sp>
          <p:nvSpPr>
            <p:cNvPr id="13332" name="Line 10"/>
            <p:cNvSpPr/>
            <p:nvPr/>
          </p:nvSpPr>
          <p:spPr>
            <a:xfrm>
              <a:off x="2245" y="3792"/>
              <a:ext cx="1056" cy="0"/>
            </a:xfrm>
            <a:prstGeom prst="line">
              <a:avLst/>
            </a:prstGeom>
            <a:ln w="28575" cap="flat" cmpd="sng">
              <a:solidFill>
                <a:srgbClr val="FF9900"/>
              </a:solidFill>
              <a:prstDash val="solid"/>
              <a:headEnd type="none" w="med" len="med"/>
              <a:tailEnd type="none" w="med" len="med"/>
            </a:ln>
          </p:spPr>
        </p:sp>
        <p:sp>
          <p:nvSpPr>
            <p:cNvPr id="13333" name="Line 11"/>
            <p:cNvSpPr/>
            <p:nvPr/>
          </p:nvSpPr>
          <p:spPr>
            <a:xfrm flipV="1">
              <a:off x="3301" y="3024"/>
              <a:ext cx="0" cy="768"/>
            </a:xfrm>
            <a:prstGeom prst="line">
              <a:avLst/>
            </a:prstGeom>
            <a:ln w="28575" cap="flat" cmpd="sng">
              <a:solidFill>
                <a:srgbClr val="FF9900"/>
              </a:solidFill>
              <a:prstDash val="solid"/>
              <a:headEnd type="none" w="med" len="med"/>
              <a:tailEnd type="none" w="med" len="med"/>
            </a:ln>
          </p:spPr>
        </p:sp>
        <p:sp>
          <p:nvSpPr>
            <p:cNvPr id="13334" name="Line 12"/>
            <p:cNvSpPr/>
            <p:nvPr/>
          </p:nvSpPr>
          <p:spPr>
            <a:xfrm flipH="1">
              <a:off x="2245" y="3024"/>
              <a:ext cx="1056" cy="768"/>
            </a:xfrm>
            <a:prstGeom prst="line">
              <a:avLst/>
            </a:prstGeom>
            <a:ln w="28575" cap="flat" cmpd="sng">
              <a:solidFill>
                <a:srgbClr val="FF9900"/>
              </a:solidFill>
              <a:prstDash val="solid"/>
              <a:headEnd type="none" w="med" len="med"/>
              <a:tailEnd type="none" w="med" len="med"/>
            </a:ln>
          </p:spPr>
        </p:sp>
        <p:sp>
          <p:nvSpPr>
            <p:cNvPr id="13335" name="Freeform 13"/>
            <p:cNvSpPr/>
            <p:nvPr/>
          </p:nvSpPr>
          <p:spPr>
            <a:xfrm>
              <a:off x="2389" y="3684"/>
              <a:ext cx="60" cy="108"/>
            </a:xfrm>
            <a:custGeom>
              <a:avLst/>
              <a:gdLst>
                <a:gd name="txL" fmla="*/ 0 w 60"/>
                <a:gd name="txT" fmla="*/ 0 h 108"/>
                <a:gd name="txR" fmla="*/ 60 w 60"/>
                <a:gd name="txB" fmla="*/ 108 h 108"/>
              </a:gdLst>
              <a:ahLst/>
              <a:cxnLst>
                <a:cxn ang="0">
                  <a:pos x="0" y="0"/>
                </a:cxn>
                <a:cxn ang="0">
                  <a:pos x="60" y="108"/>
                </a:cxn>
              </a:cxnLst>
              <a:rect l="txL" t="txT" r="txR" b="txB"/>
              <a:pathLst>
                <a:path w="60" h="108">
                  <a:moveTo>
                    <a:pt x="0" y="0"/>
                  </a:moveTo>
                  <a:cubicBezTo>
                    <a:pt x="41" y="27"/>
                    <a:pt x="60" y="55"/>
                    <a:pt x="60" y="108"/>
                  </a:cubicBezTo>
                </a:path>
              </a:pathLst>
            </a:custGeom>
            <a:noFill/>
            <a:ln w="38100" cap="flat" cmpd="sng">
              <a:solidFill>
                <a:srgbClr val="66FFFF"/>
              </a:solidFill>
              <a:prstDash val="solid"/>
              <a:round/>
              <a:headEnd type="none" w="med" len="med"/>
              <a:tailEnd type="none" w="med" len="med"/>
            </a:ln>
          </p:spPr>
          <p:txBody>
            <a:bodyPr wrap="none" anchor="ctr" anchorCtr="0"/>
            <a:p>
              <a:endParaRPr lang="zh-CN" altLang="en-US" dirty="0">
                <a:latin typeface="楷体_GB2312" pitchFamily="49" charset="-122"/>
              </a:endParaRPr>
            </a:p>
          </p:txBody>
        </p:sp>
        <p:sp>
          <p:nvSpPr>
            <p:cNvPr id="13336" name="Text Box 14"/>
            <p:cNvSpPr txBox="1"/>
            <p:nvPr/>
          </p:nvSpPr>
          <p:spPr>
            <a:xfrm>
              <a:off x="2485" y="3088"/>
              <a:ext cx="331" cy="327"/>
            </a:xfrm>
            <a:prstGeom prst="rect">
              <a:avLst/>
            </a:prstGeom>
            <a:noFill/>
            <a:ln w="9525">
              <a:noFill/>
            </a:ln>
          </p:spPr>
          <p:txBody>
            <a:bodyPr wrap="none">
              <a:spAutoFit/>
            </a:bodyPr>
            <a:p>
              <a:r>
                <a:rPr lang="en-US" altLang="zh-CN" b="0" i="1" dirty="0">
                  <a:solidFill>
                    <a:schemeClr val="bg1"/>
                  </a:solidFill>
                  <a:latin typeface="Times New Roman" panose="02020603050405020304" pitchFamily="18" charset="0"/>
                  <a:ea typeface="宋体" panose="02010600030101010101" pitchFamily="2" charset="-122"/>
                </a:rPr>
                <a:t>|Y|</a:t>
              </a:r>
              <a:endParaRPr lang="en-US" altLang="zh-CN" b="0" i="1" dirty="0">
                <a:solidFill>
                  <a:schemeClr val="bg1"/>
                </a:solidFill>
                <a:latin typeface="Times New Roman" panose="02020603050405020304" pitchFamily="18" charset="0"/>
                <a:ea typeface="宋体" panose="02010600030101010101" pitchFamily="2" charset="-122"/>
              </a:endParaRPr>
            </a:p>
          </p:txBody>
        </p:sp>
        <p:sp>
          <p:nvSpPr>
            <p:cNvPr id="13337" name="Text Box 15"/>
            <p:cNvSpPr txBox="1"/>
            <p:nvPr/>
          </p:nvSpPr>
          <p:spPr>
            <a:xfrm>
              <a:off x="2725" y="3760"/>
              <a:ext cx="252" cy="327"/>
            </a:xfrm>
            <a:prstGeom prst="rect">
              <a:avLst/>
            </a:prstGeom>
            <a:noFill/>
            <a:ln w="9525">
              <a:noFill/>
            </a:ln>
          </p:spPr>
          <p:txBody>
            <a:bodyPr wrap="none">
              <a:spAutoFit/>
            </a:bodyPr>
            <a:p>
              <a:r>
                <a:rPr lang="en-US" altLang="zh-CN" b="0" i="1" dirty="0">
                  <a:solidFill>
                    <a:schemeClr val="bg1"/>
                  </a:solidFill>
                  <a:latin typeface="Times New Roman" panose="02020603050405020304" pitchFamily="18" charset="0"/>
                  <a:ea typeface="宋体" panose="02010600030101010101" pitchFamily="2" charset="-122"/>
                </a:rPr>
                <a:t>G</a:t>
              </a:r>
              <a:endParaRPr lang="en-US" altLang="zh-CN" b="0" i="1" dirty="0">
                <a:solidFill>
                  <a:schemeClr val="bg1"/>
                </a:solidFill>
                <a:latin typeface="Times New Roman" panose="02020603050405020304" pitchFamily="18" charset="0"/>
                <a:ea typeface="宋体" panose="02010600030101010101" pitchFamily="2" charset="-122"/>
              </a:endParaRPr>
            </a:p>
          </p:txBody>
        </p:sp>
        <p:sp>
          <p:nvSpPr>
            <p:cNvPr id="13338" name="Text Box 16"/>
            <p:cNvSpPr txBox="1"/>
            <p:nvPr/>
          </p:nvSpPr>
          <p:spPr>
            <a:xfrm>
              <a:off x="3349" y="3280"/>
              <a:ext cx="229" cy="327"/>
            </a:xfrm>
            <a:prstGeom prst="rect">
              <a:avLst/>
            </a:prstGeom>
            <a:noFill/>
            <a:ln w="9525">
              <a:noFill/>
            </a:ln>
          </p:spPr>
          <p:txBody>
            <a:bodyPr wrap="none">
              <a:spAutoFit/>
            </a:bodyPr>
            <a:p>
              <a:r>
                <a:rPr lang="en-US" altLang="zh-CN" b="0" i="1" dirty="0">
                  <a:solidFill>
                    <a:schemeClr val="bg1"/>
                  </a:solidFill>
                  <a:latin typeface="Times New Roman" panose="02020603050405020304" pitchFamily="18" charset="0"/>
                  <a:ea typeface="宋体" panose="02010600030101010101" pitchFamily="2" charset="-122"/>
                </a:rPr>
                <a:t>B</a:t>
              </a:r>
              <a:endParaRPr lang="en-US" altLang="zh-CN" b="0" i="1" dirty="0">
                <a:solidFill>
                  <a:schemeClr val="bg1"/>
                </a:solidFill>
                <a:latin typeface="Times New Roman" panose="02020603050405020304" pitchFamily="18" charset="0"/>
                <a:ea typeface="宋体" panose="02010600030101010101" pitchFamily="2" charset="-122"/>
              </a:endParaRPr>
            </a:p>
          </p:txBody>
        </p:sp>
        <p:sp>
          <p:nvSpPr>
            <p:cNvPr id="13339" name="Text Box 17"/>
            <p:cNvSpPr txBox="1"/>
            <p:nvPr/>
          </p:nvSpPr>
          <p:spPr>
            <a:xfrm>
              <a:off x="2437" y="3504"/>
              <a:ext cx="377" cy="596"/>
            </a:xfrm>
            <a:prstGeom prst="rect">
              <a:avLst/>
            </a:prstGeom>
            <a:noFill/>
            <a:ln w="9525">
              <a:noFill/>
            </a:ln>
          </p:spPr>
          <p:txBody>
            <a:bodyPr>
              <a:spAutoFit/>
            </a:bodyPr>
            <a:p>
              <a:pPr>
                <a:spcBef>
                  <a:spcPct val="50000"/>
                </a:spcBef>
              </a:pPr>
              <a:r>
                <a:rPr lang="en-US" altLang="zh-CN" b="0" i="1" dirty="0">
                  <a:solidFill>
                    <a:schemeClr val="bg1"/>
                  </a:solidFill>
                  <a:latin typeface="Arial" panose="020B0604020202020204" pitchFamily="34" charset="0"/>
                  <a:ea typeface="仿宋_GB2312" pitchFamily="49" charset="-122"/>
                  <a:sym typeface="Symbol" panose="05050102010706020507" pitchFamily="18" charset="2"/>
                </a:rPr>
                <a:t></a:t>
              </a:r>
              <a:r>
                <a:rPr lang="en-US" altLang="zh-CN" b="0" i="1" baseline="-25000" dirty="0">
                  <a:solidFill>
                    <a:schemeClr val="bg1"/>
                  </a:solidFill>
                  <a:latin typeface="Times New Roman" panose="02020603050405020304" pitchFamily="18" charset="0"/>
                  <a:ea typeface="仿宋_GB2312" pitchFamily="49" charset="-122"/>
                  <a:sym typeface="Symbol" panose="05050102010706020507" pitchFamily="18" charset="2"/>
                </a:rPr>
                <a:t>Y</a:t>
              </a:r>
              <a:endParaRPr lang="en-US" altLang="zh-CN" b="0" i="1" baseline="-25000" dirty="0">
                <a:solidFill>
                  <a:schemeClr val="bg1"/>
                </a:solidFill>
                <a:latin typeface="Times New Roman" panose="02020603050405020304" pitchFamily="18" charset="0"/>
                <a:ea typeface="仿宋_GB2312" pitchFamily="49" charset="-122"/>
              </a:endParaRPr>
            </a:p>
            <a:p>
              <a:endParaRPr lang="en-US" altLang="zh-CN" b="0" dirty="0">
                <a:solidFill>
                  <a:schemeClr val="bg1"/>
                </a:solidFill>
                <a:latin typeface="Times New Roman" panose="02020603050405020304" pitchFamily="18" charset="0"/>
                <a:ea typeface="宋体" panose="02010600030101010101" pitchFamily="2" charset="-122"/>
              </a:endParaRPr>
            </a:p>
          </p:txBody>
        </p:sp>
        <p:sp>
          <p:nvSpPr>
            <p:cNvPr id="13340" name="Freeform 19"/>
            <p:cNvSpPr/>
            <p:nvPr/>
          </p:nvSpPr>
          <p:spPr>
            <a:xfrm>
              <a:off x="3157" y="3648"/>
              <a:ext cx="144" cy="144"/>
            </a:xfrm>
            <a:custGeom>
              <a:avLst/>
              <a:gdLst>
                <a:gd name="txL" fmla="*/ 0 w 96"/>
                <a:gd name="txT" fmla="*/ 0 h 144"/>
                <a:gd name="txR" fmla="*/ 96 w 96"/>
                <a:gd name="txB" fmla="*/ 144 h 144"/>
              </a:gdLst>
              <a:ahLst/>
              <a:cxnLst>
                <a:cxn ang="0">
                  <a:pos x="96" y="0"/>
                </a:cxn>
                <a:cxn ang="0">
                  <a:pos x="0" y="0"/>
                </a:cxn>
                <a:cxn ang="0">
                  <a:pos x="0" y="144"/>
                </a:cxn>
              </a:cxnLst>
              <a:rect l="txL" t="txT" r="txR" b="txB"/>
              <a:pathLst>
                <a:path w="96" h="144">
                  <a:moveTo>
                    <a:pt x="96" y="0"/>
                  </a:moveTo>
                  <a:lnTo>
                    <a:pt x="0" y="0"/>
                  </a:lnTo>
                  <a:lnTo>
                    <a:pt x="0" y="144"/>
                  </a:lnTo>
                </a:path>
              </a:pathLst>
            </a:custGeom>
            <a:noFill/>
            <a:ln w="28575" cap="flat" cmpd="sng">
              <a:solidFill>
                <a:srgbClr val="66FFFF"/>
              </a:solidFill>
              <a:prstDash val="solid"/>
              <a:round/>
              <a:headEnd type="none" w="med" len="med"/>
              <a:tailEnd type="none" w="med" len="med"/>
            </a:ln>
          </p:spPr>
          <p:txBody>
            <a:bodyPr wrap="none" anchor="ctr" anchorCtr="0"/>
            <a:p>
              <a:endParaRPr lang="zh-CN" altLang="en-US" dirty="0">
                <a:latin typeface="楷体_GB2312" pitchFamily="49" charset="-122"/>
              </a:endParaRPr>
            </a:p>
          </p:txBody>
        </p:sp>
      </p:grpSp>
      <p:graphicFrame>
        <p:nvGraphicFramePr>
          <p:cNvPr id="59412" name="Object 20"/>
          <p:cNvGraphicFramePr/>
          <p:nvPr/>
        </p:nvGraphicFramePr>
        <p:xfrm>
          <a:off x="6303963" y="3141663"/>
          <a:ext cx="1974850" cy="1754187"/>
        </p:xfrm>
        <a:graphic>
          <a:graphicData uri="http://schemas.openxmlformats.org/presentationml/2006/ole">
            <mc:AlternateContent xmlns:mc="http://schemas.openxmlformats.org/markup-compatibility/2006">
              <mc:Choice xmlns:v="urn:schemas-microsoft-com:vml" Requires="v">
                <p:oleObj spid="_x0000_s3115" name="" r:id="rId3" imgW="812165" imgH="723900" progId="Equation.3">
                  <p:embed/>
                </p:oleObj>
              </mc:Choice>
              <mc:Fallback>
                <p:oleObj name="" r:id="rId3" imgW="812165" imgH="723900" progId="Equation.3">
                  <p:embed/>
                  <p:pic>
                    <p:nvPicPr>
                      <p:cNvPr id="0" name="图片 3114"/>
                      <p:cNvPicPr/>
                      <p:nvPr/>
                    </p:nvPicPr>
                    <p:blipFill>
                      <a:blip r:embed="rId4">
                        <a:clrChange>
                          <a:clrFrom>
                            <a:srgbClr val="000000"/>
                          </a:clrFrom>
                          <a:clrTo>
                            <a:srgbClr val="FFFFFF"/>
                          </a:clrTo>
                        </a:clrChange>
                      </a:blip>
                      <a:stretch>
                        <a:fillRect/>
                      </a:stretch>
                    </p:blipFill>
                    <p:spPr>
                      <a:xfrm>
                        <a:off x="6303963" y="3141663"/>
                        <a:ext cx="1974850" cy="1754187"/>
                      </a:xfrm>
                      <a:prstGeom prst="rect">
                        <a:avLst/>
                      </a:prstGeom>
                      <a:noFill/>
                      <a:ln w="38100">
                        <a:noFill/>
                        <a:miter/>
                      </a:ln>
                    </p:spPr>
                  </p:pic>
                </p:oleObj>
              </mc:Fallback>
            </mc:AlternateContent>
          </a:graphicData>
        </a:graphic>
      </p:graphicFrame>
      <p:sp>
        <p:nvSpPr>
          <p:cNvPr id="59413" name="AutoShape 21"/>
          <p:cNvSpPr/>
          <p:nvPr/>
        </p:nvSpPr>
        <p:spPr>
          <a:xfrm>
            <a:off x="5867400" y="3500438"/>
            <a:ext cx="288925" cy="1223962"/>
          </a:xfrm>
          <a:prstGeom prst="leftBrace">
            <a:avLst>
              <a:gd name="adj1" fmla="val 35282"/>
              <a:gd name="adj2" fmla="val 50000"/>
            </a:avLst>
          </a:prstGeom>
          <a:noFill/>
          <a:ln w="28575" cap="flat" cmpd="sng">
            <a:solidFill>
              <a:srgbClr val="FFFF00"/>
            </a:solidFill>
            <a:prstDash val="solid"/>
            <a:headEnd type="none" w="med" len="med"/>
            <a:tailEnd type="none" w="sm" len="med"/>
          </a:ln>
        </p:spPr>
        <p:txBody>
          <a:bodyPr wrap="none" anchor="ctr" anchorCtr="0"/>
          <a:p>
            <a:endParaRPr lang="zh-CN" altLang="en-US" dirty="0">
              <a:latin typeface="楷体_GB2312" pitchFamily="49" charset="-122"/>
            </a:endParaRPr>
          </a:p>
        </p:txBody>
      </p:sp>
      <p:grpSp>
        <p:nvGrpSpPr>
          <p:cNvPr id="13323" name="Group 27"/>
          <p:cNvGrpSpPr/>
          <p:nvPr/>
        </p:nvGrpSpPr>
        <p:grpSpPr>
          <a:xfrm>
            <a:off x="8316913" y="6446838"/>
            <a:ext cx="792162" cy="366712"/>
            <a:chOff x="5193" y="4020"/>
            <a:chExt cx="499" cy="231"/>
          </a:xfrm>
        </p:grpSpPr>
        <p:pic>
          <p:nvPicPr>
            <p:cNvPr id="13330" name="Picture 28" descr="78900"/>
            <p:cNvPicPr>
              <a:picLocks noChangeAspect="1"/>
            </p:cNvPicPr>
            <p:nvPr/>
          </p:nvPicPr>
          <p:blipFill>
            <a:blip r:embed="rId5"/>
            <a:stretch>
              <a:fillRect/>
            </a:stretch>
          </p:blipFill>
          <p:spPr>
            <a:xfrm>
              <a:off x="5193" y="4066"/>
              <a:ext cx="499" cy="181"/>
            </a:xfrm>
            <a:prstGeom prst="rect">
              <a:avLst/>
            </a:prstGeom>
            <a:noFill/>
            <a:ln w="9525">
              <a:noFill/>
            </a:ln>
          </p:spPr>
        </p:pic>
        <p:sp>
          <p:nvSpPr>
            <p:cNvPr id="13331" name="Text Box 29">
              <a:hlinkClick r:id="" action="ppaction://hlinkshowjump?jump=nextslide"/>
            </p:cNvPr>
            <p:cNvSpPr txBox="1"/>
            <p:nvPr/>
          </p:nvSpPr>
          <p:spPr>
            <a:xfrm>
              <a:off x="5216" y="4020"/>
              <a:ext cx="476" cy="231"/>
            </a:xfrm>
            <a:prstGeom prst="rect">
              <a:avLst/>
            </a:prstGeom>
            <a:noFill/>
            <a:ln w="9525">
              <a:noFill/>
            </a:ln>
          </p:spPr>
          <p:txBody>
            <a:bodyPr wrap="none">
              <a:spAutoFit/>
            </a:bodyPr>
            <a:p>
              <a:pPr>
                <a:spcBef>
                  <a:spcPct val="50000"/>
                </a:spcBef>
              </a:pPr>
              <a:r>
                <a:rPr lang="zh-CN" altLang="en-US" sz="1800" b="0" dirty="0">
                  <a:solidFill>
                    <a:schemeClr val="bg1"/>
                  </a:solidFill>
                  <a:latin typeface="隶书" panose="02010509060101010101" pitchFamily="49" charset="-122"/>
                  <a:ea typeface="隶书" panose="02010509060101010101" pitchFamily="49" charset="-122"/>
                </a:rPr>
                <a:t>下 页</a:t>
              </a:r>
              <a:endParaRPr lang="zh-CN" altLang="en-US" sz="1800" b="0" dirty="0">
                <a:solidFill>
                  <a:schemeClr val="bg1"/>
                </a:solidFill>
                <a:latin typeface="隶书" panose="02010509060101010101" pitchFamily="49" charset="-122"/>
                <a:ea typeface="隶书" panose="02010509060101010101" pitchFamily="49" charset="-122"/>
              </a:endParaRPr>
            </a:p>
          </p:txBody>
        </p:sp>
      </p:grpSp>
      <p:grpSp>
        <p:nvGrpSpPr>
          <p:cNvPr id="13324" name="Group 30"/>
          <p:cNvGrpSpPr/>
          <p:nvPr/>
        </p:nvGrpSpPr>
        <p:grpSpPr>
          <a:xfrm>
            <a:off x="7453313" y="6446838"/>
            <a:ext cx="792162" cy="366712"/>
            <a:chOff x="4649" y="4020"/>
            <a:chExt cx="499" cy="231"/>
          </a:xfrm>
        </p:grpSpPr>
        <p:pic>
          <p:nvPicPr>
            <p:cNvPr id="13328" name="Picture 31" descr="78900"/>
            <p:cNvPicPr>
              <a:picLocks noChangeAspect="1"/>
            </p:cNvPicPr>
            <p:nvPr/>
          </p:nvPicPr>
          <p:blipFill>
            <a:blip r:embed="rId5"/>
            <a:stretch>
              <a:fillRect/>
            </a:stretch>
          </p:blipFill>
          <p:spPr>
            <a:xfrm>
              <a:off x="4649" y="4066"/>
              <a:ext cx="499" cy="181"/>
            </a:xfrm>
            <a:prstGeom prst="rect">
              <a:avLst/>
            </a:prstGeom>
            <a:noFill/>
            <a:ln w="9525">
              <a:noFill/>
            </a:ln>
          </p:spPr>
        </p:pic>
        <p:sp>
          <p:nvSpPr>
            <p:cNvPr id="13329" name="Text Box 32">
              <a:hlinkClick r:id="" action="ppaction://hlinkshowjump?jump=previousslide"/>
            </p:cNvPr>
            <p:cNvSpPr txBox="1"/>
            <p:nvPr/>
          </p:nvSpPr>
          <p:spPr>
            <a:xfrm>
              <a:off x="4672" y="4020"/>
              <a:ext cx="476" cy="231"/>
            </a:xfrm>
            <a:prstGeom prst="rect">
              <a:avLst/>
            </a:prstGeom>
            <a:noFill/>
            <a:ln w="9525">
              <a:noFill/>
            </a:ln>
          </p:spPr>
          <p:txBody>
            <a:bodyPr wrap="none">
              <a:spAutoFit/>
            </a:bodyPr>
            <a:p>
              <a:pPr>
                <a:spcBef>
                  <a:spcPct val="50000"/>
                </a:spcBef>
              </a:pPr>
              <a:r>
                <a:rPr lang="zh-CN" altLang="en-US" sz="1800" b="0" dirty="0">
                  <a:solidFill>
                    <a:schemeClr val="bg1"/>
                  </a:solidFill>
                  <a:latin typeface="隶书" panose="02010509060101010101" pitchFamily="49" charset="-122"/>
                  <a:ea typeface="隶书" panose="02010509060101010101" pitchFamily="49" charset="-122"/>
                </a:rPr>
                <a:t>上 页</a:t>
              </a:r>
              <a:endParaRPr lang="zh-CN" altLang="en-US" sz="1800" b="0" dirty="0">
                <a:solidFill>
                  <a:schemeClr val="bg1"/>
                </a:solidFill>
                <a:latin typeface="隶书" panose="02010509060101010101" pitchFamily="49" charset="-122"/>
                <a:ea typeface="隶书" panose="02010509060101010101" pitchFamily="49" charset="-122"/>
              </a:endParaRPr>
            </a:p>
          </p:txBody>
        </p:sp>
      </p:grpSp>
      <p:grpSp>
        <p:nvGrpSpPr>
          <p:cNvPr id="13325" name="Group 40"/>
          <p:cNvGrpSpPr/>
          <p:nvPr/>
        </p:nvGrpSpPr>
        <p:grpSpPr>
          <a:xfrm>
            <a:off x="6588125" y="6446838"/>
            <a:ext cx="792163" cy="366712"/>
            <a:chOff x="4649" y="4020"/>
            <a:chExt cx="499" cy="231"/>
          </a:xfrm>
        </p:grpSpPr>
        <p:pic>
          <p:nvPicPr>
            <p:cNvPr id="13326" name="Picture 41" descr="78900"/>
            <p:cNvPicPr>
              <a:picLocks noChangeAspect="1"/>
            </p:cNvPicPr>
            <p:nvPr/>
          </p:nvPicPr>
          <p:blipFill>
            <a:blip r:embed="rId5"/>
            <a:stretch>
              <a:fillRect/>
            </a:stretch>
          </p:blipFill>
          <p:spPr>
            <a:xfrm>
              <a:off x="4649" y="4066"/>
              <a:ext cx="499" cy="181"/>
            </a:xfrm>
            <a:prstGeom prst="rect">
              <a:avLst/>
            </a:prstGeom>
            <a:noFill/>
            <a:ln w="9525">
              <a:noFill/>
            </a:ln>
          </p:spPr>
        </p:pic>
        <p:sp>
          <p:nvSpPr>
            <p:cNvPr id="13327" name="Text Box 42">
              <a:hlinkClick r:id="" action="ppaction://hlinkshowjump?jump=firstslide"/>
            </p:cNvPr>
            <p:cNvSpPr txBox="1"/>
            <p:nvPr/>
          </p:nvSpPr>
          <p:spPr>
            <a:xfrm>
              <a:off x="4672" y="4020"/>
              <a:ext cx="476" cy="231"/>
            </a:xfrm>
            <a:prstGeom prst="rect">
              <a:avLst/>
            </a:prstGeom>
            <a:noFill/>
            <a:ln w="9525">
              <a:noFill/>
            </a:ln>
          </p:spPr>
          <p:txBody>
            <a:bodyPr wrap="none">
              <a:spAutoFit/>
            </a:bodyPr>
            <a:p>
              <a:pPr>
                <a:spcBef>
                  <a:spcPct val="50000"/>
                </a:spcBef>
              </a:pPr>
              <a:r>
                <a:rPr lang="zh-CN" altLang="en-US" sz="1800" b="0" dirty="0">
                  <a:solidFill>
                    <a:schemeClr val="bg1"/>
                  </a:solidFill>
                  <a:latin typeface="隶书" panose="02010509060101010101" pitchFamily="49" charset="-122"/>
                  <a:ea typeface="隶书" panose="02010509060101010101" pitchFamily="49" charset="-122"/>
                </a:rPr>
                <a:t>返 回</a:t>
              </a:r>
              <a:endParaRPr lang="zh-CN" altLang="en-US" sz="1800" b="0" dirty="0">
                <a:solidFill>
                  <a:schemeClr val="bg1"/>
                </a:solidFill>
                <a:latin typeface="隶书" panose="02010509060101010101" pitchFamily="49" charset="-122"/>
                <a:ea typeface="隶书" panose="02010509060101010101" pitchFamily="49" charset="-122"/>
              </a:endParaRP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6" presetClass="entr" presetSubtype="37" fill="hold" grpId="0" nodeType="withEffect">
                                  <p:stCondLst>
                                    <p:cond delay="0"/>
                                  </p:stCondLst>
                                  <p:childTnLst>
                                    <p:set>
                                      <p:cBhvr>
                                        <p:cTn id="6" dur="1" fill="hold">
                                          <p:stCondLst>
                                            <p:cond delay="0"/>
                                          </p:stCondLst>
                                        </p:cTn>
                                        <p:tgtEl>
                                          <p:spTgt spid="59394"/>
                                        </p:tgtEl>
                                        <p:attrNameLst>
                                          <p:attrName>style.visibility</p:attrName>
                                        </p:attrNameLst>
                                      </p:cBhvr>
                                      <p:to>
                                        <p:strVal val="visible"/>
                                      </p:to>
                                    </p:set>
                                    <p:animEffect transition="in" filter="barn(outVertical)">
                                      <p:cBhvr>
                                        <p:cTn id="7" dur="500"/>
                                        <p:tgtEl>
                                          <p:spTgt spid="59394"/>
                                        </p:tgtEl>
                                      </p:cBhvr>
                                    </p:animEffect>
                                  </p:childTnLst>
                                </p:cTn>
                              </p:par>
                            </p:childTnLst>
                          </p:cTn>
                        </p:par>
                      </p:childTnLst>
                    </p:cTn>
                  </p:par>
                  <p:par>
                    <p:cTn id="8" fill="hold">
                      <p:stCondLst>
                        <p:cond delay="indefinite"/>
                      </p:stCondLst>
                      <p:childTnLst>
                        <p:par>
                          <p:cTn id="9" fill="hold">
                            <p:stCondLst>
                              <p:cond delay="0"/>
                            </p:stCondLst>
                            <p:childTnLst>
                              <p:par>
                                <p:cTn id="10" presetID="2" presetClass="entr" presetSubtype="8" fill="hold" grpId="0" nodeType="clickEffect">
                                  <p:stCondLst>
                                    <p:cond delay="0"/>
                                  </p:stCondLst>
                                  <p:childTnLst>
                                    <p:set>
                                      <p:cBhvr>
                                        <p:cTn id="11" dur="1" fill="hold">
                                          <p:stCondLst>
                                            <p:cond delay="0"/>
                                          </p:stCondLst>
                                        </p:cTn>
                                        <p:tgtEl>
                                          <p:spTgt spid="59395"/>
                                        </p:tgtEl>
                                        <p:attrNameLst>
                                          <p:attrName>style.visibility</p:attrName>
                                        </p:attrNameLst>
                                      </p:cBhvr>
                                      <p:to>
                                        <p:strVal val="visible"/>
                                      </p:to>
                                    </p:set>
                                    <p:anim calcmode="lin" valueType="num">
                                      <p:cBhvr additive="base">
                                        <p:cTn id="12" dur="500" fill="hold"/>
                                        <p:tgtEl>
                                          <p:spTgt spid="59395"/>
                                        </p:tgtEl>
                                        <p:attrNameLst>
                                          <p:attrName>ppt_x</p:attrName>
                                        </p:attrNameLst>
                                      </p:cBhvr>
                                      <p:tavLst>
                                        <p:tav tm="0">
                                          <p:val>
                                            <p:strVal val="0-#ppt_w/2"/>
                                          </p:val>
                                        </p:tav>
                                        <p:tav tm="100000">
                                          <p:val>
                                            <p:strVal val="#ppt_x"/>
                                          </p:val>
                                        </p:tav>
                                      </p:tavLst>
                                    </p:anim>
                                    <p:anim calcmode="lin" valueType="num">
                                      <p:cBhvr additive="base">
                                        <p:cTn id="13" dur="500" fill="hold"/>
                                        <p:tgtEl>
                                          <p:spTgt spid="59395"/>
                                        </p:tgtEl>
                                        <p:attrNameLst>
                                          <p:attrName>ppt_y</p:attrName>
                                        </p:attrNameLst>
                                      </p:cBhvr>
                                      <p:tavLst>
                                        <p:tav tm="0">
                                          <p:val>
                                            <p:strVal val="#ppt_y"/>
                                          </p:val>
                                        </p:tav>
                                        <p:tav tm="100000">
                                          <p:val>
                                            <p:strVal val="#ppt_y"/>
                                          </p:val>
                                        </p:tav>
                                      </p:tavLst>
                                    </p:anim>
                                  </p:childTnLst>
                                </p:cTn>
                              </p:par>
                            </p:childTnLst>
                          </p:cTn>
                        </p:par>
                      </p:childTnLst>
                    </p:cTn>
                  </p:par>
                  <p:par>
                    <p:cTn id="14" fill="hold">
                      <p:stCondLst>
                        <p:cond delay="indefinite"/>
                      </p:stCondLst>
                      <p:childTnLst>
                        <p:par>
                          <p:cTn id="15" fill="hold">
                            <p:stCondLst>
                              <p:cond delay="0"/>
                            </p:stCondLst>
                            <p:childTnLst>
                              <p:par>
                                <p:cTn id="16" presetID="22" presetClass="entr" presetSubtype="1" fill="hold" nodeType="clickEffect">
                                  <p:stCondLst>
                                    <p:cond delay="0"/>
                                  </p:stCondLst>
                                  <p:childTnLst>
                                    <p:set>
                                      <p:cBhvr>
                                        <p:cTn id="17" dur="1" fill="hold">
                                          <p:stCondLst>
                                            <p:cond delay="0"/>
                                          </p:stCondLst>
                                        </p:cTn>
                                        <p:tgtEl>
                                          <p:spTgt spid="59396"/>
                                        </p:tgtEl>
                                        <p:attrNameLst>
                                          <p:attrName>style.visibility</p:attrName>
                                        </p:attrNameLst>
                                      </p:cBhvr>
                                      <p:to>
                                        <p:strVal val="visible"/>
                                      </p:to>
                                    </p:set>
                                    <p:animEffect transition="in" filter="wipe(up)">
                                      <p:cBhvr>
                                        <p:cTn id="18" dur="2000"/>
                                        <p:tgtEl>
                                          <p:spTgt spid="59396"/>
                                        </p:tgtEl>
                                      </p:cBhvr>
                                    </p:animEffec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499"/>
                                          </p:stCondLst>
                                        </p:cTn>
                                        <p:tgtEl>
                                          <p:spTgt spid="59397"/>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3" presetClass="entr" presetSubtype="10" fill="hold" nodeType="clickEffect">
                                  <p:stCondLst>
                                    <p:cond delay="0"/>
                                  </p:stCondLst>
                                  <p:childTnLst>
                                    <p:set>
                                      <p:cBhvr>
                                        <p:cTn id="26" dur="1" fill="hold">
                                          <p:stCondLst>
                                            <p:cond delay="0"/>
                                          </p:stCondLst>
                                        </p:cTn>
                                        <p:tgtEl>
                                          <p:spTgt spid="2"/>
                                        </p:tgtEl>
                                        <p:attrNameLst>
                                          <p:attrName>style.visibility</p:attrName>
                                        </p:attrNameLst>
                                      </p:cBhvr>
                                      <p:to>
                                        <p:strVal val="visible"/>
                                      </p:to>
                                    </p:set>
                                    <p:animEffect transition="in" filter="blinds(horizontal)">
                                      <p:cBhvr>
                                        <p:cTn id="27" dur="500"/>
                                        <p:tgtEl>
                                          <p:spTgt spid="2"/>
                                        </p:tgtEl>
                                      </p:cBhvr>
                                    </p:animEffect>
                                  </p:childTnLst>
                                </p:cTn>
                              </p:par>
                            </p:childTnLst>
                          </p:cTn>
                        </p:par>
                      </p:childTnLst>
                    </p:cTn>
                  </p:par>
                  <p:par>
                    <p:cTn id="28" fill="hold">
                      <p:stCondLst>
                        <p:cond delay="indefinite"/>
                      </p:stCondLst>
                      <p:childTnLst>
                        <p:par>
                          <p:cTn id="29" fill="hold">
                            <p:stCondLst>
                              <p:cond delay="0"/>
                            </p:stCondLst>
                            <p:childTnLst>
                              <p:par>
                                <p:cTn id="30" presetID="9" presetClass="entr" presetSubtype="0" fill="hold" nodeType="clickEffect">
                                  <p:stCondLst>
                                    <p:cond delay="0"/>
                                  </p:stCondLst>
                                  <p:childTnLst>
                                    <p:set>
                                      <p:cBhvr>
                                        <p:cTn id="31" dur="1" fill="hold">
                                          <p:stCondLst>
                                            <p:cond delay="0"/>
                                          </p:stCondLst>
                                        </p:cTn>
                                        <p:tgtEl>
                                          <p:spTgt spid="59412"/>
                                        </p:tgtEl>
                                        <p:attrNameLst>
                                          <p:attrName>style.visibility</p:attrName>
                                        </p:attrNameLst>
                                      </p:cBhvr>
                                      <p:to>
                                        <p:strVal val="visible"/>
                                      </p:to>
                                    </p:set>
                                    <p:animEffect transition="in" filter="dissolve">
                                      <p:cBhvr>
                                        <p:cTn id="32" dur="500"/>
                                        <p:tgtEl>
                                          <p:spTgt spid="59412"/>
                                        </p:tgtEl>
                                      </p:cBhvr>
                                    </p:animEffect>
                                  </p:childTnLst>
                                </p:cTn>
                              </p:par>
                            </p:childTnLst>
                          </p:cTn>
                        </p:par>
                        <p:par>
                          <p:cTn id="33" fill="hold">
                            <p:stCondLst>
                              <p:cond delay="500"/>
                            </p:stCondLst>
                            <p:childTnLst>
                              <p:par>
                                <p:cTn id="34" presetID="1" presetClass="entr" presetSubtype="0" fill="hold" grpId="0" nodeType="afterEffect">
                                  <p:stCondLst>
                                    <p:cond delay="0"/>
                                  </p:stCondLst>
                                  <p:childTnLst>
                                    <p:set>
                                      <p:cBhvr>
                                        <p:cTn id="35" dur="1" fill="hold">
                                          <p:stCondLst>
                                            <p:cond delay="0"/>
                                          </p:stCondLst>
                                        </p:cTn>
                                        <p:tgtEl>
                                          <p:spTgt spid="59413"/>
                                        </p:tgtEl>
                                        <p:attrNameLst>
                                          <p:attrName>style.visibility</p:attrName>
                                        </p:attrNameLst>
                                      </p:cBhvr>
                                      <p:to>
                                        <p:strVal val="visible"/>
                                      </p:to>
                                    </p:set>
                                  </p:childTnLst>
                                </p:cTn>
                              </p:par>
                            </p:childTnLst>
                          </p:cTn>
                        </p:par>
                      </p:childTnLst>
                    </p:cTn>
                  </p:par>
                  <p:par>
                    <p:cTn id="36" fill="hold">
                      <p:stCondLst>
                        <p:cond delay="indefinite"/>
                      </p:stCondLst>
                      <p:childTnLst>
                        <p:par>
                          <p:cTn id="37" fill="hold">
                            <p:stCondLst>
                              <p:cond delay="0"/>
                            </p:stCondLst>
                            <p:childTnLst>
                              <p:par>
                                <p:cTn id="38" presetID="2" presetClass="entr" presetSubtype="8" fill="hold" grpId="0" nodeType="clickEffect">
                                  <p:stCondLst>
                                    <p:cond delay="0"/>
                                  </p:stCondLst>
                                  <p:childTnLst>
                                    <p:set>
                                      <p:cBhvr>
                                        <p:cTn id="39" dur="1" fill="hold">
                                          <p:stCondLst>
                                            <p:cond delay="0"/>
                                          </p:stCondLst>
                                        </p:cTn>
                                        <p:tgtEl>
                                          <p:spTgt spid="59410"/>
                                        </p:tgtEl>
                                        <p:attrNameLst>
                                          <p:attrName>style.visibility</p:attrName>
                                        </p:attrNameLst>
                                      </p:cBhvr>
                                      <p:to>
                                        <p:strVal val="visible"/>
                                      </p:to>
                                    </p:set>
                                    <p:anim calcmode="lin" valueType="num">
                                      <p:cBhvr additive="base">
                                        <p:cTn id="40" dur="500" fill="hold"/>
                                        <p:tgtEl>
                                          <p:spTgt spid="59410"/>
                                        </p:tgtEl>
                                        <p:attrNameLst>
                                          <p:attrName>ppt_x</p:attrName>
                                        </p:attrNameLst>
                                      </p:cBhvr>
                                      <p:tavLst>
                                        <p:tav tm="0">
                                          <p:val>
                                            <p:strVal val="0-#ppt_w/2"/>
                                          </p:val>
                                        </p:tav>
                                        <p:tav tm="100000">
                                          <p:val>
                                            <p:strVal val="#ppt_x"/>
                                          </p:val>
                                        </p:tav>
                                      </p:tavLst>
                                    </p:anim>
                                    <p:anim calcmode="lin" valueType="num">
                                      <p:cBhvr additive="base">
                                        <p:cTn id="41" dur="500" fill="hold"/>
                                        <p:tgtEl>
                                          <p:spTgt spid="59410"/>
                                        </p:tgtEl>
                                        <p:attrNameLst>
                                          <p:attrName>ppt_y</p:attrName>
                                        </p:attrNameLst>
                                      </p:cBhvr>
                                      <p:tavLst>
                                        <p:tav tm="0">
                                          <p:val>
                                            <p:strVal val="#ppt_y"/>
                                          </p:val>
                                        </p:tav>
                                        <p:tav tm="100000">
                                          <p:val>
                                            <p:strVal val="#ppt_y"/>
                                          </p:val>
                                        </p:tav>
                                      </p:tavLst>
                                    </p:anim>
                                  </p:childTnLst>
                                </p:cTn>
                              </p:par>
                            </p:childTnLst>
                          </p:cTn>
                        </p:par>
                      </p:childTnLst>
                    </p:cTn>
                  </p:par>
                  <p:par>
                    <p:cTn id="42" fill="hold">
                      <p:stCondLst>
                        <p:cond delay="indefinite"/>
                      </p:stCondLst>
                      <p:childTnLst>
                        <p:par>
                          <p:cTn id="43" fill="hold">
                            <p:stCondLst>
                              <p:cond delay="0"/>
                            </p:stCondLst>
                            <p:childTnLst>
                              <p:par>
                                <p:cTn id="44" presetID="20" presetClass="entr" presetSubtype="0" fill="hold" nodeType="clickEffect">
                                  <p:stCondLst>
                                    <p:cond delay="0"/>
                                  </p:stCondLst>
                                  <p:childTnLst>
                                    <p:set>
                                      <p:cBhvr>
                                        <p:cTn id="45" dur="1" fill="hold">
                                          <p:stCondLst>
                                            <p:cond delay="0"/>
                                          </p:stCondLst>
                                        </p:cTn>
                                        <p:tgtEl>
                                          <p:spTgt spid="3"/>
                                        </p:tgtEl>
                                        <p:attrNameLst>
                                          <p:attrName>style.visibility</p:attrName>
                                        </p:attrNameLst>
                                      </p:cBhvr>
                                      <p:to>
                                        <p:strVal val="visible"/>
                                      </p:to>
                                    </p:set>
                                    <p:animEffect transition="in" filter="wedge">
                                      <p:cBhvr>
                                        <p:cTn id="46" dur="20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9394" grpId="0"/>
      <p:bldP spid="59395" grpId="0"/>
      <p:bldP spid="59397" grpId="0"/>
      <p:bldP spid="59410" grpId="0" animBg="1"/>
      <p:bldP spid="59413" grpId="0" animBg="1"/>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8371" name="Text Box 3"/>
          <p:cNvSpPr txBox="1"/>
          <p:nvPr/>
        </p:nvSpPr>
        <p:spPr>
          <a:xfrm>
            <a:off x="395288" y="1484313"/>
            <a:ext cx="8424862" cy="1189037"/>
          </a:xfrm>
          <a:prstGeom prst="rect">
            <a:avLst/>
          </a:prstGeom>
          <a:noFill/>
          <a:ln w="9525">
            <a:noFill/>
          </a:ln>
        </p:spPr>
        <p:txBody>
          <a:bodyPr>
            <a:spAutoFit/>
          </a:bodyPr>
          <a:p>
            <a:pPr>
              <a:lnSpc>
                <a:spcPct val="120000"/>
              </a:lnSpc>
            </a:pPr>
            <a:r>
              <a:rPr lang="zh-CN" altLang="en-US" sz="2400" dirty="0">
                <a:latin typeface="Symbol" panose="05050102010706020507" pitchFamily="18" charset="2"/>
                <a:ea typeface="宋体" panose="02010600030101010101" pitchFamily="2" charset="-122"/>
              </a:rPr>
              <a:t>（</a:t>
            </a:r>
            <a:r>
              <a:rPr lang="en-US" altLang="zh-CN" sz="2400" dirty="0">
                <a:latin typeface="Symbol" panose="05050102010706020507" pitchFamily="18" charset="2"/>
                <a:ea typeface="宋体" panose="02010600030101010101" pitchFamily="2" charset="-122"/>
              </a:rPr>
              <a:t>2</a:t>
            </a:r>
            <a:r>
              <a:rPr lang="zh-CN" altLang="en-US" sz="2400" dirty="0">
                <a:latin typeface="Symbol" panose="05050102010706020507" pitchFamily="18" charset="2"/>
                <a:ea typeface="宋体" panose="02010600030101010101" pitchFamily="2" charset="-122"/>
              </a:rPr>
              <a:t>）</a:t>
            </a:r>
            <a:r>
              <a:rPr lang="en-US" altLang="zh-CN" sz="3200" b="0" i="1" dirty="0">
                <a:solidFill>
                  <a:schemeClr val="bg1"/>
                </a:solidFill>
                <a:latin typeface="Symbol" panose="05050102010706020507" pitchFamily="18" charset="2"/>
                <a:ea typeface="宋体" panose="02010600030101010101" pitchFamily="2" charset="-122"/>
              </a:rPr>
              <a:t>w</a:t>
            </a:r>
            <a:r>
              <a:rPr lang="en-US" altLang="zh-CN" sz="3200" b="0" i="1" dirty="0">
                <a:solidFill>
                  <a:schemeClr val="bg1"/>
                </a:solidFill>
                <a:latin typeface="Times New Roman" panose="02020603050405020304" pitchFamily="18" charset="0"/>
                <a:ea typeface="宋体" panose="02010600030101010101" pitchFamily="2" charset="-122"/>
              </a:rPr>
              <a:t>C</a:t>
            </a:r>
            <a:r>
              <a:rPr lang="en-US" altLang="zh-CN" sz="3200" b="0" dirty="0">
                <a:solidFill>
                  <a:schemeClr val="bg1"/>
                </a:solidFill>
                <a:latin typeface="Times New Roman" panose="02020603050405020304" pitchFamily="18" charset="0"/>
                <a:ea typeface="宋体" panose="02010600030101010101" pitchFamily="2" charset="-122"/>
              </a:rPr>
              <a:t> &gt;1</a:t>
            </a:r>
            <a:r>
              <a:rPr lang="en-US" altLang="zh-CN" sz="3200" b="0" i="1" dirty="0">
                <a:solidFill>
                  <a:schemeClr val="bg1"/>
                </a:solidFill>
                <a:latin typeface="Times New Roman" panose="02020603050405020304" pitchFamily="18" charset="0"/>
                <a:ea typeface="宋体" panose="02010600030101010101" pitchFamily="2" charset="-122"/>
              </a:rPr>
              <a:t>/</a:t>
            </a:r>
            <a:r>
              <a:rPr lang="en-US" altLang="zh-CN" sz="3200" b="0" i="1" dirty="0">
                <a:solidFill>
                  <a:schemeClr val="bg1"/>
                </a:solidFill>
                <a:latin typeface="Symbol" panose="05050102010706020507" pitchFamily="18" charset="2"/>
                <a:ea typeface="宋体" panose="02010600030101010101" pitchFamily="2" charset="-122"/>
              </a:rPr>
              <a:t>w</a:t>
            </a:r>
            <a:r>
              <a:rPr lang="en-US" altLang="zh-CN" sz="3200" b="0" i="1" dirty="0">
                <a:solidFill>
                  <a:schemeClr val="bg1"/>
                </a:solidFill>
                <a:latin typeface="Times New Roman" panose="02020603050405020304" pitchFamily="18" charset="0"/>
                <a:ea typeface="宋体" panose="02010600030101010101" pitchFamily="2" charset="-122"/>
              </a:rPr>
              <a:t>L</a:t>
            </a:r>
            <a:r>
              <a:rPr lang="zh-CN" altLang="en-US" sz="3200" b="0" dirty="0">
                <a:solidFill>
                  <a:schemeClr val="bg1"/>
                </a:solidFill>
                <a:latin typeface="Times New Roman" panose="02020603050405020304" pitchFamily="18" charset="0"/>
                <a:ea typeface="宋体" panose="02010600030101010101" pitchFamily="2" charset="-122"/>
              </a:rPr>
              <a:t>，</a:t>
            </a:r>
            <a:r>
              <a:rPr lang="en-US" altLang="zh-CN" sz="3200" b="0" i="1" dirty="0">
                <a:solidFill>
                  <a:schemeClr val="bg1"/>
                </a:solidFill>
                <a:latin typeface="Times New Roman" panose="02020603050405020304" pitchFamily="18" charset="0"/>
                <a:ea typeface="宋体" panose="02010600030101010101" pitchFamily="2" charset="-122"/>
              </a:rPr>
              <a:t>B</a:t>
            </a:r>
            <a:r>
              <a:rPr lang="en-US" altLang="zh-CN" sz="3200" b="0" dirty="0">
                <a:solidFill>
                  <a:schemeClr val="bg1"/>
                </a:solidFill>
                <a:latin typeface="Times New Roman" panose="02020603050405020304" pitchFamily="18" charset="0"/>
                <a:ea typeface="宋体" panose="02010600030101010101" pitchFamily="2" charset="-122"/>
              </a:rPr>
              <a:t>&gt;0</a:t>
            </a:r>
            <a:r>
              <a:rPr lang="zh-CN" altLang="en-US" sz="3200" b="0" dirty="0">
                <a:solidFill>
                  <a:schemeClr val="bg1"/>
                </a:solidFill>
                <a:latin typeface="Times New Roman" panose="02020603050405020304" pitchFamily="18" charset="0"/>
                <a:ea typeface="宋体" panose="02010600030101010101" pitchFamily="2" charset="-122"/>
              </a:rPr>
              <a:t>，</a:t>
            </a:r>
            <a:r>
              <a:rPr lang="zh-CN" altLang="en-US" sz="3200" b="0" i="1" dirty="0">
                <a:solidFill>
                  <a:schemeClr val="bg1"/>
                </a:solidFill>
                <a:latin typeface="Times New Roman" panose="02020603050405020304" pitchFamily="18" charset="0"/>
                <a:ea typeface="仿宋_GB2312" pitchFamily="49" charset="-122"/>
                <a:sym typeface="Symbol" panose="05050102010706020507" pitchFamily="18" charset="2"/>
              </a:rPr>
              <a:t></a:t>
            </a:r>
            <a:r>
              <a:rPr lang="en-US" altLang="zh-CN" sz="3200" b="0" i="1" baseline="-25000" dirty="0">
                <a:solidFill>
                  <a:schemeClr val="bg1"/>
                </a:solidFill>
                <a:latin typeface="Times New Roman" panose="02020603050405020304" pitchFamily="18" charset="0"/>
                <a:ea typeface="仿宋_GB2312" pitchFamily="49" charset="-122"/>
                <a:sym typeface="Symbol" panose="05050102010706020507" pitchFamily="18" charset="2"/>
              </a:rPr>
              <a:t>Y </a:t>
            </a:r>
            <a:r>
              <a:rPr lang="en-US" altLang="zh-CN" sz="3200" b="0" dirty="0">
                <a:solidFill>
                  <a:schemeClr val="bg1"/>
                </a:solidFill>
                <a:latin typeface="Times New Roman" panose="02020603050405020304" pitchFamily="18" charset="0"/>
                <a:ea typeface="宋体" panose="02010600030101010101" pitchFamily="2" charset="-122"/>
              </a:rPr>
              <a:t>&gt;0</a:t>
            </a:r>
            <a:r>
              <a:rPr lang="zh-CN" altLang="en-US" sz="2400" dirty="0">
                <a:solidFill>
                  <a:schemeClr val="bg1"/>
                </a:solidFill>
                <a:latin typeface="Times New Roman" panose="02020603050405020304" pitchFamily="18" charset="0"/>
                <a:ea typeface="宋体" panose="02010600030101010101" pitchFamily="2" charset="-122"/>
              </a:rPr>
              <a:t>，</a:t>
            </a:r>
            <a:r>
              <a:rPr lang="zh-CN" altLang="en-US" dirty="0">
                <a:latin typeface="Times New Roman" panose="02020603050405020304" pitchFamily="18" charset="0"/>
              </a:rPr>
              <a:t>电路为容性，</a:t>
            </a:r>
            <a:endParaRPr lang="zh-CN" altLang="en-US" dirty="0">
              <a:latin typeface="Times New Roman" panose="02020603050405020304" pitchFamily="18" charset="0"/>
            </a:endParaRPr>
          </a:p>
          <a:p>
            <a:pPr>
              <a:lnSpc>
                <a:spcPct val="120000"/>
              </a:lnSpc>
            </a:pPr>
            <a:r>
              <a:rPr lang="zh-CN" altLang="en-US" dirty="0">
                <a:latin typeface="Times New Roman" panose="02020603050405020304" pitchFamily="18" charset="0"/>
              </a:rPr>
              <a:t>        电流超前电压。</a:t>
            </a:r>
            <a:endParaRPr lang="zh-CN" altLang="en-US" dirty="0">
              <a:latin typeface="Times New Roman" panose="02020603050405020304" pitchFamily="18" charset="0"/>
            </a:endParaRPr>
          </a:p>
        </p:txBody>
      </p:sp>
      <p:sp>
        <p:nvSpPr>
          <p:cNvPr id="58374" name="Text Box 6"/>
          <p:cNvSpPr txBox="1"/>
          <p:nvPr/>
        </p:nvSpPr>
        <p:spPr>
          <a:xfrm>
            <a:off x="971550" y="2584450"/>
            <a:ext cx="4827588" cy="519113"/>
          </a:xfrm>
          <a:prstGeom prst="rect">
            <a:avLst/>
          </a:prstGeom>
          <a:noFill/>
          <a:ln w="9525">
            <a:noFill/>
          </a:ln>
        </p:spPr>
        <p:txBody>
          <a:bodyPr wrap="none">
            <a:spAutoFit/>
          </a:bodyPr>
          <a:p>
            <a:r>
              <a:rPr lang="zh-CN" altLang="en-US" dirty="0">
                <a:latin typeface="Times New Roman" panose="02020603050405020304" pitchFamily="18" charset="0"/>
              </a:rPr>
              <a:t>相量图：选电压为参考向量，</a:t>
            </a:r>
            <a:endParaRPr lang="zh-CN" altLang="en-US" dirty="0">
              <a:latin typeface="Times New Roman" panose="02020603050405020304" pitchFamily="18" charset="0"/>
            </a:endParaRPr>
          </a:p>
        </p:txBody>
      </p:sp>
      <p:graphicFrame>
        <p:nvGraphicFramePr>
          <p:cNvPr id="58375" name="Object 7"/>
          <p:cNvGraphicFramePr/>
          <p:nvPr/>
        </p:nvGraphicFramePr>
        <p:xfrm>
          <a:off x="3348038" y="3573463"/>
          <a:ext cx="5472112" cy="746125"/>
        </p:xfrm>
        <a:graphic>
          <a:graphicData uri="http://schemas.openxmlformats.org/presentationml/2006/ole">
            <mc:AlternateContent xmlns:mc="http://schemas.openxmlformats.org/markup-compatibility/2006">
              <mc:Choice xmlns:v="urn:schemas-microsoft-com:vml" Requires="v">
                <p:oleObj spid="_x0000_s3114" name="" r:id="rId1" imgW="2207895" imgH="304800" progId="Equation.3">
                  <p:embed/>
                </p:oleObj>
              </mc:Choice>
              <mc:Fallback>
                <p:oleObj name="" r:id="rId1" imgW="2207895" imgH="304800" progId="Equation.3">
                  <p:embed/>
                  <p:pic>
                    <p:nvPicPr>
                      <p:cNvPr id="0" name="图片 3113"/>
                      <p:cNvPicPr/>
                      <p:nvPr/>
                    </p:nvPicPr>
                    <p:blipFill>
                      <a:blip r:embed="rId2"/>
                      <a:stretch>
                        <a:fillRect/>
                      </a:stretch>
                    </p:blipFill>
                    <p:spPr>
                      <a:xfrm>
                        <a:off x="3348038" y="3573463"/>
                        <a:ext cx="5472112" cy="746125"/>
                      </a:xfrm>
                      <a:prstGeom prst="rect">
                        <a:avLst/>
                      </a:prstGeom>
                      <a:gradFill rotWithShape="1">
                        <a:gsLst>
                          <a:gs pos="0">
                            <a:srgbClr val="0099FF"/>
                          </a:gs>
                          <a:gs pos="50000">
                            <a:schemeClr val="bg1"/>
                          </a:gs>
                          <a:gs pos="100000">
                            <a:srgbClr val="0099FF"/>
                          </a:gs>
                        </a:gsLst>
                        <a:lin ang="5400000" scaled="1"/>
                        <a:tileRect/>
                      </a:gradFill>
                      <a:ln w="38100">
                        <a:noFill/>
                        <a:miter/>
                      </a:ln>
                    </p:spPr>
                  </p:pic>
                </p:oleObj>
              </mc:Fallback>
            </mc:AlternateContent>
          </a:graphicData>
        </a:graphic>
      </p:graphicFrame>
      <p:grpSp>
        <p:nvGrpSpPr>
          <p:cNvPr id="2" name="Group 8"/>
          <p:cNvGrpSpPr/>
          <p:nvPr/>
        </p:nvGrpSpPr>
        <p:grpSpPr>
          <a:xfrm>
            <a:off x="468313" y="4365625"/>
            <a:ext cx="2663825" cy="600075"/>
            <a:chOff x="825" y="2241"/>
            <a:chExt cx="1496" cy="309"/>
          </a:xfrm>
        </p:grpSpPr>
        <p:sp>
          <p:nvSpPr>
            <p:cNvPr id="14379" name="Freeform 9"/>
            <p:cNvSpPr/>
            <p:nvPr/>
          </p:nvSpPr>
          <p:spPr>
            <a:xfrm>
              <a:off x="825" y="2544"/>
              <a:ext cx="1488" cy="6"/>
            </a:xfrm>
            <a:custGeom>
              <a:avLst/>
              <a:gdLst>
                <a:gd name="txL" fmla="*/ 0 w 1488"/>
                <a:gd name="txT" fmla="*/ 0 h 6"/>
                <a:gd name="txR" fmla="*/ 1488 w 1488"/>
                <a:gd name="txB" fmla="*/ 6 h 6"/>
              </a:gdLst>
              <a:ahLst/>
              <a:cxnLst>
                <a:cxn ang="0">
                  <a:pos x="0" y="0"/>
                </a:cxn>
                <a:cxn ang="0">
                  <a:pos x="1449" y="3"/>
                </a:cxn>
                <a:cxn ang="0">
                  <a:pos x="1488" y="6"/>
                </a:cxn>
              </a:cxnLst>
              <a:rect l="txL" t="txT" r="txR" b="txB"/>
              <a:pathLst>
                <a:path w="1488" h="6">
                  <a:moveTo>
                    <a:pt x="0" y="0"/>
                  </a:moveTo>
                  <a:lnTo>
                    <a:pt x="1449" y="3"/>
                  </a:lnTo>
                  <a:lnTo>
                    <a:pt x="1488" y="6"/>
                  </a:lnTo>
                </a:path>
              </a:pathLst>
            </a:custGeom>
            <a:noFill/>
            <a:ln w="28575" cap="flat" cmpd="sng">
              <a:solidFill>
                <a:srgbClr val="FFFF00"/>
              </a:solidFill>
              <a:prstDash val="solid"/>
              <a:round/>
              <a:headEnd type="none" w="med" len="med"/>
              <a:tailEnd type="triangle" w="med" len="med"/>
            </a:ln>
          </p:spPr>
          <p:txBody>
            <a:bodyPr wrap="none" anchor="ctr" anchorCtr="0"/>
            <a:p>
              <a:endParaRPr lang="zh-CN" altLang="en-US" dirty="0">
                <a:latin typeface="楷体_GB2312" pitchFamily="49" charset="-122"/>
              </a:endParaRPr>
            </a:p>
          </p:txBody>
        </p:sp>
        <p:graphicFrame>
          <p:nvGraphicFramePr>
            <p:cNvPr id="14344" name="Object 10"/>
            <p:cNvGraphicFramePr/>
            <p:nvPr/>
          </p:nvGraphicFramePr>
          <p:xfrm>
            <a:off x="2105" y="2241"/>
            <a:ext cx="216" cy="279"/>
          </p:xfrm>
          <a:graphic>
            <a:graphicData uri="http://schemas.openxmlformats.org/presentationml/2006/ole">
              <mc:AlternateContent xmlns:mc="http://schemas.openxmlformats.org/markup-compatibility/2006">
                <mc:Choice xmlns:v="urn:schemas-microsoft-com:vml" Requires="v">
                  <p:oleObj spid="_x0000_s3116" name="" r:id="rId3" imgW="177800" imgH="227965" progId="Equation.3">
                    <p:embed/>
                  </p:oleObj>
                </mc:Choice>
                <mc:Fallback>
                  <p:oleObj name="" r:id="rId3" imgW="177800" imgH="227965" progId="Equation.3">
                    <p:embed/>
                    <p:pic>
                      <p:nvPicPr>
                        <p:cNvPr id="0" name="图片 3115"/>
                        <p:cNvPicPr/>
                        <p:nvPr/>
                      </p:nvPicPr>
                      <p:blipFill>
                        <a:blip r:embed="rId4">
                          <a:clrChange>
                            <a:clrFrom>
                              <a:srgbClr val="000000"/>
                            </a:clrFrom>
                            <a:clrTo>
                              <a:srgbClr val="FFFFFF"/>
                            </a:clrTo>
                          </a:clrChange>
                        </a:blip>
                        <a:stretch>
                          <a:fillRect/>
                        </a:stretch>
                      </p:blipFill>
                      <p:spPr>
                        <a:xfrm>
                          <a:off x="2105" y="2241"/>
                          <a:ext cx="216" cy="279"/>
                        </a:xfrm>
                        <a:prstGeom prst="rect">
                          <a:avLst/>
                        </a:prstGeom>
                        <a:noFill/>
                        <a:ln w="38100">
                          <a:noFill/>
                          <a:miter/>
                        </a:ln>
                      </p:spPr>
                    </p:pic>
                  </p:oleObj>
                </mc:Fallback>
              </mc:AlternateContent>
            </a:graphicData>
          </a:graphic>
        </p:graphicFrame>
      </p:grpSp>
      <p:grpSp>
        <p:nvGrpSpPr>
          <p:cNvPr id="3" name="Group 11"/>
          <p:cNvGrpSpPr/>
          <p:nvPr/>
        </p:nvGrpSpPr>
        <p:grpSpPr>
          <a:xfrm>
            <a:off x="468313" y="4849813"/>
            <a:ext cx="1943100" cy="596900"/>
            <a:chOff x="816" y="2531"/>
            <a:chExt cx="864" cy="311"/>
          </a:xfrm>
        </p:grpSpPr>
        <p:sp>
          <p:nvSpPr>
            <p:cNvPr id="14378" name="Line 12"/>
            <p:cNvSpPr/>
            <p:nvPr/>
          </p:nvSpPr>
          <p:spPr>
            <a:xfrm>
              <a:off x="816" y="2592"/>
              <a:ext cx="864" cy="0"/>
            </a:xfrm>
            <a:prstGeom prst="line">
              <a:avLst/>
            </a:prstGeom>
            <a:ln w="28575" cap="flat" cmpd="sng">
              <a:solidFill>
                <a:srgbClr val="FF66FF"/>
              </a:solidFill>
              <a:prstDash val="solid"/>
              <a:headEnd type="none" w="med" len="med"/>
              <a:tailEnd type="triangle" w="med" len="med"/>
            </a:ln>
          </p:spPr>
        </p:sp>
        <p:graphicFrame>
          <p:nvGraphicFramePr>
            <p:cNvPr id="14343" name="Object 13"/>
            <p:cNvGraphicFramePr/>
            <p:nvPr/>
          </p:nvGraphicFramePr>
          <p:xfrm>
            <a:off x="1392" y="2531"/>
            <a:ext cx="205" cy="311"/>
          </p:xfrm>
          <a:graphic>
            <a:graphicData uri="http://schemas.openxmlformats.org/presentationml/2006/ole">
              <mc:AlternateContent xmlns:mc="http://schemas.openxmlformats.org/markup-compatibility/2006">
                <mc:Choice xmlns:v="urn:schemas-microsoft-com:vml" Requires="v">
                  <p:oleObj spid="_x0000_s3111" name="" r:id="rId5" imgW="203200" imgH="304800" progId="Equation.3">
                    <p:embed/>
                  </p:oleObj>
                </mc:Choice>
                <mc:Fallback>
                  <p:oleObj name="" r:id="rId5" imgW="203200" imgH="304800" progId="Equation.3">
                    <p:embed/>
                    <p:pic>
                      <p:nvPicPr>
                        <p:cNvPr id="0" name="图片 3110"/>
                        <p:cNvPicPr/>
                        <p:nvPr/>
                      </p:nvPicPr>
                      <p:blipFill>
                        <a:blip r:embed="rId6">
                          <a:clrChange>
                            <a:clrFrom>
                              <a:srgbClr val="000000"/>
                            </a:clrFrom>
                            <a:clrTo>
                              <a:srgbClr val="FFFFFF"/>
                            </a:clrTo>
                          </a:clrChange>
                        </a:blip>
                        <a:stretch>
                          <a:fillRect/>
                        </a:stretch>
                      </p:blipFill>
                      <p:spPr>
                        <a:xfrm>
                          <a:off x="1392" y="2531"/>
                          <a:ext cx="205" cy="311"/>
                        </a:xfrm>
                        <a:prstGeom prst="rect">
                          <a:avLst/>
                        </a:prstGeom>
                        <a:noFill/>
                        <a:ln w="38100">
                          <a:noFill/>
                          <a:miter/>
                        </a:ln>
                      </p:spPr>
                    </p:pic>
                  </p:oleObj>
                </mc:Fallback>
              </mc:AlternateContent>
            </a:graphicData>
          </a:graphic>
        </p:graphicFrame>
      </p:grpSp>
      <p:grpSp>
        <p:nvGrpSpPr>
          <p:cNvPr id="4" name="Group 68"/>
          <p:cNvGrpSpPr/>
          <p:nvPr/>
        </p:nvGrpSpPr>
        <p:grpSpPr>
          <a:xfrm>
            <a:off x="2413000" y="3430588"/>
            <a:ext cx="469900" cy="1524000"/>
            <a:chOff x="1247" y="1389"/>
            <a:chExt cx="296" cy="960"/>
          </a:xfrm>
        </p:grpSpPr>
        <p:sp>
          <p:nvSpPr>
            <p:cNvPr id="14377" name="Line 15"/>
            <p:cNvSpPr/>
            <p:nvPr/>
          </p:nvSpPr>
          <p:spPr>
            <a:xfrm>
              <a:off x="1247" y="1389"/>
              <a:ext cx="0" cy="960"/>
            </a:xfrm>
            <a:prstGeom prst="line">
              <a:avLst/>
            </a:prstGeom>
            <a:ln w="38100" cap="flat" cmpd="sng">
              <a:solidFill>
                <a:srgbClr val="FF3300"/>
              </a:solidFill>
              <a:prstDash val="solid"/>
              <a:headEnd type="triangle" w="med" len="med"/>
              <a:tailEnd type="none" w="med" len="med"/>
            </a:ln>
          </p:spPr>
        </p:sp>
        <p:graphicFrame>
          <p:nvGraphicFramePr>
            <p:cNvPr id="14342" name="Object 16"/>
            <p:cNvGraphicFramePr/>
            <p:nvPr/>
          </p:nvGraphicFramePr>
          <p:xfrm>
            <a:off x="1293" y="1419"/>
            <a:ext cx="250" cy="379"/>
          </p:xfrm>
          <a:graphic>
            <a:graphicData uri="http://schemas.openxmlformats.org/presentationml/2006/ole">
              <mc:AlternateContent xmlns:mc="http://schemas.openxmlformats.org/markup-compatibility/2006">
                <mc:Choice xmlns:v="urn:schemas-microsoft-com:vml" Requires="v">
                  <p:oleObj spid="_x0000_s3112" name="" r:id="rId7" imgW="203200" imgH="304800" progId="Equation.3">
                    <p:embed/>
                  </p:oleObj>
                </mc:Choice>
                <mc:Fallback>
                  <p:oleObj name="" r:id="rId7" imgW="203200" imgH="304800" progId="Equation.3">
                    <p:embed/>
                    <p:pic>
                      <p:nvPicPr>
                        <p:cNvPr id="0" name="图片 3111"/>
                        <p:cNvPicPr/>
                        <p:nvPr/>
                      </p:nvPicPr>
                      <p:blipFill>
                        <a:blip r:embed="rId8">
                          <a:clrChange>
                            <a:clrFrom>
                              <a:srgbClr val="000000"/>
                            </a:clrFrom>
                            <a:clrTo>
                              <a:srgbClr val="FFFFFF"/>
                            </a:clrTo>
                          </a:clrChange>
                        </a:blip>
                        <a:stretch>
                          <a:fillRect/>
                        </a:stretch>
                      </p:blipFill>
                      <p:spPr>
                        <a:xfrm>
                          <a:off x="1293" y="1419"/>
                          <a:ext cx="250" cy="379"/>
                        </a:xfrm>
                        <a:prstGeom prst="rect">
                          <a:avLst/>
                        </a:prstGeom>
                        <a:noFill/>
                        <a:ln w="38100">
                          <a:noFill/>
                          <a:miter/>
                        </a:ln>
                      </p:spPr>
                    </p:pic>
                  </p:oleObj>
                </mc:Fallback>
              </mc:AlternateContent>
            </a:graphicData>
          </a:graphic>
        </p:graphicFrame>
      </p:grpSp>
      <p:grpSp>
        <p:nvGrpSpPr>
          <p:cNvPr id="5" name="Group 69"/>
          <p:cNvGrpSpPr/>
          <p:nvPr/>
        </p:nvGrpSpPr>
        <p:grpSpPr>
          <a:xfrm>
            <a:off x="468313" y="4078288"/>
            <a:ext cx="1943100" cy="881062"/>
            <a:chOff x="385" y="1797"/>
            <a:chExt cx="817" cy="555"/>
          </a:xfrm>
        </p:grpSpPr>
        <p:sp>
          <p:nvSpPr>
            <p:cNvPr id="14374" name="Freeform 19"/>
            <p:cNvSpPr/>
            <p:nvPr/>
          </p:nvSpPr>
          <p:spPr>
            <a:xfrm rot="5460533" flipV="1">
              <a:off x="520" y="1660"/>
              <a:ext cx="545" cy="817"/>
            </a:xfrm>
            <a:custGeom>
              <a:avLst/>
              <a:gdLst>
                <a:gd name="txL" fmla="*/ 0 w 834"/>
                <a:gd name="txT" fmla="*/ 0 h 540"/>
                <a:gd name="txR" fmla="*/ 834 w 834"/>
                <a:gd name="txB" fmla="*/ 540 h 540"/>
              </a:gdLst>
              <a:ahLst/>
              <a:cxnLst>
                <a:cxn ang="0">
                  <a:pos x="0" y="540"/>
                </a:cxn>
                <a:cxn ang="0">
                  <a:pos x="834" y="0"/>
                </a:cxn>
              </a:cxnLst>
              <a:rect l="txL" t="txT" r="txR" b="txB"/>
              <a:pathLst>
                <a:path w="834" h="540">
                  <a:moveTo>
                    <a:pt x="0" y="540"/>
                  </a:moveTo>
                  <a:lnTo>
                    <a:pt x="834" y="0"/>
                  </a:lnTo>
                </a:path>
              </a:pathLst>
            </a:custGeom>
            <a:noFill/>
            <a:ln w="28575" cap="flat" cmpd="sng">
              <a:solidFill>
                <a:srgbClr val="66FFFF"/>
              </a:solidFill>
              <a:prstDash val="solid"/>
              <a:round/>
              <a:headEnd type="triangle" w="med" len="med"/>
              <a:tailEnd type="none" w="med" len="med"/>
            </a:ln>
          </p:spPr>
          <p:txBody>
            <a:bodyPr wrap="none" anchor="ctr" anchorCtr="0"/>
            <a:p>
              <a:endParaRPr lang="zh-CN" altLang="en-US" dirty="0">
                <a:latin typeface="楷体_GB2312" pitchFamily="49" charset="-122"/>
              </a:endParaRPr>
            </a:p>
          </p:txBody>
        </p:sp>
        <p:graphicFrame>
          <p:nvGraphicFramePr>
            <p:cNvPr id="14341" name="Object 20"/>
            <p:cNvGraphicFramePr/>
            <p:nvPr/>
          </p:nvGraphicFramePr>
          <p:xfrm>
            <a:off x="612" y="1874"/>
            <a:ext cx="137" cy="236"/>
          </p:xfrm>
          <a:graphic>
            <a:graphicData uri="http://schemas.openxmlformats.org/presentationml/2006/ole">
              <mc:AlternateContent xmlns:mc="http://schemas.openxmlformats.org/markup-compatibility/2006">
                <mc:Choice xmlns:v="urn:schemas-microsoft-com:vml" Requires="v">
                  <p:oleObj spid="_x0000_s3113" name="" r:id="rId9" imgW="127000" imgH="215265" progId="Equation.3">
                    <p:embed/>
                  </p:oleObj>
                </mc:Choice>
                <mc:Fallback>
                  <p:oleObj name="" r:id="rId9" imgW="127000" imgH="215265" progId="Equation.3">
                    <p:embed/>
                    <p:pic>
                      <p:nvPicPr>
                        <p:cNvPr id="0" name="图片 3112"/>
                        <p:cNvPicPr/>
                        <p:nvPr/>
                      </p:nvPicPr>
                      <p:blipFill>
                        <a:blip r:embed="rId10">
                          <a:clrChange>
                            <a:clrFrom>
                              <a:srgbClr val="000000"/>
                            </a:clrFrom>
                            <a:clrTo>
                              <a:srgbClr val="FFFFFF"/>
                            </a:clrTo>
                          </a:clrChange>
                        </a:blip>
                        <a:stretch>
                          <a:fillRect/>
                        </a:stretch>
                      </p:blipFill>
                      <p:spPr>
                        <a:xfrm>
                          <a:off x="612" y="1874"/>
                          <a:ext cx="137" cy="236"/>
                        </a:xfrm>
                        <a:prstGeom prst="rect">
                          <a:avLst/>
                        </a:prstGeom>
                        <a:noFill/>
                        <a:ln w="38100">
                          <a:noFill/>
                          <a:miter/>
                        </a:ln>
                      </p:spPr>
                    </p:pic>
                  </p:oleObj>
                </mc:Fallback>
              </mc:AlternateContent>
            </a:graphicData>
          </a:graphic>
        </p:graphicFrame>
        <p:sp>
          <p:nvSpPr>
            <p:cNvPr id="14375" name="Freeform 21"/>
            <p:cNvSpPr/>
            <p:nvPr/>
          </p:nvSpPr>
          <p:spPr>
            <a:xfrm flipV="1">
              <a:off x="612" y="2205"/>
              <a:ext cx="27" cy="111"/>
            </a:xfrm>
            <a:custGeom>
              <a:avLst/>
              <a:gdLst>
                <a:gd name="txL" fmla="*/ 0 w 27"/>
                <a:gd name="txT" fmla="*/ 0 h 111"/>
                <a:gd name="txR" fmla="*/ 27 w 27"/>
                <a:gd name="txB" fmla="*/ 111 h 111"/>
              </a:gdLst>
              <a:ahLst/>
              <a:cxnLst>
                <a:cxn ang="0">
                  <a:pos x="0" y="0"/>
                </a:cxn>
                <a:cxn ang="0">
                  <a:pos x="21" y="57"/>
                </a:cxn>
                <a:cxn ang="0">
                  <a:pos x="27" y="111"/>
                </a:cxn>
              </a:cxnLst>
              <a:rect l="txL" t="txT" r="txR" b="txB"/>
              <a:pathLst>
                <a:path w="27" h="111">
                  <a:moveTo>
                    <a:pt x="0" y="0"/>
                  </a:moveTo>
                  <a:cubicBezTo>
                    <a:pt x="3" y="10"/>
                    <a:pt x="17" y="39"/>
                    <a:pt x="21" y="57"/>
                  </a:cubicBezTo>
                  <a:cubicBezTo>
                    <a:pt x="25" y="75"/>
                    <a:pt x="26" y="100"/>
                    <a:pt x="27" y="111"/>
                  </a:cubicBezTo>
                </a:path>
              </a:pathLst>
            </a:custGeom>
            <a:noFill/>
            <a:ln w="38100" cap="flat" cmpd="sng">
              <a:solidFill>
                <a:srgbClr val="66FF33"/>
              </a:solidFill>
              <a:prstDash val="solid"/>
              <a:round/>
              <a:headEnd type="none" w="med" len="med"/>
              <a:tailEnd type="none" w="med" len="med"/>
            </a:ln>
          </p:spPr>
          <p:txBody>
            <a:bodyPr wrap="none" anchor="ctr" anchorCtr="0"/>
            <a:p>
              <a:endParaRPr lang="zh-CN" altLang="en-US" dirty="0">
                <a:latin typeface="楷体_GB2312" pitchFamily="49" charset="-122"/>
              </a:endParaRPr>
            </a:p>
          </p:txBody>
        </p:sp>
        <p:sp>
          <p:nvSpPr>
            <p:cNvPr id="14376" name="Text Box 22"/>
            <p:cNvSpPr txBox="1"/>
            <p:nvPr/>
          </p:nvSpPr>
          <p:spPr>
            <a:xfrm>
              <a:off x="612" y="1979"/>
              <a:ext cx="384" cy="373"/>
            </a:xfrm>
            <a:prstGeom prst="rect">
              <a:avLst/>
            </a:prstGeom>
            <a:noFill/>
            <a:ln w="9525">
              <a:noFill/>
            </a:ln>
          </p:spPr>
          <p:txBody>
            <a:bodyPr tIns="82800" bIns="82800">
              <a:spAutoFit/>
            </a:bodyPr>
            <a:p>
              <a:pPr>
                <a:spcBef>
                  <a:spcPct val="50000"/>
                </a:spcBef>
              </a:pPr>
              <a:r>
                <a:rPr lang="en-US" altLang="zh-CN" b="0" i="1" dirty="0">
                  <a:solidFill>
                    <a:schemeClr val="bg1"/>
                  </a:solidFill>
                  <a:latin typeface="Times New Roman" panose="02020603050405020304" pitchFamily="18" charset="0"/>
                  <a:ea typeface="宋体" panose="02010600030101010101" pitchFamily="2" charset="-122"/>
                  <a:sym typeface="Symbol" panose="05050102010706020507" pitchFamily="18" charset="2"/>
                </a:rPr>
                <a:t></a:t>
              </a:r>
              <a:r>
                <a:rPr lang="en-US" altLang="zh-CN" b="0" i="1" baseline="-25000" dirty="0">
                  <a:solidFill>
                    <a:schemeClr val="bg1"/>
                  </a:solidFill>
                  <a:latin typeface="Times New Roman" panose="02020603050405020304" pitchFamily="18" charset="0"/>
                  <a:ea typeface="宋体" panose="02010600030101010101" pitchFamily="2" charset="-122"/>
                  <a:sym typeface="Symbol" panose="05050102010706020507" pitchFamily="18" charset="2"/>
                </a:rPr>
                <a:t>Y</a:t>
              </a:r>
              <a:endParaRPr lang="en-US" altLang="zh-CN" b="0" i="1" baseline="-25000" dirty="0">
                <a:solidFill>
                  <a:schemeClr val="bg1"/>
                </a:solidFill>
                <a:latin typeface="Times New Roman" panose="02020603050405020304" pitchFamily="18" charset="0"/>
                <a:ea typeface="宋体" panose="02010600030101010101" pitchFamily="2" charset="-122"/>
              </a:endParaRPr>
            </a:p>
          </p:txBody>
        </p:sp>
      </p:grpSp>
      <p:grpSp>
        <p:nvGrpSpPr>
          <p:cNvPr id="6" name="Group 23"/>
          <p:cNvGrpSpPr/>
          <p:nvPr/>
        </p:nvGrpSpPr>
        <p:grpSpPr>
          <a:xfrm>
            <a:off x="1979613" y="3430588"/>
            <a:ext cx="406400" cy="779462"/>
            <a:chOff x="1408" y="3104"/>
            <a:chExt cx="234" cy="448"/>
          </a:xfrm>
        </p:grpSpPr>
        <p:sp>
          <p:nvSpPr>
            <p:cNvPr id="14373" name="Line 24"/>
            <p:cNvSpPr/>
            <p:nvPr/>
          </p:nvSpPr>
          <p:spPr>
            <a:xfrm flipV="1">
              <a:off x="1632" y="3120"/>
              <a:ext cx="0" cy="432"/>
            </a:xfrm>
            <a:prstGeom prst="line">
              <a:avLst/>
            </a:prstGeom>
            <a:ln w="38100" cap="flat" cmpd="sng">
              <a:solidFill>
                <a:srgbClr val="FFCC00"/>
              </a:solidFill>
              <a:prstDash val="solid"/>
              <a:headEnd type="triangle" w="med" len="med"/>
              <a:tailEnd type="none" w="med" len="med"/>
            </a:ln>
          </p:spPr>
        </p:sp>
        <p:graphicFrame>
          <p:nvGraphicFramePr>
            <p:cNvPr id="14340" name="Object 25"/>
            <p:cNvGraphicFramePr/>
            <p:nvPr/>
          </p:nvGraphicFramePr>
          <p:xfrm>
            <a:off x="1408" y="3104"/>
            <a:ext cx="234" cy="380"/>
          </p:xfrm>
          <a:graphic>
            <a:graphicData uri="http://schemas.openxmlformats.org/presentationml/2006/ole">
              <mc:AlternateContent xmlns:mc="http://schemas.openxmlformats.org/markup-compatibility/2006">
                <mc:Choice xmlns:v="urn:schemas-microsoft-com:vml" Requires="v">
                  <p:oleObj spid="_x0000_s3117" name="" r:id="rId11" imgW="190500" imgH="304800" progId="Equation.DSMT4">
                    <p:embed/>
                  </p:oleObj>
                </mc:Choice>
                <mc:Fallback>
                  <p:oleObj name="" r:id="rId11" imgW="190500" imgH="304800" progId="Equation.DSMT4">
                    <p:embed/>
                    <p:pic>
                      <p:nvPicPr>
                        <p:cNvPr id="0" name="图片 3116"/>
                        <p:cNvPicPr/>
                        <p:nvPr/>
                      </p:nvPicPr>
                      <p:blipFill>
                        <a:blip r:embed="rId12">
                          <a:clrChange>
                            <a:clrFrom>
                              <a:srgbClr val="000000"/>
                            </a:clrFrom>
                            <a:clrTo>
                              <a:srgbClr val="FFFFFF"/>
                            </a:clrTo>
                          </a:clrChange>
                        </a:blip>
                        <a:stretch>
                          <a:fillRect/>
                        </a:stretch>
                      </p:blipFill>
                      <p:spPr>
                        <a:xfrm>
                          <a:off x="1408" y="3104"/>
                          <a:ext cx="234" cy="380"/>
                        </a:xfrm>
                        <a:prstGeom prst="rect">
                          <a:avLst/>
                        </a:prstGeom>
                        <a:noFill/>
                        <a:ln w="38100">
                          <a:noFill/>
                          <a:miter/>
                        </a:ln>
                      </p:spPr>
                    </p:pic>
                  </p:oleObj>
                </mc:Fallback>
              </mc:AlternateContent>
            </a:graphicData>
          </a:graphic>
        </p:graphicFrame>
      </p:grpSp>
      <p:sp>
        <p:nvSpPr>
          <p:cNvPr id="58430" name="Text Box 62"/>
          <p:cNvSpPr txBox="1"/>
          <p:nvPr/>
        </p:nvSpPr>
        <p:spPr>
          <a:xfrm>
            <a:off x="684213" y="476250"/>
            <a:ext cx="5472112" cy="519113"/>
          </a:xfrm>
          <a:prstGeom prst="rect">
            <a:avLst/>
          </a:prstGeom>
          <a:solidFill>
            <a:schemeClr val="hlink"/>
          </a:solidFill>
          <a:ln w="9525">
            <a:noFill/>
          </a:ln>
        </p:spPr>
        <p:txBody>
          <a:bodyPr>
            <a:spAutoFit/>
          </a:bodyPr>
          <a:p>
            <a:r>
              <a:rPr lang="zh-CN" altLang="en-US" dirty="0">
                <a:solidFill>
                  <a:schemeClr val="bg1"/>
                </a:solidFill>
                <a:latin typeface="楷体_GB2312" pitchFamily="49" charset="-122"/>
              </a:rPr>
              <a:t>分析 </a:t>
            </a:r>
            <a:r>
              <a:rPr lang="en-US" altLang="zh-CN" b="0" i="1" dirty="0">
                <a:solidFill>
                  <a:schemeClr val="bg1"/>
                </a:solidFill>
                <a:latin typeface="Times New Roman" panose="02020603050405020304" pitchFamily="18" charset="0"/>
              </a:rPr>
              <a:t>R</a:t>
            </a:r>
            <a:r>
              <a:rPr lang="zh-CN" altLang="en-US" b="0" dirty="0">
                <a:solidFill>
                  <a:schemeClr val="bg1"/>
                </a:solidFill>
                <a:latin typeface="Times New Roman" panose="02020603050405020304" pitchFamily="18" charset="0"/>
              </a:rPr>
              <a:t>、</a:t>
            </a:r>
            <a:r>
              <a:rPr lang="en-US" altLang="zh-CN" b="0" i="1" dirty="0">
                <a:solidFill>
                  <a:schemeClr val="bg1"/>
                </a:solidFill>
                <a:latin typeface="Times New Roman" panose="02020603050405020304" pitchFamily="18" charset="0"/>
              </a:rPr>
              <a:t>L</a:t>
            </a:r>
            <a:r>
              <a:rPr lang="zh-CN" altLang="en-US" b="0" dirty="0">
                <a:solidFill>
                  <a:schemeClr val="bg1"/>
                </a:solidFill>
                <a:latin typeface="Times New Roman" panose="02020603050405020304" pitchFamily="18" charset="0"/>
              </a:rPr>
              <a:t>、</a:t>
            </a:r>
            <a:r>
              <a:rPr lang="en-US" altLang="zh-CN" b="0" i="1" dirty="0">
                <a:solidFill>
                  <a:schemeClr val="bg1"/>
                </a:solidFill>
                <a:latin typeface="Times New Roman" panose="02020603050405020304" pitchFamily="18" charset="0"/>
              </a:rPr>
              <a:t>C</a:t>
            </a:r>
            <a:r>
              <a:rPr lang="en-US" altLang="zh-CN" i="1" dirty="0">
                <a:solidFill>
                  <a:schemeClr val="bg1"/>
                </a:solidFill>
                <a:latin typeface="楷体_GB2312" pitchFamily="49" charset="-122"/>
              </a:rPr>
              <a:t> </a:t>
            </a:r>
            <a:r>
              <a:rPr lang="zh-CN" altLang="en-US" dirty="0">
                <a:solidFill>
                  <a:schemeClr val="bg1"/>
                </a:solidFill>
                <a:latin typeface="楷体_GB2312" pitchFamily="49" charset="-122"/>
              </a:rPr>
              <a:t>并联电路得出：</a:t>
            </a:r>
            <a:endParaRPr lang="zh-CN" altLang="en-US" dirty="0">
              <a:solidFill>
                <a:schemeClr val="bg1"/>
              </a:solidFill>
              <a:latin typeface="楷体_GB2312" pitchFamily="49" charset="-122"/>
            </a:endParaRPr>
          </a:p>
        </p:txBody>
      </p:sp>
      <p:sp>
        <p:nvSpPr>
          <p:cNvPr id="58432" name="Text Box 64"/>
          <p:cNvSpPr txBox="1"/>
          <p:nvPr/>
        </p:nvSpPr>
        <p:spPr>
          <a:xfrm>
            <a:off x="827088" y="5589588"/>
            <a:ext cx="7777162" cy="519112"/>
          </a:xfrm>
          <a:prstGeom prst="rect">
            <a:avLst/>
          </a:prstGeom>
          <a:noFill/>
          <a:ln w="19050">
            <a:noFill/>
          </a:ln>
        </p:spPr>
        <p:txBody>
          <a:bodyPr>
            <a:spAutoFit/>
          </a:bodyPr>
          <a:p>
            <a:pPr>
              <a:spcBef>
                <a:spcPct val="50000"/>
              </a:spcBef>
            </a:pPr>
            <a:r>
              <a:rPr lang="en-US" altLang="zh-CN" b="0" i="1" dirty="0">
                <a:solidFill>
                  <a:schemeClr val="bg1"/>
                </a:solidFill>
                <a:latin typeface="Times New Roman" panose="02020603050405020304" pitchFamily="18" charset="0"/>
              </a:rPr>
              <a:t>RLC</a:t>
            </a:r>
            <a:r>
              <a:rPr lang="zh-CN" altLang="en-US" dirty="0">
                <a:latin typeface="楷体_GB2312" pitchFamily="49" charset="-122"/>
              </a:rPr>
              <a:t>并联电路会出现分电流大于总电流的现象。</a:t>
            </a:r>
            <a:endParaRPr lang="zh-CN" altLang="en-US" dirty="0">
              <a:latin typeface="楷体_GB2312" pitchFamily="49" charset="-122"/>
            </a:endParaRPr>
          </a:p>
        </p:txBody>
      </p:sp>
      <p:grpSp>
        <p:nvGrpSpPr>
          <p:cNvPr id="7" name="Group 70"/>
          <p:cNvGrpSpPr/>
          <p:nvPr/>
        </p:nvGrpSpPr>
        <p:grpSpPr>
          <a:xfrm>
            <a:off x="2413000" y="4149725"/>
            <a:ext cx="604838" cy="792163"/>
            <a:chOff x="1627" y="2918"/>
            <a:chExt cx="381" cy="499"/>
          </a:xfrm>
        </p:grpSpPr>
        <p:sp>
          <p:nvSpPr>
            <p:cNvPr id="14371" name="AutoShape 71"/>
            <p:cNvSpPr/>
            <p:nvPr/>
          </p:nvSpPr>
          <p:spPr>
            <a:xfrm>
              <a:off x="1627" y="2918"/>
              <a:ext cx="48" cy="499"/>
            </a:xfrm>
            <a:prstGeom prst="rightBrace">
              <a:avLst>
                <a:gd name="adj1" fmla="val 86583"/>
                <a:gd name="adj2" fmla="val 50000"/>
              </a:avLst>
            </a:prstGeom>
            <a:noFill/>
            <a:ln w="28575" cap="flat" cmpd="sng">
              <a:solidFill>
                <a:schemeClr val="bg1"/>
              </a:solidFill>
              <a:prstDash val="solid"/>
              <a:headEnd type="none" w="med" len="med"/>
              <a:tailEnd type="triangle" w="med" len="med"/>
            </a:ln>
          </p:spPr>
          <p:txBody>
            <a:bodyPr wrap="none" anchor="ctr" anchorCtr="0"/>
            <a:p>
              <a:endParaRPr lang="zh-CN" altLang="en-US" dirty="0">
                <a:latin typeface="楷体_GB2312" pitchFamily="49" charset="-122"/>
              </a:endParaRPr>
            </a:p>
          </p:txBody>
        </p:sp>
        <p:sp>
          <p:nvSpPr>
            <p:cNvPr id="14372" name="Text Box 72"/>
            <p:cNvSpPr txBox="1"/>
            <p:nvPr/>
          </p:nvSpPr>
          <p:spPr>
            <a:xfrm>
              <a:off x="1627" y="3054"/>
              <a:ext cx="381" cy="327"/>
            </a:xfrm>
            <a:prstGeom prst="rect">
              <a:avLst/>
            </a:prstGeom>
            <a:noFill/>
            <a:ln w="9525">
              <a:noFill/>
            </a:ln>
          </p:spPr>
          <p:txBody>
            <a:bodyPr>
              <a:spAutoFit/>
            </a:bodyPr>
            <a:p>
              <a:pPr>
                <a:spcBef>
                  <a:spcPct val="50000"/>
                </a:spcBef>
              </a:pPr>
              <a:r>
                <a:rPr lang="en-US" altLang="zh-CN" b="0" i="1" dirty="0">
                  <a:solidFill>
                    <a:schemeClr val="bg1"/>
                  </a:solidFill>
                  <a:latin typeface="Times New Roman" panose="02020603050405020304" pitchFamily="18" charset="0"/>
                  <a:ea typeface="宋体" panose="02010600030101010101" pitchFamily="2" charset="-122"/>
                </a:rPr>
                <a:t>I</a:t>
              </a:r>
              <a:r>
                <a:rPr lang="en-US" altLang="zh-CN" b="0" i="1" baseline="-25000" dirty="0">
                  <a:solidFill>
                    <a:schemeClr val="bg1"/>
                  </a:solidFill>
                  <a:latin typeface="Times New Roman" panose="02020603050405020304" pitchFamily="18" charset="0"/>
                  <a:ea typeface="宋体" panose="02010600030101010101" pitchFamily="2" charset="-122"/>
                </a:rPr>
                <a:t>B</a:t>
              </a:r>
              <a:endParaRPr lang="en-US" altLang="zh-CN" b="0" i="1" baseline="-25000" dirty="0">
                <a:solidFill>
                  <a:schemeClr val="bg1"/>
                </a:solidFill>
                <a:latin typeface="Times New Roman" panose="02020603050405020304" pitchFamily="18" charset="0"/>
                <a:ea typeface="宋体" panose="02010600030101010101" pitchFamily="2" charset="-122"/>
              </a:endParaRPr>
            </a:p>
          </p:txBody>
        </p:sp>
      </p:grpSp>
      <p:grpSp>
        <p:nvGrpSpPr>
          <p:cNvPr id="14355" name="Group 74"/>
          <p:cNvGrpSpPr/>
          <p:nvPr/>
        </p:nvGrpSpPr>
        <p:grpSpPr>
          <a:xfrm>
            <a:off x="8316913" y="6446838"/>
            <a:ext cx="792162" cy="366712"/>
            <a:chOff x="5193" y="4020"/>
            <a:chExt cx="499" cy="231"/>
          </a:xfrm>
        </p:grpSpPr>
        <p:pic>
          <p:nvPicPr>
            <p:cNvPr id="14369" name="Picture 75" descr="78900"/>
            <p:cNvPicPr>
              <a:picLocks noChangeAspect="1"/>
            </p:cNvPicPr>
            <p:nvPr/>
          </p:nvPicPr>
          <p:blipFill>
            <a:blip r:embed="rId13"/>
            <a:stretch>
              <a:fillRect/>
            </a:stretch>
          </p:blipFill>
          <p:spPr>
            <a:xfrm>
              <a:off x="5193" y="4066"/>
              <a:ext cx="499" cy="181"/>
            </a:xfrm>
            <a:prstGeom prst="rect">
              <a:avLst/>
            </a:prstGeom>
            <a:noFill/>
            <a:ln w="9525">
              <a:noFill/>
            </a:ln>
          </p:spPr>
        </p:pic>
        <p:sp>
          <p:nvSpPr>
            <p:cNvPr id="14370" name="Text Box 76">
              <a:hlinkClick r:id="" action="ppaction://hlinkshowjump?jump=nextslide"/>
            </p:cNvPr>
            <p:cNvSpPr txBox="1"/>
            <p:nvPr/>
          </p:nvSpPr>
          <p:spPr>
            <a:xfrm>
              <a:off x="5216" y="4020"/>
              <a:ext cx="476" cy="231"/>
            </a:xfrm>
            <a:prstGeom prst="rect">
              <a:avLst/>
            </a:prstGeom>
            <a:noFill/>
            <a:ln w="9525">
              <a:noFill/>
            </a:ln>
          </p:spPr>
          <p:txBody>
            <a:bodyPr wrap="none">
              <a:spAutoFit/>
            </a:bodyPr>
            <a:p>
              <a:pPr>
                <a:spcBef>
                  <a:spcPct val="50000"/>
                </a:spcBef>
              </a:pPr>
              <a:r>
                <a:rPr lang="zh-CN" altLang="en-US" sz="1800" b="0" dirty="0">
                  <a:solidFill>
                    <a:schemeClr val="bg1"/>
                  </a:solidFill>
                  <a:latin typeface="隶书" panose="02010509060101010101" pitchFamily="49" charset="-122"/>
                  <a:ea typeface="隶书" panose="02010509060101010101" pitchFamily="49" charset="-122"/>
                </a:rPr>
                <a:t>下 页</a:t>
              </a:r>
              <a:endParaRPr lang="zh-CN" altLang="en-US" sz="1800" b="0" dirty="0">
                <a:solidFill>
                  <a:schemeClr val="bg1"/>
                </a:solidFill>
                <a:latin typeface="隶书" panose="02010509060101010101" pitchFamily="49" charset="-122"/>
                <a:ea typeface="隶书" panose="02010509060101010101" pitchFamily="49" charset="-122"/>
              </a:endParaRPr>
            </a:p>
          </p:txBody>
        </p:sp>
      </p:grpSp>
      <p:grpSp>
        <p:nvGrpSpPr>
          <p:cNvPr id="14356" name="Group 77"/>
          <p:cNvGrpSpPr/>
          <p:nvPr/>
        </p:nvGrpSpPr>
        <p:grpSpPr>
          <a:xfrm>
            <a:off x="7453313" y="6446838"/>
            <a:ext cx="792162" cy="366712"/>
            <a:chOff x="4649" y="4020"/>
            <a:chExt cx="499" cy="231"/>
          </a:xfrm>
        </p:grpSpPr>
        <p:pic>
          <p:nvPicPr>
            <p:cNvPr id="14367" name="Picture 78" descr="78900"/>
            <p:cNvPicPr>
              <a:picLocks noChangeAspect="1"/>
            </p:cNvPicPr>
            <p:nvPr/>
          </p:nvPicPr>
          <p:blipFill>
            <a:blip r:embed="rId13"/>
            <a:stretch>
              <a:fillRect/>
            </a:stretch>
          </p:blipFill>
          <p:spPr>
            <a:xfrm>
              <a:off x="4649" y="4066"/>
              <a:ext cx="499" cy="181"/>
            </a:xfrm>
            <a:prstGeom prst="rect">
              <a:avLst/>
            </a:prstGeom>
            <a:noFill/>
            <a:ln w="9525">
              <a:noFill/>
            </a:ln>
          </p:spPr>
        </p:pic>
        <p:sp>
          <p:nvSpPr>
            <p:cNvPr id="14368" name="Text Box 79">
              <a:hlinkClick r:id="" action="ppaction://hlinkshowjump?jump=previousslide"/>
            </p:cNvPr>
            <p:cNvSpPr txBox="1"/>
            <p:nvPr/>
          </p:nvSpPr>
          <p:spPr>
            <a:xfrm>
              <a:off x="4672" y="4020"/>
              <a:ext cx="476" cy="231"/>
            </a:xfrm>
            <a:prstGeom prst="rect">
              <a:avLst/>
            </a:prstGeom>
            <a:noFill/>
            <a:ln w="9525">
              <a:noFill/>
            </a:ln>
          </p:spPr>
          <p:txBody>
            <a:bodyPr wrap="none">
              <a:spAutoFit/>
            </a:bodyPr>
            <a:p>
              <a:pPr>
                <a:spcBef>
                  <a:spcPct val="50000"/>
                </a:spcBef>
              </a:pPr>
              <a:r>
                <a:rPr lang="zh-CN" altLang="en-US" sz="1800" b="0" dirty="0">
                  <a:solidFill>
                    <a:schemeClr val="bg1"/>
                  </a:solidFill>
                  <a:latin typeface="隶书" panose="02010509060101010101" pitchFamily="49" charset="-122"/>
                  <a:ea typeface="隶书" panose="02010509060101010101" pitchFamily="49" charset="-122"/>
                </a:rPr>
                <a:t>上 页</a:t>
              </a:r>
              <a:endParaRPr lang="zh-CN" altLang="en-US" sz="1800" b="0" dirty="0">
                <a:solidFill>
                  <a:schemeClr val="bg1"/>
                </a:solidFill>
                <a:latin typeface="隶书" panose="02010509060101010101" pitchFamily="49" charset="-122"/>
                <a:ea typeface="隶书" panose="02010509060101010101" pitchFamily="49" charset="-122"/>
              </a:endParaRPr>
            </a:p>
          </p:txBody>
        </p:sp>
      </p:grpSp>
      <p:grpSp>
        <p:nvGrpSpPr>
          <p:cNvPr id="10" name="Group 83"/>
          <p:cNvGrpSpPr/>
          <p:nvPr/>
        </p:nvGrpSpPr>
        <p:grpSpPr>
          <a:xfrm>
            <a:off x="3708400" y="4581525"/>
            <a:ext cx="1644650" cy="850900"/>
            <a:chOff x="385" y="3022"/>
            <a:chExt cx="1036" cy="536"/>
          </a:xfrm>
        </p:grpSpPr>
        <p:pic>
          <p:nvPicPr>
            <p:cNvPr id="14365" name="Picture 84" descr="123"/>
            <p:cNvPicPr>
              <a:picLocks noChangeAspect="1"/>
            </p:cNvPicPr>
            <p:nvPr/>
          </p:nvPicPr>
          <p:blipFill>
            <a:blip r:embed="rId14"/>
            <a:stretch>
              <a:fillRect/>
            </a:stretch>
          </p:blipFill>
          <p:spPr>
            <a:xfrm>
              <a:off x="385" y="3022"/>
              <a:ext cx="590" cy="536"/>
            </a:xfrm>
            <a:prstGeom prst="rect">
              <a:avLst/>
            </a:prstGeom>
            <a:noFill/>
            <a:ln w="9525">
              <a:noFill/>
            </a:ln>
          </p:spPr>
        </p:pic>
        <p:sp>
          <p:nvSpPr>
            <p:cNvPr id="14366" name="Text Box 85"/>
            <p:cNvSpPr txBox="1"/>
            <p:nvPr/>
          </p:nvSpPr>
          <p:spPr>
            <a:xfrm>
              <a:off x="793" y="3125"/>
              <a:ext cx="628" cy="365"/>
            </a:xfrm>
            <a:prstGeom prst="rect">
              <a:avLst/>
            </a:prstGeom>
            <a:noFill/>
            <a:ln w="9525">
              <a:noFill/>
            </a:ln>
          </p:spPr>
          <p:txBody>
            <a:bodyPr wrap="none">
              <a:spAutoFit/>
            </a:bodyPr>
            <a:p>
              <a:r>
                <a:rPr lang="zh-CN" altLang="en-US" sz="3200" b="0" dirty="0">
                  <a:solidFill>
                    <a:srgbClr val="FA7748"/>
                  </a:solidFill>
                  <a:latin typeface="Times New Roman" panose="02020603050405020304" pitchFamily="18" charset="0"/>
                  <a:ea typeface="华文行楷" panose="02010800040101010101" pitchFamily="2" charset="-122"/>
                </a:rPr>
                <a:t>注意</a:t>
              </a:r>
              <a:endParaRPr lang="zh-CN" altLang="en-US" sz="3200" b="0" dirty="0">
                <a:solidFill>
                  <a:srgbClr val="FA7748"/>
                </a:solidFill>
                <a:latin typeface="Times New Roman" panose="02020603050405020304" pitchFamily="18" charset="0"/>
                <a:ea typeface="华文行楷" panose="02010800040101010101" pitchFamily="2" charset="-122"/>
              </a:endParaRPr>
            </a:p>
          </p:txBody>
        </p:sp>
      </p:grpSp>
      <p:grpSp>
        <p:nvGrpSpPr>
          <p:cNvPr id="14358" name="Group 89"/>
          <p:cNvGrpSpPr/>
          <p:nvPr/>
        </p:nvGrpSpPr>
        <p:grpSpPr>
          <a:xfrm>
            <a:off x="6588125" y="6446838"/>
            <a:ext cx="792163" cy="366712"/>
            <a:chOff x="4649" y="4020"/>
            <a:chExt cx="499" cy="231"/>
          </a:xfrm>
        </p:grpSpPr>
        <p:pic>
          <p:nvPicPr>
            <p:cNvPr id="14363" name="Picture 90" descr="78900"/>
            <p:cNvPicPr>
              <a:picLocks noChangeAspect="1"/>
            </p:cNvPicPr>
            <p:nvPr/>
          </p:nvPicPr>
          <p:blipFill>
            <a:blip r:embed="rId13"/>
            <a:stretch>
              <a:fillRect/>
            </a:stretch>
          </p:blipFill>
          <p:spPr>
            <a:xfrm>
              <a:off x="4649" y="4066"/>
              <a:ext cx="499" cy="181"/>
            </a:xfrm>
            <a:prstGeom prst="rect">
              <a:avLst/>
            </a:prstGeom>
            <a:noFill/>
            <a:ln w="9525">
              <a:noFill/>
            </a:ln>
          </p:spPr>
        </p:pic>
        <p:sp>
          <p:nvSpPr>
            <p:cNvPr id="14364" name="Text Box 91">
              <a:hlinkClick r:id="" action="ppaction://hlinkshowjump?jump=firstslide"/>
            </p:cNvPr>
            <p:cNvSpPr txBox="1"/>
            <p:nvPr/>
          </p:nvSpPr>
          <p:spPr>
            <a:xfrm>
              <a:off x="4672" y="4020"/>
              <a:ext cx="476" cy="231"/>
            </a:xfrm>
            <a:prstGeom prst="rect">
              <a:avLst/>
            </a:prstGeom>
            <a:noFill/>
            <a:ln w="9525">
              <a:noFill/>
            </a:ln>
          </p:spPr>
          <p:txBody>
            <a:bodyPr wrap="none">
              <a:spAutoFit/>
            </a:bodyPr>
            <a:p>
              <a:pPr>
                <a:spcBef>
                  <a:spcPct val="50000"/>
                </a:spcBef>
              </a:pPr>
              <a:r>
                <a:rPr lang="zh-CN" altLang="en-US" sz="1800" b="0" dirty="0">
                  <a:solidFill>
                    <a:schemeClr val="bg1"/>
                  </a:solidFill>
                  <a:latin typeface="隶书" panose="02010509060101010101" pitchFamily="49" charset="-122"/>
                  <a:ea typeface="隶书" panose="02010509060101010101" pitchFamily="49" charset="-122"/>
                </a:rPr>
                <a:t>返 回</a:t>
              </a:r>
              <a:endParaRPr lang="zh-CN" altLang="en-US" sz="1800" b="0" dirty="0">
                <a:solidFill>
                  <a:schemeClr val="bg1"/>
                </a:solidFill>
                <a:latin typeface="隶书" panose="02010509060101010101" pitchFamily="49" charset="-122"/>
                <a:ea typeface="隶书" panose="02010509060101010101" pitchFamily="49" charset="-122"/>
              </a:endParaRPr>
            </a:p>
          </p:txBody>
        </p:sp>
      </p:grpSp>
      <p:grpSp>
        <p:nvGrpSpPr>
          <p:cNvPr id="12" name="Group 94"/>
          <p:cNvGrpSpPr/>
          <p:nvPr/>
        </p:nvGrpSpPr>
        <p:grpSpPr>
          <a:xfrm>
            <a:off x="395288" y="981075"/>
            <a:ext cx="8748712" cy="652463"/>
            <a:chOff x="249" y="618"/>
            <a:chExt cx="5511" cy="411"/>
          </a:xfrm>
        </p:grpSpPr>
        <p:sp>
          <p:nvSpPr>
            <p:cNvPr id="14360" name="Text Box 2"/>
            <p:cNvSpPr txBox="1"/>
            <p:nvPr/>
          </p:nvSpPr>
          <p:spPr>
            <a:xfrm>
              <a:off x="249" y="618"/>
              <a:ext cx="5511" cy="411"/>
            </a:xfrm>
            <a:prstGeom prst="rect">
              <a:avLst/>
            </a:prstGeom>
            <a:noFill/>
            <a:ln w="9525">
              <a:noFill/>
            </a:ln>
          </p:spPr>
          <p:txBody>
            <a:bodyPr tIns="82800" bIns="82800">
              <a:spAutoFit/>
            </a:bodyPr>
            <a:p>
              <a:r>
                <a:rPr lang="zh-CN" altLang="en-US" sz="2400" dirty="0">
                  <a:latin typeface="Times New Roman" panose="02020603050405020304" pitchFamily="18" charset="0"/>
                  <a:ea typeface="宋体" panose="02010600030101010101" pitchFamily="2" charset="-122"/>
                </a:rPr>
                <a:t>（</a:t>
              </a:r>
              <a:r>
                <a:rPr lang="en-US" altLang="zh-CN" sz="2400" dirty="0">
                  <a:latin typeface="Times New Roman" panose="02020603050405020304" pitchFamily="18" charset="0"/>
                  <a:ea typeface="宋体" panose="02010600030101010101" pitchFamily="2" charset="-122"/>
                </a:rPr>
                <a:t>1</a:t>
              </a:r>
              <a:r>
                <a:rPr lang="zh-CN" altLang="en-US" sz="2400" dirty="0">
                  <a:latin typeface="Times New Roman" panose="02020603050405020304" pitchFamily="18" charset="0"/>
                  <a:ea typeface="宋体" panose="02010600030101010101" pitchFamily="2" charset="-122"/>
                </a:rPr>
                <a:t>）</a:t>
              </a:r>
              <a:r>
                <a:rPr lang="en-US" altLang="zh-CN" sz="3200" b="0" i="1" dirty="0">
                  <a:solidFill>
                    <a:schemeClr val="bg1"/>
                  </a:solidFill>
                  <a:latin typeface="Times New Roman" panose="02020603050405020304" pitchFamily="18" charset="0"/>
                  <a:ea typeface="宋体" panose="02010600030101010101" pitchFamily="2" charset="-122"/>
                </a:rPr>
                <a:t>Y=G+</a:t>
              </a:r>
              <a:r>
                <a:rPr lang="en-US" altLang="zh-CN" sz="3200" b="0" dirty="0">
                  <a:solidFill>
                    <a:schemeClr val="bg1"/>
                  </a:solidFill>
                  <a:latin typeface="Times New Roman" panose="02020603050405020304" pitchFamily="18" charset="0"/>
                  <a:ea typeface="宋体" panose="02010600030101010101" pitchFamily="2" charset="-122"/>
                </a:rPr>
                <a:t>j(</a:t>
              </a:r>
              <a:r>
                <a:rPr lang="en-US" altLang="zh-CN" sz="3200" b="0" i="1" dirty="0">
                  <a:solidFill>
                    <a:schemeClr val="bg1"/>
                  </a:solidFill>
                  <a:latin typeface="Symbol" panose="05050102010706020507" pitchFamily="18" charset="2"/>
                  <a:ea typeface="宋体" panose="02010600030101010101" pitchFamily="2" charset="-122"/>
                </a:rPr>
                <a:t>w</a:t>
              </a:r>
              <a:r>
                <a:rPr lang="en-US" altLang="zh-CN" sz="3200" b="0" i="1" dirty="0">
                  <a:solidFill>
                    <a:schemeClr val="bg1"/>
                  </a:solidFill>
                  <a:latin typeface="Times New Roman" panose="02020603050405020304" pitchFamily="18" charset="0"/>
                  <a:ea typeface="宋体" panose="02010600030101010101" pitchFamily="2" charset="-122"/>
                </a:rPr>
                <a:t>C</a:t>
              </a:r>
              <a:r>
                <a:rPr lang="en-US" altLang="zh-CN" sz="3200" b="0" i="1" dirty="0">
                  <a:solidFill>
                    <a:schemeClr val="bg1"/>
                  </a:solidFill>
                  <a:latin typeface="宋体" panose="02010600030101010101" pitchFamily="2" charset="-122"/>
                  <a:ea typeface="宋体" panose="02010600030101010101" pitchFamily="2" charset="-122"/>
                </a:rPr>
                <a:t>-</a:t>
              </a:r>
              <a:r>
                <a:rPr lang="en-US" altLang="zh-CN" sz="3200" b="0" dirty="0">
                  <a:solidFill>
                    <a:schemeClr val="bg1"/>
                  </a:solidFill>
                  <a:latin typeface="Times New Roman" panose="02020603050405020304" pitchFamily="18" charset="0"/>
                  <a:ea typeface="宋体" panose="02010600030101010101" pitchFamily="2" charset="-122"/>
                </a:rPr>
                <a:t>1</a:t>
              </a:r>
              <a:r>
                <a:rPr lang="en-US" altLang="zh-CN" sz="3200" b="0" i="1" dirty="0">
                  <a:solidFill>
                    <a:schemeClr val="bg1"/>
                  </a:solidFill>
                  <a:latin typeface="Times New Roman" panose="02020603050405020304" pitchFamily="18" charset="0"/>
                  <a:ea typeface="宋体" panose="02010600030101010101" pitchFamily="2" charset="-122"/>
                </a:rPr>
                <a:t>/</a:t>
              </a:r>
              <a:r>
                <a:rPr lang="en-US" altLang="zh-CN" sz="3200" b="0" i="1" dirty="0">
                  <a:solidFill>
                    <a:schemeClr val="bg1"/>
                  </a:solidFill>
                  <a:latin typeface="Symbol" panose="05050102010706020507" pitchFamily="18" charset="2"/>
                  <a:ea typeface="宋体" panose="02010600030101010101" pitchFamily="2" charset="-122"/>
                </a:rPr>
                <a:t>w</a:t>
              </a:r>
              <a:r>
                <a:rPr lang="en-US" altLang="zh-CN" sz="3200" b="0" i="1" dirty="0">
                  <a:solidFill>
                    <a:schemeClr val="bg1"/>
                  </a:solidFill>
                  <a:latin typeface="Times New Roman" panose="02020603050405020304" pitchFamily="18" charset="0"/>
                  <a:ea typeface="宋体" panose="02010600030101010101" pitchFamily="2" charset="-122"/>
                </a:rPr>
                <a:t>L</a:t>
              </a:r>
              <a:r>
                <a:rPr lang="en-US" altLang="zh-CN" sz="3200" b="0" dirty="0">
                  <a:solidFill>
                    <a:schemeClr val="bg1"/>
                  </a:solidFill>
                  <a:latin typeface="Times New Roman" panose="02020603050405020304" pitchFamily="18" charset="0"/>
                  <a:ea typeface="宋体" panose="02010600030101010101" pitchFamily="2" charset="-122"/>
                </a:rPr>
                <a:t>)</a:t>
              </a:r>
              <a:r>
                <a:rPr lang="en-US" altLang="zh-CN" sz="3200" b="0" i="1" dirty="0">
                  <a:solidFill>
                    <a:schemeClr val="bg1"/>
                  </a:solidFill>
                  <a:latin typeface="Times New Roman" panose="02020603050405020304" pitchFamily="18" charset="0"/>
                  <a:ea typeface="宋体" panose="02010600030101010101" pitchFamily="2" charset="-122"/>
                </a:rPr>
                <a:t>=|Y| </a:t>
              </a:r>
              <a:r>
                <a:rPr lang="en-US" altLang="zh-CN" b="0" i="1" dirty="0">
                  <a:solidFill>
                    <a:schemeClr val="bg1"/>
                  </a:solidFill>
                  <a:latin typeface="Symbol" panose="05050102010706020507" pitchFamily="18" charset="2"/>
                  <a:ea typeface="宋体" panose="02010600030101010101" pitchFamily="2" charset="-122"/>
                </a:rPr>
                <a:t>j</a:t>
              </a:r>
              <a:r>
                <a:rPr lang="en-US" altLang="zh-CN" b="0" i="1" baseline="-25000" dirty="0">
                  <a:solidFill>
                    <a:schemeClr val="bg1"/>
                  </a:solidFill>
                  <a:latin typeface="Times New Roman" panose="02020603050405020304" pitchFamily="18" charset="0"/>
                  <a:ea typeface="宋体" panose="02010600030101010101" pitchFamily="2" charset="-122"/>
                  <a:sym typeface="Symbol" panose="05050102010706020507" pitchFamily="18" charset="2"/>
                </a:rPr>
                <a:t>Y </a:t>
              </a:r>
              <a:r>
                <a:rPr lang="zh-CN" altLang="en-US" dirty="0">
                  <a:latin typeface="Arial" panose="020B0604020202020204" pitchFamily="34" charset="0"/>
                </a:rPr>
                <a:t>为复</a:t>
              </a:r>
              <a:r>
                <a:rPr lang="zh-CN" altLang="en-US" dirty="0">
                  <a:latin typeface="Symbol" panose="05050102010706020507" pitchFamily="18" charset="2"/>
                  <a:sym typeface="Symbol" panose="05050102010706020507" pitchFamily="18" charset="2"/>
                </a:rPr>
                <a:t>数，称复导纳。</a:t>
              </a:r>
              <a:endParaRPr lang="zh-CN" altLang="en-US" dirty="0">
                <a:latin typeface="Symbol" panose="05050102010706020507" pitchFamily="18" charset="2"/>
                <a:sym typeface="Symbol" panose="05050102010706020507" pitchFamily="18" charset="2"/>
              </a:endParaRPr>
            </a:p>
          </p:txBody>
        </p:sp>
        <p:sp>
          <p:nvSpPr>
            <p:cNvPr id="14361" name="Line 92"/>
            <p:cNvSpPr/>
            <p:nvPr/>
          </p:nvSpPr>
          <p:spPr>
            <a:xfrm>
              <a:off x="3152" y="1008"/>
              <a:ext cx="272" cy="0"/>
            </a:xfrm>
            <a:prstGeom prst="line">
              <a:avLst/>
            </a:prstGeom>
            <a:ln w="9525" cap="flat" cmpd="sng">
              <a:solidFill>
                <a:schemeClr val="bg1"/>
              </a:solidFill>
              <a:prstDash val="solid"/>
              <a:headEnd type="none" w="med" len="med"/>
              <a:tailEnd type="none" w="med" len="med"/>
            </a:ln>
          </p:spPr>
        </p:sp>
        <p:sp>
          <p:nvSpPr>
            <p:cNvPr id="14362" name="Line 93"/>
            <p:cNvSpPr/>
            <p:nvPr/>
          </p:nvSpPr>
          <p:spPr>
            <a:xfrm flipH="1">
              <a:off x="3152" y="790"/>
              <a:ext cx="46" cy="227"/>
            </a:xfrm>
            <a:prstGeom prst="line">
              <a:avLst/>
            </a:prstGeom>
            <a:ln w="9525" cap="flat" cmpd="sng">
              <a:solidFill>
                <a:schemeClr val="bg1"/>
              </a:solidFill>
              <a:prstDash val="solid"/>
              <a:headEnd type="none" w="med" len="med"/>
              <a:tailEnd type="none" w="med" len="med"/>
            </a:ln>
          </p:spPr>
        </p:sp>
      </p:grpSp>
      <p:graphicFrame>
        <p:nvGraphicFramePr>
          <p:cNvPr id="58463" name="Object 95"/>
          <p:cNvGraphicFramePr/>
          <p:nvPr/>
        </p:nvGraphicFramePr>
        <p:xfrm>
          <a:off x="5795963" y="2492375"/>
          <a:ext cx="1166812" cy="631825"/>
        </p:xfrm>
        <a:graphic>
          <a:graphicData uri="http://schemas.openxmlformats.org/presentationml/2006/ole">
            <mc:AlternateContent xmlns:mc="http://schemas.openxmlformats.org/markup-compatibility/2006">
              <mc:Choice xmlns:v="urn:schemas-microsoft-com:vml" Requires="v">
                <p:oleObj spid="_x0000_s3119" name="" r:id="rId15" imgW="444500" imgH="241300" progId="Equation.3">
                  <p:embed/>
                </p:oleObj>
              </mc:Choice>
              <mc:Fallback>
                <p:oleObj name="" r:id="rId15" imgW="444500" imgH="241300" progId="Equation.3">
                  <p:embed/>
                  <p:pic>
                    <p:nvPicPr>
                      <p:cNvPr id="0" name="图片 3118"/>
                      <p:cNvPicPr/>
                      <p:nvPr/>
                    </p:nvPicPr>
                    <p:blipFill>
                      <a:blip r:embed="rId16">
                        <a:clrChange>
                          <a:clrFrom>
                            <a:srgbClr val="000000"/>
                          </a:clrFrom>
                          <a:clrTo>
                            <a:srgbClr val="000000"/>
                          </a:clrTo>
                        </a:clrChange>
                      </a:blip>
                      <a:stretch>
                        <a:fillRect/>
                      </a:stretch>
                    </p:blipFill>
                    <p:spPr>
                      <a:xfrm>
                        <a:off x="5795963" y="2492375"/>
                        <a:ext cx="1166812" cy="631825"/>
                      </a:xfrm>
                      <a:prstGeom prst="rect">
                        <a:avLst/>
                      </a:prstGeom>
                      <a:solidFill>
                        <a:srgbClr val="C0C0C0"/>
                      </a:solidFill>
                      <a:ln w="38100">
                        <a:noFill/>
                        <a:miter/>
                      </a:ln>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grpId="0" nodeType="withEffect">
                                  <p:stCondLst>
                                    <p:cond delay="0"/>
                                  </p:stCondLst>
                                  <p:childTnLst>
                                    <p:set>
                                      <p:cBhvr>
                                        <p:cTn id="6" dur="1" fill="hold">
                                          <p:stCondLst>
                                            <p:cond delay="0"/>
                                          </p:stCondLst>
                                        </p:cTn>
                                        <p:tgtEl>
                                          <p:spTgt spid="58430"/>
                                        </p:tgtEl>
                                        <p:attrNameLst>
                                          <p:attrName>style.visibility</p:attrName>
                                        </p:attrNameLst>
                                      </p:cBhvr>
                                      <p:to>
                                        <p:strVal val="visible"/>
                                      </p:to>
                                    </p:set>
                                    <p:anim calcmode="lin" valueType="num">
                                      <p:cBhvr additive="base">
                                        <p:cTn id="7" dur="500" fill="hold"/>
                                        <p:tgtEl>
                                          <p:spTgt spid="58430"/>
                                        </p:tgtEl>
                                        <p:attrNameLst>
                                          <p:attrName>ppt_x</p:attrName>
                                        </p:attrNameLst>
                                      </p:cBhvr>
                                      <p:tavLst>
                                        <p:tav tm="0">
                                          <p:val>
                                            <p:strVal val="0-#ppt_w/2"/>
                                          </p:val>
                                        </p:tav>
                                        <p:tav tm="100000">
                                          <p:val>
                                            <p:strVal val="#ppt_x"/>
                                          </p:val>
                                        </p:tav>
                                      </p:tavLst>
                                    </p:anim>
                                    <p:anim calcmode="lin" valueType="num">
                                      <p:cBhvr additive="base">
                                        <p:cTn id="8" dur="500" fill="hold"/>
                                        <p:tgtEl>
                                          <p:spTgt spid="58430"/>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2" presetClass="entr" presetSubtype="8" fill="hold" nodeType="clickEffect">
                                  <p:stCondLst>
                                    <p:cond delay="0"/>
                                  </p:stCondLst>
                                  <p:childTnLst>
                                    <p:set>
                                      <p:cBhvr>
                                        <p:cTn id="12" dur="1" fill="hold">
                                          <p:stCondLst>
                                            <p:cond delay="0"/>
                                          </p:stCondLst>
                                        </p:cTn>
                                        <p:tgtEl>
                                          <p:spTgt spid="12"/>
                                        </p:tgtEl>
                                        <p:attrNameLst>
                                          <p:attrName>style.visibility</p:attrName>
                                        </p:attrNameLst>
                                      </p:cBhvr>
                                      <p:to>
                                        <p:strVal val="visible"/>
                                      </p:to>
                                    </p:set>
                                    <p:animEffect transition="in" filter="wipe(left)">
                                      <p:cBhvr>
                                        <p:cTn id="13" dur="1000"/>
                                        <p:tgtEl>
                                          <p:spTgt spid="12"/>
                                        </p:tgtEl>
                                      </p:cBhvr>
                                    </p:animEffect>
                                  </p:childTnLst>
                                </p:cTn>
                              </p:par>
                            </p:childTnLst>
                          </p:cTn>
                        </p:par>
                      </p:childTnLst>
                    </p:cTn>
                  </p:par>
                  <p:par>
                    <p:cTn id="14" fill="hold">
                      <p:stCondLst>
                        <p:cond delay="indefinite"/>
                      </p:stCondLst>
                      <p:childTnLst>
                        <p:par>
                          <p:cTn id="15" fill="hold">
                            <p:stCondLst>
                              <p:cond delay="0"/>
                            </p:stCondLst>
                            <p:childTnLst>
                              <p:par>
                                <p:cTn id="16" presetID="22" presetClass="entr" presetSubtype="8" fill="hold" grpId="0" nodeType="clickEffect">
                                  <p:stCondLst>
                                    <p:cond delay="0"/>
                                  </p:stCondLst>
                                  <p:childTnLst>
                                    <p:set>
                                      <p:cBhvr>
                                        <p:cTn id="17" dur="1" fill="hold">
                                          <p:stCondLst>
                                            <p:cond delay="0"/>
                                          </p:stCondLst>
                                        </p:cTn>
                                        <p:tgtEl>
                                          <p:spTgt spid="58371"/>
                                        </p:tgtEl>
                                        <p:attrNameLst>
                                          <p:attrName>style.visibility</p:attrName>
                                        </p:attrNameLst>
                                      </p:cBhvr>
                                      <p:to>
                                        <p:strVal val="visible"/>
                                      </p:to>
                                    </p:set>
                                    <p:animEffect transition="in" filter="wipe(left)">
                                      <p:cBhvr>
                                        <p:cTn id="18" dur="2000"/>
                                        <p:tgtEl>
                                          <p:spTgt spid="58371"/>
                                        </p:tgtEl>
                                      </p:cBhvr>
                                    </p:animEffect>
                                  </p:childTnLst>
                                </p:cTn>
                              </p:par>
                            </p:childTnLst>
                          </p:cTn>
                        </p:par>
                      </p:childTnLst>
                    </p:cTn>
                  </p:par>
                  <p:par>
                    <p:cTn id="19" fill="hold">
                      <p:stCondLst>
                        <p:cond delay="indefinite"/>
                      </p:stCondLst>
                      <p:childTnLst>
                        <p:par>
                          <p:cTn id="20" fill="hold">
                            <p:stCondLst>
                              <p:cond delay="0"/>
                            </p:stCondLst>
                            <p:childTnLst>
                              <p:par>
                                <p:cTn id="21" presetID="22" presetClass="entr" presetSubtype="8" fill="hold" grpId="0" nodeType="clickEffect">
                                  <p:stCondLst>
                                    <p:cond delay="0"/>
                                  </p:stCondLst>
                                  <p:childTnLst>
                                    <p:set>
                                      <p:cBhvr>
                                        <p:cTn id="22" dur="1" fill="hold">
                                          <p:stCondLst>
                                            <p:cond delay="0"/>
                                          </p:stCondLst>
                                        </p:cTn>
                                        <p:tgtEl>
                                          <p:spTgt spid="58374"/>
                                        </p:tgtEl>
                                        <p:attrNameLst>
                                          <p:attrName>style.visibility</p:attrName>
                                        </p:attrNameLst>
                                      </p:cBhvr>
                                      <p:to>
                                        <p:strVal val="visible"/>
                                      </p:to>
                                    </p:set>
                                    <p:animEffect transition="in" filter="wipe(left)">
                                      <p:cBhvr>
                                        <p:cTn id="23" dur="2000"/>
                                        <p:tgtEl>
                                          <p:spTgt spid="58374"/>
                                        </p:tgtEl>
                                      </p:cBhvr>
                                    </p:animEffect>
                                  </p:childTnLst>
                                </p:cTn>
                              </p:par>
                            </p:childTnLst>
                          </p:cTn>
                        </p:par>
                        <p:par>
                          <p:cTn id="24" fill="hold">
                            <p:stCondLst>
                              <p:cond delay="2000"/>
                            </p:stCondLst>
                            <p:childTnLst>
                              <p:par>
                                <p:cTn id="25" presetID="3" presetClass="entr" presetSubtype="5" fill="hold" nodeType="afterEffect">
                                  <p:stCondLst>
                                    <p:cond delay="0"/>
                                  </p:stCondLst>
                                  <p:childTnLst>
                                    <p:set>
                                      <p:cBhvr>
                                        <p:cTn id="26" dur="1" fill="hold">
                                          <p:stCondLst>
                                            <p:cond delay="0"/>
                                          </p:stCondLst>
                                        </p:cTn>
                                        <p:tgtEl>
                                          <p:spTgt spid="58463"/>
                                        </p:tgtEl>
                                        <p:attrNameLst>
                                          <p:attrName>style.visibility</p:attrName>
                                        </p:attrNameLst>
                                      </p:cBhvr>
                                      <p:to>
                                        <p:strVal val="visible"/>
                                      </p:to>
                                    </p:set>
                                    <p:animEffect transition="in" filter="blinds(vertical)">
                                      <p:cBhvr>
                                        <p:cTn id="27" dur="500"/>
                                        <p:tgtEl>
                                          <p:spTgt spid="58463"/>
                                        </p:tgtEl>
                                      </p:cBhvr>
                                    </p:animEffect>
                                  </p:childTnLst>
                                </p:cTn>
                              </p:par>
                            </p:childTnLst>
                          </p:cTn>
                        </p:par>
                      </p:childTnLst>
                    </p:cTn>
                  </p:par>
                  <p:par>
                    <p:cTn id="28" fill="hold">
                      <p:stCondLst>
                        <p:cond delay="indefinite"/>
                      </p:stCondLst>
                      <p:childTnLst>
                        <p:par>
                          <p:cTn id="29" fill="hold">
                            <p:stCondLst>
                              <p:cond delay="0"/>
                            </p:stCondLst>
                            <p:childTnLst>
                              <p:par>
                                <p:cTn id="30" presetID="9" presetClass="entr" presetSubtype="0" fill="hold" nodeType="clickEffect">
                                  <p:stCondLst>
                                    <p:cond delay="0"/>
                                  </p:stCondLst>
                                  <p:childTnLst>
                                    <p:set>
                                      <p:cBhvr>
                                        <p:cTn id="31" dur="1" fill="hold">
                                          <p:stCondLst>
                                            <p:cond delay="0"/>
                                          </p:stCondLst>
                                        </p:cTn>
                                        <p:tgtEl>
                                          <p:spTgt spid="2"/>
                                        </p:tgtEl>
                                        <p:attrNameLst>
                                          <p:attrName>style.visibility</p:attrName>
                                        </p:attrNameLst>
                                      </p:cBhvr>
                                      <p:to>
                                        <p:strVal val="visible"/>
                                      </p:to>
                                    </p:set>
                                    <p:animEffect transition="in" filter="dissolve">
                                      <p:cBhvr>
                                        <p:cTn id="32" dur="500"/>
                                        <p:tgtEl>
                                          <p:spTgt spid="2"/>
                                        </p:tgtEl>
                                      </p:cBhvr>
                                    </p:animEffect>
                                  </p:childTnLst>
                                </p:cTn>
                              </p:par>
                            </p:childTnLst>
                          </p:cTn>
                        </p:par>
                      </p:childTnLst>
                    </p:cTn>
                  </p:par>
                  <p:par>
                    <p:cTn id="33" fill="hold">
                      <p:stCondLst>
                        <p:cond delay="indefinite"/>
                      </p:stCondLst>
                      <p:childTnLst>
                        <p:par>
                          <p:cTn id="34" fill="hold">
                            <p:stCondLst>
                              <p:cond delay="0"/>
                            </p:stCondLst>
                            <p:childTnLst>
                              <p:par>
                                <p:cTn id="35" presetID="9" presetClass="entr" presetSubtype="0" fill="hold" nodeType="clickEffect">
                                  <p:stCondLst>
                                    <p:cond delay="0"/>
                                  </p:stCondLst>
                                  <p:childTnLst>
                                    <p:set>
                                      <p:cBhvr>
                                        <p:cTn id="36" dur="1" fill="hold">
                                          <p:stCondLst>
                                            <p:cond delay="0"/>
                                          </p:stCondLst>
                                        </p:cTn>
                                        <p:tgtEl>
                                          <p:spTgt spid="3"/>
                                        </p:tgtEl>
                                        <p:attrNameLst>
                                          <p:attrName>style.visibility</p:attrName>
                                        </p:attrNameLst>
                                      </p:cBhvr>
                                      <p:to>
                                        <p:strVal val="visible"/>
                                      </p:to>
                                    </p:set>
                                    <p:animEffect transition="in" filter="dissolve">
                                      <p:cBhvr>
                                        <p:cTn id="37" dur="500"/>
                                        <p:tgtEl>
                                          <p:spTgt spid="3"/>
                                        </p:tgtEl>
                                      </p:cBhvr>
                                    </p:animEffect>
                                  </p:childTnLst>
                                </p:cTn>
                              </p:par>
                            </p:childTnLst>
                          </p:cTn>
                        </p:par>
                      </p:childTnLst>
                    </p:cTn>
                  </p:par>
                  <p:par>
                    <p:cTn id="38" fill="hold">
                      <p:stCondLst>
                        <p:cond delay="indefinite"/>
                      </p:stCondLst>
                      <p:childTnLst>
                        <p:par>
                          <p:cTn id="39" fill="hold">
                            <p:stCondLst>
                              <p:cond delay="0"/>
                            </p:stCondLst>
                            <p:childTnLst>
                              <p:par>
                                <p:cTn id="40" presetID="22" presetClass="entr" presetSubtype="4" fill="hold" nodeType="clickEffect">
                                  <p:stCondLst>
                                    <p:cond delay="0"/>
                                  </p:stCondLst>
                                  <p:childTnLst>
                                    <p:set>
                                      <p:cBhvr>
                                        <p:cTn id="41" dur="1" fill="hold">
                                          <p:stCondLst>
                                            <p:cond delay="0"/>
                                          </p:stCondLst>
                                        </p:cTn>
                                        <p:tgtEl>
                                          <p:spTgt spid="4"/>
                                        </p:tgtEl>
                                        <p:attrNameLst>
                                          <p:attrName>style.visibility</p:attrName>
                                        </p:attrNameLst>
                                      </p:cBhvr>
                                      <p:to>
                                        <p:strVal val="visible"/>
                                      </p:to>
                                    </p:set>
                                    <p:animEffect transition="in" filter="wipe(down)">
                                      <p:cBhvr>
                                        <p:cTn id="42" dur="500"/>
                                        <p:tgtEl>
                                          <p:spTgt spid="4"/>
                                        </p:tgtEl>
                                      </p:cBhvr>
                                    </p:animEffect>
                                  </p:childTnLst>
                                </p:cTn>
                              </p:par>
                            </p:childTnLst>
                          </p:cTn>
                        </p:par>
                      </p:childTnLst>
                    </p:cTn>
                  </p:par>
                  <p:par>
                    <p:cTn id="43" fill="hold">
                      <p:stCondLst>
                        <p:cond delay="indefinite"/>
                      </p:stCondLst>
                      <p:childTnLst>
                        <p:par>
                          <p:cTn id="44" fill="hold">
                            <p:stCondLst>
                              <p:cond delay="0"/>
                            </p:stCondLst>
                            <p:childTnLst>
                              <p:par>
                                <p:cTn id="45" presetID="9" presetClass="entr" presetSubtype="0" fill="hold" nodeType="clickEffect">
                                  <p:stCondLst>
                                    <p:cond delay="0"/>
                                  </p:stCondLst>
                                  <p:childTnLst>
                                    <p:set>
                                      <p:cBhvr>
                                        <p:cTn id="46" dur="1" fill="hold">
                                          <p:stCondLst>
                                            <p:cond delay="0"/>
                                          </p:stCondLst>
                                        </p:cTn>
                                        <p:tgtEl>
                                          <p:spTgt spid="6"/>
                                        </p:tgtEl>
                                        <p:attrNameLst>
                                          <p:attrName>style.visibility</p:attrName>
                                        </p:attrNameLst>
                                      </p:cBhvr>
                                      <p:to>
                                        <p:strVal val="visible"/>
                                      </p:to>
                                    </p:set>
                                    <p:animEffect transition="in" filter="dissolve">
                                      <p:cBhvr>
                                        <p:cTn id="47" dur="500"/>
                                        <p:tgtEl>
                                          <p:spTgt spid="6"/>
                                        </p:tgtEl>
                                      </p:cBhvr>
                                    </p:animEffect>
                                  </p:childTnLst>
                                </p:cTn>
                              </p:par>
                            </p:childTnLst>
                          </p:cTn>
                        </p:par>
                      </p:childTnLst>
                    </p:cTn>
                  </p:par>
                  <p:par>
                    <p:cTn id="48" fill="hold">
                      <p:stCondLst>
                        <p:cond delay="indefinite"/>
                      </p:stCondLst>
                      <p:childTnLst>
                        <p:par>
                          <p:cTn id="49" fill="hold">
                            <p:stCondLst>
                              <p:cond delay="0"/>
                            </p:stCondLst>
                            <p:childTnLst>
                              <p:par>
                                <p:cTn id="50" presetID="22" presetClass="entr" presetSubtype="4" fill="hold" nodeType="clickEffect">
                                  <p:stCondLst>
                                    <p:cond delay="0"/>
                                  </p:stCondLst>
                                  <p:childTnLst>
                                    <p:set>
                                      <p:cBhvr>
                                        <p:cTn id="51" dur="1" fill="hold">
                                          <p:stCondLst>
                                            <p:cond delay="0"/>
                                          </p:stCondLst>
                                        </p:cTn>
                                        <p:tgtEl>
                                          <p:spTgt spid="5"/>
                                        </p:tgtEl>
                                        <p:attrNameLst>
                                          <p:attrName>style.visibility</p:attrName>
                                        </p:attrNameLst>
                                      </p:cBhvr>
                                      <p:to>
                                        <p:strVal val="visible"/>
                                      </p:to>
                                    </p:set>
                                    <p:animEffect transition="in" filter="wipe(down)">
                                      <p:cBhvr>
                                        <p:cTn id="52" dur="500"/>
                                        <p:tgtEl>
                                          <p:spTgt spid="5"/>
                                        </p:tgtEl>
                                      </p:cBhvr>
                                    </p:animEffect>
                                  </p:childTnLst>
                                </p:cTn>
                              </p:par>
                            </p:childTnLst>
                          </p:cTn>
                        </p:par>
                      </p:childTnLst>
                    </p:cTn>
                  </p:par>
                  <p:par>
                    <p:cTn id="53" fill="hold">
                      <p:stCondLst>
                        <p:cond delay="indefinite"/>
                      </p:stCondLst>
                      <p:childTnLst>
                        <p:par>
                          <p:cTn id="54" fill="hold">
                            <p:stCondLst>
                              <p:cond delay="0"/>
                            </p:stCondLst>
                            <p:childTnLst>
                              <p:par>
                                <p:cTn id="55" presetID="9" presetClass="entr" presetSubtype="0" fill="hold" nodeType="clickEffect">
                                  <p:stCondLst>
                                    <p:cond delay="0"/>
                                  </p:stCondLst>
                                  <p:childTnLst>
                                    <p:set>
                                      <p:cBhvr>
                                        <p:cTn id="56" dur="1" fill="hold">
                                          <p:stCondLst>
                                            <p:cond delay="0"/>
                                          </p:stCondLst>
                                        </p:cTn>
                                        <p:tgtEl>
                                          <p:spTgt spid="7"/>
                                        </p:tgtEl>
                                        <p:attrNameLst>
                                          <p:attrName>style.visibility</p:attrName>
                                        </p:attrNameLst>
                                      </p:cBhvr>
                                      <p:to>
                                        <p:strVal val="visible"/>
                                      </p:to>
                                    </p:set>
                                    <p:animEffect transition="in" filter="dissolve">
                                      <p:cBhvr>
                                        <p:cTn id="57" dur="500"/>
                                        <p:tgtEl>
                                          <p:spTgt spid="7"/>
                                        </p:tgtEl>
                                      </p:cBhvr>
                                    </p:animEffect>
                                  </p:childTnLst>
                                </p:cTn>
                              </p:par>
                            </p:childTnLst>
                          </p:cTn>
                        </p:par>
                      </p:childTnLst>
                    </p:cTn>
                  </p:par>
                  <p:par>
                    <p:cTn id="58" fill="hold">
                      <p:stCondLst>
                        <p:cond delay="indefinite"/>
                      </p:stCondLst>
                      <p:childTnLst>
                        <p:par>
                          <p:cTn id="59" fill="hold">
                            <p:stCondLst>
                              <p:cond delay="0"/>
                            </p:stCondLst>
                            <p:childTnLst>
                              <p:par>
                                <p:cTn id="60" presetID="2" presetClass="entr" presetSubtype="2" fill="hold" nodeType="clickEffect">
                                  <p:stCondLst>
                                    <p:cond delay="0"/>
                                  </p:stCondLst>
                                  <p:childTnLst>
                                    <p:set>
                                      <p:cBhvr>
                                        <p:cTn id="61" dur="1" fill="hold">
                                          <p:stCondLst>
                                            <p:cond delay="0"/>
                                          </p:stCondLst>
                                        </p:cTn>
                                        <p:tgtEl>
                                          <p:spTgt spid="58375"/>
                                        </p:tgtEl>
                                        <p:attrNameLst>
                                          <p:attrName>style.visibility</p:attrName>
                                        </p:attrNameLst>
                                      </p:cBhvr>
                                      <p:to>
                                        <p:strVal val="visible"/>
                                      </p:to>
                                    </p:set>
                                    <p:anim calcmode="lin" valueType="num">
                                      <p:cBhvr additive="base">
                                        <p:cTn id="62" dur="500" fill="hold"/>
                                        <p:tgtEl>
                                          <p:spTgt spid="58375"/>
                                        </p:tgtEl>
                                        <p:attrNameLst>
                                          <p:attrName>ppt_x</p:attrName>
                                        </p:attrNameLst>
                                      </p:cBhvr>
                                      <p:tavLst>
                                        <p:tav tm="0">
                                          <p:val>
                                            <p:strVal val="1+#ppt_w/2"/>
                                          </p:val>
                                        </p:tav>
                                        <p:tav tm="100000">
                                          <p:val>
                                            <p:strVal val="#ppt_x"/>
                                          </p:val>
                                        </p:tav>
                                      </p:tavLst>
                                    </p:anim>
                                    <p:anim calcmode="lin" valueType="num">
                                      <p:cBhvr additive="base">
                                        <p:cTn id="63" dur="500" fill="hold"/>
                                        <p:tgtEl>
                                          <p:spTgt spid="58375"/>
                                        </p:tgtEl>
                                        <p:attrNameLst>
                                          <p:attrName>ppt_y</p:attrName>
                                        </p:attrNameLst>
                                      </p:cBhvr>
                                      <p:tavLst>
                                        <p:tav tm="0">
                                          <p:val>
                                            <p:strVal val="#ppt_y"/>
                                          </p:val>
                                        </p:tav>
                                        <p:tav tm="100000">
                                          <p:val>
                                            <p:strVal val="#ppt_y"/>
                                          </p:val>
                                        </p:tav>
                                      </p:tavLst>
                                    </p:anim>
                                  </p:childTnLst>
                                </p:cTn>
                              </p:par>
                            </p:childTnLst>
                          </p:cTn>
                        </p:par>
                      </p:childTnLst>
                    </p:cTn>
                  </p:par>
                  <p:par>
                    <p:cTn id="64" fill="hold">
                      <p:stCondLst>
                        <p:cond delay="indefinite"/>
                      </p:stCondLst>
                      <p:childTnLst>
                        <p:par>
                          <p:cTn id="65" fill="hold">
                            <p:stCondLst>
                              <p:cond delay="0"/>
                            </p:stCondLst>
                            <p:childTnLst>
                              <p:par>
                                <p:cTn id="66" presetID="3" presetClass="entr" presetSubtype="10" fill="hold" nodeType="clickEffect">
                                  <p:stCondLst>
                                    <p:cond delay="0"/>
                                  </p:stCondLst>
                                  <p:childTnLst>
                                    <p:set>
                                      <p:cBhvr>
                                        <p:cTn id="67" dur="1" fill="hold">
                                          <p:stCondLst>
                                            <p:cond delay="0"/>
                                          </p:stCondLst>
                                        </p:cTn>
                                        <p:tgtEl>
                                          <p:spTgt spid="10"/>
                                        </p:tgtEl>
                                        <p:attrNameLst>
                                          <p:attrName>style.visibility</p:attrName>
                                        </p:attrNameLst>
                                      </p:cBhvr>
                                      <p:to>
                                        <p:strVal val="visible"/>
                                      </p:to>
                                    </p:set>
                                    <p:animEffect transition="in" filter="blinds(horizontal)">
                                      <p:cBhvr>
                                        <p:cTn id="68" dur="500"/>
                                        <p:tgtEl>
                                          <p:spTgt spid="10"/>
                                        </p:tgtEl>
                                      </p:cBhvr>
                                    </p:animEffect>
                                  </p:childTnLst>
                                </p:cTn>
                              </p:par>
                            </p:childTnLst>
                          </p:cTn>
                        </p:par>
                      </p:childTnLst>
                    </p:cTn>
                  </p:par>
                  <p:par>
                    <p:cTn id="69" fill="hold">
                      <p:stCondLst>
                        <p:cond delay="indefinite"/>
                      </p:stCondLst>
                      <p:childTnLst>
                        <p:par>
                          <p:cTn id="70" fill="hold">
                            <p:stCondLst>
                              <p:cond delay="0"/>
                            </p:stCondLst>
                            <p:childTnLst>
                              <p:par>
                                <p:cTn id="71" presetID="9" presetClass="entr" presetSubtype="0" fill="hold" grpId="0" nodeType="clickEffect">
                                  <p:stCondLst>
                                    <p:cond delay="0"/>
                                  </p:stCondLst>
                                  <p:childTnLst>
                                    <p:set>
                                      <p:cBhvr>
                                        <p:cTn id="72" dur="1" fill="hold">
                                          <p:stCondLst>
                                            <p:cond delay="0"/>
                                          </p:stCondLst>
                                        </p:cTn>
                                        <p:tgtEl>
                                          <p:spTgt spid="58432"/>
                                        </p:tgtEl>
                                        <p:attrNameLst>
                                          <p:attrName>style.visibility</p:attrName>
                                        </p:attrNameLst>
                                      </p:cBhvr>
                                      <p:to>
                                        <p:strVal val="visible"/>
                                      </p:to>
                                    </p:set>
                                    <p:animEffect transition="in" filter="dissolve">
                                      <p:cBhvr>
                                        <p:cTn id="73" dur="500"/>
                                        <p:tgtEl>
                                          <p:spTgt spid="584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8371" grpId="0"/>
      <p:bldP spid="58374" grpId="0"/>
      <p:bldP spid="58430" grpId="0" animBg="1"/>
      <p:bldP spid="58432" grpId="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6020" name="Text Box 4"/>
          <p:cNvSpPr txBox="1"/>
          <p:nvPr/>
        </p:nvSpPr>
        <p:spPr>
          <a:xfrm>
            <a:off x="611188" y="2349500"/>
            <a:ext cx="7848600" cy="1189038"/>
          </a:xfrm>
          <a:prstGeom prst="rect">
            <a:avLst/>
          </a:prstGeom>
          <a:noFill/>
          <a:ln w="9525">
            <a:noFill/>
          </a:ln>
        </p:spPr>
        <p:txBody>
          <a:bodyPr>
            <a:spAutoFit/>
          </a:bodyPr>
          <a:p>
            <a:pPr>
              <a:lnSpc>
                <a:spcPct val="120000"/>
              </a:lnSpc>
            </a:pPr>
            <a:r>
              <a:rPr lang="zh-CN" altLang="en-US" sz="2400" dirty="0">
                <a:latin typeface="Symbol" panose="05050102010706020507" pitchFamily="18" charset="2"/>
                <a:ea typeface="宋体" panose="02010600030101010101" pitchFamily="2" charset="-122"/>
              </a:rPr>
              <a:t>（</a:t>
            </a:r>
            <a:r>
              <a:rPr lang="en-US" altLang="zh-CN" sz="2400" b="0" dirty="0">
                <a:latin typeface="Symbol" panose="05050102010706020507" pitchFamily="18" charset="2"/>
                <a:ea typeface="宋体" panose="02010600030101010101" pitchFamily="2" charset="-122"/>
              </a:rPr>
              <a:t>3</a:t>
            </a:r>
            <a:r>
              <a:rPr lang="zh-CN" altLang="en-US" sz="2400" dirty="0">
                <a:latin typeface="Symbol" panose="05050102010706020507" pitchFamily="18" charset="2"/>
                <a:ea typeface="宋体" panose="02010600030101010101" pitchFamily="2" charset="-122"/>
              </a:rPr>
              <a:t>）</a:t>
            </a:r>
            <a:r>
              <a:rPr lang="en-US" altLang="zh-CN" sz="3200" b="0" i="1" dirty="0">
                <a:solidFill>
                  <a:schemeClr val="bg1"/>
                </a:solidFill>
                <a:latin typeface="Symbol" panose="05050102010706020507" pitchFamily="18" charset="2"/>
                <a:ea typeface="宋体" panose="02010600030101010101" pitchFamily="2" charset="-122"/>
              </a:rPr>
              <a:t>w</a:t>
            </a:r>
            <a:r>
              <a:rPr lang="en-US" altLang="zh-CN" sz="3200" b="0" i="1" dirty="0">
                <a:solidFill>
                  <a:schemeClr val="bg1"/>
                </a:solidFill>
                <a:latin typeface="Times New Roman" panose="02020603050405020304" pitchFamily="18" charset="0"/>
                <a:ea typeface="宋体" panose="02010600030101010101" pitchFamily="2" charset="-122"/>
              </a:rPr>
              <a:t>C</a:t>
            </a:r>
            <a:r>
              <a:rPr lang="en-US" altLang="zh-CN" sz="3200" b="0" dirty="0">
                <a:solidFill>
                  <a:schemeClr val="bg1"/>
                </a:solidFill>
                <a:latin typeface="Times New Roman" panose="02020603050405020304" pitchFamily="18" charset="0"/>
                <a:ea typeface="宋体" panose="02010600030101010101" pitchFamily="2" charset="-122"/>
              </a:rPr>
              <a:t>&lt;1</a:t>
            </a:r>
            <a:r>
              <a:rPr lang="en-US" altLang="zh-CN" sz="3200" b="0" i="1" dirty="0">
                <a:solidFill>
                  <a:schemeClr val="bg1"/>
                </a:solidFill>
                <a:latin typeface="Times New Roman" panose="02020603050405020304" pitchFamily="18" charset="0"/>
                <a:ea typeface="宋体" panose="02010600030101010101" pitchFamily="2" charset="-122"/>
              </a:rPr>
              <a:t>/</a:t>
            </a:r>
            <a:r>
              <a:rPr lang="en-US" altLang="zh-CN" sz="3200" b="0" i="1" dirty="0">
                <a:solidFill>
                  <a:schemeClr val="bg1"/>
                </a:solidFill>
                <a:latin typeface="Symbol" panose="05050102010706020507" pitchFamily="18" charset="2"/>
                <a:ea typeface="宋体" panose="02010600030101010101" pitchFamily="2" charset="-122"/>
              </a:rPr>
              <a:t>w</a:t>
            </a:r>
            <a:r>
              <a:rPr lang="en-US" altLang="zh-CN" sz="3200" b="0" i="1" dirty="0">
                <a:solidFill>
                  <a:schemeClr val="bg1"/>
                </a:solidFill>
                <a:latin typeface="Times New Roman" panose="02020603050405020304" pitchFamily="18" charset="0"/>
                <a:ea typeface="宋体" panose="02010600030101010101" pitchFamily="2" charset="-122"/>
              </a:rPr>
              <a:t>L</a:t>
            </a:r>
            <a:r>
              <a:rPr lang="zh-CN" altLang="en-US" sz="3200" b="0" dirty="0">
                <a:solidFill>
                  <a:schemeClr val="bg1"/>
                </a:solidFill>
                <a:latin typeface="Times New Roman" panose="02020603050405020304" pitchFamily="18" charset="0"/>
                <a:ea typeface="宋体" panose="02010600030101010101" pitchFamily="2" charset="-122"/>
              </a:rPr>
              <a:t>，</a:t>
            </a:r>
            <a:r>
              <a:rPr lang="en-US" altLang="zh-CN" sz="3200" b="0" i="1" dirty="0">
                <a:solidFill>
                  <a:schemeClr val="bg1"/>
                </a:solidFill>
                <a:latin typeface="Times New Roman" panose="02020603050405020304" pitchFamily="18" charset="0"/>
                <a:ea typeface="宋体" panose="02010600030101010101" pitchFamily="2" charset="-122"/>
              </a:rPr>
              <a:t>B</a:t>
            </a:r>
            <a:r>
              <a:rPr lang="en-US" altLang="zh-CN" sz="3200" b="0" dirty="0">
                <a:solidFill>
                  <a:schemeClr val="bg1"/>
                </a:solidFill>
                <a:latin typeface="Times New Roman" panose="02020603050405020304" pitchFamily="18" charset="0"/>
                <a:ea typeface="宋体" panose="02010600030101010101" pitchFamily="2" charset="-122"/>
              </a:rPr>
              <a:t>&lt;0</a:t>
            </a:r>
            <a:r>
              <a:rPr lang="zh-CN" altLang="en-US" sz="3200" b="0" dirty="0">
                <a:solidFill>
                  <a:schemeClr val="bg1"/>
                </a:solidFill>
                <a:latin typeface="Times New Roman" panose="02020603050405020304" pitchFamily="18" charset="0"/>
                <a:ea typeface="宋体" panose="02010600030101010101" pitchFamily="2" charset="-122"/>
              </a:rPr>
              <a:t>，</a:t>
            </a:r>
            <a:r>
              <a:rPr lang="zh-CN" altLang="en-US" sz="3200" b="0" i="1" dirty="0">
                <a:solidFill>
                  <a:schemeClr val="bg1"/>
                </a:solidFill>
                <a:latin typeface="Arial" panose="020B0604020202020204" pitchFamily="34" charset="0"/>
                <a:ea typeface="仿宋_GB2312" pitchFamily="49" charset="-122"/>
                <a:sym typeface="Symbol" panose="05050102010706020507" pitchFamily="18" charset="2"/>
              </a:rPr>
              <a:t></a:t>
            </a:r>
            <a:r>
              <a:rPr lang="en-US" altLang="zh-CN" sz="3200" b="0" i="1" baseline="-25000" dirty="0">
                <a:solidFill>
                  <a:schemeClr val="bg1"/>
                </a:solidFill>
                <a:latin typeface="Times New Roman" panose="02020603050405020304" pitchFamily="18" charset="0"/>
                <a:ea typeface="仿宋_GB2312" pitchFamily="49" charset="-122"/>
                <a:sym typeface="Symbol" panose="05050102010706020507" pitchFamily="18" charset="2"/>
              </a:rPr>
              <a:t>Y</a:t>
            </a:r>
            <a:r>
              <a:rPr lang="en-US" altLang="zh-CN" sz="3200" b="0" dirty="0">
                <a:solidFill>
                  <a:schemeClr val="bg1"/>
                </a:solidFill>
                <a:latin typeface="Times New Roman" panose="02020603050405020304" pitchFamily="18" charset="0"/>
                <a:ea typeface="宋体" panose="02010600030101010101" pitchFamily="2" charset="-122"/>
              </a:rPr>
              <a:t>&lt;0</a:t>
            </a:r>
            <a:r>
              <a:rPr lang="zh-CN" altLang="en-US" sz="3200" b="0" dirty="0">
                <a:solidFill>
                  <a:schemeClr val="bg1"/>
                </a:solidFill>
                <a:latin typeface="Times New Roman" panose="02020603050405020304" pitchFamily="18" charset="0"/>
                <a:ea typeface="宋体" panose="02010600030101010101" pitchFamily="2" charset="-122"/>
              </a:rPr>
              <a:t>，</a:t>
            </a:r>
            <a:r>
              <a:rPr lang="zh-CN" altLang="en-US" dirty="0">
                <a:latin typeface="Times New Roman" panose="02020603050405020304" pitchFamily="18" charset="0"/>
              </a:rPr>
              <a:t>电路为感性，</a:t>
            </a:r>
            <a:endParaRPr lang="zh-CN" altLang="en-US" dirty="0">
              <a:latin typeface="Times New Roman" panose="02020603050405020304" pitchFamily="18" charset="0"/>
            </a:endParaRPr>
          </a:p>
          <a:p>
            <a:pPr>
              <a:lnSpc>
                <a:spcPct val="120000"/>
              </a:lnSpc>
            </a:pPr>
            <a:r>
              <a:rPr lang="zh-CN" altLang="en-US" dirty="0">
                <a:latin typeface="Times New Roman" panose="02020603050405020304" pitchFamily="18" charset="0"/>
              </a:rPr>
              <a:t>        电流落后电压。</a:t>
            </a:r>
            <a:endParaRPr lang="zh-CN" altLang="en-US" dirty="0">
              <a:latin typeface="Times New Roman" panose="02020603050405020304" pitchFamily="18" charset="0"/>
            </a:endParaRPr>
          </a:p>
        </p:txBody>
      </p:sp>
      <p:graphicFrame>
        <p:nvGraphicFramePr>
          <p:cNvPr id="86023" name="Object 7"/>
          <p:cNvGraphicFramePr/>
          <p:nvPr/>
        </p:nvGraphicFramePr>
        <p:xfrm>
          <a:off x="3419475" y="4508500"/>
          <a:ext cx="5478463" cy="747713"/>
        </p:xfrm>
        <a:graphic>
          <a:graphicData uri="http://schemas.openxmlformats.org/presentationml/2006/ole">
            <mc:AlternateContent xmlns:mc="http://schemas.openxmlformats.org/markup-compatibility/2006">
              <mc:Choice xmlns:v="urn:schemas-microsoft-com:vml" Requires="v">
                <p:oleObj spid="_x0000_s3121" name="" r:id="rId1" imgW="2207895" imgH="304800" progId="Equation.3">
                  <p:embed/>
                </p:oleObj>
              </mc:Choice>
              <mc:Fallback>
                <p:oleObj name="" r:id="rId1" imgW="2207895" imgH="304800" progId="Equation.3">
                  <p:embed/>
                  <p:pic>
                    <p:nvPicPr>
                      <p:cNvPr id="0" name="图片 3120"/>
                      <p:cNvPicPr/>
                      <p:nvPr/>
                    </p:nvPicPr>
                    <p:blipFill>
                      <a:blip r:embed="rId2"/>
                      <a:stretch>
                        <a:fillRect/>
                      </a:stretch>
                    </p:blipFill>
                    <p:spPr>
                      <a:xfrm>
                        <a:off x="3419475" y="4508500"/>
                        <a:ext cx="5478463" cy="747713"/>
                      </a:xfrm>
                      <a:prstGeom prst="rect">
                        <a:avLst/>
                      </a:prstGeom>
                      <a:gradFill rotWithShape="1">
                        <a:gsLst>
                          <a:gs pos="0">
                            <a:srgbClr val="0099FF"/>
                          </a:gs>
                          <a:gs pos="50000">
                            <a:schemeClr val="bg1"/>
                          </a:gs>
                          <a:gs pos="100000">
                            <a:srgbClr val="0099FF"/>
                          </a:gs>
                        </a:gsLst>
                        <a:lin ang="5400000" scaled="1"/>
                        <a:tileRect/>
                      </a:gradFill>
                      <a:ln w="38100">
                        <a:noFill/>
                        <a:miter/>
                      </a:ln>
                    </p:spPr>
                  </p:pic>
                </p:oleObj>
              </mc:Fallback>
            </mc:AlternateContent>
          </a:graphicData>
        </a:graphic>
      </p:graphicFrame>
      <p:grpSp>
        <p:nvGrpSpPr>
          <p:cNvPr id="2" name="Group 8"/>
          <p:cNvGrpSpPr/>
          <p:nvPr/>
        </p:nvGrpSpPr>
        <p:grpSpPr>
          <a:xfrm>
            <a:off x="1042988" y="3429000"/>
            <a:ext cx="2951162" cy="609600"/>
            <a:chOff x="825" y="2241"/>
            <a:chExt cx="1496" cy="309"/>
          </a:xfrm>
        </p:grpSpPr>
        <p:sp>
          <p:nvSpPr>
            <p:cNvPr id="15416" name="Freeform 9"/>
            <p:cNvSpPr/>
            <p:nvPr/>
          </p:nvSpPr>
          <p:spPr>
            <a:xfrm>
              <a:off x="825" y="2544"/>
              <a:ext cx="1488" cy="6"/>
            </a:xfrm>
            <a:custGeom>
              <a:avLst/>
              <a:gdLst>
                <a:gd name="txL" fmla="*/ 0 w 1488"/>
                <a:gd name="txT" fmla="*/ 0 h 6"/>
                <a:gd name="txR" fmla="*/ 1488 w 1488"/>
                <a:gd name="txB" fmla="*/ 6 h 6"/>
              </a:gdLst>
              <a:ahLst/>
              <a:cxnLst>
                <a:cxn ang="0">
                  <a:pos x="0" y="0"/>
                </a:cxn>
                <a:cxn ang="0">
                  <a:pos x="1449" y="3"/>
                </a:cxn>
                <a:cxn ang="0">
                  <a:pos x="1488" y="6"/>
                </a:cxn>
              </a:cxnLst>
              <a:rect l="txL" t="txT" r="txR" b="txB"/>
              <a:pathLst>
                <a:path w="1488" h="6">
                  <a:moveTo>
                    <a:pt x="0" y="0"/>
                  </a:moveTo>
                  <a:lnTo>
                    <a:pt x="1449" y="3"/>
                  </a:lnTo>
                  <a:lnTo>
                    <a:pt x="1488" y="6"/>
                  </a:lnTo>
                </a:path>
              </a:pathLst>
            </a:custGeom>
            <a:noFill/>
            <a:ln w="28575" cap="flat" cmpd="sng">
              <a:solidFill>
                <a:srgbClr val="FFFF00"/>
              </a:solidFill>
              <a:prstDash val="solid"/>
              <a:round/>
              <a:headEnd type="none" w="med" len="med"/>
              <a:tailEnd type="triangle" w="med" len="med"/>
            </a:ln>
          </p:spPr>
          <p:txBody>
            <a:bodyPr wrap="none" anchor="ctr" anchorCtr="0"/>
            <a:p>
              <a:endParaRPr lang="zh-CN" altLang="en-US" dirty="0">
                <a:latin typeface="楷体_GB2312" pitchFamily="49" charset="-122"/>
              </a:endParaRPr>
            </a:p>
          </p:txBody>
        </p:sp>
        <p:graphicFrame>
          <p:nvGraphicFramePr>
            <p:cNvPr id="15372" name="Object 10"/>
            <p:cNvGraphicFramePr/>
            <p:nvPr/>
          </p:nvGraphicFramePr>
          <p:xfrm>
            <a:off x="2105" y="2241"/>
            <a:ext cx="216" cy="279"/>
          </p:xfrm>
          <a:graphic>
            <a:graphicData uri="http://schemas.openxmlformats.org/presentationml/2006/ole">
              <mc:AlternateContent xmlns:mc="http://schemas.openxmlformats.org/markup-compatibility/2006">
                <mc:Choice xmlns:v="urn:schemas-microsoft-com:vml" Requires="v">
                  <p:oleObj spid="_x0000_s3118" name="" r:id="rId3" imgW="177800" imgH="227965" progId="Equation.3">
                    <p:embed/>
                  </p:oleObj>
                </mc:Choice>
                <mc:Fallback>
                  <p:oleObj name="" r:id="rId3" imgW="177800" imgH="227965" progId="Equation.3">
                    <p:embed/>
                    <p:pic>
                      <p:nvPicPr>
                        <p:cNvPr id="0" name="图片 3117"/>
                        <p:cNvPicPr/>
                        <p:nvPr/>
                      </p:nvPicPr>
                      <p:blipFill>
                        <a:blip r:embed="rId4">
                          <a:clrChange>
                            <a:clrFrom>
                              <a:srgbClr val="000000"/>
                            </a:clrFrom>
                            <a:clrTo>
                              <a:srgbClr val="FFFFFF"/>
                            </a:clrTo>
                          </a:clrChange>
                        </a:blip>
                        <a:stretch>
                          <a:fillRect/>
                        </a:stretch>
                      </p:blipFill>
                      <p:spPr>
                        <a:xfrm>
                          <a:off x="2105" y="2241"/>
                          <a:ext cx="216" cy="279"/>
                        </a:xfrm>
                        <a:prstGeom prst="rect">
                          <a:avLst/>
                        </a:prstGeom>
                        <a:noFill/>
                        <a:ln w="38100">
                          <a:noFill/>
                          <a:miter/>
                        </a:ln>
                      </p:spPr>
                    </p:pic>
                  </p:oleObj>
                </mc:Fallback>
              </mc:AlternateContent>
            </a:graphicData>
          </a:graphic>
        </p:graphicFrame>
      </p:grpSp>
      <p:grpSp>
        <p:nvGrpSpPr>
          <p:cNvPr id="3" name="Group 11"/>
          <p:cNvGrpSpPr/>
          <p:nvPr/>
        </p:nvGrpSpPr>
        <p:grpSpPr>
          <a:xfrm>
            <a:off x="1042988" y="3860800"/>
            <a:ext cx="2016125" cy="720725"/>
            <a:chOff x="816" y="2531"/>
            <a:chExt cx="864" cy="311"/>
          </a:xfrm>
        </p:grpSpPr>
        <p:sp>
          <p:nvSpPr>
            <p:cNvPr id="15415" name="Line 12"/>
            <p:cNvSpPr/>
            <p:nvPr/>
          </p:nvSpPr>
          <p:spPr>
            <a:xfrm>
              <a:off x="816" y="2592"/>
              <a:ext cx="864" cy="0"/>
            </a:xfrm>
            <a:prstGeom prst="line">
              <a:avLst/>
            </a:prstGeom>
            <a:ln w="28575" cap="flat" cmpd="sng">
              <a:solidFill>
                <a:srgbClr val="FF66FF"/>
              </a:solidFill>
              <a:prstDash val="solid"/>
              <a:headEnd type="none" w="med" len="med"/>
              <a:tailEnd type="triangle" w="med" len="med"/>
            </a:ln>
          </p:spPr>
        </p:sp>
        <p:graphicFrame>
          <p:nvGraphicFramePr>
            <p:cNvPr id="15371" name="Object 13"/>
            <p:cNvGraphicFramePr/>
            <p:nvPr/>
          </p:nvGraphicFramePr>
          <p:xfrm>
            <a:off x="1392" y="2531"/>
            <a:ext cx="205" cy="311"/>
          </p:xfrm>
          <a:graphic>
            <a:graphicData uri="http://schemas.openxmlformats.org/presentationml/2006/ole">
              <mc:AlternateContent xmlns:mc="http://schemas.openxmlformats.org/markup-compatibility/2006">
                <mc:Choice xmlns:v="urn:schemas-microsoft-com:vml" Requires="v">
                  <p:oleObj spid="_x0000_s3122" name="" r:id="rId5" imgW="203200" imgH="304800" progId="Equation.3">
                    <p:embed/>
                  </p:oleObj>
                </mc:Choice>
                <mc:Fallback>
                  <p:oleObj name="" r:id="rId5" imgW="203200" imgH="304800" progId="Equation.3">
                    <p:embed/>
                    <p:pic>
                      <p:nvPicPr>
                        <p:cNvPr id="0" name="图片 3121"/>
                        <p:cNvPicPr/>
                        <p:nvPr/>
                      </p:nvPicPr>
                      <p:blipFill>
                        <a:blip r:embed="rId6">
                          <a:clrChange>
                            <a:clrFrom>
                              <a:srgbClr val="000000"/>
                            </a:clrFrom>
                            <a:clrTo>
                              <a:srgbClr val="FFFFFF"/>
                            </a:clrTo>
                          </a:clrChange>
                        </a:blip>
                        <a:stretch>
                          <a:fillRect/>
                        </a:stretch>
                      </p:blipFill>
                      <p:spPr>
                        <a:xfrm>
                          <a:off x="1392" y="2531"/>
                          <a:ext cx="205" cy="311"/>
                        </a:xfrm>
                        <a:prstGeom prst="rect">
                          <a:avLst/>
                        </a:prstGeom>
                        <a:noFill/>
                        <a:ln w="38100">
                          <a:noFill/>
                          <a:miter/>
                        </a:ln>
                      </p:spPr>
                    </p:pic>
                  </p:oleObj>
                </mc:Fallback>
              </mc:AlternateContent>
            </a:graphicData>
          </a:graphic>
        </p:graphicFrame>
      </p:grpSp>
      <p:grpSp>
        <p:nvGrpSpPr>
          <p:cNvPr id="4" name="Group 14"/>
          <p:cNvGrpSpPr/>
          <p:nvPr/>
        </p:nvGrpSpPr>
        <p:grpSpPr>
          <a:xfrm>
            <a:off x="2843213" y="4005263"/>
            <a:ext cx="720725" cy="1873250"/>
            <a:chOff x="1536" y="2592"/>
            <a:chExt cx="387" cy="1036"/>
          </a:xfrm>
        </p:grpSpPr>
        <p:sp>
          <p:nvSpPr>
            <p:cNvPr id="15413" name="Line 15"/>
            <p:cNvSpPr/>
            <p:nvPr/>
          </p:nvSpPr>
          <p:spPr>
            <a:xfrm>
              <a:off x="1656" y="2592"/>
              <a:ext cx="0" cy="960"/>
            </a:xfrm>
            <a:prstGeom prst="line">
              <a:avLst/>
            </a:prstGeom>
            <a:ln w="28575" cap="flat" cmpd="sng">
              <a:solidFill>
                <a:srgbClr val="FF3300"/>
              </a:solidFill>
              <a:prstDash val="solid"/>
              <a:headEnd type="none" w="med" len="med"/>
              <a:tailEnd type="triangle" w="med" len="med"/>
            </a:ln>
          </p:spPr>
        </p:sp>
        <p:graphicFrame>
          <p:nvGraphicFramePr>
            <p:cNvPr id="15370" name="Object 16"/>
            <p:cNvGraphicFramePr/>
            <p:nvPr/>
          </p:nvGraphicFramePr>
          <p:xfrm>
            <a:off x="1688" y="3249"/>
            <a:ext cx="235" cy="379"/>
          </p:xfrm>
          <a:graphic>
            <a:graphicData uri="http://schemas.openxmlformats.org/presentationml/2006/ole">
              <mc:AlternateContent xmlns:mc="http://schemas.openxmlformats.org/markup-compatibility/2006">
                <mc:Choice xmlns:v="urn:schemas-microsoft-com:vml" Requires="v">
                  <p:oleObj spid="_x0000_s3120" name="" r:id="rId7" imgW="190500" imgH="304800" progId="Equation.3">
                    <p:embed/>
                  </p:oleObj>
                </mc:Choice>
                <mc:Fallback>
                  <p:oleObj name="" r:id="rId7" imgW="190500" imgH="304800" progId="Equation.3">
                    <p:embed/>
                    <p:pic>
                      <p:nvPicPr>
                        <p:cNvPr id="0" name="图片 3119"/>
                        <p:cNvPicPr/>
                        <p:nvPr/>
                      </p:nvPicPr>
                      <p:blipFill>
                        <a:blip r:embed="rId8">
                          <a:clrChange>
                            <a:clrFrom>
                              <a:srgbClr val="000000"/>
                            </a:clrFrom>
                            <a:clrTo>
                              <a:srgbClr val="FFFFFF"/>
                            </a:clrTo>
                          </a:clrChange>
                        </a:blip>
                        <a:stretch>
                          <a:fillRect/>
                        </a:stretch>
                      </p:blipFill>
                      <p:spPr>
                        <a:xfrm>
                          <a:off x="1688" y="3249"/>
                          <a:ext cx="235" cy="379"/>
                        </a:xfrm>
                        <a:prstGeom prst="rect">
                          <a:avLst/>
                        </a:prstGeom>
                        <a:noFill/>
                        <a:ln w="38100">
                          <a:noFill/>
                          <a:miter/>
                        </a:ln>
                      </p:spPr>
                    </p:pic>
                  </p:oleObj>
                </mc:Fallback>
              </mc:AlternateContent>
            </a:graphicData>
          </a:graphic>
        </p:graphicFrame>
        <p:sp>
          <p:nvSpPr>
            <p:cNvPr id="15414" name="Freeform 17"/>
            <p:cNvSpPr/>
            <p:nvPr/>
          </p:nvSpPr>
          <p:spPr>
            <a:xfrm flipV="1">
              <a:off x="1536" y="2592"/>
              <a:ext cx="120" cy="96"/>
            </a:xfrm>
            <a:custGeom>
              <a:avLst/>
              <a:gdLst>
                <a:gd name="txL" fmla="*/ 0 w 120"/>
                <a:gd name="txT" fmla="*/ 0 h 96"/>
                <a:gd name="txR" fmla="*/ 120 w 120"/>
                <a:gd name="txB" fmla="*/ 96 h 96"/>
              </a:gdLst>
              <a:ahLst/>
              <a:cxnLst>
                <a:cxn ang="0">
                  <a:pos x="120" y="0"/>
                </a:cxn>
                <a:cxn ang="0">
                  <a:pos x="0" y="0"/>
                </a:cxn>
                <a:cxn ang="0">
                  <a:pos x="0" y="96"/>
                </a:cxn>
              </a:cxnLst>
              <a:rect l="txL" t="txT" r="txR" b="txB"/>
              <a:pathLst>
                <a:path w="120" h="96">
                  <a:moveTo>
                    <a:pt x="120" y="0"/>
                  </a:moveTo>
                  <a:lnTo>
                    <a:pt x="0" y="0"/>
                  </a:lnTo>
                  <a:lnTo>
                    <a:pt x="0" y="96"/>
                  </a:lnTo>
                </a:path>
              </a:pathLst>
            </a:custGeom>
            <a:noFill/>
            <a:ln w="28575" cap="flat" cmpd="sng">
              <a:solidFill>
                <a:srgbClr val="66FF33"/>
              </a:solidFill>
              <a:prstDash val="solid"/>
              <a:round/>
              <a:headEnd type="none" w="med" len="med"/>
              <a:tailEnd type="none" w="med" len="med"/>
            </a:ln>
          </p:spPr>
          <p:txBody>
            <a:bodyPr wrap="none" anchor="ctr" anchorCtr="0"/>
            <a:p>
              <a:endParaRPr lang="zh-CN" altLang="en-US" dirty="0">
                <a:latin typeface="楷体_GB2312" pitchFamily="49" charset="-122"/>
              </a:endParaRPr>
            </a:p>
          </p:txBody>
        </p:sp>
      </p:grpSp>
      <p:grpSp>
        <p:nvGrpSpPr>
          <p:cNvPr id="5" name="Group 122"/>
          <p:cNvGrpSpPr/>
          <p:nvPr/>
        </p:nvGrpSpPr>
        <p:grpSpPr>
          <a:xfrm>
            <a:off x="1042988" y="3789363"/>
            <a:ext cx="2016125" cy="1439862"/>
            <a:chOff x="340" y="3249"/>
            <a:chExt cx="1225" cy="891"/>
          </a:xfrm>
        </p:grpSpPr>
        <p:sp>
          <p:nvSpPr>
            <p:cNvPr id="15410" name="Freeform 19"/>
            <p:cNvSpPr/>
            <p:nvPr/>
          </p:nvSpPr>
          <p:spPr>
            <a:xfrm rot="5460533">
              <a:off x="711" y="3053"/>
              <a:ext cx="480" cy="1225"/>
            </a:xfrm>
            <a:custGeom>
              <a:avLst/>
              <a:gdLst>
                <a:gd name="txL" fmla="*/ 0 w 834"/>
                <a:gd name="txT" fmla="*/ 0 h 540"/>
                <a:gd name="txR" fmla="*/ 834 w 834"/>
                <a:gd name="txB" fmla="*/ 540 h 540"/>
              </a:gdLst>
              <a:ahLst/>
              <a:cxnLst>
                <a:cxn ang="0">
                  <a:pos x="0" y="540"/>
                </a:cxn>
                <a:cxn ang="0">
                  <a:pos x="834" y="0"/>
                </a:cxn>
              </a:cxnLst>
              <a:rect l="txL" t="txT" r="txR" b="txB"/>
              <a:pathLst>
                <a:path w="834" h="540">
                  <a:moveTo>
                    <a:pt x="0" y="540"/>
                  </a:moveTo>
                  <a:lnTo>
                    <a:pt x="834" y="0"/>
                  </a:lnTo>
                </a:path>
              </a:pathLst>
            </a:custGeom>
            <a:noFill/>
            <a:ln w="28575" cap="flat" cmpd="sng">
              <a:solidFill>
                <a:srgbClr val="66FFFF"/>
              </a:solidFill>
              <a:prstDash val="solid"/>
              <a:round/>
              <a:headEnd type="none" w="med" len="med"/>
              <a:tailEnd type="triangle" w="med" len="med"/>
            </a:ln>
          </p:spPr>
          <p:txBody>
            <a:bodyPr wrap="none" anchor="ctr" anchorCtr="0"/>
            <a:p>
              <a:endParaRPr lang="zh-CN" altLang="en-US" dirty="0">
                <a:latin typeface="楷体_GB2312" pitchFamily="49" charset="-122"/>
              </a:endParaRPr>
            </a:p>
          </p:txBody>
        </p:sp>
        <p:graphicFrame>
          <p:nvGraphicFramePr>
            <p:cNvPr id="15369" name="Object 20"/>
            <p:cNvGraphicFramePr/>
            <p:nvPr/>
          </p:nvGraphicFramePr>
          <p:xfrm>
            <a:off x="930" y="3793"/>
            <a:ext cx="336" cy="347"/>
          </p:xfrm>
          <a:graphic>
            <a:graphicData uri="http://schemas.openxmlformats.org/presentationml/2006/ole">
              <mc:AlternateContent xmlns:mc="http://schemas.openxmlformats.org/markup-compatibility/2006">
                <mc:Choice xmlns:v="urn:schemas-microsoft-com:vml" Requires="v">
                  <p:oleObj spid="_x0000_s3123" name="" r:id="rId9" imgW="127000" imgH="215265" progId="Equation.3">
                    <p:embed/>
                  </p:oleObj>
                </mc:Choice>
                <mc:Fallback>
                  <p:oleObj name="" r:id="rId9" imgW="127000" imgH="215265" progId="Equation.3">
                    <p:embed/>
                    <p:pic>
                      <p:nvPicPr>
                        <p:cNvPr id="0" name="图片 3122"/>
                        <p:cNvPicPr/>
                        <p:nvPr/>
                      </p:nvPicPr>
                      <p:blipFill>
                        <a:blip r:embed="rId10">
                          <a:clrChange>
                            <a:clrFrom>
                              <a:srgbClr val="000000"/>
                            </a:clrFrom>
                            <a:clrTo>
                              <a:srgbClr val="FFFFFF"/>
                            </a:clrTo>
                          </a:clrChange>
                        </a:blip>
                        <a:stretch>
                          <a:fillRect/>
                        </a:stretch>
                      </p:blipFill>
                      <p:spPr>
                        <a:xfrm>
                          <a:off x="930" y="3793"/>
                          <a:ext cx="336" cy="347"/>
                        </a:xfrm>
                        <a:prstGeom prst="rect">
                          <a:avLst/>
                        </a:prstGeom>
                        <a:noFill/>
                        <a:ln w="38100">
                          <a:noFill/>
                          <a:miter/>
                        </a:ln>
                      </p:spPr>
                    </p:pic>
                  </p:oleObj>
                </mc:Fallback>
              </mc:AlternateContent>
            </a:graphicData>
          </a:graphic>
        </p:graphicFrame>
        <p:sp>
          <p:nvSpPr>
            <p:cNvPr id="15411" name="Freeform 21"/>
            <p:cNvSpPr/>
            <p:nvPr/>
          </p:nvSpPr>
          <p:spPr>
            <a:xfrm flipV="1">
              <a:off x="628" y="3428"/>
              <a:ext cx="41" cy="100"/>
            </a:xfrm>
            <a:custGeom>
              <a:avLst/>
              <a:gdLst>
                <a:gd name="txL" fmla="*/ 0 w 27"/>
                <a:gd name="txT" fmla="*/ 0 h 111"/>
                <a:gd name="txR" fmla="*/ 27 w 27"/>
                <a:gd name="txB" fmla="*/ 111 h 111"/>
              </a:gdLst>
              <a:ahLst/>
              <a:cxnLst>
                <a:cxn ang="0">
                  <a:pos x="0" y="0"/>
                </a:cxn>
                <a:cxn ang="0">
                  <a:pos x="21" y="57"/>
                </a:cxn>
                <a:cxn ang="0">
                  <a:pos x="27" y="111"/>
                </a:cxn>
              </a:cxnLst>
              <a:rect l="txL" t="txT" r="txR" b="txB"/>
              <a:pathLst>
                <a:path w="27" h="111">
                  <a:moveTo>
                    <a:pt x="0" y="0"/>
                  </a:moveTo>
                  <a:cubicBezTo>
                    <a:pt x="3" y="10"/>
                    <a:pt x="17" y="39"/>
                    <a:pt x="21" y="57"/>
                  </a:cubicBezTo>
                  <a:cubicBezTo>
                    <a:pt x="25" y="75"/>
                    <a:pt x="26" y="100"/>
                    <a:pt x="27" y="111"/>
                  </a:cubicBezTo>
                </a:path>
              </a:pathLst>
            </a:custGeom>
            <a:noFill/>
            <a:ln w="28575" cap="flat" cmpd="sng">
              <a:solidFill>
                <a:srgbClr val="66FF33"/>
              </a:solidFill>
              <a:prstDash val="solid"/>
              <a:round/>
              <a:headEnd type="none" w="med" len="med"/>
              <a:tailEnd type="none" w="med" len="med"/>
            </a:ln>
          </p:spPr>
          <p:txBody>
            <a:bodyPr wrap="none" anchor="ctr" anchorCtr="0"/>
            <a:p>
              <a:endParaRPr lang="zh-CN" altLang="en-US" dirty="0">
                <a:latin typeface="楷体_GB2312" pitchFamily="49" charset="-122"/>
              </a:endParaRPr>
            </a:p>
          </p:txBody>
        </p:sp>
        <p:sp>
          <p:nvSpPr>
            <p:cNvPr id="15412" name="Text Box 22"/>
            <p:cNvSpPr txBox="1"/>
            <p:nvPr/>
          </p:nvSpPr>
          <p:spPr>
            <a:xfrm>
              <a:off x="657" y="3249"/>
              <a:ext cx="577" cy="321"/>
            </a:xfrm>
            <a:prstGeom prst="rect">
              <a:avLst/>
            </a:prstGeom>
            <a:noFill/>
            <a:ln w="9525">
              <a:noFill/>
            </a:ln>
          </p:spPr>
          <p:txBody>
            <a:bodyPr>
              <a:spAutoFit/>
            </a:bodyPr>
            <a:p>
              <a:pPr>
                <a:spcBef>
                  <a:spcPct val="50000"/>
                </a:spcBef>
              </a:pPr>
              <a:r>
                <a:rPr lang="en-US" altLang="zh-CN" b="0" i="1" dirty="0">
                  <a:solidFill>
                    <a:schemeClr val="bg1"/>
                  </a:solidFill>
                  <a:latin typeface="Times New Roman" panose="02020603050405020304" pitchFamily="18" charset="0"/>
                  <a:ea typeface="宋体" panose="02010600030101010101" pitchFamily="2" charset="-122"/>
                  <a:sym typeface="Symbol" panose="05050102010706020507" pitchFamily="18" charset="2"/>
                </a:rPr>
                <a:t></a:t>
              </a:r>
              <a:r>
                <a:rPr lang="en-US" altLang="zh-CN" b="0" i="1" baseline="-25000" dirty="0">
                  <a:solidFill>
                    <a:schemeClr val="bg1"/>
                  </a:solidFill>
                  <a:latin typeface="Times New Roman" panose="02020603050405020304" pitchFamily="18" charset="0"/>
                  <a:ea typeface="宋体" panose="02010600030101010101" pitchFamily="2" charset="-122"/>
                  <a:sym typeface="Symbol" panose="05050102010706020507" pitchFamily="18" charset="2"/>
                </a:rPr>
                <a:t>Y</a:t>
              </a:r>
              <a:endParaRPr lang="en-US" altLang="zh-CN" b="0" i="1" baseline="-25000" dirty="0">
                <a:solidFill>
                  <a:schemeClr val="bg1"/>
                </a:solidFill>
                <a:latin typeface="Times New Roman" panose="02020603050405020304" pitchFamily="18" charset="0"/>
                <a:ea typeface="宋体" panose="02010600030101010101" pitchFamily="2" charset="-122"/>
              </a:endParaRPr>
            </a:p>
          </p:txBody>
        </p:sp>
      </p:grpSp>
      <p:grpSp>
        <p:nvGrpSpPr>
          <p:cNvPr id="6" name="Group 23"/>
          <p:cNvGrpSpPr/>
          <p:nvPr/>
        </p:nvGrpSpPr>
        <p:grpSpPr>
          <a:xfrm>
            <a:off x="2640013" y="4837113"/>
            <a:ext cx="419100" cy="896937"/>
            <a:chOff x="1400" y="3104"/>
            <a:chExt cx="250" cy="448"/>
          </a:xfrm>
        </p:grpSpPr>
        <p:sp>
          <p:nvSpPr>
            <p:cNvPr id="15409" name="Line 24"/>
            <p:cNvSpPr/>
            <p:nvPr/>
          </p:nvSpPr>
          <p:spPr>
            <a:xfrm flipV="1">
              <a:off x="1632" y="3120"/>
              <a:ext cx="0" cy="432"/>
            </a:xfrm>
            <a:prstGeom prst="line">
              <a:avLst/>
            </a:prstGeom>
            <a:ln w="28575" cap="flat" cmpd="sng">
              <a:solidFill>
                <a:srgbClr val="FFCC00"/>
              </a:solidFill>
              <a:prstDash val="solid"/>
              <a:headEnd type="none" w="med" len="med"/>
              <a:tailEnd type="triangle" w="med" len="med"/>
            </a:ln>
          </p:spPr>
        </p:sp>
        <p:graphicFrame>
          <p:nvGraphicFramePr>
            <p:cNvPr id="15368" name="Object 25"/>
            <p:cNvGraphicFramePr/>
            <p:nvPr/>
          </p:nvGraphicFramePr>
          <p:xfrm>
            <a:off x="1400" y="3104"/>
            <a:ext cx="250" cy="380"/>
          </p:xfrm>
          <a:graphic>
            <a:graphicData uri="http://schemas.openxmlformats.org/presentationml/2006/ole">
              <mc:AlternateContent xmlns:mc="http://schemas.openxmlformats.org/markup-compatibility/2006">
                <mc:Choice xmlns:v="urn:schemas-microsoft-com:vml" Requires="v">
                  <p:oleObj spid="_x0000_s3124" name="" r:id="rId11" imgW="203200" imgH="304800" progId="Equation.3">
                    <p:embed/>
                  </p:oleObj>
                </mc:Choice>
                <mc:Fallback>
                  <p:oleObj name="" r:id="rId11" imgW="203200" imgH="304800" progId="Equation.3">
                    <p:embed/>
                    <p:pic>
                      <p:nvPicPr>
                        <p:cNvPr id="0" name="图片 3123"/>
                        <p:cNvPicPr/>
                        <p:nvPr/>
                      </p:nvPicPr>
                      <p:blipFill>
                        <a:blip r:embed="rId12">
                          <a:clrChange>
                            <a:clrFrom>
                              <a:srgbClr val="000000"/>
                            </a:clrFrom>
                            <a:clrTo>
                              <a:srgbClr val="FFFFFF"/>
                            </a:clrTo>
                          </a:clrChange>
                        </a:blip>
                        <a:stretch>
                          <a:fillRect/>
                        </a:stretch>
                      </p:blipFill>
                      <p:spPr>
                        <a:xfrm>
                          <a:off x="1400" y="3104"/>
                          <a:ext cx="250" cy="380"/>
                        </a:xfrm>
                        <a:prstGeom prst="rect">
                          <a:avLst/>
                        </a:prstGeom>
                        <a:noFill/>
                        <a:ln w="38100">
                          <a:noFill/>
                          <a:miter/>
                        </a:ln>
                      </p:spPr>
                    </p:pic>
                  </p:oleObj>
                </mc:Fallback>
              </mc:AlternateContent>
            </a:graphicData>
          </a:graphic>
        </p:graphicFrame>
      </p:grpSp>
      <p:grpSp>
        <p:nvGrpSpPr>
          <p:cNvPr id="7" name="Group 33"/>
          <p:cNvGrpSpPr/>
          <p:nvPr/>
        </p:nvGrpSpPr>
        <p:grpSpPr>
          <a:xfrm>
            <a:off x="1476375" y="1125538"/>
            <a:ext cx="1655763" cy="576262"/>
            <a:chOff x="793" y="3022"/>
            <a:chExt cx="1043" cy="363"/>
          </a:xfrm>
        </p:grpSpPr>
        <p:sp>
          <p:nvSpPr>
            <p:cNvPr id="15407" name="Line 34"/>
            <p:cNvSpPr/>
            <p:nvPr/>
          </p:nvSpPr>
          <p:spPr>
            <a:xfrm>
              <a:off x="930" y="3385"/>
              <a:ext cx="725" cy="0"/>
            </a:xfrm>
            <a:prstGeom prst="line">
              <a:avLst/>
            </a:prstGeom>
            <a:ln w="76200" cap="flat" cmpd="sng">
              <a:solidFill>
                <a:srgbClr val="0066FF"/>
              </a:solidFill>
              <a:prstDash val="solid"/>
              <a:headEnd type="none" w="med" len="med"/>
              <a:tailEnd type="triangle" w="med" len="med"/>
            </a:ln>
          </p:spPr>
        </p:sp>
        <p:sp>
          <p:nvSpPr>
            <p:cNvPr id="15408" name="Text Box 35"/>
            <p:cNvSpPr txBox="1"/>
            <p:nvPr/>
          </p:nvSpPr>
          <p:spPr>
            <a:xfrm>
              <a:off x="793" y="3022"/>
              <a:ext cx="1043" cy="327"/>
            </a:xfrm>
            <a:prstGeom prst="rect">
              <a:avLst/>
            </a:prstGeom>
            <a:noFill/>
            <a:ln w="9525">
              <a:noFill/>
            </a:ln>
          </p:spPr>
          <p:txBody>
            <a:bodyPr>
              <a:spAutoFit/>
            </a:bodyPr>
            <a:p>
              <a:pPr>
                <a:spcBef>
                  <a:spcPct val="50000"/>
                </a:spcBef>
              </a:pPr>
              <a:r>
                <a:rPr lang="zh-CN" altLang="en-US" dirty="0">
                  <a:latin typeface="Arial" panose="020B0604020202020204" pitchFamily="34" charset="0"/>
                </a:rPr>
                <a:t>等效电路</a:t>
              </a:r>
              <a:endParaRPr lang="zh-CN" altLang="en-US" dirty="0">
                <a:latin typeface="Arial" panose="020B0604020202020204" pitchFamily="34" charset="0"/>
              </a:endParaRPr>
            </a:p>
          </p:txBody>
        </p:sp>
      </p:grpSp>
      <p:grpSp>
        <p:nvGrpSpPr>
          <p:cNvPr id="15380" name="Group 90"/>
          <p:cNvGrpSpPr/>
          <p:nvPr/>
        </p:nvGrpSpPr>
        <p:grpSpPr>
          <a:xfrm>
            <a:off x="8316913" y="6446838"/>
            <a:ext cx="792162" cy="366712"/>
            <a:chOff x="5193" y="4020"/>
            <a:chExt cx="499" cy="231"/>
          </a:xfrm>
        </p:grpSpPr>
        <p:pic>
          <p:nvPicPr>
            <p:cNvPr id="15405" name="Picture 91" descr="78900"/>
            <p:cNvPicPr>
              <a:picLocks noChangeAspect="1"/>
            </p:cNvPicPr>
            <p:nvPr/>
          </p:nvPicPr>
          <p:blipFill>
            <a:blip r:embed="rId13"/>
            <a:stretch>
              <a:fillRect/>
            </a:stretch>
          </p:blipFill>
          <p:spPr>
            <a:xfrm>
              <a:off x="5193" y="4066"/>
              <a:ext cx="499" cy="181"/>
            </a:xfrm>
            <a:prstGeom prst="rect">
              <a:avLst/>
            </a:prstGeom>
            <a:noFill/>
            <a:ln w="9525">
              <a:noFill/>
            </a:ln>
          </p:spPr>
        </p:pic>
        <p:sp>
          <p:nvSpPr>
            <p:cNvPr id="15406" name="Text Box 92">
              <a:hlinkClick r:id="" action="ppaction://hlinkshowjump?jump=nextslide"/>
            </p:cNvPr>
            <p:cNvSpPr txBox="1"/>
            <p:nvPr/>
          </p:nvSpPr>
          <p:spPr>
            <a:xfrm>
              <a:off x="5216" y="4020"/>
              <a:ext cx="476" cy="231"/>
            </a:xfrm>
            <a:prstGeom prst="rect">
              <a:avLst/>
            </a:prstGeom>
            <a:noFill/>
            <a:ln w="9525">
              <a:noFill/>
            </a:ln>
          </p:spPr>
          <p:txBody>
            <a:bodyPr wrap="none">
              <a:spAutoFit/>
            </a:bodyPr>
            <a:p>
              <a:pPr>
                <a:spcBef>
                  <a:spcPct val="50000"/>
                </a:spcBef>
              </a:pPr>
              <a:r>
                <a:rPr lang="zh-CN" altLang="en-US" sz="1800" b="0" dirty="0">
                  <a:solidFill>
                    <a:schemeClr val="bg1"/>
                  </a:solidFill>
                  <a:latin typeface="隶书" panose="02010509060101010101" pitchFamily="49" charset="-122"/>
                  <a:ea typeface="隶书" panose="02010509060101010101" pitchFamily="49" charset="-122"/>
                </a:rPr>
                <a:t>下 页</a:t>
              </a:r>
              <a:endParaRPr lang="zh-CN" altLang="en-US" sz="1800" b="0" dirty="0">
                <a:solidFill>
                  <a:schemeClr val="bg1"/>
                </a:solidFill>
                <a:latin typeface="隶书" panose="02010509060101010101" pitchFamily="49" charset="-122"/>
                <a:ea typeface="隶书" panose="02010509060101010101" pitchFamily="49" charset="-122"/>
              </a:endParaRPr>
            </a:p>
          </p:txBody>
        </p:sp>
      </p:grpSp>
      <p:grpSp>
        <p:nvGrpSpPr>
          <p:cNvPr id="15381" name="Group 93"/>
          <p:cNvGrpSpPr/>
          <p:nvPr/>
        </p:nvGrpSpPr>
        <p:grpSpPr>
          <a:xfrm>
            <a:off x="7453313" y="6446838"/>
            <a:ext cx="792162" cy="366712"/>
            <a:chOff x="4649" y="4020"/>
            <a:chExt cx="499" cy="231"/>
          </a:xfrm>
        </p:grpSpPr>
        <p:pic>
          <p:nvPicPr>
            <p:cNvPr id="15403" name="Picture 94" descr="78900"/>
            <p:cNvPicPr>
              <a:picLocks noChangeAspect="1"/>
            </p:cNvPicPr>
            <p:nvPr/>
          </p:nvPicPr>
          <p:blipFill>
            <a:blip r:embed="rId13"/>
            <a:stretch>
              <a:fillRect/>
            </a:stretch>
          </p:blipFill>
          <p:spPr>
            <a:xfrm>
              <a:off x="4649" y="4066"/>
              <a:ext cx="499" cy="181"/>
            </a:xfrm>
            <a:prstGeom prst="rect">
              <a:avLst/>
            </a:prstGeom>
            <a:noFill/>
            <a:ln w="9525">
              <a:noFill/>
            </a:ln>
          </p:spPr>
        </p:pic>
        <p:sp>
          <p:nvSpPr>
            <p:cNvPr id="15404" name="Text Box 95">
              <a:hlinkClick r:id="" action="ppaction://hlinkshowjump?jump=previousslide"/>
            </p:cNvPr>
            <p:cNvSpPr txBox="1"/>
            <p:nvPr/>
          </p:nvSpPr>
          <p:spPr>
            <a:xfrm>
              <a:off x="4672" y="4020"/>
              <a:ext cx="476" cy="231"/>
            </a:xfrm>
            <a:prstGeom prst="rect">
              <a:avLst/>
            </a:prstGeom>
            <a:noFill/>
            <a:ln w="9525">
              <a:noFill/>
            </a:ln>
          </p:spPr>
          <p:txBody>
            <a:bodyPr wrap="none">
              <a:spAutoFit/>
            </a:bodyPr>
            <a:p>
              <a:pPr>
                <a:spcBef>
                  <a:spcPct val="50000"/>
                </a:spcBef>
              </a:pPr>
              <a:r>
                <a:rPr lang="zh-CN" altLang="en-US" sz="1800" b="0" dirty="0">
                  <a:solidFill>
                    <a:schemeClr val="bg1"/>
                  </a:solidFill>
                  <a:latin typeface="隶书" panose="02010509060101010101" pitchFamily="49" charset="-122"/>
                  <a:ea typeface="隶书" panose="02010509060101010101" pitchFamily="49" charset="-122"/>
                </a:rPr>
                <a:t>上 页</a:t>
              </a:r>
              <a:endParaRPr lang="zh-CN" altLang="en-US" sz="1800" b="0" dirty="0">
                <a:solidFill>
                  <a:schemeClr val="bg1"/>
                </a:solidFill>
                <a:latin typeface="隶书" panose="02010509060101010101" pitchFamily="49" charset="-122"/>
                <a:ea typeface="隶书" panose="02010509060101010101" pitchFamily="49" charset="-122"/>
              </a:endParaRPr>
            </a:p>
          </p:txBody>
        </p:sp>
      </p:grpSp>
      <p:grpSp>
        <p:nvGrpSpPr>
          <p:cNvPr id="10" name="Group 129"/>
          <p:cNvGrpSpPr/>
          <p:nvPr/>
        </p:nvGrpSpPr>
        <p:grpSpPr>
          <a:xfrm>
            <a:off x="3708400" y="549275"/>
            <a:ext cx="3167063" cy="1763713"/>
            <a:chOff x="2336" y="346"/>
            <a:chExt cx="1995" cy="1111"/>
          </a:xfrm>
        </p:grpSpPr>
        <p:sp>
          <p:nvSpPr>
            <p:cNvPr id="15386" name="Line 121"/>
            <p:cNvSpPr/>
            <p:nvPr/>
          </p:nvSpPr>
          <p:spPr>
            <a:xfrm>
              <a:off x="2473" y="481"/>
              <a:ext cx="1587" cy="0"/>
            </a:xfrm>
            <a:prstGeom prst="line">
              <a:avLst/>
            </a:prstGeom>
            <a:ln w="28575" cap="flat" cmpd="sng">
              <a:solidFill>
                <a:srgbClr val="FFCC00"/>
              </a:solidFill>
              <a:prstDash val="solid"/>
              <a:headEnd type="none" w="med" len="med"/>
              <a:tailEnd type="none" w="med" len="med"/>
            </a:ln>
          </p:spPr>
        </p:sp>
        <p:graphicFrame>
          <p:nvGraphicFramePr>
            <p:cNvPr id="15363" name="Object 100"/>
            <p:cNvGraphicFramePr/>
            <p:nvPr/>
          </p:nvGraphicFramePr>
          <p:xfrm>
            <a:off x="2699" y="346"/>
            <a:ext cx="169" cy="408"/>
          </p:xfrm>
          <a:graphic>
            <a:graphicData uri="http://schemas.openxmlformats.org/presentationml/2006/ole">
              <mc:AlternateContent xmlns:mc="http://schemas.openxmlformats.org/markup-compatibility/2006">
                <mc:Choice xmlns:v="urn:schemas-microsoft-com:vml" Requires="v">
                  <p:oleObj spid="_x0000_s3127" name="" r:id="rId14" imgW="127000" imgH="304165" progId="Equation.3">
                    <p:embed/>
                  </p:oleObj>
                </mc:Choice>
                <mc:Fallback>
                  <p:oleObj name="" r:id="rId14" imgW="127000" imgH="304165" progId="Equation.3">
                    <p:embed/>
                    <p:pic>
                      <p:nvPicPr>
                        <p:cNvPr id="0" name="图片 3126"/>
                        <p:cNvPicPr/>
                        <p:nvPr/>
                      </p:nvPicPr>
                      <p:blipFill>
                        <a:blip r:embed="rId15">
                          <a:clrChange>
                            <a:clrFrom>
                              <a:srgbClr val="000000"/>
                            </a:clrFrom>
                            <a:clrTo>
                              <a:srgbClr val="FFFFFF"/>
                            </a:clrTo>
                          </a:clrChange>
                        </a:blip>
                        <a:stretch>
                          <a:fillRect/>
                        </a:stretch>
                      </p:blipFill>
                      <p:spPr>
                        <a:xfrm>
                          <a:off x="2699" y="346"/>
                          <a:ext cx="169" cy="408"/>
                        </a:xfrm>
                        <a:prstGeom prst="rect">
                          <a:avLst/>
                        </a:prstGeom>
                        <a:noFill/>
                        <a:ln w="38100">
                          <a:noFill/>
                          <a:miter/>
                        </a:ln>
                      </p:spPr>
                    </p:pic>
                  </p:oleObj>
                </mc:Fallback>
              </mc:AlternateContent>
            </a:graphicData>
          </a:graphic>
        </p:graphicFrame>
        <p:graphicFrame>
          <p:nvGraphicFramePr>
            <p:cNvPr id="15364" name="Object 101"/>
            <p:cNvGraphicFramePr/>
            <p:nvPr/>
          </p:nvGraphicFramePr>
          <p:xfrm>
            <a:off x="2375" y="776"/>
            <a:ext cx="212" cy="382"/>
          </p:xfrm>
          <a:graphic>
            <a:graphicData uri="http://schemas.openxmlformats.org/presentationml/2006/ole">
              <mc:AlternateContent xmlns:mc="http://schemas.openxmlformats.org/markup-compatibility/2006">
                <mc:Choice xmlns:v="urn:schemas-microsoft-com:vml" Requires="v">
                  <p:oleObj spid="_x0000_s3125" name="" r:id="rId16" imgW="177800" imgH="316865" progId="Equation.3">
                    <p:embed/>
                  </p:oleObj>
                </mc:Choice>
                <mc:Fallback>
                  <p:oleObj name="" r:id="rId16" imgW="177800" imgH="316865" progId="Equation.3">
                    <p:embed/>
                    <p:pic>
                      <p:nvPicPr>
                        <p:cNvPr id="0" name="图片 3124"/>
                        <p:cNvPicPr/>
                        <p:nvPr/>
                      </p:nvPicPr>
                      <p:blipFill>
                        <a:blip r:embed="rId17">
                          <a:clrChange>
                            <a:clrFrom>
                              <a:srgbClr val="000000"/>
                            </a:clrFrom>
                            <a:clrTo>
                              <a:srgbClr val="FFFFFF"/>
                            </a:clrTo>
                          </a:clrChange>
                        </a:blip>
                        <a:stretch>
                          <a:fillRect/>
                        </a:stretch>
                      </p:blipFill>
                      <p:spPr>
                        <a:xfrm>
                          <a:off x="2375" y="776"/>
                          <a:ext cx="212" cy="382"/>
                        </a:xfrm>
                        <a:prstGeom prst="rect">
                          <a:avLst/>
                        </a:prstGeom>
                        <a:noFill/>
                        <a:ln w="38100">
                          <a:noFill/>
                          <a:miter/>
                        </a:ln>
                      </p:spPr>
                    </p:pic>
                  </p:oleObj>
                </mc:Fallback>
              </mc:AlternateContent>
            </a:graphicData>
          </a:graphic>
        </p:graphicFrame>
        <p:graphicFrame>
          <p:nvGraphicFramePr>
            <p:cNvPr id="15365" name="Object 102"/>
            <p:cNvGraphicFramePr/>
            <p:nvPr/>
          </p:nvGraphicFramePr>
          <p:xfrm>
            <a:off x="4059" y="391"/>
            <a:ext cx="272" cy="440"/>
          </p:xfrm>
          <a:graphic>
            <a:graphicData uri="http://schemas.openxmlformats.org/presentationml/2006/ole">
              <mc:AlternateContent xmlns:mc="http://schemas.openxmlformats.org/markup-compatibility/2006">
                <mc:Choice xmlns:v="urn:schemas-microsoft-com:vml" Requires="v">
                  <p:oleObj spid="_x0000_s3126" name="" r:id="rId18" imgW="203200" imgH="330200" progId="Equation.3">
                    <p:embed/>
                  </p:oleObj>
                </mc:Choice>
                <mc:Fallback>
                  <p:oleObj name="" r:id="rId18" imgW="203200" imgH="330200" progId="Equation.3">
                    <p:embed/>
                    <p:pic>
                      <p:nvPicPr>
                        <p:cNvPr id="0" name="图片 3125"/>
                        <p:cNvPicPr/>
                        <p:nvPr/>
                      </p:nvPicPr>
                      <p:blipFill>
                        <a:blip r:embed="rId19">
                          <a:clrChange>
                            <a:clrFrom>
                              <a:srgbClr val="000000"/>
                            </a:clrFrom>
                            <a:clrTo>
                              <a:srgbClr val="FFFFFF"/>
                            </a:clrTo>
                          </a:clrChange>
                        </a:blip>
                        <a:stretch>
                          <a:fillRect/>
                        </a:stretch>
                      </p:blipFill>
                      <p:spPr>
                        <a:xfrm>
                          <a:off x="4059" y="391"/>
                          <a:ext cx="272" cy="440"/>
                        </a:xfrm>
                        <a:prstGeom prst="rect">
                          <a:avLst/>
                        </a:prstGeom>
                        <a:noFill/>
                        <a:ln w="38100">
                          <a:noFill/>
                          <a:miter/>
                        </a:ln>
                      </p:spPr>
                    </p:pic>
                  </p:oleObj>
                </mc:Fallback>
              </mc:AlternateContent>
            </a:graphicData>
          </a:graphic>
        </p:graphicFrame>
        <p:graphicFrame>
          <p:nvGraphicFramePr>
            <p:cNvPr id="15366" name="Object 103"/>
            <p:cNvGraphicFramePr/>
            <p:nvPr/>
          </p:nvGraphicFramePr>
          <p:xfrm>
            <a:off x="3430" y="783"/>
            <a:ext cx="611" cy="640"/>
          </p:xfrm>
          <a:graphic>
            <a:graphicData uri="http://schemas.openxmlformats.org/presentationml/2006/ole">
              <mc:AlternateContent xmlns:mc="http://schemas.openxmlformats.org/markup-compatibility/2006">
                <mc:Choice xmlns:v="urn:schemas-microsoft-com:vml" Requires="v">
                  <p:oleObj spid="_x0000_s3128" name="" r:id="rId20" imgW="482600" imgH="508000" progId="Equation.3">
                    <p:embed/>
                  </p:oleObj>
                </mc:Choice>
                <mc:Fallback>
                  <p:oleObj name="" r:id="rId20" imgW="482600" imgH="508000" progId="Equation.3">
                    <p:embed/>
                    <p:pic>
                      <p:nvPicPr>
                        <p:cNvPr id="0" name="图片 3127"/>
                        <p:cNvPicPr/>
                        <p:nvPr/>
                      </p:nvPicPr>
                      <p:blipFill>
                        <a:blip r:embed="rId21">
                          <a:clrChange>
                            <a:clrFrom>
                              <a:srgbClr val="000000"/>
                            </a:clrFrom>
                            <a:clrTo>
                              <a:srgbClr val="FFFFFF"/>
                            </a:clrTo>
                          </a:clrChange>
                        </a:blip>
                        <a:stretch>
                          <a:fillRect/>
                        </a:stretch>
                      </p:blipFill>
                      <p:spPr>
                        <a:xfrm>
                          <a:off x="3430" y="783"/>
                          <a:ext cx="611" cy="640"/>
                        </a:xfrm>
                        <a:prstGeom prst="rect">
                          <a:avLst/>
                        </a:prstGeom>
                        <a:noFill/>
                        <a:ln w="38100">
                          <a:noFill/>
                          <a:miter/>
                        </a:ln>
                      </p:spPr>
                    </p:pic>
                  </p:oleObj>
                </mc:Fallback>
              </mc:AlternateContent>
            </a:graphicData>
          </a:graphic>
        </p:graphicFrame>
        <p:graphicFrame>
          <p:nvGraphicFramePr>
            <p:cNvPr id="15367" name="Object 104"/>
            <p:cNvGraphicFramePr/>
            <p:nvPr/>
          </p:nvGraphicFramePr>
          <p:xfrm>
            <a:off x="3334" y="391"/>
            <a:ext cx="238" cy="439"/>
          </p:xfrm>
          <a:graphic>
            <a:graphicData uri="http://schemas.openxmlformats.org/presentationml/2006/ole">
              <mc:AlternateContent xmlns:mc="http://schemas.openxmlformats.org/markup-compatibility/2006">
                <mc:Choice xmlns:v="urn:schemas-microsoft-com:vml" Requires="v">
                  <p:oleObj spid="_x0000_s3129" name="" r:id="rId22" imgW="177800" imgH="329565" progId="Equation.3">
                    <p:embed/>
                  </p:oleObj>
                </mc:Choice>
                <mc:Fallback>
                  <p:oleObj name="" r:id="rId22" imgW="177800" imgH="329565" progId="Equation.3">
                    <p:embed/>
                    <p:pic>
                      <p:nvPicPr>
                        <p:cNvPr id="0" name="图片 3128"/>
                        <p:cNvPicPr/>
                        <p:nvPr/>
                      </p:nvPicPr>
                      <p:blipFill>
                        <a:blip r:embed="rId23">
                          <a:clrChange>
                            <a:clrFrom>
                              <a:srgbClr val="000000"/>
                            </a:clrFrom>
                            <a:clrTo>
                              <a:srgbClr val="FFFFFF"/>
                            </a:clrTo>
                          </a:clrChange>
                        </a:blip>
                        <a:stretch>
                          <a:fillRect/>
                        </a:stretch>
                      </p:blipFill>
                      <p:spPr>
                        <a:xfrm>
                          <a:off x="3334" y="391"/>
                          <a:ext cx="238" cy="439"/>
                        </a:xfrm>
                        <a:prstGeom prst="rect">
                          <a:avLst/>
                        </a:prstGeom>
                        <a:noFill/>
                        <a:ln w="38100">
                          <a:noFill/>
                          <a:miter/>
                        </a:ln>
                      </p:spPr>
                    </p:pic>
                  </p:oleObj>
                </mc:Fallback>
              </mc:AlternateContent>
            </a:graphicData>
          </a:graphic>
        </p:graphicFrame>
        <p:sp>
          <p:nvSpPr>
            <p:cNvPr id="15387" name="Freeform 105"/>
            <p:cNvSpPr/>
            <p:nvPr/>
          </p:nvSpPr>
          <p:spPr>
            <a:xfrm>
              <a:off x="4060" y="481"/>
              <a:ext cx="1" cy="448"/>
            </a:xfrm>
            <a:custGeom>
              <a:avLst/>
              <a:gdLst>
                <a:gd name="txL" fmla="*/ 0 w 1"/>
                <a:gd name="txT" fmla="*/ 0 h 448"/>
                <a:gd name="txR" fmla="*/ 1 w 1"/>
                <a:gd name="txB" fmla="*/ 448 h 448"/>
              </a:gdLst>
              <a:ahLst/>
              <a:cxnLst>
                <a:cxn ang="0">
                  <a:pos x="0" y="0"/>
                </a:cxn>
                <a:cxn ang="0">
                  <a:pos x="0" y="22"/>
                </a:cxn>
                <a:cxn ang="0">
                  <a:pos x="0" y="448"/>
                </a:cxn>
              </a:cxnLst>
              <a:rect l="txL" t="txT" r="txR" b="txB"/>
              <a:pathLst>
                <a:path w="1" h="448">
                  <a:moveTo>
                    <a:pt x="0" y="0"/>
                  </a:moveTo>
                  <a:lnTo>
                    <a:pt x="0" y="22"/>
                  </a:lnTo>
                  <a:lnTo>
                    <a:pt x="0" y="448"/>
                  </a:lnTo>
                </a:path>
              </a:pathLst>
            </a:custGeom>
            <a:solidFill>
              <a:srgbClr val="FFFFFF"/>
            </a:solidFill>
            <a:ln w="28575" cap="flat" cmpd="sng">
              <a:solidFill>
                <a:srgbClr val="FFCC00"/>
              </a:solidFill>
              <a:prstDash val="solid"/>
              <a:round/>
              <a:headEnd type="none" w="med" len="med"/>
              <a:tailEnd type="none" w="med" len="med"/>
            </a:ln>
          </p:spPr>
          <p:txBody>
            <a:bodyPr/>
            <a:p>
              <a:endParaRPr lang="zh-CN" altLang="en-US" dirty="0">
                <a:latin typeface="楷体_GB2312" pitchFamily="49" charset="-122"/>
              </a:endParaRPr>
            </a:p>
          </p:txBody>
        </p:sp>
        <p:sp>
          <p:nvSpPr>
            <p:cNvPr id="15388" name="Freeform 106"/>
            <p:cNvSpPr/>
            <p:nvPr/>
          </p:nvSpPr>
          <p:spPr>
            <a:xfrm>
              <a:off x="4060" y="1026"/>
              <a:ext cx="1" cy="388"/>
            </a:xfrm>
            <a:custGeom>
              <a:avLst/>
              <a:gdLst>
                <a:gd name="txL" fmla="*/ 0 w 1"/>
                <a:gd name="txT" fmla="*/ 0 h 388"/>
                <a:gd name="txR" fmla="*/ 1 w 1"/>
                <a:gd name="txB" fmla="*/ 388 h 388"/>
              </a:gdLst>
              <a:ahLst/>
              <a:cxnLst>
                <a:cxn ang="0">
                  <a:pos x="0" y="0"/>
                </a:cxn>
                <a:cxn ang="0">
                  <a:pos x="1" y="388"/>
                </a:cxn>
                <a:cxn ang="0">
                  <a:pos x="1" y="382"/>
                </a:cxn>
              </a:cxnLst>
              <a:rect l="txL" t="txT" r="txR" b="txB"/>
              <a:pathLst>
                <a:path w="1" h="388">
                  <a:moveTo>
                    <a:pt x="0" y="0"/>
                  </a:moveTo>
                  <a:lnTo>
                    <a:pt x="1" y="388"/>
                  </a:lnTo>
                  <a:lnTo>
                    <a:pt x="1" y="382"/>
                  </a:lnTo>
                </a:path>
              </a:pathLst>
            </a:custGeom>
            <a:solidFill>
              <a:srgbClr val="FFFFFF"/>
            </a:solidFill>
            <a:ln w="28575" cap="flat" cmpd="sng">
              <a:solidFill>
                <a:srgbClr val="FFCC00"/>
              </a:solidFill>
              <a:prstDash val="solid"/>
              <a:round/>
              <a:headEnd type="none" w="med" len="med"/>
              <a:tailEnd type="none" w="med" len="med"/>
            </a:ln>
          </p:spPr>
          <p:txBody>
            <a:bodyPr/>
            <a:p>
              <a:endParaRPr lang="zh-CN" altLang="en-US" dirty="0">
                <a:latin typeface="楷体_GB2312" pitchFamily="49" charset="-122"/>
              </a:endParaRPr>
            </a:p>
          </p:txBody>
        </p:sp>
        <p:sp>
          <p:nvSpPr>
            <p:cNvPr id="15389" name="Freeform 107"/>
            <p:cNvSpPr/>
            <p:nvPr/>
          </p:nvSpPr>
          <p:spPr>
            <a:xfrm>
              <a:off x="2542" y="1428"/>
              <a:ext cx="1518" cy="6"/>
            </a:xfrm>
            <a:custGeom>
              <a:avLst/>
              <a:gdLst>
                <a:gd name="txL" fmla="*/ 0 w 1518"/>
                <a:gd name="txT" fmla="*/ 0 h 6"/>
                <a:gd name="txR" fmla="*/ 1518 w 1518"/>
                <a:gd name="txB" fmla="*/ 6 h 6"/>
              </a:gdLst>
              <a:ahLst/>
              <a:cxnLst>
                <a:cxn ang="0">
                  <a:pos x="1518" y="6"/>
                </a:cxn>
                <a:cxn ang="0">
                  <a:pos x="0" y="0"/>
                </a:cxn>
              </a:cxnLst>
              <a:rect l="txL" t="txT" r="txR" b="txB"/>
              <a:pathLst>
                <a:path w="1518" h="6">
                  <a:moveTo>
                    <a:pt x="1518" y="6"/>
                  </a:moveTo>
                  <a:lnTo>
                    <a:pt x="0" y="0"/>
                  </a:lnTo>
                </a:path>
              </a:pathLst>
            </a:custGeom>
            <a:noFill/>
            <a:ln w="28575" cap="flat" cmpd="sng">
              <a:solidFill>
                <a:srgbClr val="FFCC00"/>
              </a:solidFill>
              <a:prstDash val="solid"/>
              <a:round/>
              <a:headEnd type="none" w="med" len="med"/>
              <a:tailEnd type="none" w="med" len="med"/>
            </a:ln>
          </p:spPr>
          <p:txBody>
            <a:bodyPr wrap="none" anchor="ctr" anchorCtr="0"/>
            <a:p>
              <a:endParaRPr lang="zh-CN" altLang="en-US" dirty="0">
                <a:latin typeface="楷体_GB2312" pitchFamily="49" charset="-122"/>
              </a:endParaRPr>
            </a:p>
          </p:txBody>
        </p:sp>
        <p:sp>
          <p:nvSpPr>
            <p:cNvPr id="15390" name="Text Box 108"/>
            <p:cNvSpPr txBox="1"/>
            <p:nvPr/>
          </p:nvSpPr>
          <p:spPr>
            <a:xfrm>
              <a:off x="2971" y="844"/>
              <a:ext cx="253" cy="327"/>
            </a:xfrm>
            <a:prstGeom prst="rect">
              <a:avLst/>
            </a:prstGeom>
            <a:noFill/>
            <a:ln w="28575">
              <a:noFill/>
            </a:ln>
          </p:spPr>
          <p:txBody>
            <a:bodyPr wrap="none">
              <a:spAutoFit/>
            </a:bodyPr>
            <a:p>
              <a:r>
                <a:rPr lang="en-US" altLang="zh-CN" b="0" i="1" dirty="0">
                  <a:solidFill>
                    <a:schemeClr val="bg1"/>
                  </a:solidFill>
                  <a:latin typeface="Times New Roman" panose="02020603050405020304" pitchFamily="18" charset="0"/>
                  <a:ea typeface="宋体" panose="02010600030101010101" pitchFamily="2" charset="-122"/>
                </a:rPr>
                <a:t>R</a:t>
              </a:r>
              <a:endParaRPr lang="en-US" altLang="zh-CN" b="0" i="1" dirty="0">
                <a:solidFill>
                  <a:schemeClr val="bg1"/>
                </a:solidFill>
                <a:latin typeface="Times New Roman" panose="02020603050405020304" pitchFamily="18" charset="0"/>
                <a:ea typeface="宋体" panose="02010600030101010101" pitchFamily="2" charset="-122"/>
              </a:endParaRPr>
            </a:p>
          </p:txBody>
        </p:sp>
        <p:sp>
          <p:nvSpPr>
            <p:cNvPr id="15391" name="Line 109"/>
            <p:cNvSpPr/>
            <p:nvPr/>
          </p:nvSpPr>
          <p:spPr>
            <a:xfrm>
              <a:off x="2653" y="482"/>
              <a:ext cx="288" cy="0"/>
            </a:xfrm>
            <a:prstGeom prst="line">
              <a:avLst/>
            </a:prstGeom>
            <a:ln w="28575" cap="flat" cmpd="sng">
              <a:solidFill>
                <a:srgbClr val="66FFFF"/>
              </a:solidFill>
              <a:prstDash val="solid"/>
              <a:headEnd type="none" w="med" len="med"/>
              <a:tailEnd type="triangle" w="med" len="med"/>
            </a:ln>
          </p:spPr>
        </p:sp>
        <p:sp>
          <p:nvSpPr>
            <p:cNvPr id="15392" name="Text Box 110"/>
            <p:cNvSpPr txBox="1"/>
            <p:nvPr/>
          </p:nvSpPr>
          <p:spPr>
            <a:xfrm>
              <a:off x="2382" y="527"/>
              <a:ext cx="242" cy="327"/>
            </a:xfrm>
            <a:prstGeom prst="rect">
              <a:avLst/>
            </a:prstGeom>
            <a:noFill/>
            <a:ln w="28575">
              <a:noFill/>
            </a:ln>
          </p:spPr>
          <p:txBody>
            <a:bodyPr wrap="none">
              <a:spAutoFit/>
            </a:bodyPr>
            <a:p>
              <a:pPr>
                <a:spcBef>
                  <a:spcPct val="50000"/>
                </a:spcBef>
              </a:pPr>
              <a:r>
                <a:rPr lang="en-US" altLang="zh-CN" b="0" dirty="0">
                  <a:solidFill>
                    <a:schemeClr val="bg1"/>
                  </a:solidFill>
                  <a:latin typeface="Times New Roman" panose="02020603050405020304" pitchFamily="18" charset="0"/>
                  <a:ea typeface="宋体" panose="02010600030101010101" pitchFamily="2" charset="-122"/>
                </a:rPr>
                <a:t>+</a:t>
              </a:r>
              <a:endParaRPr lang="en-US" altLang="zh-CN" b="0" dirty="0">
                <a:solidFill>
                  <a:schemeClr val="bg1"/>
                </a:solidFill>
                <a:latin typeface="Times New Roman" panose="02020603050405020304" pitchFamily="18" charset="0"/>
                <a:ea typeface="宋体" panose="02010600030101010101" pitchFamily="2" charset="-122"/>
              </a:endParaRPr>
            </a:p>
          </p:txBody>
        </p:sp>
        <p:sp>
          <p:nvSpPr>
            <p:cNvPr id="15393" name="Text Box 111"/>
            <p:cNvSpPr txBox="1"/>
            <p:nvPr/>
          </p:nvSpPr>
          <p:spPr>
            <a:xfrm>
              <a:off x="2336" y="1116"/>
              <a:ext cx="229" cy="327"/>
            </a:xfrm>
            <a:prstGeom prst="rect">
              <a:avLst/>
            </a:prstGeom>
            <a:noFill/>
            <a:ln w="28575">
              <a:noFill/>
            </a:ln>
          </p:spPr>
          <p:txBody>
            <a:bodyPr wrap="none">
              <a:spAutoFit/>
            </a:bodyPr>
            <a:p>
              <a:pPr>
                <a:spcBef>
                  <a:spcPct val="50000"/>
                </a:spcBef>
              </a:pPr>
              <a:r>
                <a:rPr lang="en-US" altLang="zh-CN" b="0" dirty="0">
                  <a:solidFill>
                    <a:schemeClr val="bg1"/>
                  </a:solidFill>
                  <a:latin typeface="宋体" panose="02010600030101010101" pitchFamily="2" charset="-122"/>
                  <a:ea typeface="宋体" panose="02010600030101010101" pitchFamily="2" charset="-122"/>
                </a:rPr>
                <a:t>-</a:t>
              </a:r>
              <a:endParaRPr lang="en-US" altLang="zh-CN" b="0" dirty="0">
                <a:solidFill>
                  <a:schemeClr val="bg1"/>
                </a:solidFill>
                <a:latin typeface="Times New Roman" panose="02020603050405020304" pitchFamily="18" charset="0"/>
                <a:ea typeface="宋体" panose="02010600030101010101" pitchFamily="2" charset="-122"/>
              </a:endParaRPr>
            </a:p>
          </p:txBody>
        </p:sp>
        <p:sp>
          <p:nvSpPr>
            <p:cNvPr id="15394" name="Oval 112"/>
            <p:cNvSpPr/>
            <p:nvPr/>
          </p:nvSpPr>
          <p:spPr>
            <a:xfrm>
              <a:off x="2427" y="436"/>
              <a:ext cx="68" cy="68"/>
            </a:xfrm>
            <a:prstGeom prst="ellipse">
              <a:avLst/>
            </a:prstGeom>
            <a:noFill/>
            <a:ln w="38100" cap="flat" cmpd="sng">
              <a:solidFill>
                <a:srgbClr val="FFCC00"/>
              </a:solidFill>
              <a:prstDash val="solid"/>
              <a:headEnd type="none" w="med" len="med"/>
              <a:tailEnd type="none" w="med" len="med"/>
            </a:ln>
          </p:spPr>
          <p:txBody>
            <a:bodyPr wrap="none" anchor="ctr" anchorCtr="0"/>
            <a:p>
              <a:endParaRPr lang="zh-CN" altLang="en-US" dirty="0">
                <a:latin typeface="楷体_GB2312" pitchFamily="49" charset="-122"/>
              </a:endParaRPr>
            </a:p>
          </p:txBody>
        </p:sp>
        <p:sp>
          <p:nvSpPr>
            <p:cNvPr id="15395" name="Oval 113"/>
            <p:cNvSpPr/>
            <p:nvPr/>
          </p:nvSpPr>
          <p:spPr>
            <a:xfrm>
              <a:off x="2473" y="1389"/>
              <a:ext cx="68" cy="68"/>
            </a:xfrm>
            <a:prstGeom prst="ellipse">
              <a:avLst/>
            </a:prstGeom>
            <a:noFill/>
            <a:ln w="38100" cap="flat" cmpd="sng">
              <a:solidFill>
                <a:srgbClr val="FFCC00"/>
              </a:solidFill>
              <a:prstDash val="solid"/>
              <a:headEnd type="none" w="med" len="med"/>
              <a:tailEnd type="none" w="med" len="med"/>
            </a:ln>
          </p:spPr>
          <p:txBody>
            <a:bodyPr wrap="none" anchor="ctr" anchorCtr="0"/>
            <a:p>
              <a:endParaRPr lang="zh-CN" altLang="en-US" dirty="0">
                <a:latin typeface="楷体_GB2312" pitchFamily="49" charset="-122"/>
              </a:endParaRPr>
            </a:p>
          </p:txBody>
        </p:sp>
        <p:sp>
          <p:nvSpPr>
            <p:cNvPr id="15396" name="Freeform 114"/>
            <p:cNvSpPr/>
            <p:nvPr/>
          </p:nvSpPr>
          <p:spPr>
            <a:xfrm flipH="1">
              <a:off x="3244" y="481"/>
              <a:ext cx="45" cy="947"/>
            </a:xfrm>
            <a:custGeom>
              <a:avLst/>
              <a:gdLst>
                <a:gd name="txL" fmla="*/ 0 w 1"/>
                <a:gd name="txT" fmla="*/ 0 h 312"/>
                <a:gd name="txR" fmla="*/ 1 w 1"/>
                <a:gd name="txB" fmla="*/ 312 h 312"/>
              </a:gdLst>
              <a:ahLst/>
              <a:cxnLst>
                <a:cxn ang="0">
                  <a:pos x="0" y="0"/>
                </a:cxn>
                <a:cxn ang="0">
                  <a:pos x="0" y="312"/>
                </a:cxn>
              </a:cxnLst>
              <a:rect l="txL" t="txT" r="txR" b="txB"/>
              <a:pathLst>
                <a:path w="1" h="312">
                  <a:moveTo>
                    <a:pt x="0" y="0"/>
                  </a:moveTo>
                  <a:lnTo>
                    <a:pt x="0" y="312"/>
                  </a:lnTo>
                </a:path>
              </a:pathLst>
            </a:custGeom>
            <a:noFill/>
            <a:ln w="28575" cap="flat" cmpd="sng">
              <a:solidFill>
                <a:srgbClr val="FFCC00"/>
              </a:solidFill>
              <a:prstDash val="solid"/>
              <a:round/>
              <a:headEnd type="oval" w="med" len="med"/>
              <a:tailEnd type="oval" w="med" len="med"/>
            </a:ln>
          </p:spPr>
          <p:txBody>
            <a:bodyPr wrap="none" anchor="ctr" anchorCtr="0"/>
            <a:p>
              <a:endParaRPr lang="zh-CN" altLang="en-US" dirty="0">
                <a:latin typeface="楷体_GB2312" pitchFamily="49" charset="-122"/>
              </a:endParaRPr>
            </a:p>
          </p:txBody>
        </p:sp>
        <p:sp>
          <p:nvSpPr>
            <p:cNvPr id="15397" name="Line 115"/>
            <p:cNvSpPr/>
            <p:nvPr/>
          </p:nvSpPr>
          <p:spPr>
            <a:xfrm rot="5400000">
              <a:off x="3144" y="671"/>
              <a:ext cx="288" cy="0"/>
            </a:xfrm>
            <a:prstGeom prst="line">
              <a:avLst/>
            </a:prstGeom>
            <a:ln w="28575" cap="flat" cmpd="sng">
              <a:solidFill>
                <a:srgbClr val="66FFFF"/>
              </a:solidFill>
              <a:prstDash val="solid"/>
              <a:headEnd type="none" w="med" len="med"/>
              <a:tailEnd type="triangle" w="med" len="med"/>
            </a:ln>
          </p:spPr>
        </p:sp>
        <p:sp>
          <p:nvSpPr>
            <p:cNvPr id="15398" name="Line 116"/>
            <p:cNvSpPr/>
            <p:nvPr/>
          </p:nvSpPr>
          <p:spPr>
            <a:xfrm rot="5400000">
              <a:off x="3915" y="671"/>
              <a:ext cx="288" cy="0"/>
            </a:xfrm>
            <a:prstGeom prst="line">
              <a:avLst/>
            </a:prstGeom>
            <a:ln w="28575" cap="flat" cmpd="sng">
              <a:solidFill>
                <a:srgbClr val="66FFFF"/>
              </a:solidFill>
              <a:prstDash val="solid"/>
              <a:headEnd type="none" w="med" len="med"/>
              <a:tailEnd type="triangle" w="med" len="med"/>
            </a:ln>
          </p:spPr>
        </p:sp>
        <p:sp>
          <p:nvSpPr>
            <p:cNvPr id="15399" name="Rectangle 117"/>
            <p:cNvSpPr/>
            <p:nvPr/>
          </p:nvSpPr>
          <p:spPr>
            <a:xfrm>
              <a:off x="3226" y="844"/>
              <a:ext cx="127" cy="318"/>
            </a:xfrm>
            <a:prstGeom prst="rect">
              <a:avLst/>
            </a:prstGeom>
            <a:gradFill rotWithShape="1">
              <a:gsLst>
                <a:gs pos="0">
                  <a:srgbClr val="764700"/>
                </a:gs>
                <a:gs pos="50000">
                  <a:srgbClr val="FF9900"/>
                </a:gs>
                <a:gs pos="100000">
                  <a:srgbClr val="764700"/>
                </a:gs>
              </a:gsLst>
              <a:lin ang="0" scaled="1"/>
              <a:tileRect/>
            </a:gradFill>
            <a:ln w="28575">
              <a:noFill/>
            </a:ln>
          </p:spPr>
          <p:txBody>
            <a:bodyPr wrap="none" anchor="ctr" anchorCtr="0"/>
            <a:p>
              <a:endParaRPr lang="zh-CN" altLang="en-US" dirty="0">
                <a:latin typeface="楷体_GB2312" pitchFamily="49" charset="-122"/>
              </a:endParaRPr>
            </a:p>
          </p:txBody>
        </p:sp>
        <p:grpSp>
          <p:nvGrpSpPr>
            <p:cNvPr id="15400" name="Group 118"/>
            <p:cNvGrpSpPr/>
            <p:nvPr/>
          </p:nvGrpSpPr>
          <p:grpSpPr>
            <a:xfrm>
              <a:off x="3933" y="935"/>
              <a:ext cx="240" cy="93"/>
              <a:chOff x="3787" y="2478"/>
              <a:chExt cx="240" cy="93"/>
            </a:xfrm>
          </p:grpSpPr>
          <p:sp>
            <p:nvSpPr>
              <p:cNvPr id="15401" name="Line 119"/>
              <p:cNvSpPr/>
              <p:nvPr/>
            </p:nvSpPr>
            <p:spPr>
              <a:xfrm flipV="1">
                <a:off x="3787" y="2568"/>
                <a:ext cx="240" cy="3"/>
              </a:xfrm>
              <a:prstGeom prst="line">
                <a:avLst/>
              </a:prstGeom>
              <a:ln w="57150" cap="flat" cmpd="sng">
                <a:solidFill>
                  <a:srgbClr val="FF9900"/>
                </a:solidFill>
                <a:prstDash val="solid"/>
                <a:headEnd type="none" w="med" len="med"/>
                <a:tailEnd type="none" w="med" len="med"/>
              </a:ln>
            </p:spPr>
          </p:sp>
          <p:sp>
            <p:nvSpPr>
              <p:cNvPr id="15402" name="Line 120"/>
              <p:cNvSpPr/>
              <p:nvPr/>
            </p:nvSpPr>
            <p:spPr>
              <a:xfrm>
                <a:off x="3787" y="2478"/>
                <a:ext cx="240" cy="1"/>
              </a:xfrm>
              <a:prstGeom prst="line">
                <a:avLst/>
              </a:prstGeom>
              <a:ln w="57150" cap="flat" cmpd="sng">
                <a:solidFill>
                  <a:srgbClr val="FF9900"/>
                </a:solidFill>
                <a:prstDash val="solid"/>
                <a:headEnd type="none" w="med" len="med"/>
                <a:tailEnd type="none" w="med" len="med"/>
              </a:ln>
            </p:spPr>
          </p:sp>
        </p:grpSp>
      </p:grpSp>
      <p:grpSp>
        <p:nvGrpSpPr>
          <p:cNvPr id="15383" name="Group 126"/>
          <p:cNvGrpSpPr/>
          <p:nvPr/>
        </p:nvGrpSpPr>
        <p:grpSpPr>
          <a:xfrm>
            <a:off x="6588125" y="6446838"/>
            <a:ext cx="792163" cy="366712"/>
            <a:chOff x="4649" y="4020"/>
            <a:chExt cx="499" cy="231"/>
          </a:xfrm>
        </p:grpSpPr>
        <p:pic>
          <p:nvPicPr>
            <p:cNvPr id="15384" name="Picture 127" descr="78900"/>
            <p:cNvPicPr>
              <a:picLocks noChangeAspect="1"/>
            </p:cNvPicPr>
            <p:nvPr/>
          </p:nvPicPr>
          <p:blipFill>
            <a:blip r:embed="rId13"/>
            <a:stretch>
              <a:fillRect/>
            </a:stretch>
          </p:blipFill>
          <p:spPr>
            <a:xfrm>
              <a:off x="4649" y="4066"/>
              <a:ext cx="499" cy="181"/>
            </a:xfrm>
            <a:prstGeom prst="rect">
              <a:avLst/>
            </a:prstGeom>
            <a:noFill/>
            <a:ln w="9525">
              <a:noFill/>
            </a:ln>
          </p:spPr>
        </p:pic>
        <p:sp>
          <p:nvSpPr>
            <p:cNvPr id="15385" name="Text Box 128">
              <a:hlinkClick r:id="" action="ppaction://hlinkshowjump?jump=firstslide"/>
            </p:cNvPr>
            <p:cNvSpPr txBox="1"/>
            <p:nvPr/>
          </p:nvSpPr>
          <p:spPr>
            <a:xfrm>
              <a:off x="4672" y="4020"/>
              <a:ext cx="476" cy="231"/>
            </a:xfrm>
            <a:prstGeom prst="rect">
              <a:avLst/>
            </a:prstGeom>
            <a:noFill/>
            <a:ln w="9525">
              <a:noFill/>
            </a:ln>
          </p:spPr>
          <p:txBody>
            <a:bodyPr wrap="none">
              <a:spAutoFit/>
            </a:bodyPr>
            <a:p>
              <a:pPr>
                <a:spcBef>
                  <a:spcPct val="50000"/>
                </a:spcBef>
              </a:pPr>
              <a:r>
                <a:rPr lang="zh-CN" altLang="en-US" sz="1800" b="0" dirty="0">
                  <a:solidFill>
                    <a:schemeClr val="bg1"/>
                  </a:solidFill>
                  <a:latin typeface="隶书" panose="02010509060101010101" pitchFamily="49" charset="-122"/>
                  <a:ea typeface="隶书" panose="02010509060101010101" pitchFamily="49" charset="-122"/>
                </a:rPr>
                <a:t>返 回</a:t>
              </a:r>
              <a:endParaRPr lang="zh-CN" altLang="en-US" sz="1800" b="0" dirty="0">
                <a:solidFill>
                  <a:schemeClr val="bg1"/>
                </a:solidFill>
                <a:latin typeface="隶书" panose="02010509060101010101" pitchFamily="49" charset="-122"/>
                <a:ea typeface="隶书" panose="02010509060101010101" pitchFamily="49" charset="-122"/>
              </a:endParaRP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2" presetClass="entr" presetSubtype="8" fill="hold" nodeType="with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slide(fromLeft)">
                                      <p:cBhvr>
                                        <p:cTn id="7" dur="500"/>
                                        <p:tgtEl>
                                          <p:spTgt spid="7"/>
                                        </p:tgtEl>
                                      </p:cBhvr>
                                    </p:animEffect>
                                  </p:childTnLst>
                                </p:cTn>
                              </p:par>
                            </p:childTnLst>
                          </p:cTn>
                        </p:par>
                        <p:par>
                          <p:cTn id="8" fill="hold">
                            <p:stCondLst>
                              <p:cond delay="500"/>
                            </p:stCondLst>
                            <p:childTnLst>
                              <p:par>
                                <p:cTn id="9" presetID="3" presetClass="entr" presetSubtype="10" fill="hold" nodeType="afterEffect">
                                  <p:stCondLst>
                                    <p:cond delay="0"/>
                                  </p:stCondLst>
                                  <p:childTnLst>
                                    <p:set>
                                      <p:cBhvr>
                                        <p:cTn id="10" dur="1" fill="hold">
                                          <p:stCondLst>
                                            <p:cond delay="0"/>
                                          </p:stCondLst>
                                        </p:cTn>
                                        <p:tgtEl>
                                          <p:spTgt spid="10"/>
                                        </p:tgtEl>
                                        <p:attrNameLst>
                                          <p:attrName>style.visibility</p:attrName>
                                        </p:attrNameLst>
                                      </p:cBhvr>
                                      <p:to>
                                        <p:strVal val="visible"/>
                                      </p:to>
                                    </p:set>
                                    <p:animEffect transition="in" filter="blinds(horizontal)">
                                      <p:cBhvr>
                                        <p:cTn id="11" dur="500"/>
                                        <p:tgtEl>
                                          <p:spTgt spid="10"/>
                                        </p:tgtEl>
                                      </p:cBhvr>
                                    </p:animEffect>
                                  </p:childTnLst>
                                </p:cTn>
                              </p:par>
                            </p:childTnLst>
                          </p:cTn>
                        </p:par>
                      </p:childTnLst>
                    </p:cTn>
                  </p:par>
                  <p:par>
                    <p:cTn id="12" fill="hold">
                      <p:stCondLst>
                        <p:cond delay="indefinite"/>
                      </p:stCondLst>
                      <p:childTnLst>
                        <p:par>
                          <p:cTn id="13" fill="hold">
                            <p:stCondLst>
                              <p:cond delay="0"/>
                            </p:stCondLst>
                            <p:childTnLst>
                              <p:par>
                                <p:cTn id="14" presetID="3" presetClass="entr" presetSubtype="10" fill="hold" grpId="0" nodeType="clickEffect">
                                  <p:stCondLst>
                                    <p:cond delay="0"/>
                                  </p:stCondLst>
                                  <p:childTnLst>
                                    <p:set>
                                      <p:cBhvr>
                                        <p:cTn id="15" dur="1" fill="hold">
                                          <p:stCondLst>
                                            <p:cond delay="0"/>
                                          </p:stCondLst>
                                        </p:cTn>
                                        <p:tgtEl>
                                          <p:spTgt spid="86020"/>
                                        </p:tgtEl>
                                        <p:attrNameLst>
                                          <p:attrName>style.visibility</p:attrName>
                                        </p:attrNameLst>
                                      </p:cBhvr>
                                      <p:to>
                                        <p:strVal val="visible"/>
                                      </p:to>
                                    </p:set>
                                    <p:animEffect transition="in" filter="blinds(horizontal)">
                                      <p:cBhvr>
                                        <p:cTn id="16" dur="500"/>
                                        <p:tgtEl>
                                          <p:spTgt spid="86020"/>
                                        </p:tgtEl>
                                      </p:cBhvr>
                                    </p:animEffect>
                                  </p:childTnLst>
                                </p:cTn>
                              </p:par>
                            </p:childTnLst>
                          </p:cTn>
                        </p:par>
                      </p:childTnLst>
                    </p:cTn>
                  </p:par>
                  <p:par>
                    <p:cTn id="17" fill="hold">
                      <p:stCondLst>
                        <p:cond delay="indefinite"/>
                      </p:stCondLst>
                      <p:childTnLst>
                        <p:par>
                          <p:cTn id="18" fill="hold">
                            <p:stCondLst>
                              <p:cond delay="0"/>
                            </p:stCondLst>
                            <p:childTnLst>
                              <p:par>
                                <p:cTn id="19" presetID="22" presetClass="entr" presetSubtype="8" fill="hold" nodeType="clickEffect">
                                  <p:stCondLst>
                                    <p:cond delay="0"/>
                                  </p:stCondLst>
                                  <p:childTnLst>
                                    <p:set>
                                      <p:cBhvr>
                                        <p:cTn id="20" dur="1" fill="hold">
                                          <p:stCondLst>
                                            <p:cond delay="0"/>
                                          </p:stCondLst>
                                        </p:cTn>
                                        <p:tgtEl>
                                          <p:spTgt spid="2"/>
                                        </p:tgtEl>
                                        <p:attrNameLst>
                                          <p:attrName>style.visibility</p:attrName>
                                        </p:attrNameLst>
                                      </p:cBhvr>
                                      <p:to>
                                        <p:strVal val="visible"/>
                                      </p:to>
                                    </p:set>
                                    <p:animEffect transition="in" filter="wipe(left)">
                                      <p:cBhvr>
                                        <p:cTn id="21" dur="1000"/>
                                        <p:tgtEl>
                                          <p:spTgt spid="2"/>
                                        </p:tgtEl>
                                      </p:cBhvr>
                                    </p:animEffect>
                                  </p:childTnLst>
                                </p:cTn>
                              </p:par>
                            </p:childTnLst>
                          </p:cTn>
                        </p:par>
                      </p:childTnLst>
                    </p:cTn>
                  </p:par>
                  <p:par>
                    <p:cTn id="22" fill="hold">
                      <p:stCondLst>
                        <p:cond delay="indefinite"/>
                      </p:stCondLst>
                      <p:childTnLst>
                        <p:par>
                          <p:cTn id="23" fill="hold">
                            <p:stCondLst>
                              <p:cond delay="0"/>
                            </p:stCondLst>
                            <p:childTnLst>
                              <p:par>
                                <p:cTn id="24" presetID="22" presetClass="entr" presetSubtype="8" fill="hold" nodeType="clickEffect">
                                  <p:stCondLst>
                                    <p:cond delay="0"/>
                                  </p:stCondLst>
                                  <p:childTnLst>
                                    <p:set>
                                      <p:cBhvr>
                                        <p:cTn id="25" dur="1" fill="hold">
                                          <p:stCondLst>
                                            <p:cond delay="0"/>
                                          </p:stCondLst>
                                        </p:cTn>
                                        <p:tgtEl>
                                          <p:spTgt spid="3"/>
                                        </p:tgtEl>
                                        <p:attrNameLst>
                                          <p:attrName>style.visibility</p:attrName>
                                        </p:attrNameLst>
                                      </p:cBhvr>
                                      <p:to>
                                        <p:strVal val="visible"/>
                                      </p:to>
                                    </p:set>
                                    <p:animEffect transition="in" filter="wipe(left)">
                                      <p:cBhvr>
                                        <p:cTn id="26" dur="1000"/>
                                        <p:tgtEl>
                                          <p:spTgt spid="3"/>
                                        </p:tgtEl>
                                      </p:cBhvr>
                                    </p:animEffect>
                                  </p:childTnLst>
                                </p:cTn>
                              </p:par>
                            </p:childTnLst>
                          </p:cTn>
                        </p:par>
                      </p:childTnLst>
                    </p:cTn>
                  </p:par>
                  <p:par>
                    <p:cTn id="27" fill="hold">
                      <p:stCondLst>
                        <p:cond delay="indefinite"/>
                      </p:stCondLst>
                      <p:childTnLst>
                        <p:par>
                          <p:cTn id="28" fill="hold">
                            <p:stCondLst>
                              <p:cond delay="0"/>
                            </p:stCondLst>
                            <p:childTnLst>
                              <p:par>
                                <p:cTn id="29" presetID="22" presetClass="entr" presetSubtype="1" fill="hold" nodeType="clickEffect">
                                  <p:stCondLst>
                                    <p:cond delay="0"/>
                                  </p:stCondLst>
                                  <p:childTnLst>
                                    <p:set>
                                      <p:cBhvr>
                                        <p:cTn id="30" dur="1" fill="hold">
                                          <p:stCondLst>
                                            <p:cond delay="0"/>
                                          </p:stCondLst>
                                        </p:cTn>
                                        <p:tgtEl>
                                          <p:spTgt spid="4"/>
                                        </p:tgtEl>
                                        <p:attrNameLst>
                                          <p:attrName>style.visibility</p:attrName>
                                        </p:attrNameLst>
                                      </p:cBhvr>
                                      <p:to>
                                        <p:strVal val="visible"/>
                                      </p:to>
                                    </p:set>
                                    <p:animEffect transition="in" filter="wipe(up)">
                                      <p:cBhvr>
                                        <p:cTn id="31" dur="1000"/>
                                        <p:tgtEl>
                                          <p:spTgt spid="4"/>
                                        </p:tgtEl>
                                      </p:cBhvr>
                                    </p:animEffect>
                                  </p:childTnLst>
                                </p:cTn>
                              </p:par>
                            </p:childTnLst>
                          </p:cTn>
                        </p:par>
                      </p:childTnLst>
                    </p:cTn>
                  </p:par>
                  <p:par>
                    <p:cTn id="32" fill="hold">
                      <p:stCondLst>
                        <p:cond delay="indefinite"/>
                      </p:stCondLst>
                      <p:childTnLst>
                        <p:par>
                          <p:cTn id="33" fill="hold">
                            <p:stCondLst>
                              <p:cond delay="0"/>
                            </p:stCondLst>
                            <p:childTnLst>
                              <p:par>
                                <p:cTn id="34" presetID="22" presetClass="entr" presetSubtype="4" fill="hold" nodeType="clickEffect">
                                  <p:stCondLst>
                                    <p:cond delay="0"/>
                                  </p:stCondLst>
                                  <p:childTnLst>
                                    <p:set>
                                      <p:cBhvr>
                                        <p:cTn id="35" dur="1" fill="hold">
                                          <p:stCondLst>
                                            <p:cond delay="0"/>
                                          </p:stCondLst>
                                        </p:cTn>
                                        <p:tgtEl>
                                          <p:spTgt spid="6"/>
                                        </p:tgtEl>
                                        <p:attrNameLst>
                                          <p:attrName>style.visibility</p:attrName>
                                        </p:attrNameLst>
                                      </p:cBhvr>
                                      <p:to>
                                        <p:strVal val="visible"/>
                                      </p:to>
                                    </p:set>
                                    <p:animEffect transition="in" filter="wipe(down)">
                                      <p:cBhvr>
                                        <p:cTn id="36" dur="1000"/>
                                        <p:tgtEl>
                                          <p:spTgt spid="6"/>
                                        </p:tgtEl>
                                      </p:cBhvr>
                                    </p:animEffect>
                                  </p:childTnLst>
                                </p:cTn>
                              </p:par>
                            </p:childTnLst>
                          </p:cTn>
                        </p:par>
                      </p:childTnLst>
                    </p:cTn>
                  </p:par>
                  <p:par>
                    <p:cTn id="37" fill="hold">
                      <p:stCondLst>
                        <p:cond delay="indefinite"/>
                      </p:stCondLst>
                      <p:childTnLst>
                        <p:par>
                          <p:cTn id="38" fill="hold">
                            <p:stCondLst>
                              <p:cond delay="0"/>
                            </p:stCondLst>
                            <p:childTnLst>
                              <p:par>
                                <p:cTn id="39" presetID="22" presetClass="entr" presetSubtype="1" fill="hold" nodeType="clickEffect">
                                  <p:stCondLst>
                                    <p:cond delay="0"/>
                                  </p:stCondLst>
                                  <p:childTnLst>
                                    <p:set>
                                      <p:cBhvr>
                                        <p:cTn id="40" dur="1" fill="hold">
                                          <p:stCondLst>
                                            <p:cond delay="0"/>
                                          </p:stCondLst>
                                        </p:cTn>
                                        <p:tgtEl>
                                          <p:spTgt spid="5"/>
                                        </p:tgtEl>
                                        <p:attrNameLst>
                                          <p:attrName>style.visibility</p:attrName>
                                        </p:attrNameLst>
                                      </p:cBhvr>
                                      <p:to>
                                        <p:strVal val="visible"/>
                                      </p:to>
                                    </p:set>
                                    <p:animEffect transition="in" filter="wipe(up)">
                                      <p:cBhvr>
                                        <p:cTn id="41" dur="1000"/>
                                        <p:tgtEl>
                                          <p:spTgt spid="5"/>
                                        </p:tgtEl>
                                      </p:cBhvr>
                                    </p:animEffect>
                                  </p:childTnLst>
                                </p:cTn>
                              </p:par>
                            </p:childTnLst>
                          </p:cTn>
                        </p:par>
                      </p:childTnLst>
                    </p:cTn>
                  </p:par>
                  <p:par>
                    <p:cTn id="42" fill="hold">
                      <p:stCondLst>
                        <p:cond delay="indefinite"/>
                      </p:stCondLst>
                      <p:childTnLst>
                        <p:par>
                          <p:cTn id="43" fill="hold">
                            <p:stCondLst>
                              <p:cond delay="0"/>
                            </p:stCondLst>
                            <p:childTnLst>
                              <p:par>
                                <p:cTn id="44" presetID="2" presetClass="entr" presetSubtype="2" fill="hold" nodeType="clickEffect">
                                  <p:stCondLst>
                                    <p:cond delay="0"/>
                                  </p:stCondLst>
                                  <p:childTnLst>
                                    <p:set>
                                      <p:cBhvr>
                                        <p:cTn id="45" dur="1" fill="hold">
                                          <p:stCondLst>
                                            <p:cond delay="0"/>
                                          </p:stCondLst>
                                        </p:cTn>
                                        <p:tgtEl>
                                          <p:spTgt spid="86023"/>
                                        </p:tgtEl>
                                        <p:attrNameLst>
                                          <p:attrName>style.visibility</p:attrName>
                                        </p:attrNameLst>
                                      </p:cBhvr>
                                      <p:to>
                                        <p:strVal val="visible"/>
                                      </p:to>
                                    </p:set>
                                    <p:anim calcmode="lin" valueType="num">
                                      <p:cBhvr additive="base">
                                        <p:cTn id="46" dur="500" fill="hold"/>
                                        <p:tgtEl>
                                          <p:spTgt spid="86023"/>
                                        </p:tgtEl>
                                        <p:attrNameLst>
                                          <p:attrName>ppt_x</p:attrName>
                                        </p:attrNameLst>
                                      </p:cBhvr>
                                      <p:tavLst>
                                        <p:tav tm="0">
                                          <p:val>
                                            <p:strVal val="1+#ppt_w/2"/>
                                          </p:val>
                                        </p:tav>
                                        <p:tav tm="100000">
                                          <p:val>
                                            <p:strVal val="#ppt_x"/>
                                          </p:val>
                                        </p:tav>
                                      </p:tavLst>
                                    </p:anim>
                                    <p:anim calcmode="lin" valueType="num">
                                      <p:cBhvr additive="base">
                                        <p:cTn id="47" dur="500" fill="hold"/>
                                        <p:tgtEl>
                                          <p:spTgt spid="86023"/>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6020" grpId="0"/>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7043" name="Text Box 3"/>
          <p:cNvSpPr txBox="1"/>
          <p:nvPr/>
        </p:nvSpPr>
        <p:spPr>
          <a:xfrm>
            <a:off x="539750" y="2420938"/>
            <a:ext cx="8153400" cy="1262062"/>
          </a:xfrm>
          <a:prstGeom prst="rect">
            <a:avLst/>
          </a:prstGeom>
          <a:noFill/>
          <a:ln w="9525">
            <a:noFill/>
          </a:ln>
        </p:spPr>
        <p:txBody>
          <a:bodyPr tIns="82800" bIns="82800">
            <a:spAutoFit/>
          </a:bodyPr>
          <a:p>
            <a:pPr>
              <a:lnSpc>
                <a:spcPct val="120000"/>
              </a:lnSpc>
            </a:pPr>
            <a:r>
              <a:rPr lang="zh-CN" altLang="en-US" sz="2400" dirty="0">
                <a:latin typeface="Symbol" panose="05050102010706020507" pitchFamily="18" charset="2"/>
                <a:ea typeface="宋体" panose="02010600030101010101" pitchFamily="2" charset="-122"/>
              </a:rPr>
              <a:t>（</a:t>
            </a:r>
            <a:r>
              <a:rPr lang="en-US" altLang="zh-CN" sz="2400" dirty="0">
                <a:latin typeface="Symbol" panose="05050102010706020507" pitchFamily="18" charset="2"/>
                <a:ea typeface="宋体" panose="02010600030101010101" pitchFamily="2" charset="-122"/>
              </a:rPr>
              <a:t>4</a:t>
            </a:r>
            <a:r>
              <a:rPr lang="zh-CN" altLang="en-US" sz="2400" dirty="0">
                <a:latin typeface="Symbol" panose="05050102010706020507" pitchFamily="18" charset="2"/>
                <a:ea typeface="宋体" panose="02010600030101010101" pitchFamily="2" charset="-122"/>
              </a:rPr>
              <a:t>）</a:t>
            </a:r>
            <a:r>
              <a:rPr lang="en-US" altLang="zh-CN" sz="3200" b="0" i="1" dirty="0">
                <a:solidFill>
                  <a:schemeClr val="bg1"/>
                </a:solidFill>
                <a:latin typeface="Symbol" panose="05050102010706020507" pitchFamily="18" charset="2"/>
                <a:ea typeface="宋体" panose="02010600030101010101" pitchFamily="2" charset="-122"/>
              </a:rPr>
              <a:t>w</a:t>
            </a:r>
            <a:r>
              <a:rPr lang="en-US" altLang="zh-CN" sz="3200" b="0" i="1" dirty="0">
                <a:solidFill>
                  <a:schemeClr val="bg1"/>
                </a:solidFill>
                <a:latin typeface="Times New Roman" panose="02020603050405020304" pitchFamily="18" charset="0"/>
                <a:ea typeface="宋体" panose="02010600030101010101" pitchFamily="2" charset="-122"/>
              </a:rPr>
              <a:t>C</a:t>
            </a:r>
            <a:r>
              <a:rPr lang="en-US" altLang="zh-CN" sz="3200" b="0" dirty="0">
                <a:solidFill>
                  <a:schemeClr val="bg1"/>
                </a:solidFill>
                <a:latin typeface="Times New Roman" panose="02020603050405020304" pitchFamily="18" charset="0"/>
                <a:ea typeface="宋体" panose="02010600030101010101" pitchFamily="2" charset="-122"/>
              </a:rPr>
              <a:t>=1</a:t>
            </a:r>
            <a:r>
              <a:rPr lang="en-US" altLang="zh-CN" sz="3200" b="0" i="1" dirty="0">
                <a:solidFill>
                  <a:schemeClr val="bg1"/>
                </a:solidFill>
                <a:latin typeface="Times New Roman" panose="02020603050405020304" pitchFamily="18" charset="0"/>
                <a:ea typeface="宋体" panose="02010600030101010101" pitchFamily="2" charset="-122"/>
              </a:rPr>
              <a:t>/</a:t>
            </a:r>
            <a:r>
              <a:rPr lang="en-US" altLang="zh-CN" sz="3200" b="0" i="1" dirty="0">
                <a:solidFill>
                  <a:schemeClr val="bg1"/>
                </a:solidFill>
                <a:latin typeface="Symbol" panose="05050102010706020507" pitchFamily="18" charset="2"/>
                <a:ea typeface="宋体" panose="02010600030101010101" pitchFamily="2" charset="-122"/>
              </a:rPr>
              <a:t>w</a:t>
            </a:r>
            <a:r>
              <a:rPr lang="en-US" altLang="zh-CN" sz="3200" b="0" i="1" dirty="0">
                <a:solidFill>
                  <a:schemeClr val="bg1"/>
                </a:solidFill>
                <a:latin typeface="Times New Roman" panose="02020603050405020304" pitchFamily="18" charset="0"/>
                <a:ea typeface="宋体" panose="02010600030101010101" pitchFamily="2" charset="-122"/>
              </a:rPr>
              <a:t>L</a:t>
            </a:r>
            <a:r>
              <a:rPr lang="zh-CN" altLang="en-US" sz="3200" b="0" dirty="0">
                <a:solidFill>
                  <a:schemeClr val="bg1"/>
                </a:solidFill>
                <a:latin typeface="Times New Roman" panose="02020603050405020304" pitchFamily="18" charset="0"/>
                <a:ea typeface="宋体" panose="02010600030101010101" pitchFamily="2" charset="-122"/>
              </a:rPr>
              <a:t>，</a:t>
            </a:r>
            <a:r>
              <a:rPr lang="en-US" altLang="zh-CN" sz="3200" b="0" i="1" dirty="0">
                <a:solidFill>
                  <a:schemeClr val="bg1"/>
                </a:solidFill>
                <a:latin typeface="Times New Roman" panose="02020603050405020304" pitchFamily="18" charset="0"/>
                <a:ea typeface="宋体" panose="02010600030101010101" pitchFamily="2" charset="-122"/>
              </a:rPr>
              <a:t>B</a:t>
            </a:r>
            <a:r>
              <a:rPr lang="en-US" altLang="zh-CN" sz="3200" b="0" dirty="0">
                <a:solidFill>
                  <a:schemeClr val="bg1"/>
                </a:solidFill>
                <a:latin typeface="Times New Roman" panose="02020603050405020304" pitchFamily="18" charset="0"/>
                <a:ea typeface="宋体" panose="02010600030101010101" pitchFamily="2" charset="-122"/>
              </a:rPr>
              <a:t>=0</a:t>
            </a:r>
            <a:r>
              <a:rPr lang="zh-CN" altLang="en-US" sz="3200" b="0" dirty="0">
                <a:solidFill>
                  <a:schemeClr val="bg1"/>
                </a:solidFill>
                <a:latin typeface="Times New Roman" panose="02020603050405020304" pitchFamily="18" charset="0"/>
                <a:ea typeface="宋体" panose="02010600030101010101" pitchFamily="2" charset="-122"/>
              </a:rPr>
              <a:t>，</a:t>
            </a:r>
            <a:r>
              <a:rPr lang="el-GR" altLang="zh-CN" sz="3200" b="0" i="1" dirty="0">
                <a:solidFill>
                  <a:schemeClr val="bg1"/>
                </a:solidFill>
                <a:latin typeface="Times New Roman" panose="02020603050405020304" pitchFamily="18" charset="0"/>
                <a:ea typeface="宋体" panose="02010600030101010101" pitchFamily="2" charset="-122"/>
                <a:sym typeface="Symbol" panose="05050102010706020507" pitchFamily="18" charset="2"/>
              </a:rPr>
              <a:t></a:t>
            </a:r>
            <a:r>
              <a:rPr lang="en-US" altLang="zh-CN" sz="3200" b="0" i="1" baseline="-25000" dirty="0">
                <a:solidFill>
                  <a:schemeClr val="bg1"/>
                </a:solidFill>
                <a:latin typeface="Times New Roman" panose="02020603050405020304" pitchFamily="18" charset="0"/>
                <a:ea typeface="宋体" panose="02010600030101010101" pitchFamily="2" charset="-122"/>
              </a:rPr>
              <a:t>Y</a:t>
            </a:r>
            <a:r>
              <a:rPr lang="en-US" altLang="zh-CN" sz="3200" b="0" dirty="0">
                <a:solidFill>
                  <a:schemeClr val="bg1"/>
                </a:solidFill>
                <a:latin typeface="Times New Roman" panose="02020603050405020304" pitchFamily="18" charset="0"/>
                <a:ea typeface="宋体" panose="02010600030101010101" pitchFamily="2" charset="-122"/>
              </a:rPr>
              <a:t>=0</a:t>
            </a:r>
            <a:r>
              <a:rPr lang="zh-CN" altLang="en-US" sz="2400" dirty="0">
                <a:solidFill>
                  <a:schemeClr val="bg1"/>
                </a:solidFill>
                <a:latin typeface="Times New Roman" panose="02020603050405020304" pitchFamily="18" charset="0"/>
                <a:ea typeface="宋体" panose="02010600030101010101" pitchFamily="2" charset="-122"/>
              </a:rPr>
              <a:t>，</a:t>
            </a:r>
            <a:r>
              <a:rPr lang="zh-CN" altLang="en-US" dirty="0">
                <a:latin typeface="Times New Roman" panose="02020603050405020304" pitchFamily="18" charset="0"/>
              </a:rPr>
              <a:t>电路为电阻性，</a:t>
            </a:r>
            <a:endParaRPr lang="zh-CN" altLang="en-US" dirty="0">
              <a:latin typeface="Times New Roman" panose="02020603050405020304" pitchFamily="18" charset="0"/>
            </a:endParaRPr>
          </a:p>
          <a:p>
            <a:pPr>
              <a:lnSpc>
                <a:spcPct val="120000"/>
              </a:lnSpc>
            </a:pPr>
            <a:r>
              <a:rPr lang="zh-CN" altLang="en-US" dirty="0">
                <a:latin typeface="Times New Roman" panose="02020603050405020304" pitchFamily="18" charset="0"/>
              </a:rPr>
              <a:t>        电流与电压同相。</a:t>
            </a:r>
            <a:endParaRPr lang="zh-CN" altLang="en-US" dirty="0">
              <a:latin typeface="Times New Roman" panose="02020603050405020304" pitchFamily="18" charset="0"/>
            </a:endParaRPr>
          </a:p>
        </p:txBody>
      </p:sp>
      <p:grpSp>
        <p:nvGrpSpPr>
          <p:cNvPr id="2" name="Group 30"/>
          <p:cNvGrpSpPr/>
          <p:nvPr/>
        </p:nvGrpSpPr>
        <p:grpSpPr>
          <a:xfrm>
            <a:off x="1547813" y="1052513"/>
            <a:ext cx="1655762" cy="576262"/>
            <a:chOff x="793" y="3022"/>
            <a:chExt cx="1043" cy="363"/>
          </a:xfrm>
        </p:grpSpPr>
        <p:sp>
          <p:nvSpPr>
            <p:cNvPr id="16453" name="Line 31"/>
            <p:cNvSpPr/>
            <p:nvPr/>
          </p:nvSpPr>
          <p:spPr>
            <a:xfrm>
              <a:off x="930" y="3385"/>
              <a:ext cx="725" cy="0"/>
            </a:xfrm>
            <a:prstGeom prst="line">
              <a:avLst/>
            </a:prstGeom>
            <a:ln w="76200" cap="flat" cmpd="sng">
              <a:solidFill>
                <a:srgbClr val="0066FF"/>
              </a:solidFill>
              <a:prstDash val="solid"/>
              <a:headEnd type="none" w="med" len="med"/>
              <a:tailEnd type="triangle" w="med" len="med"/>
            </a:ln>
          </p:spPr>
        </p:sp>
        <p:sp>
          <p:nvSpPr>
            <p:cNvPr id="16454" name="Text Box 32"/>
            <p:cNvSpPr txBox="1"/>
            <p:nvPr/>
          </p:nvSpPr>
          <p:spPr>
            <a:xfrm>
              <a:off x="793" y="3022"/>
              <a:ext cx="1043" cy="327"/>
            </a:xfrm>
            <a:prstGeom prst="rect">
              <a:avLst/>
            </a:prstGeom>
            <a:noFill/>
            <a:ln w="9525">
              <a:noFill/>
            </a:ln>
          </p:spPr>
          <p:txBody>
            <a:bodyPr>
              <a:spAutoFit/>
            </a:bodyPr>
            <a:p>
              <a:pPr>
                <a:spcBef>
                  <a:spcPct val="50000"/>
                </a:spcBef>
              </a:pPr>
              <a:r>
                <a:rPr lang="zh-CN" altLang="en-US" dirty="0">
                  <a:latin typeface="Arial" panose="020B0604020202020204" pitchFamily="34" charset="0"/>
                </a:rPr>
                <a:t>等效电路</a:t>
              </a:r>
              <a:endParaRPr lang="zh-CN" altLang="en-US" dirty="0">
                <a:latin typeface="Arial" panose="020B0604020202020204" pitchFamily="34" charset="0"/>
              </a:endParaRPr>
            </a:p>
          </p:txBody>
        </p:sp>
      </p:grpSp>
      <p:grpSp>
        <p:nvGrpSpPr>
          <p:cNvPr id="3" name="Group 72"/>
          <p:cNvGrpSpPr/>
          <p:nvPr/>
        </p:nvGrpSpPr>
        <p:grpSpPr>
          <a:xfrm>
            <a:off x="3851275" y="4149725"/>
            <a:ext cx="1655763" cy="576263"/>
            <a:chOff x="793" y="3022"/>
            <a:chExt cx="1043" cy="363"/>
          </a:xfrm>
        </p:grpSpPr>
        <p:sp>
          <p:nvSpPr>
            <p:cNvPr id="16451" name="Line 73"/>
            <p:cNvSpPr/>
            <p:nvPr/>
          </p:nvSpPr>
          <p:spPr>
            <a:xfrm>
              <a:off x="930" y="3385"/>
              <a:ext cx="725" cy="0"/>
            </a:xfrm>
            <a:prstGeom prst="line">
              <a:avLst/>
            </a:prstGeom>
            <a:ln w="76200" cap="flat" cmpd="sng">
              <a:solidFill>
                <a:srgbClr val="0066FF"/>
              </a:solidFill>
              <a:prstDash val="solid"/>
              <a:headEnd type="none" w="med" len="med"/>
              <a:tailEnd type="triangle" w="med" len="med"/>
            </a:ln>
          </p:spPr>
        </p:sp>
        <p:sp>
          <p:nvSpPr>
            <p:cNvPr id="16452" name="Text Box 74"/>
            <p:cNvSpPr txBox="1"/>
            <p:nvPr/>
          </p:nvSpPr>
          <p:spPr>
            <a:xfrm>
              <a:off x="793" y="3022"/>
              <a:ext cx="1043" cy="327"/>
            </a:xfrm>
            <a:prstGeom prst="rect">
              <a:avLst/>
            </a:prstGeom>
            <a:noFill/>
            <a:ln w="9525">
              <a:noFill/>
            </a:ln>
          </p:spPr>
          <p:txBody>
            <a:bodyPr>
              <a:spAutoFit/>
            </a:bodyPr>
            <a:p>
              <a:pPr>
                <a:spcBef>
                  <a:spcPct val="50000"/>
                </a:spcBef>
              </a:pPr>
              <a:r>
                <a:rPr lang="zh-CN" altLang="en-US" dirty="0">
                  <a:latin typeface="Arial" panose="020B0604020202020204" pitchFamily="34" charset="0"/>
                </a:rPr>
                <a:t>等效电路</a:t>
              </a:r>
              <a:endParaRPr lang="zh-CN" altLang="en-US" dirty="0">
                <a:latin typeface="Arial" panose="020B0604020202020204" pitchFamily="34" charset="0"/>
              </a:endParaRPr>
            </a:p>
          </p:txBody>
        </p:sp>
      </p:grpSp>
      <p:grpSp>
        <p:nvGrpSpPr>
          <p:cNvPr id="16400" name="Group 105"/>
          <p:cNvGrpSpPr/>
          <p:nvPr/>
        </p:nvGrpSpPr>
        <p:grpSpPr>
          <a:xfrm>
            <a:off x="8316913" y="6446838"/>
            <a:ext cx="792162" cy="366712"/>
            <a:chOff x="5193" y="4020"/>
            <a:chExt cx="499" cy="231"/>
          </a:xfrm>
        </p:grpSpPr>
        <p:pic>
          <p:nvPicPr>
            <p:cNvPr id="16449" name="Picture 106" descr="78900"/>
            <p:cNvPicPr>
              <a:picLocks noChangeAspect="1"/>
            </p:cNvPicPr>
            <p:nvPr/>
          </p:nvPicPr>
          <p:blipFill>
            <a:blip r:embed="rId1"/>
            <a:stretch>
              <a:fillRect/>
            </a:stretch>
          </p:blipFill>
          <p:spPr>
            <a:xfrm>
              <a:off x="5193" y="4066"/>
              <a:ext cx="499" cy="181"/>
            </a:xfrm>
            <a:prstGeom prst="rect">
              <a:avLst/>
            </a:prstGeom>
            <a:noFill/>
            <a:ln w="9525">
              <a:noFill/>
            </a:ln>
          </p:spPr>
        </p:pic>
        <p:sp>
          <p:nvSpPr>
            <p:cNvPr id="16450" name="Text Box 107">
              <a:hlinkClick r:id="" action="ppaction://hlinkshowjump?jump=nextslide"/>
            </p:cNvPr>
            <p:cNvSpPr txBox="1"/>
            <p:nvPr/>
          </p:nvSpPr>
          <p:spPr>
            <a:xfrm>
              <a:off x="5216" y="4020"/>
              <a:ext cx="476" cy="231"/>
            </a:xfrm>
            <a:prstGeom prst="rect">
              <a:avLst/>
            </a:prstGeom>
            <a:noFill/>
            <a:ln w="9525">
              <a:noFill/>
            </a:ln>
          </p:spPr>
          <p:txBody>
            <a:bodyPr wrap="none">
              <a:spAutoFit/>
            </a:bodyPr>
            <a:p>
              <a:pPr>
                <a:spcBef>
                  <a:spcPct val="50000"/>
                </a:spcBef>
              </a:pPr>
              <a:r>
                <a:rPr lang="zh-CN" altLang="en-US" sz="1800" b="0" dirty="0">
                  <a:solidFill>
                    <a:schemeClr val="bg1"/>
                  </a:solidFill>
                  <a:latin typeface="隶书" panose="02010509060101010101" pitchFamily="49" charset="-122"/>
                  <a:ea typeface="隶书" panose="02010509060101010101" pitchFamily="49" charset="-122"/>
                </a:rPr>
                <a:t>下 页</a:t>
              </a:r>
              <a:endParaRPr lang="zh-CN" altLang="en-US" sz="1800" b="0" dirty="0">
                <a:solidFill>
                  <a:schemeClr val="bg1"/>
                </a:solidFill>
                <a:latin typeface="隶书" panose="02010509060101010101" pitchFamily="49" charset="-122"/>
                <a:ea typeface="隶书" panose="02010509060101010101" pitchFamily="49" charset="-122"/>
              </a:endParaRPr>
            </a:p>
          </p:txBody>
        </p:sp>
      </p:grpSp>
      <p:grpSp>
        <p:nvGrpSpPr>
          <p:cNvPr id="16401" name="Group 108"/>
          <p:cNvGrpSpPr/>
          <p:nvPr/>
        </p:nvGrpSpPr>
        <p:grpSpPr>
          <a:xfrm>
            <a:off x="7453313" y="6446838"/>
            <a:ext cx="792162" cy="366712"/>
            <a:chOff x="4649" y="4020"/>
            <a:chExt cx="499" cy="231"/>
          </a:xfrm>
        </p:grpSpPr>
        <p:pic>
          <p:nvPicPr>
            <p:cNvPr id="16447" name="Picture 109" descr="78900"/>
            <p:cNvPicPr>
              <a:picLocks noChangeAspect="1"/>
            </p:cNvPicPr>
            <p:nvPr/>
          </p:nvPicPr>
          <p:blipFill>
            <a:blip r:embed="rId1"/>
            <a:stretch>
              <a:fillRect/>
            </a:stretch>
          </p:blipFill>
          <p:spPr>
            <a:xfrm>
              <a:off x="4649" y="4066"/>
              <a:ext cx="499" cy="181"/>
            </a:xfrm>
            <a:prstGeom prst="rect">
              <a:avLst/>
            </a:prstGeom>
            <a:noFill/>
            <a:ln w="9525">
              <a:noFill/>
            </a:ln>
          </p:spPr>
        </p:pic>
        <p:sp>
          <p:nvSpPr>
            <p:cNvPr id="16448" name="Text Box 110">
              <a:hlinkClick r:id="" action="ppaction://hlinkshowjump?jump=previousslide"/>
            </p:cNvPr>
            <p:cNvSpPr txBox="1"/>
            <p:nvPr/>
          </p:nvSpPr>
          <p:spPr>
            <a:xfrm>
              <a:off x="4672" y="4020"/>
              <a:ext cx="476" cy="231"/>
            </a:xfrm>
            <a:prstGeom prst="rect">
              <a:avLst/>
            </a:prstGeom>
            <a:noFill/>
            <a:ln w="9525">
              <a:noFill/>
            </a:ln>
          </p:spPr>
          <p:txBody>
            <a:bodyPr wrap="none">
              <a:spAutoFit/>
            </a:bodyPr>
            <a:p>
              <a:pPr>
                <a:spcBef>
                  <a:spcPct val="50000"/>
                </a:spcBef>
              </a:pPr>
              <a:r>
                <a:rPr lang="zh-CN" altLang="en-US" sz="1800" b="0" dirty="0">
                  <a:solidFill>
                    <a:schemeClr val="bg1"/>
                  </a:solidFill>
                  <a:latin typeface="隶书" panose="02010509060101010101" pitchFamily="49" charset="-122"/>
                  <a:ea typeface="隶书" panose="02010509060101010101" pitchFamily="49" charset="-122"/>
                </a:rPr>
                <a:t>上 页</a:t>
              </a:r>
              <a:endParaRPr lang="zh-CN" altLang="en-US" sz="1800" b="0" dirty="0">
                <a:solidFill>
                  <a:schemeClr val="bg1"/>
                </a:solidFill>
                <a:latin typeface="隶书" panose="02010509060101010101" pitchFamily="49" charset="-122"/>
                <a:ea typeface="隶书" panose="02010509060101010101" pitchFamily="49" charset="-122"/>
              </a:endParaRPr>
            </a:p>
          </p:txBody>
        </p:sp>
      </p:grpSp>
      <p:grpSp>
        <p:nvGrpSpPr>
          <p:cNvPr id="6" name="Group 178"/>
          <p:cNvGrpSpPr/>
          <p:nvPr/>
        </p:nvGrpSpPr>
        <p:grpSpPr>
          <a:xfrm>
            <a:off x="5724525" y="3860800"/>
            <a:ext cx="2447925" cy="1454150"/>
            <a:chOff x="3606" y="2432"/>
            <a:chExt cx="1542" cy="916"/>
          </a:xfrm>
        </p:grpSpPr>
        <p:sp>
          <p:nvSpPr>
            <p:cNvPr id="16435" name="Line 149"/>
            <p:cNvSpPr/>
            <p:nvPr/>
          </p:nvSpPr>
          <p:spPr>
            <a:xfrm>
              <a:off x="3742" y="2704"/>
              <a:ext cx="998" cy="0"/>
            </a:xfrm>
            <a:prstGeom prst="line">
              <a:avLst/>
            </a:prstGeom>
            <a:ln w="28575" cap="flat" cmpd="sng">
              <a:solidFill>
                <a:srgbClr val="FFCC00"/>
              </a:solidFill>
              <a:prstDash val="solid"/>
              <a:headEnd type="none" w="med" len="med"/>
              <a:tailEnd type="none" w="med" len="med"/>
            </a:ln>
          </p:spPr>
        </p:sp>
        <p:sp>
          <p:nvSpPr>
            <p:cNvPr id="16436" name="Text Box 139"/>
            <p:cNvSpPr txBox="1"/>
            <p:nvPr/>
          </p:nvSpPr>
          <p:spPr>
            <a:xfrm>
              <a:off x="4377" y="2794"/>
              <a:ext cx="253" cy="327"/>
            </a:xfrm>
            <a:prstGeom prst="rect">
              <a:avLst/>
            </a:prstGeom>
            <a:noFill/>
            <a:ln w="9525">
              <a:noFill/>
            </a:ln>
          </p:spPr>
          <p:txBody>
            <a:bodyPr wrap="none">
              <a:spAutoFit/>
            </a:bodyPr>
            <a:p>
              <a:r>
                <a:rPr lang="en-US" altLang="zh-CN" b="0" i="1" dirty="0">
                  <a:solidFill>
                    <a:schemeClr val="bg1"/>
                  </a:solidFill>
                  <a:latin typeface="Times New Roman" panose="02020603050405020304" pitchFamily="18" charset="0"/>
                  <a:ea typeface="宋体" panose="02010600030101010101" pitchFamily="2" charset="-122"/>
                </a:rPr>
                <a:t>R</a:t>
              </a:r>
              <a:endParaRPr lang="en-US" altLang="zh-CN" b="0" i="1" dirty="0">
                <a:solidFill>
                  <a:schemeClr val="bg1"/>
                </a:solidFill>
                <a:latin typeface="Times New Roman" panose="02020603050405020304" pitchFamily="18" charset="0"/>
                <a:ea typeface="宋体" panose="02010600030101010101" pitchFamily="2" charset="-122"/>
              </a:endParaRPr>
            </a:p>
          </p:txBody>
        </p:sp>
        <p:sp>
          <p:nvSpPr>
            <p:cNvPr id="16437" name="Line 140"/>
            <p:cNvSpPr/>
            <p:nvPr/>
          </p:nvSpPr>
          <p:spPr>
            <a:xfrm>
              <a:off x="3923" y="2704"/>
              <a:ext cx="288" cy="0"/>
            </a:xfrm>
            <a:prstGeom prst="line">
              <a:avLst/>
            </a:prstGeom>
            <a:ln w="28575" cap="flat" cmpd="sng">
              <a:solidFill>
                <a:srgbClr val="66FFFF"/>
              </a:solidFill>
              <a:prstDash val="solid"/>
              <a:headEnd type="none" w="med" len="med"/>
              <a:tailEnd type="triangle" w="med" len="med"/>
            </a:ln>
          </p:spPr>
        </p:sp>
        <p:sp>
          <p:nvSpPr>
            <p:cNvPr id="16438" name="Text Box 141"/>
            <p:cNvSpPr txBox="1"/>
            <p:nvPr/>
          </p:nvSpPr>
          <p:spPr>
            <a:xfrm>
              <a:off x="3606" y="2704"/>
              <a:ext cx="242" cy="327"/>
            </a:xfrm>
            <a:prstGeom prst="rect">
              <a:avLst/>
            </a:prstGeom>
            <a:noFill/>
            <a:ln w="9525">
              <a:noFill/>
            </a:ln>
          </p:spPr>
          <p:txBody>
            <a:bodyPr wrap="none">
              <a:spAutoFit/>
            </a:bodyPr>
            <a:p>
              <a:pPr>
                <a:spcBef>
                  <a:spcPct val="50000"/>
                </a:spcBef>
              </a:pPr>
              <a:r>
                <a:rPr lang="en-US" altLang="zh-CN" b="0" dirty="0">
                  <a:solidFill>
                    <a:schemeClr val="bg1"/>
                  </a:solidFill>
                  <a:latin typeface="Times New Roman" panose="02020603050405020304" pitchFamily="18" charset="0"/>
                  <a:ea typeface="宋体" panose="02010600030101010101" pitchFamily="2" charset="-122"/>
                </a:rPr>
                <a:t>+</a:t>
              </a:r>
              <a:endParaRPr lang="en-US" altLang="zh-CN" b="0" dirty="0">
                <a:solidFill>
                  <a:schemeClr val="bg1"/>
                </a:solidFill>
                <a:latin typeface="Times New Roman" panose="02020603050405020304" pitchFamily="18" charset="0"/>
                <a:ea typeface="宋体" panose="02010600030101010101" pitchFamily="2" charset="-122"/>
              </a:endParaRPr>
            </a:p>
          </p:txBody>
        </p:sp>
        <p:sp>
          <p:nvSpPr>
            <p:cNvPr id="16439" name="Text Box 142"/>
            <p:cNvSpPr txBox="1"/>
            <p:nvPr/>
          </p:nvSpPr>
          <p:spPr>
            <a:xfrm>
              <a:off x="3606" y="2931"/>
              <a:ext cx="229" cy="327"/>
            </a:xfrm>
            <a:prstGeom prst="rect">
              <a:avLst/>
            </a:prstGeom>
            <a:noFill/>
            <a:ln w="9525">
              <a:noFill/>
            </a:ln>
          </p:spPr>
          <p:txBody>
            <a:bodyPr wrap="none">
              <a:spAutoFit/>
            </a:bodyPr>
            <a:p>
              <a:pPr>
                <a:spcBef>
                  <a:spcPct val="50000"/>
                </a:spcBef>
              </a:pPr>
              <a:r>
                <a:rPr lang="en-US" altLang="zh-CN" b="0" dirty="0">
                  <a:solidFill>
                    <a:schemeClr val="bg1"/>
                  </a:solidFill>
                  <a:latin typeface="宋体" panose="02010600030101010101" pitchFamily="2" charset="-122"/>
                  <a:ea typeface="宋体" panose="02010600030101010101" pitchFamily="2" charset="-122"/>
                </a:rPr>
                <a:t>-</a:t>
              </a:r>
              <a:endParaRPr lang="en-US" altLang="zh-CN" b="0" dirty="0">
                <a:solidFill>
                  <a:schemeClr val="bg1"/>
                </a:solidFill>
                <a:latin typeface="Times New Roman" panose="02020603050405020304" pitchFamily="18" charset="0"/>
                <a:ea typeface="宋体" panose="02010600030101010101" pitchFamily="2" charset="-122"/>
              </a:endParaRPr>
            </a:p>
          </p:txBody>
        </p:sp>
        <p:sp>
          <p:nvSpPr>
            <p:cNvPr id="16440" name="Oval 143"/>
            <p:cNvSpPr/>
            <p:nvPr/>
          </p:nvSpPr>
          <p:spPr>
            <a:xfrm>
              <a:off x="3688" y="3212"/>
              <a:ext cx="68" cy="68"/>
            </a:xfrm>
            <a:prstGeom prst="ellipse">
              <a:avLst/>
            </a:prstGeom>
            <a:noFill/>
            <a:ln w="28575" cap="flat" cmpd="sng">
              <a:solidFill>
                <a:srgbClr val="FFCC00"/>
              </a:solidFill>
              <a:prstDash val="solid"/>
              <a:headEnd type="none" w="med" len="med"/>
              <a:tailEnd type="none" w="med" len="med"/>
            </a:ln>
          </p:spPr>
          <p:txBody>
            <a:bodyPr wrap="none" anchor="ctr" anchorCtr="0"/>
            <a:p>
              <a:endParaRPr lang="zh-CN" altLang="en-US" dirty="0">
                <a:latin typeface="楷体_GB2312" pitchFamily="49" charset="-122"/>
              </a:endParaRPr>
            </a:p>
          </p:txBody>
        </p:sp>
        <p:sp>
          <p:nvSpPr>
            <p:cNvPr id="16441" name="Oval 144"/>
            <p:cNvSpPr/>
            <p:nvPr/>
          </p:nvSpPr>
          <p:spPr>
            <a:xfrm>
              <a:off x="3688" y="2667"/>
              <a:ext cx="68" cy="68"/>
            </a:xfrm>
            <a:prstGeom prst="ellipse">
              <a:avLst/>
            </a:prstGeom>
            <a:noFill/>
            <a:ln w="28575" cap="flat" cmpd="sng">
              <a:solidFill>
                <a:srgbClr val="FFCC00"/>
              </a:solidFill>
              <a:prstDash val="solid"/>
              <a:headEnd type="none" w="med" len="med"/>
              <a:tailEnd type="none" w="med" len="med"/>
            </a:ln>
          </p:spPr>
          <p:txBody>
            <a:bodyPr wrap="none" anchor="ctr" anchorCtr="0"/>
            <a:p>
              <a:endParaRPr lang="zh-CN" altLang="en-US" dirty="0">
                <a:latin typeface="楷体_GB2312" pitchFamily="49" charset="-122"/>
              </a:endParaRPr>
            </a:p>
          </p:txBody>
        </p:sp>
        <p:sp>
          <p:nvSpPr>
            <p:cNvPr id="16442" name="Text Box 145"/>
            <p:cNvSpPr txBox="1"/>
            <p:nvPr/>
          </p:nvSpPr>
          <p:spPr>
            <a:xfrm>
              <a:off x="4785" y="2568"/>
              <a:ext cx="242" cy="327"/>
            </a:xfrm>
            <a:prstGeom prst="rect">
              <a:avLst/>
            </a:prstGeom>
            <a:noFill/>
            <a:ln w="9525">
              <a:noFill/>
            </a:ln>
          </p:spPr>
          <p:txBody>
            <a:bodyPr wrap="none">
              <a:spAutoFit/>
            </a:bodyPr>
            <a:p>
              <a:pPr>
                <a:spcBef>
                  <a:spcPct val="50000"/>
                </a:spcBef>
              </a:pPr>
              <a:r>
                <a:rPr lang="en-US" altLang="zh-CN" b="0" dirty="0">
                  <a:solidFill>
                    <a:schemeClr val="bg1"/>
                  </a:solidFill>
                  <a:latin typeface="Times New Roman" panose="02020603050405020304" pitchFamily="18" charset="0"/>
                  <a:ea typeface="宋体" panose="02010600030101010101" pitchFamily="2" charset="-122"/>
                </a:rPr>
                <a:t>+</a:t>
              </a:r>
              <a:endParaRPr lang="en-US" altLang="zh-CN" b="0" dirty="0">
                <a:solidFill>
                  <a:schemeClr val="bg1"/>
                </a:solidFill>
                <a:latin typeface="Times New Roman" panose="02020603050405020304" pitchFamily="18" charset="0"/>
                <a:ea typeface="宋体" panose="02010600030101010101" pitchFamily="2" charset="-122"/>
              </a:endParaRPr>
            </a:p>
          </p:txBody>
        </p:sp>
        <p:sp>
          <p:nvSpPr>
            <p:cNvPr id="16443" name="Text Box 146"/>
            <p:cNvSpPr txBox="1"/>
            <p:nvPr/>
          </p:nvSpPr>
          <p:spPr>
            <a:xfrm>
              <a:off x="4740" y="3021"/>
              <a:ext cx="229" cy="327"/>
            </a:xfrm>
            <a:prstGeom prst="rect">
              <a:avLst/>
            </a:prstGeom>
            <a:noFill/>
            <a:ln w="9525">
              <a:noFill/>
            </a:ln>
          </p:spPr>
          <p:txBody>
            <a:bodyPr wrap="none">
              <a:spAutoFit/>
            </a:bodyPr>
            <a:p>
              <a:pPr>
                <a:spcBef>
                  <a:spcPct val="50000"/>
                </a:spcBef>
              </a:pPr>
              <a:r>
                <a:rPr lang="en-US" altLang="zh-CN" b="0" dirty="0">
                  <a:solidFill>
                    <a:schemeClr val="bg1"/>
                  </a:solidFill>
                  <a:latin typeface="宋体" panose="02010600030101010101" pitchFamily="2" charset="-122"/>
                  <a:ea typeface="宋体" panose="02010600030101010101" pitchFamily="2" charset="-122"/>
                </a:rPr>
                <a:t>-</a:t>
              </a:r>
              <a:endParaRPr lang="en-US" altLang="zh-CN" b="0" dirty="0">
                <a:solidFill>
                  <a:schemeClr val="bg1"/>
                </a:solidFill>
                <a:latin typeface="Times New Roman" panose="02020603050405020304" pitchFamily="18" charset="0"/>
                <a:ea typeface="宋体" panose="02010600030101010101" pitchFamily="2" charset="-122"/>
              </a:endParaRPr>
            </a:p>
          </p:txBody>
        </p:sp>
        <p:sp>
          <p:nvSpPr>
            <p:cNvPr id="16444" name="Line 147"/>
            <p:cNvSpPr/>
            <p:nvPr/>
          </p:nvSpPr>
          <p:spPr>
            <a:xfrm>
              <a:off x="3742" y="3248"/>
              <a:ext cx="998" cy="0"/>
            </a:xfrm>
            <a:prstGeom prst="line">
              <a:avLst/>
            </a:prstGeom>
            <a:ln w="28575" cap="flat" cmpd="sng">
              <a:solidFill>
                <a:srgbClr val="FFCC00"/>
              </a:solidFill>
              <a:prstDash val="solid"/>
              <a:headEnd type="none" w="med" len="med"/>
              <a:tailEnd type="none" w="med" len="med"/>
            </a:ln>
          </p:spPr>
        </p:sp>
        <p:sp>
          <p:nvSpPr>
            <p:cNvPr id="16445" name="Line 148"/>
            <p:cNvSpPr/>
            <p:nvPr/>
          </p:nvSpPr>
          <p:spPr>
            <a:xfrm>
              <a:off x="4740" y="2704"/>
              <a:ext cx="0" cy="545"/>
            </a:xfrm>
            <a:prstGeom prst="line">
              <a:avLst/>
            </a:prstGeom>
            <a:ln w="28575" cap="flat" cmpd="sng">
              <a:solidFill>
                <a:srgbClr val="FFCC00"/>
              </a:solidFill>
              <a:prstDash val="solid"/>
              <a:headEnd type="none" w="med" len="med"/>
              <a:tailEnd type="none" w="med" len="med"/>
            </a:ln>
          </p:spPr>
        </p:sp>
        <p:sp>
          <p:nvSpPr>
            <p:cNvPr id="16446" name="Rectangle 150"/>
            <p:cNvSpPr/>
            <p:nvPr/>
          </p:nvSpPr>
          <p:spPr>
            <a:xfrm>
              <a:off x="4649" y="2794"/>
              <a:ext cx="127" cy="318"/>
            </a:xfrm>
            <a:prstGeom prst="rect">
              <a:avLst/>
            </a:prstGeom>
            <a:gradFill rotWithShape="1">
              <a:gsLst>
                <a:gs pos="0">
                  <a:srgbClr val="764700"/>
                </a:gs>
                <a:gs pos="50000">
                  <a:srgbClr val="FF9900"/>
                </a:gs>
                <a:gs pos="100000">
                  <a:srgbClr val="764700"/>
                </a:gs>
              </a:gsLst>
              <a:lin ang="0" scaled="1"/>
              <a:tileRect/>
            </a:gradFill>
            <a:ln w="28575">
              <a:noFill/>
            </a:ln>
          </p:spPr>
          <p:txBody>
            <a:bodyPr wrap="none" anchor="ctr" anchorCtr="0"/>
            <a:p>
              <a:endParaRPr lang="zh-CN" altLang="en-US" dirty="0">
                <a:latin typeface="楷体_GB2312" pitchFamily="49" charset="-122"/>
              </a:endParaRPr>
            </a:p>
          </p:txBody>
        </p:sp>
        <p:graphicFrame>
          <p:nvGraphicFramePr>
            <p:cNvPr id="16394" name="Object 151"/>
            <p:cNvGraphicFramePr/>
            <p:nvPr/>
          </p:nvGraphicFramePr>
          <p:xfrm>
            <a:off x="4241" y="2432"/>
            <a:ext cx="158" cy="259"/>
          </p:xfrm>
          <a:graphic>
            <a:graphicData uri="http://schemas.openxmlformats.org/presentationml/2006/ole">
              <mc:AlternateContent xmlns:mc="http://schemas.openxmlformats.org/markup-compatibility/2006">
                <mc:Choice xmlns:v="urn:schemas-microsoft-com:vml" Requires="v">
                  <p:oleObj spid="_x0000_s3130" name="" r:id="rId2" imgW="127000" imgH="215265" progId="Equation.3">
                    <p:embed/>
                  </p:oleObj>
                </mc:Choice>
                <mc:Fallback>
                  <p:oleObj name="" r:id="rId2" imgW="127000" imgH="215265" progId="Equation.3">
                    <p:embed/>
                    <p:pic>
                      <p:nvPicPr>
                        <p:cNvPr id="0" name="图片 3129"/>
                        <p:cNvPicPr/>
                        <p:nvPr/>
                      </p:nvPicPr>
                      <p:blipFill>
                        <a:blip r:embed="rId3">
                          <a:clrChange>
                            <a:clrFrom>
                              <a:srgbClr val="000000"/>
                            </a:clrFrom>
                            <a:clrTo>
                              <a:srgbClr val="FFFFFF"/>
                            </a:clrTo>
                          </a:clrChange>
                        </a:blip>
                        <a:stretch>
                          <a:fillRect/>
                        </a:stretch>
                      </p:blipFill>
                      <p:spPr>
                        <a:xfrm>
                          <a:off x="4241" y="2432"/>
                          <a:ext cx="158" cy="259"/>
                        </a:xfrm>
                        <a:prstGeom prst="rect">
                          <a:avLst/>
                        </a:prstGeom>
                        <a:noFill/>
                        <a:ln w="38100">
                          <a:noFill/>
                          <a:miter/>
                        </a:ln>
                      </p:spPr>
                    </p:pic>
                  </p:oleObj>
                </mc:Fallback>
              </mc:AlternateContent>
            </a:graphicData>
          </a:graphic>
        </p:graphicFrame>
        <p:graphicFrame>
          <p:nvGraphicFramePr>
            <p:cNvPr id="16395" name="Object 152"/>
            <p:cNvGraphicFramePr/>
            <p:nvPr/>
          </p:nvGraphicFramePr>
          <p:xfrm>
            <a:off x="4810" y="2794"/>
            <a:ext cx="338" cy="354"/>
          </p:xfrm>
          <a:graphic>
            <a:graphicData uri="http://schemas.openxmlformats.org/presentationml/2006/ole">
              <mc:AlternateContent xmlns:mc="http://schemas.openxmlformats.org/markup-compatibility/2006">
                <mc:Choice xmlns:v="urn:schemas-microsoft-com:vml" Requires="v">
                  <p:oleObj spid="_x0000_s3132" name="" r:id="rId4" imgW="241300" imgH="266065" progId="Equation.3">
                    <p:embed/>
                  </p:oleObj>
                </mc:Choice>
                <mc:Fallback>
                  <p:oleObj name="" r:id="rId4" imgW="241300" imgH="266065" progId="Equation.3">
                    <p:embed/>
                    <p:pic>
                      <p:nvPicPr>
                        <p:cNvPr id="0" name="图片 3131"/>
                        <p:cNvPicPr/>
                        <p:nvPr/>
                      </p:nvPicPr>
                      <p:blipFill>
                        <a:blip r:embed="rId5">
                          <a:clrChange>
                            <a:clrFrom>
                              <a:srgbClr val="000000"/>
                            </a:clrFrom>
                            <a:clrTo>
                              <a:srgbClr val="FFFFFF"/>
                            </a:clrTo>
                          </a:clrChange>
                        </a:blip>
                        <a:stretch>
                          <a:fillRect/>
                        </a:stretch>
                      </p:blipFill>
                      <p:spPr>
                        <a:xfrm>
                          <a:off x="4810" y="2794"/>
                          <a:ext cx="338" cy="354"/>
                        </a:xfrm>
                        <a:prstGeom prst="rect">
                          <a:avLst/>
                        </a:prstGeom>
                        <a:noFill/>
                        <a:ln w="38100">
                          <a:noFill/>
                          <a:miter/>
                        </a:ln>
                      </p:spPr>
                    </p:pic>
                  </p:oleObj>
                </mc:Fallback>
              </mc:AlternateContent>
            </a:graphicData>
          </a:graphic>
        </p:graphicFrame>
        <p:graphicFrame>
          <p:nvGraphicFramePr>
            <p:cNvPr id="16396" name="Object 153"/>
            <p:cNvGraphicFramePr/>
            <p:nvPr/>
          </p:nvGraphicFramePr>
          <p:xfrm>
            <a:off x="3787" y="2840"/>
            <a:ext cx="212" cy="274"/>
          </p:xfrm>
          <a:graphic>
            <a:graphicData uri="http://schemas.openxmlformats.org/presentationml/2006/ole">
              <mc:AlternateContent xmlns:mc="http://schemas.openxmlformats.org/markup-compatibility/2006">
                <mc:Choice xmlns:v="urn:schemas-microsoft-com:vml" Requires="v">
                  <p:oleObj spid="_x0000_s3131" name="" r:id="rId6" imgW="177800" imgH="227965" progId="Equation.3">
                    <p:embed/>
                  </p:oleObj>
                </mc:Choice>
                <mc:Fallback>
                  <p:oleObj name="" r:id="rId6" imgW="177800" imgH="227965" progId="Equation.3">
                    <p:embed/>
                    <p:pic>
                      <p:nvPicPr>
                        <p:cNvPr id="0" name="图片 3130"/>
                        <p:cNvPicPr/>
                        <p:nvPr/>
                      </p:nvPicPr>
                      <p:blipFill>
                        <a:blip r:embed="rId7">
                          <a:clrChange>
                            <a:clrFrom>
                              <a:srgbClr val="000000"/>
                            </a:clrFrom>
                            <a:clrTo>
                              <a:srgbClr val="FFFFFF"/>
                            </a:clrTo>
                          </a:clrChange>
                        </a:blip>
                        <a:stretch>
                          <a:fillRect/>
                        </a:stretch>
                      </p:blipFill>
                      <p:spPr>
                        <a:xfrm>
                          <a:off x="3787" y="2840"/>
                          <a:ext cx="212" cy="274"/>
                        </a:xfrm>
                        <a:prstGeom prst="rect">
                          <a:avLst/>
                        </a:prstGeom>
                        <a:noFill/>
                        <a:ln w="38100">
                          <a:noFill/>
                          <a:miter/>
                        </a:ln>
                      </p:spPr>
                    </p:pic>
                  </p:oleObj>
                </mc:Fallback>
              </mc:AlternateContent>
            </a:graphicData>
          </a:graphic>
        </p:graphicFrame>
      </p:grpSp>
      <p:grpSp>
        <p:nvGrpSpPr>
          <p:cNvPr id="7" name="Group 154"/>
          <p:cNvGrpSpPr/>
          <p:nvPr/>
        </p:nvGrpSpPr>
        <p:grpSpPr>
          <a:xfrm>
            <a:off x="846138" y="4495800"/>
            <a:ext cx="2916237" cy="457200"/>
            <a:chOff x="567" y="1154"/>
            <a:chExt cx="1837" cy="288"/>
          </a:xfrm>
        </p:grpSpPr>
        <p:graphicFrame>
          <p:nvGraphicFramePr>
            <p:cNvPr id="16393" name="Object 155"/>
            <p:cNvGraphicFramePr/>
            <p:nvPr/>
          </p:nvGraphicFramePr>
          <p:xfrm>
            <a:off x="2166" y="1154"/>
            <a:ext cx="238" cy="288"/>
          </p:xfrm>
          <a:graphic>
            <a:graphicData uri="http://schemas.openxmlformats.org/presentationml/2006/ole">
              <mc:AlternateContent xmlns:mc="http://schemas.openxmlformats.org/markup-compatibility/2006">
                <mc:Choice xmlns:v="urn:schemas-microsoft-com:vml" Requires="v">
                  <p:oleObj spid="_x0000_s3133" name="" r:id="rId8" imgW="177800" imgH="227965" progId="Equation.3">
                    <p:embed/>
                  </p:oleObj>
                </mc:Choice>
                <mc:Fallback>
                  <p:oleObj name="" r:id="rId8" imgW="177800" imgH="227965" progId="Equation.3">
                    <p:embed/>
                    <p:pic>
                      <p:nvPicPr>
                        <p:cNvPr id="0" name="图片 3132"/>
                        <p:cNvPicPr/>
                        <p:nvPr/>
                      </p:nvPicPr>
                      <p:blipFill>
                        <a:blip r:embed="rId9">
                          <a:clrChange>
                            <a:clrFrom>
                              <a:srgbClr val="000000"/>
                            </a:clrFrom>
                            <a:clrTo>
                              <a:srgbClr val="FFFFFF"/>
                            </a:clrTo>
                          </a:clrChange>
                        </a:blip>
                        <a:stretch>
                          <a:fillRect/>
                        </a:stretch>
                      </p:blipFill>
                      <p:spPr>
                        <a:xfrm>
                          <a:off x="2166" y="1154"/>
                          <a:ext cx="238" cy="288"/>
                        </a:xfrm>
                        <a:prstGeom prst="rect">
                          <a:avLst/>
                        </a:prstGeom>
                        <a:noFill/>
                        <a:ln w="38100">
                          <a:noFill/>
                          <a:miter/>
                        </a:ln>
                      </p:spPr>
                    </p:pic>
                  </p:oleObj>
                </mc:Fallback>
              </mc:AlternateContent>
            </a:graphicData>
          </a:graphic>
        </p:graphicFrame>
        <p:sp>
          <p:nvSpPr>
            <p:cNvPr id="16434" name="Line 156"/>
            <p:cNvSpPr/>
            <p:nvPr/>
          </p:nvSpPr>
          <p:spPr>
            <a:xfrm>
              <a:off x="567" y="1298"/>
              <a:ext cx="1587" cy="0"/>
            </a:xfrm>
            <a:prstGeom prst="line">
              <a:avLst/>
            </a:prstGeom>
            <a:ln w="28575" cap="flat" cmpd="sng">
              <a:solidFill>
                <a:srgbClr val="FFFF00"/>
              </a:solidFill>
              <a:prstDash val="solid"/>
              <a:headEnd type="none" w="med" len="med"/>
              <a:tailEnd type="triangle" w="med" len="med"/>
            </a:ln>
          </p:spPr>
        </p:sp>
      </p:grpSp>
      <p:grpSp>
        <p:nvGrpSpPr>
          <p:cNvPr id="8" name="Group 157"/>
          <p:cNvGrpSpPr/>
          <p:nvPr/>
        </p:nvGrpSpPr>
        <p:grpSpPr>
          <a:xfrm>
            <a:off x="827088" y="4724400"/>
            <a:ext cx="2189162" cy="576263"/>
            <a:chOff x="768" y="3417"/>
            <a:chExt cx="968" cy="284"/>
          </a:xfrm>
        </p:grpSpPr>
        <p:sp>
          <p:nvSpPr>
            <p:cNvPr id="16433" name="Line 158"/>
            <p:cNvSpPr/>
            <p:nvPr/>
          </p:nvSpPr>
          <p:spPr>
            <a:xfrm>
              <a:off x="768" y="3417"/>
              <a:ext cx="859" cy="0"/>
            </a:xfrm>
            <a:prstGeom prst="line">
              <a:avLst/>
            </a:prstGeom>
            <a:ln w="28575" cap="flat" cmpd="sng">
              <a:solidFill>
                <a:srgbClr val="FF3300"/>
              </a:solidFill>
              <a:prstDash val="solid"/>
              <a:headEnd type="none" w="med" len="med"/>
              <a:tailEnd type="triangle" w="med" len="med"/>
            </a:ln>
          </p:spPr>
        </p:sp>
        <p:graphicFrame>
          <p:nvGraphicFramePr>
            <p:cNvPr id="16392" name="Object 159"/>
            <p:cNvGraphicFramePr/>
            <p:nvPr/>
          </p:nvGraphicFramePr>
          <p:xfrm>
            <a:off x="1271" y="3444"/>
            <a:ext cx="465" cy="257"/>
          </p:xfrm>
          <a:graphic>
            <a:graphicData uri="http://schemas.openxmlformats.org/presentationml/2006/ole">
              <mc:AlternateContent xmlns:mc="http://schemas.openxmlformats.org/markup-compatibility/2006">
                <mc:Choice xmlns:v="urn:schemas-microsoft-com:vml" Requires="v">
                  <p:oleObj spid="_x0000_s3143" name="" r:id="rId10" imgW="456565" imgH="266065" progId="Equation.3">
                    <p:embed/>
                  </p:oleObj>
                </mc:Choice>
                <mc:Fallback>
                  <p:oleObj name="" r:id="rId10" imgW="456565" imgH="266065" progId="Equation.3">
                    <p:embed/>
                    <p:pic>
                      <p:nvPicPr>
                        <p:cNvPr id="0" name="图片 3142"/>
                        <p:cNvPicPr/>
                        <p:nvPr/>
                      </p:nvPicPr>
                      <p:blipFill>
                        <a:blip r:embed="rId11">
                          <a:clrChange>
                            <a:clrFrom>
                              <a:srgbClr val="000000"/>
                            </a:clrFrom>
                            <a:clrTo>
                              <a:srgbClr val="FFFFFF"/>
                            </a:clrTo>
                          </a:clrChange>
                        </a:blip>
                        <a:stretch>
                          <a:fillRect/>
                        </a:stretch>
                      </p:blipFill>
                      <p:spPr>
                        <a:xfrm>
                          <a:off x="1271" y="3444"/>
                          <a:ext cx="465" cy="257"/>
                        </a:xfrm>
                        <a:prstGeom prst="rect">
                          <a:avLst/>
                        </a:prstGeom>
                        <a:noFill/>
                        <a:ln w="38100">
                          <a:noFill/>
                          <a:miter/>
                        </a:ln>
                      </p:spPr>
                    </p:pic>
                  </p:oleObj>
                </mc:Fallback>
              </mc:AlternateContent>
            </a:graphicData>
          </a:graphic>
        </p:graphicFrame>
      </p:grpSp>
      <p:grpSp>
        <p:nvGrpSpPr>
          <p:cNvPr id="9" name="Group 160"/>
          <p:cNvGrpSpPr/>
          <p:nvPr/>
        </p:nvGrpSpPr>
        <p:grpSpPr>
          <a:xfrm>
            <a:off x="827088" y="3932238"/>
            <a:ext cx="603250" cy="790575"/>
            <a:chOff x="2458" y="2089"/>
            <a:chExt cx="380" cy="498"/>
          </a:xfrm>
        </p:grpSpPr>
        <p:sp>
          <p:nvSpPr>
            <p:cNvPr id="16432" name="Line 161"/>
            <p:cNvSpPr/>
            <p:nvPr/>
          </p:nvSpPr>
          <p:spPr>
            <a:xfrm flipV="1">
              <a:off x="2458" y="2089"/>
              <a:ext cx="0" cy="498"/>
            </a:xfrm>
            <a:prstGeom prst="line">
              <a:avLst/>
            </a:prstGeom>
            <a:ln w="28575" cap="flat" cmpd="sng">
              <a:solidFill>
                <a:schemeClr val="accent1"/>
              </a:solidFill>
              <a:prstDash val="solid"/>
              <a:headEnd type="none" w="med" len="med"/>
              <a:tailEnd type="triangle" w="med" len="med"/>
            </a:ln>
          </p:spPr>
        </p:sp>
        <p:graphicFrame>
          <p:nvGraphicFramePr>
            <p:cNvPr id="16391" name="Object 162"/>
            <p:cNvGraphicFramePr/>
            <p:nvPr/>
          </p:nvGraphicFramePr>
          <p:xfrm>
            <a:off x="2545" y="2115"/>
            <a:ext cx="293" cy="351"/>
          </p:xfrm>
          <a:graphic>
            <a:graphicData uri="http://schemas.openxmlformats.org/presentationml/2006/ole">
              <mc:AlternateContent xmlns:mc="http://schemas.openxmlformats.org/markup-compatibility/2006">
                <mc:Choice xmlns:v="urn:schemas-microsoft-com:vml" Requires="v">
                  <p:oleObj spid="_x0000_s3144" name="" r:id="rId12" imgW="190500" imgH="266065" progId="Equation.3">
                    <p:embed/>
                  </p:oleObj>
                </mc:Choice>
                <mc:Fallback>
                  <p:oleObj name="" r:id="rId12" imgW="190500" imgH="266065" progId="Equation.3">
                    <p:embed/>
                    <p:pic>
                      <p:nvPicPr>
                        <p:cNvPr id="0" name="图片 3143"/>
                        <p:cNvPicPr/>
                        <p:nvPr/>
                      </p:nvPicPr>
                      <p:blipFill>
                        <a:blip r:embed="rId13">
                          <a:clrChange>
                            <a:clrFrom>
                              <a:srgbClr val="000000"/>
                            </a:clrFrom>
                            <a:clrTo>
                              <a:srgbClr val="FFFFFF"/>
                            </a:clrTo>
                          </a:clrChange>
                        </a:blip>
                        <a:stretch>
                          <a:fillRect/>
                        </a:stretch>
                      </p:blipFill>
                      <p:spPr>
                        <a:xfrm>
                          <a:off x="2545" y="2115"/>
                          <a:ext cx="293" cy="351"/>
                        </a:xfrm>
                        <a:prstGeom prst="rect">
                          <a:avLst/>
                        </a:prstGeom>
                        <a:noFill/>
                        <a:ln w="38100">
                          <a:noFill/>
                          <a:miter/>
                        </a:ln>
                      </p:spPr>
                    </p:pic>
                  </p:oleObj>
                </mc:Fallback>
              </mc:AlternateContent>
            </a:graphicData>
          </a:graphic>
        </p:graphicFrame>
      </p:grpSp>
      <p:grpSp>
        <p:nvGrpSpPr>
          <p:cNvPr id="10" name="Group 163"/>
          <p:cNvGrpSpPr/>
          <p:nvPr/>
        </p:nvGrpSpPr>
        <p:grpSpPr>
          <a:xfrm>
            <a:off x="827088" y="4724400"/>
            <a:ext cx="581025" cy="1008063"/>
            <a:chOff x="1651" y="2533"/>
            <a:chExt cx="269" cy="484"/>
          </a:xfrm>
        </p:grpSpPr>
        <p:sp>
          <p:nvSpPr>
            <p:cNvPr id="16431" name="Line 164"/>
            <p:cNvSpPr/>
            <p:nvPr/>
          </p:nvSpPr>
          <p:spPr>
            <a:xfrm>
              <a:off x="1651" y="2533"/>
              <a:ext cx="0" cy="408"/>
            </a:xfrm>
            <a:prstGeom prst="line">
              <a:avLst/>
            </a:prstGeom>
            <a:ln w="28575" cap="flat" cmpd="sng">
              <a:solidFill>
                <a:srgbClr val="FF66FF"/>
              </a:solidFill>
              <a:prstDash val="solid"/>
              <a:headEnd type="none" w="med" len="med"/>
              <a:tailEnd type="triangle" w="med" len="med"/>
            </a:ln>
          </p:spPr>
        </p:sp>
        <p:graphicFrame>
          <p:nvGraphicFramePr>
            <p:cNvPr id="16390" name="Object 165"/>
            <p:cNvGraphicFramePr/>
            <p:nvPr/>
          </p:nvGraphicFramePr>
          <p:xfrm>
            <a:off x="1747" y="2770"/>
            <a:ext cx="173" cy="247"/>
          </p:xfrm>
          <a:graphic>
            <a:graphicData uri="http://schemas.openxmlformats.org/presentationml/2006/ole">
              <mc:AlternateContent xmlns:mc="http://schemas.openxmlformats.org/markup-compatibility/2006">
                <mc:Choice xmlns:v="urn:schemas-microsoft-com:vml" Requires="v">
                  <p:oleObj spid="_x0000_s3142" name="" r:id="rId14" imgW="177800" imgH="266065" progId="Equation.3">
                    <p:embed/>
                  </p:oleObj>
                </mc:Choice>
                <mc:Fallback>
                  <p:oleObj name="" r:id="rId14" imgW="177800" imgH="266065" progId="Equation.3">
                    <p:embed/>
                    <p:pic>
                      <p:nvPicPr>
                        <p:cNvPr id="0" name="图片 3141"/>
                        <p:cNvPicPr/>
                        <p:nvPr/>
                      </p:nvPicPr>
                      <p:blipFill>
                        <a:blip r:embed="rId15">
                          <a:clrChange>
                            <a:clrFrom>
                              <a:srgbClr val="000000"/>
                            </a:clrFrom>
                            <a:clrTo>
                              <a:srgbClr val="FFFFFF"/>
                            </a:clrTo>
                          </a:clrChange>
                        </a:blip>
                        <a:stretch>
                          <a:fillRect/>
                        </a:stretch>
                      </p:blipFill>
                      <p:spPr>
                        <a:xfrm>
                          <a:off x="1747" y="2770"/>
                          <a:ext cx="173" cy="247"/>
                        </a:xfrm>
                        <a:prstGeom prst="rect">
                          <a:avLst/>
                        </a:prstGeom>
                        <a:noFill/>
                        <a:ln w="38100">
                          <a:noFill/>
                          <a:miter/>
                        </a:ln>
                      </p:spPr>
                    </p:pic>
                  </p:oleObj>
                </mc:Fallback>
              </mc:AlternateContent>
            </a:graphicData>
          </a:graphic>
        </p:graphicFrame>
      </p:grpSp>
      <p:grpSp>
        <p:nvGrpSpPr>
          <p:cNvPr id="16407" name="Group 169"/>
          <p:cNvGrpSpPr/>
          <p:nvPr/>
        </p:nvGrpSpPr>
        <p:grpSpPr>
          <a:xfrm>
            <a:off x="6588125" y="6446838"/>
            <a:ext cx="792163" cy="366712"/>
            <a:chOff x="4649" y="4020"/>
            <a:chExt cx="499" cy="231"/>
          </a:xfrm>
        </p:grpSpPr>
        <p:pic>
          <p:nvPicPr>
            <p:cNvPr id="16429" name="Picture 170" descr="78900"/>
            <p:cNvPicPr>
              <a:picLocks noChangeAspect="1"/>
            </p:cNvPicPr>
            <p:nvPr/>
          </p:nvPicPr>
          <p:blipFill>
            <a:blip r:embed="rId1"/>
            <a:stretch>
              <a:fillRect/>
            </a:stretch>
          </p:blipFill>
          <p:spPr>
            <a:xfrm>
              <a:off x="4649" y="4066"/>
              <a:ext cx="499" cy="181"/>
            </a:xfrm>
            <a:prstGeom prst="rect">
              <a:avLst/>
            </a:prstGeom>
            <a:noFill/>
            <a:ln w="9525">
              <a:noFill/>
            </a:ln>
          </p:spPr>
        </p:pic>
        <p:sp>
          <p:nvSpPr>
            <p:cNvPr id="16430" name="Text Box 171">
              <a:hlinkClick r:id="" action="ppaction://hlinkshowjump?jump=firstslide"/>
            </p:cNvPr>
            <p:cNvSpPr txBox="1"/>
            <p:nvPr/>
          </p:nvSpPr>
          <p:spPr>
            <a:xfrm>
              <a:off x="4672" y="4020"/>
              <a:ext cx="476" cy="231"/>
            </a:xfrm>
            <a:prstGeom prst="rect">
              <a:avLst/>
            </a:prstGeom>
            <a:noFill/>
            <a:ln w="9525">
              <a:noFill/>
            </a:ln>
          </p:spPr>
          <p:txBody>
            <a:bodyPr wrap="none">
              <a:spAutoFit/>
            </a:bodyPr>
            <a:p>
              <a:pPr>
                <a:spcBef>
                  <a:spcPct val="50000"/>
                </a:spcBef>
              </a:pPr>
              <a:r>
                <a:rPr lang="zh-CN" altLang="en-US" sz="1800" b="0" dirty="0">
                  <a:solidFill>
                    <a:schemeClr val="bg1"/>
                  </a:solidFill>
                  <a:latin typeface="隶书" panose="02010509060101010101" pitchFamily="49" charset="-122"/>
                  <a:ea typeface="隶书" panose="02010509060101010101" pitchFamily="49" charset="-122"/>
                </a:rPr>
                <a:t>返 回</a:t>
              </a:r>
              <a:endParaRPr lang="zh-CN" altLang="en-US" sz="1800" b="0" dirty="0">
                <a:solidFill>
                  <a:schemeClr val="bg1"/>
                </a:solidFill>
                <a:latin typeface="隶书" panose="02010509060101010101" pitchFamily="49" charset="-122"/>
                <a:ea typeface="隶书" panose="02010509060101010101" pitchFamily="49" charset="-122"/>
              </a:endParaRPr>
            </a:p>
          </p:txBody>
        </p:sp>
      </p:grpSp>
      <p:grpSp>
        <p:nvGrpSpPr>
          <p:cNvPr id="12" name="Group 177"/>
          <p:cNvGrpSpPr/>
          <p:nvPr/>
        </p:nvGrpSpPr>
        <p:grpSpPr>
          <a:xfrm>
            <a:off x="3995738" y="404813"/>
            <a:ext cx="3033712" cy="2195512"/>
            <a:chOff x="2517" y="255"/>
            <a:chExt cx="1911" cy="1383"/>
          </a:xfrm>
        </p:grpSpPr>
        <p:sp>
          <p:nvSpPr>
            <p:cNvPr id="16409" name="Line 131"/>
            <p:cNvSpPr/>
            <p:nvPr/>
          </p:nvSpPr>
          <p:spPr>
            <a:xfrm>
              <a:off x="2653" y="663"/>
              <a:ext cx="1451" cy="0"/>
            </a:xfrm>
            <a:prstGeom prst="line">
              <a:avLst/>
            </a:prstGeom>
            <a:ln w="28575" cap="flat" cmpd="sng">
              <a:solidFill>
                <a:srgbClr val="FFCC00"/>
              </a:solidFill>
              <a:prstDash val="solid"/>
              <a:headEnd type="none" w="med" len="med"/>
              <a:tailEnd type="none" w="med" len="med"/>
            </a:ln>
          </p:spPr>
        </p:sp>
        <p:graphicFrame>
          <p:nvGraphicFramePr>
            <p:cNvPr id="16386" name="Object 115"/>
            <p:cNvGraphicFramePr/>
            <p:nvPr/>
          </p:nvGraphicFramePr>
          <p:xfrm>
            <a:off x="2880" y="255"/>
            <a:ext cx="159" cy="384"/>
          </p:xfrm>
          <a:graphic>
            <a:graphicData uri="http://schemas.openxmlformats.org/presentationml/2006/ole">
              <mc:AlternateContent xmlns:mc="http://schemas.openxmlformats.org/markup-compatibility/2006">
                <mc:Choice xmlns:v="urn:schemas-microsoft-com:vml" Requires="v">
                  <p:oleObj spid="_x0000_s3145" name="" r:id="rId16" imgW="127000" imgH="304165" progId="Equation.3">
                    <p:embed/>
                  </p:oleObj>
                </mc:Choice>
                <mc:Fallback>
                  <p:oleObj name="" r:id="rId16" imgW="127000" imgH="304165" progId="Equation.3">
                    <p:embed/>
                    <p:pic>
                      <p:nvPicPr>
                        <p:cNvPr id="0" name="图片 3144"/>
                        <p:cNvPicPr/>
                        <p:nvPr/>
                      </p:nvPicPr>
                      <p:blipFill>
                        <a:blip r:embed="rId17">
                          <a:clrChange>
                            <a:clrFrom>
                              <a:srgbClr val="000000"/>
                            </a:clrFrom>
                            <a:clrTo>
                              <a:srgbClr val="FFFFFF"/>
                            </a:clrTo>
                          </a:clrChange>
                        </a:blip>
                        <a:stretch>
                          <a:fillRect/>
                        </a:stretch>
                      </p:blipFill>
                      <p:spPr>
                        <a:xfrm>
                          <a:off x="2880" y="255"/>
                          <a:ext cx="159" cy="384"/>
                        </a:xfrm>
                        <a:prstGeom prst="rect">
                          <a:avLst/>
                        </a:prstGeom>
                        <a:noFill/>
                        <a:ln w="38100">
                          <a:noFill/>
                          <a:miter/>
                        </a:ln>
                      </p:spPr>
                    </p:pic>
                  </p:oleObj>
                </mc:Fallback>
              </mc:AlternateContent>
            </a:graphicData>
          </a:graphic>
        </p:graphicFrame>
        <p:sp>
          <p:nvSpPr>
            <p:cNvPr id="16410" name="Text Box 116"/>
            <p:cNvSpPr txBox="1"/>
            <p:nvPr/>
          </p:nvSpPr>
          <p:spPr>
            <a:xfrm>
              <a:off x="3470" y="981"/>
              <a:ext cx="816" cy="327"/>
            </a:xfrm>
            <a:prstGeom prst="rect">
              <a:avLst/>
            </a:prstGeom>
            <a:noFill/>
            <a:ln w="9525">
              <a:noFill/>
            </a:ln>
          </p:spPr>
          <p:txBody>
            <a:bodyPr>
              <a:spAutoFit/>
            </a:bodyPr>
            <a:p>
              <a:r>
                <a:rPr lang="en-US" altLang="zh-CN" b="0" dirty="0">
                  <a:solidFill>
                    <a:schemeClr val="bg1"/>
                  </a:solidFill>
                  <a:latin typeface="Times New Roman" panose="02020603050405020304" pitchFamily="18" charset="0"/>
                  <a:ea typeface="宋体" panose="02010600030101010101" pitchFamily="2" charset="-122"/>
                </a:rPr>
                <a:t>j</a:t>
              </a:r>
              <a:r>
                <a:rPr lang="en-US" altLang="zh-CN" b="0" i="1" dirty="0">
                  <a:solidFill>
                    <a:schemeClr val="bg1"/>
                  </a:solidFill>
                  <a:latin typeface="Times New Roman" panose="02020603050405020304" pitchFamily="18" charset="0"/>
                  <a:ea typeface="宋体" panose="02010600030101010101" pitchFamily="2" charset="-122"/>
                  <a:sym typeface="Symbol" panose="05050102010706020507" pitchFamily="18" charset="2"/>
                </a:rPr>
                <a:t> </a:t>
              </a:r>
              <a:r>
                <a:rPr lang="en-US" altLang="zh-CN" b="0" i="1" dirty="0">
                  <a:solidFill>
                    <a:schemeClr val="bg1"/>
                  </a:solidFill>
                  <a:latin typeface="Times New Roman" panose="02020603050405020304" pitchFamily="18" charset="0"/>
                  <a:ea typeface="宋体" panose="02010600030101010101" pitchFamily="2" charset="-122"/>
                </a:rPr>
                <a:t>L</a:t>
              </a:r>
              <a:r>
                <a:rPr lang="en-US" altLang="zh-CN" b="0" baseline="-25000" dirty="0">
                  <a:solidFill>
                    <a:schemeClr val="bg1"/>
                  </a:solidFill>
                  <a:latin typeface="Times New Roman" panose="02020603050405020304" pitchFamily="18" charset="0"/>
                  <a:ea typeface="宋体" panose="02010600030101010101" pitchFamily="2" charset="-122"/>
                </a:rPr>
                <a:t>eq</a:t>
              </a:r>
              <a:endParaRPr lang="en-US" altLang="zh-CN" b="0" dirty="0">
                <a:solidFill>
                  <a:schemeClr val="bg1"/>
                </a:solidFill>
                <a:latin typeface="Times New Roman" panose="02020603050405020304" pitchFamily="18" charset="0"/>
                <a:ea typeface="宋体" panose="02010600030101010101" pitchFamily="2" charset="-122"/>
              </a:endParaRPr>
            </a:p>
          </p:txBody>
        </p:sp>
        <p:graphicFrame>
          <p:nvGraphicFramePr>
            <p:cNvPr id="16387" name="Object 117"/>
            <p:cNvGraphicFramePr/>
            <p:nvPr/>
          </p:nvGraphicFramePr>
          <p:xfrm>
            <a:off x="2562" y="935"/>
            <a:ext cx="213" cy="382"/>
          </p:xfrm>
          <a:graphic>
            <a:graphicData uri="http://schemas.openxmlformats.org/presentationml/2006/ole">
              <mc:AlternateContent xmlns:mc="http://schemas.openxmlformats.org/markup-compatibility/2006">
                <mc:Choice xmlns:v="urn:schemas-microsoft-com:vml" Requires="v">
                  <p:oleObj spid="_x0000_s3147" name="" r:id="rId18" imgW="177800" imgH="316865" progId="Equation.3">
                    <p:embed/>
                  </p:oleObj>
                </mc:Choice>
                <mc:Fallback>
                  <p:oleObj name="" r:id="rId18" imgW="177800" imgH="316865" progId="Equation.3">
                    <p:embed/>
                    <p:pic>
                      <p:nvPicPr>
                        <p:cNvPr id="0" name="图片 3146"/>
                        <p:cNvPicPr/>
                        <p:nvPr/>
                      </p:nvPicPr>
                      <p:blipFill>
                        <a:blip r:embed="rId19">
                          <a:clrChange>
                            <a:clrFrom>
                              <a:srgbClr val="000000"/>
                            </a:clrFrom>
                            <a:clrTo>
                              <a:srgbClr val="FFFFFF"/>
                            </a:clrTo>
                          </a:clrChange>
                        </a:blip>
                        <a:stretch>
                          <a:fillRect/>
                        </a:stretch>
                      </p:blipFill>
                      <p:spPr>
                        <a:xfrm>
                          <a:off x="2562" y="935"/>
                          <a:ext cx="213" cy="382"/>
                        </a:xfrm>
                        <a:prstGeom prst="rect">
                          <a:avLst/>
                        </a:prstGeom>
                        <a:noFill/>
                        <a:ln w="38100">
                          <a:noFill/>
                          <a:miter/>
                        </a:ln>
                      </p:spPr>
                    </p:pic>
                  </p:oleObj>
                </mc:Fallback>
              </mc:AlternateContent>
            </a:graphicData>
          </a:graphic>
        </p:graphicFrame>
        <p:graphicFrame>
          <p:nvGraphicFramePr>
            <p:cNvPr id="16388" name="Object 118"/>
            <p:cNvGraphicFramePr/>
            <p:nvPr/>
          </p:nvGraphicFramePr>
          <p:xfrm>
            <a:off x="4150" y="482"/>
            <a:ext cx="278" cy="453"/>
          </p:xfrm>
          <a:graphic>
            <a:graphicData uri="http://schemas.openxmlformats.org/presentationml/2006/ole">
              <mc:AlternateContent xmlns:mc="http://schemas.openxmlformats.org/markup-compatibility/2006">
                <mc:Choice xmlns:v="urn:schemas-microsoft-com:vml" Requires="v">
                  <p:oleObj spid="_x0000_s3148" name="" r:id="rId20" imgW="203200" imgH="330200" progId="Equation.3">
                    <p:embed/>
                  </p:oleObj>
                </mc:Choice>
                <mc:Fallback>
                  <p:oleObj name="" r:id="rId20" imgW="203200" imgH="330200" progId="Equation.3">
                    <p:embed/>
                    <p:pic>
                      <p:nvPicPr>
                        <p:cNvPr id="0" name="图片 3147"/>
                        <p:cNvPicPr/>
                        <p:nvPr/>
                      </p:nvPicPr>
                      <p:blipFill>
                        <a:blip r:embed="rId21">
                          <a:clrChange>
                            <a:clrFrom>
                              <a:srgbClr val="000000"/>
                            </a:clrFrom>
                            <a:clrTo>
                              <a:srgbClr val="FFFFFF"/>
                            </a:clrTo>
                          </a:clrChange>
                        </a:blip>
                        <a:stretch>
                          <a:fillRect/>
                        </a:stretch>
                      </p:blipFill>
                      <p:spPr>
                        <a:xfrm>
                          <a:off x="4150" y="482"/>
                          <a:ext cx="278" cy="453"/>
                        </a:xfrm>
                        <a:prstGeom prst="rect">
                          <a:avLst/>
                        </a:prstGeom>
                        <a:noFill/>
                        <a:ln w="38100">
                          <a:noFill/>
                          <a:miter/>
                        </a:ln>
                      </p:spPr>
                    </p:pic>
                  </p:oleObj>
                </mc:Fallback>
              </mc:AlternateContent>
            </a:graphicData>
          </a:graphic>
        </p:graphicFrame>
        <p:graphicFrame>
          <p:nvGraphicFramePr>
            <p:cNvPr id="16389" name="Object 119"/>
            <p:cNvGraphicFramePr/>
            <p:nvPr/>
          </p:nvGraphicFramePr>
          <p:xfrm>
            <a:off x="3334" y="527"/>
            <a:ext cx="238" cy="439"/>
          </p:xfrm>
          <a:graphic>
            <a:graphicData uri="http://schemas.openxmlformats.org/presentationml/2006/ole">
              <mc:AlternateContent xmlns:mc="http://schemas.openxmlformats.org/markup-compatibility/2006">
                <mc:Choice xmlns:v="urn:schemas-microsoft-com:vml" Requires="v">
                  <p:oleObj spid="_x0000_s3146" name="" r:id="rId22" imgW="177800" imgH="329565" progId="Equation.3">
                    <p:embed/>
                  </p:oleObj>
                </mc:Choice>
                <mc:Fallback>
                  <p:oleObj name="" r:id="rId22" imgW="177800" imgH="329565" progId="Equation.3">
                    <p:embed/>
                    <p:pic>
                      <p:nvPicPr>
                        <p:cNvPr id="0" name="图片 3145"/>
                        <p:cNvPicPr/>
                        <p:nvPr/>
                      </p:nvPicPr>
                      <p:blipFill>
                        <a:blip r:embed="rId23">
                          <a:clrChange>
                            <a:clrFrom>
                              <a:srgbClr val="000000"/>
                            </a:clrFrom>
                            <a:clrTo>
                              <a:srgbClr val="FFFFFF"/>
                            </a:clrTo>
                          </a:clrChange>
                        </a:blip>
                        <a:stretch>
                          <a:fillRect/>
                        </a:stretch>
                      </p:blipFill>
                      <p:spPr>
                        <a:xfrm>
                          <a:off x="3334" y="527"/>
                          <a:ext cx="238" cy="439"/>
                        </a:xfrm>
                        <a:prstGeom prst="rect">
                          <a:avLst/>
                        </a:prstGeom>
                        <a:noFill/>
                        <a:ln w="38100">
                          <a:noFill/>
                          <a:miter/>
                        </a:ln>
                      </p:spPr>
                    </p:pic>
                  </p:oleObj>
                </mc:Fallback>
              </mc:AlternateContent>
            </a:graphicData>
          </a:graphic>
        </p:graphicFrame>
        <p:sp>
          <p:nvSpPr>
            <p:cNvPr id="16411" name="Text Box 120"/>
            <p:cNvSpPr txBox="1"/>
            <p:nvPr/>
          </p:nvSpPr>
          <p:spPr>
            <a:xfrm>
              <a:off x="2970" y="980"/>
              <a:ext cx="253" cy="327"/>
            </a:xfrm>
            <a:prstGeom prst="rect">
              <a:avLst/>
            </a:prstGeom>
            <a:noFill/>
            <a:ln w="28575">
              <a:noFill/>
            </a:ln>
          </p:spPr>
          <p:txBody>
            <a:bodyPr wrap="none">
              <a:spAutoFit/>
            </a:bodyPr>
            <a:p>
              <a:r>
                <a:rPr lang="en-US" altLang="zh-CN" b="0" i="1" dirty="0">
                  <a:solidFill>
                    <a:schemeClr val="bg1"/>
                  </a:solidFill>
                  <a:latin typeface="Times New Roman" panose="02020603050405020304" pitchFamily="18" charset="0"/>
                  <a:ea typeface="宋体" panose="02010600030101010101" pitchFamily="2" charset="-122"/>
                </a:rPr>
                <a:t>R</a:t>
              </a:r>
              <a:endParaRPr lang="en-US" altLang="zh-CN" b="0" i="1" dirty="0">
                <a:solidFill>
                  <a:schemeClr val="bg1"/>
                </a:solidFill>
                <a:latin typeface="Times New Roman" panose="02020603050405020304" pitchFamily="18" charset="0"/>
                <a:ea typeface="宋体" panose="02010600030101010101" pitchFamily="2" charset="-122"/>
              </a:endParaRPr>
            </a:p>
          </p:txBody>
        </p:sp>
        <p:sp>
          <p:nvSpPr>
            <p:cNvPr id="16412" name="Line 121"/>
            <p:cNvSpPr/>
            <p:nvPr/>
          </p:nvSpPr>
          <p:spPr>
            <a:xfrm>
              <a:off x="2789" y="663"/>
              <a:ext cx="288" cy="0"/>
            </a:xfrm>
            <a:prstGeom prst="line">
              <a:avLst/>
            </a:prstGeom>
            <a:ln w="28575" cap="flat" cmpd="sng">
              <a:solidFill>
                <a:srgbClr val="66FFFF"/>
              </a:solidFill>
              <a:prstDash val="solid"/>
              <a:headEnd type="none" w="med" len="med"/>
              <a:tailEnd type="triangle" w="med" len="med"/>
            </a:ln>
          </p:spPr>
        </p:sp>
        <p:sp>
          <p:nvSpPr>
            <p:cNvPr id="16413" name="Text Box 122"/>
            <p:cNvSpPr txBox="1"/>
            <p:nvPr/>
          </p:nvSpPr>
          <p:spPr>
            <a:xfrm>
              <a:off x="2517" y="663"/>
              <a:ext cx="242" cy="327"/>
            </a:xfrm>
            <a:prstGeom prst="rect">
              <a:avLst/>
            </a:prstGeom>
            <a:noFill/>
            <a:ln w="28575">
              <a:noFill/>
            </a:ln>
          </p:spPr>
          <p:txBody>
            <a:bodyPr>
              <a:spAutoFit/>
            </a:bodyPr>
            <a:p>
              <a:pPr>
                <a:spcBef>
                  <a:spcPct val="50000"/>
                </a:spcBef>
              </a:pPr>
              <a:r>
                <a:rPr lang="en-US" altLang="zh-CN" b="0" dirty="0">
                  <a:solidFill>
                    <a:schemeClr val="bg1"/>
                  </a:solidFill>
                  <a:latin typeface="Times New Roman" panose="02020603050405020304" pitchFamily="18" charset="0"/>
                  <a:ea typeface="宋体" panose="02010600030101010101" pitchFamily="2" charset="-122"/>
                </a:rPr>
                <a:t>+</a:t>
              </a:r>
              <a:endParaRPr lang="en-US" altLang="zh-CN" b="0" dirty="0">
                <a:solidFill>
                  <a:schemeClr val="bg1"/>
                </a:solidFill>
                <a:latin typeface="Times New Roman" panose="02020603050405020304" pitchFamily="18" charset="0"/>
                <a:ea typeface="宋体" panose="02010600030101010101" pitchFamily="2" charset="-122"/>
              </a:endParaRPr>
            </a:p>
          </p:txBody>
        </p:sp>
        <p:sp>
          <p:nvSpPr>
            <p:cNvPr id="16414" name="Text Box 123"/>
            <p:cNvSpPr txBox="1"/>
            <p:nvPr/>
          </p:nvSpPr>
          <p:spPr>
            <a:xfrm>
              <a:off x="2517" y="1253"/>
              <a:ext cx="227" cy="327"/>
            </a:xfrm>
            <a:prstGeom prst="rect">
              <a:avLst/>
            </a:prstGeom>
            <a:noFill/>
            <a:ln w="28575">
              <a:noFill/>
            </a:ln>
          </p:spPr>
          <p:txBody>
            <a:bodyPr>
              <a:spAutoFit/>
            </a:bodyPr>
            <a:p>
              <a:pPr>
                <a:spcBef>
                  <a:spcPct val="50000"/>
                </a:spcBef>
              </a:pPr>
              <a:r>
                <a:rPr lang="en-US" altLang="zh-CN" b="0" dirty="0">
                  <a:solidFill>
                    <a:schemeClr val="bg1"/>
                  </a:solidFill>
                  <a:latin typeface="宋体" panose="02010600030101010101" pitchFamily="2" charset="-122"/>
                  <a:ea typeface="宋体" panose="02010600030101010101" pitchFamily="2" charset="-122"/>
                </a:rPr>
                <a:t>-</a:t>
              </a:r>
              <a:endParaRPr lang="en-US" altLang="zh-CN" b="0" dirty="0">
                <a:solidFill>
                  <a:schemeClr val="bg1"/>
                </a:solidFill>
                <a:latin typeface="Times New Roman" panose="02020603050405020304" pitchFamily="18" charset="0"/>
                <a:ea typeface="宋体" panose="02010600030101010101" pitchFamily="2" charset="-122"/>
              </a:endParaRPr>
            </a:p>
          </p:txBody>
        </p:sp>
        <p:sp>
          <p:nvSpPr>
            <p:cNvPr id="16415" name="Oval 124"/>
            <p:cNvSpPr/>
            <p:nvPr/>
          </p:nvSpPr>
          <p:spPr>
            <a:xfrm>
              <a:off x="2585" y="1570"/>
              <a:ext cx="68" cy="68"/>
            </a:xfrm>
            <a:prstGeom prst="ellipse">
              <a:avLst/>
            </a:prstGeom>
            <a:noFill/>
            <a:ln w="38100" cap="flat" cmpd="sng">
              <a:solidFill>
                <a:srgbClr val="FFCC00"/>
              </a:solidFill>
              <a:prstDash val="solid"/>
              <a:headEnd type="none" w="med" len="med"/>
              <a:tailEnd type="none" w="med" len="med"/>
            </a:ln>
          </p:spPr>
          <p:txBody>
            <a:bodyPr wrap="none" anchor="ctr" anchorCtr="0"/>
            <a:p>
              <a:endParaRPr lang="zh-CN" altLang="en-US" dirty="0">
                <a:latin typeface="楷体_GB2312" pitchFamily="49" charset="-122"/>
              </a:endParaRPr>
            </a:p>
          </p:txBody>
        </p:sp>
        <p:sp>
          <p:nvSpPr>
            <p:cNvPr id="16416" name="Oval 125"/>
            <p:cNvSpPr/>
            <p:nvPr/>
          </p:nvSpPr>
          <p:spPr>
            <a:xfrm>
              <a:off x="2608" y="617"/>
              <a:ext cx="68" cy="68"/>
            </a:xfrm>
            <a:prstGeom prst="ellipse">
              <a:avLst/>
            </a:prstGeom>
            <a:noFill/>
            <a:ln w="38100" cap="flat" cmpd="sng">
              <a:solidFill>
                <a:srgbClr val="FFCC00"/>
              </a:solidFill>
              <a:prstDash val="solid"/>
              <a:headEnd type="none" w="med" len="med"/>
              <a:tailEnd type="none" w="med" len="med"/>
            </a:ln>
          </p:spPr>
          <p:txBody>
            <a:bodyPr wrap="none" anchor="ctr" anchorCtr="0"/>
            <a:p>
              <a:endParaRPr lang="zh-CN" altLang="en-US" dirty="0">
                <a:latin typeface="楷体_GB2312" pitchFamily="49" charset="-122"/>
              </a:endParaRPr>
            </a:p>
          </p:txBody>
        </p:sp>
        <p:sp>
          <p:nvSpPr>
            <p:cNvPr id="16417" name="Freeform 126"/>
            <p:cNvSpPr/>
            <p:nvPr/>
          </p:nvSpPr>
          <p:spPr>
            <a:xfrm>
              <a:off x="3288" y="663"/>
              <a:ext cx="45" cy="947"/>
            </a:xfrm>
            <a:custGeom>
              <a:avLst/>
              <a:gdLst>
                <a:gd name="txL" fmla="*/ 0 w 1"/>
                <a:gd name="txT" fmla="*/ 0 h 312"/>
                <a:gd name="txR" fmla="*/ 1 w 1"/>
                <a:gd name="txB" fmla="*/ 312 h 312"/>
              </a:gdLst>
              <a:ahLst/>
              <a:cxnLst>
                <a:cxn ang="0">
                  <a:pos x="0" y="0"/>
                </a:cxn>
                <a:cxn ang="0">
                  <a:pos x="0" y="312"/>
                </a:cxn>
              </a:cxnLst>
              <a:rect l="txL" t="txT" r="txR" b="txB"/>
              <a:pathLst>
                <a:path w="1" h="312">
                  <a:moveTo>
                    <a:pt x="0" y="0"/>
                  </a:moveTo>
                  <a:lnTo>
                    <a:pt x="0" y="312"/>
                  </a:lnTo>
                </a:path>
              </a:pathLst>
            </a:custGeom>
            <a:noFill/>
            <a:ln w="28575" cap="flat" cmpd="sng">
              <a:solidFill>
                <a:srgbClr val="FFCC00"/>
              </a:solidFill>
              <a:prstDash val="solid"/>
              <a:round/>
              <a:headEnd type="oval" w="med" len="med"/>
              <a:tailEnd type="oval" w="med" len="med"/>
            </a:ln>
          </p:spPr>
          <p:txBody>
            <a:bodyPr wrap="none" anchor="ctr" anchorCtr="0"/>
            <a:p>
              <a:endParaRPr lang="zh-CN" altLang="en-US" dirty="0">
                <a:latin typeface="楷体_GB2312" pitchFamily="49" charset="-122"/>
              </a:endParaRPr>
            </a:p>
          </p:txBody>
        </p:sp>
        <p:sp>
          <p:nvSpPr>
            <p:cNvPr id="16418" name="Freeform 127"/>
            <p:cNvSpPr/>
            <p:nvPr/>
          </p:nvSpPr>
          <p:spPr>
            <a:xfrm>
              <a:off x="4104" y="663"/>
              <a:ext cx="1" cy="270"/>
            </a:xfrm>
            <a:custGeom>
              <a:avLst/>
              <a:gdLst>
                <a:gd name="txL" fmla="*/ 0 w 1"/>
                <a:gd name="txT" fmla="*/ 0 h 270"/>
                <a:gd name="txR" fmla="*/ 1 w 1"/>
                <a:gd name="txB" fmla="*/ 270 h 270"/>
              </a:gdLst>
              <a:ahLst/>
              <a:cxnLst>
                <a:cxn ang="0">
                  <a:pos x="0" y="0"/>
                </a:cxn>
                <a:cxn ang="0">
                  <a:pos x="1" y="270"/>
                </a:cxn>
              </a:cxnLst>
              <a:rect l="txL" t="txT" r="txR" b="txB"/>
              <a:pathLst>
                <a:path w="1" h="270">
                  <a:moveTo>
                    <a:pt x="0" y="0"/>
                  </a:moveTo>
                  <a:lnTo>
                    <a:pt x="1" y="270"/>
                  </a:lnTo>
                </a:path>
              </a:pathLst>
            </a:custGeom>
            <a:noFill/>
            <a:ln w="28575" cap="flat" cmpd="sng">
              <a:solidFill>
                <a:srgbClr val="FFCC00"/>
              </a:solidFill>
              <a:prstDash val="solid"/>
              <a:round/>
              <a:headEnd type="none" w="med" len="med"/>
              <a:tailEnd type="none" w="med" len="med"/>
            </a:ln>
          </p:spPr>
          <p:txBody>
            <a:bodyPr wrap="none" anchor="ctr" anchorCtr="0"/>
            <a:p>
              <a:endParaRPr lang="zh-CN" altLang="en-US" dirty="0">
                <a:latin typeface="楷体_GB2312" pitchFamily="49" charset="-122"/>
              </a:endParaRPr>
            </a:p>
          </p:txBody>
        </p:sp>
        <p:sp>
          <p:nvSpPr>
            <p:cNvPr id="16419" name="Freeform 128"/>
            <p:cNvSpPr/>
            <p:nvPr/>
          </p:nvSpPr>
          <p:spPr>
            <a:xfrm>
              <a:off x="4104" y="1343"/>
              <a:ext cx="1" cy="264"/>
            </a:xfrm>
            <a:custGeom>
              <a:avLst/>
              <a:gdLst>
                <a:gd name="txL" fmla="*/ 0 w 1"/>
                <a:gd name="txT" fmla="*/ 0 h 264"/>
                <a:gd name="txR" fmla="*/ 1 w 1"/>
                <a:gd name="txB" fmla="*/ 264 h 264"/>
              </a:gdLst>
              <a:ahLst/>
              <a:cxnLst>
                <a:cxn ang="0">
                  <a:pos x="0" y="0"/>
                </a:cxn>
                <a:cxn ang="0">
                  <a:pos x="0" y="264"/>
                </a:cxn>
              </a:cxnLst>
              <a:rect l="txL" t="txT" r="txR" b="txB"/>
              <a:pathLst>
                <a:path w="1" h="264">
                  <a:moveTo>
                    <a:pt x="0" y="0"/>
                  </a:moveTo>
                  <a:lnTo>
                    <a:pt x="0" y="264"/>
                  </a:lnTo>
                </a:path>
              </a:pathLst>
            </a:custGeom>
            <a:noFill/>
            <a:ln w="28575" cap="flat" cmpd="sng">
              <a:solidFill>
                <a:srgbClr val="FFCC00"/>
              </a:solidFill>
              <a:prstDash val="solid"/>
              <a:round/>
              <a:headEnd type="none" w="med" len="med"/>
              <a:tailEnd type="none" w="med" len="med"/>
            </a:ln>
          </p:spPr>
          <p:txBody>
            <a:bodyPr wrap="none" anchor="ctr" anchorCtr="0"/>
            <a:p>
              <a:endParaRPr lang="zh-CN" altLang="en-US" dirty="0">
                <a:latin typeface="楷体_GB2312" pitchFamily="49" charset="-122"/>
              </a:endParaRPr>
            </a:p>
          </p:txBody>
        </p:sp>
        <p:sp>
          <p:nvSpPr>
            <p:cNvPr id="16420" name="Line 129"/>
            <p:cNvSpPr/>
            <p:nvPr/>
          </p:nvSpPr>
          <p:spPr>
            <a:xfrm rot="5400000">
              <a:off x="3144" y="853"/>
              <a:ext cx="288" cy="0"/>
            </a:xfrm>
            <a:prstGeom prst="line">
              <a:avLst/>
            </a:prstGeom>
            <a:ln w="28575" cap="flat" cmpd="sng">
              <a:solidFill>
                <a:srgbClr val="66FFFF"/>
              </a:solidFill>
              <a:prstDash val="solid"/>
              <a:headEnd type="none" w="med" len="med"/>
              <a:tailEnd type="triangle" w="med" len="med"/>
            </a:ln>
          </p:spPr>
        </p:sp>
        <p:sp>
          <p:nvSpPr>
            <p:cNvPr id="16421" name="Line 130"/>
            <p:cNvSpPr/>
            <p:nvPr/>
          </p:nvSpPr>
          <p:spPr>
            <a:xfrm rot="5400000">
              <a:off x="3961" y="816"/>
              <a:ext cx="288" cy="0"/>
            </a:xfrm>
            <a:prstGeom prst="line">
              <a:avLst/>
            </a:prstGeom>
            <a:ln w="28575" cap="flat" cmpd="sng">
              <a:solidFill>
                <a:srgbClr val="66FFFF"/>
              </a:solidFill>
              <a:prstDash val="solid"/>
              <a:headEnd type="none" w="med" len="med"/>
              <a:tailEnd type="triangle" w="med" len="med"/>
            </a:ln>
          </p:spPr>
        </p:sp>
        <p:sp>
          <p:nvSpPr>
            <p:cNvPr id="16422" name="Line 132"/>
            <p:cNvSpPr/>
            <p:nvPr/>
          </p:nvSpPr>
          <p:spPr>
            <a:xfrm>
              <a:off x="2653" y="1615"/>
              <a:ext cx="1452" cy="0"/>
            </a:xfrm>
            <a:prstGeom prst="line">
              <a:avLst/>
            </a:prstGeom>
            <a:ln w="28575" cap="flat" cmpd="sng">
              <a:solidFill>
                <a:srgbClr val="FFCC00"/>
              </a:solidFill>
              <a:prstDash val="solid"/>
              <a:headEnd type="none" w="med" len="med"/>
              <a:tailEnd type="none" w="med" len="med"/>
            </a:ln>
          </p:spPr>
        </p:sp>
        <p:sp>
          <p:nvSpPr>
            <p:cNvPr id="16423" name="Rectangle 133"/>
            <p:cNvSpPr/>
            <p:nvPr/>
          </p:nvSpPr>
          <p:spPr>
            <a:xfrm>
              <a:off x="3225" y="990"/>
              <a:ext cx="127" cy="318"/>
            </a:xfrm>
            <a:prstGeom prst="rect">
              <a:avLst/>
            </a:prstGeom>
            <a:gradFill rotWithShape="1">
              <a:gsLst>
                <a:gs pos="0">
                  <a:srgbClr val="764700"/>
                </a:gs>
                <a:gs pos="50000">
                  <a:srgbClr val="FF9900"/>
                </a:gs>
                <a:gs pos="100000">
                  <a:srgbClr val="764700"/>
                </a:gs>
              </a:gsLst>
              <a:lin ang="0" scaled="1"/>
              <a:tileRect/>
            </a:gradFill>
            <a:ln w="28575">
              <a:noFill/>
            </a:ln>
          </p:spPr>
          <p:txBody>
            <a:bodyPr wrap="none" anchor="ctr" anchorCtr="0"/>
            <a:p>
              <a:endParaRPr lang="zh-CN" altLang="en-US" dirty="0">
                <a:latin typeface="楷体_GB2312" pitchFamily="49" charset="-122"/>
              </a:endParaRPr>
            </a:p>
          </p:txBody>
        </p:sp>
        <p:grpSp>
          <p:nvGrpSpPr>
            <p:cNvPr id="16424" name="Group 172"/>
            <p:cNvGrpSpPr/>
            <p:nvPr/>
          </p:nvGrpSpPr>
          <p:grpSpPr>
            <a:xfrm rot="10800000">
              <a:off x="4087" y="962"/>
              <a:ext cx="90" cy="363"/>
              <a:chOff x="1565" y="2614"/>
              <a:chExt cx="90" cy="486"/>
            </a:xfrm>
          </p:grpSpPr>
          <p:sp>
            <p:nvSpPr>
              <p:cNvPr id="16425" name="Arc 173"/>
              <p:cNvSpPr/>
              <p:nvPr/>
            </p:nvSpPr>
            <p:spPr>
              <a:xfrm flipH="1" flipV="1">
                <a:off x="1565" y="2860"/>
                <a:ext cx="90" cy="116"/>
              </a:xfrm>
              <a:custGeom>
                <a:avLst/>
                <a:gdLst>
                  <a:gd name="txL" fmla="*/ 0 w 22723"/>
                  <a:gd name="txT" fmla="*/ 0 h 43200"/>
                  <a:gd name="txR" fmla="*/ 22723 w 22723"/>
                  <a:gd name="txB" fmla="*/ 43200 h 43200"/>
                </a:gdLst>
                <a:ahLst/>
                <a:cxnLst>
                  <a:cxn ang="0">
                    <a:pos x="1122" y="0"/>
                  </a:cxn>
                  <a:cxn ang="0">
                    <a:pos x="22723" y="21600"/>
                  </a:cxn>
                  <a:cxn ang="0">
                    <a:pos x="1123" y="43200"/>
                  </a:cxn>
                  <a:cxn ang="0">
                    <a:pos x="0" y="43170"/>
                  </a:cxn>
                  <a:cxn ang="0">
                    <a:pos x="1122" y="0"/>
                  </a:cxn>
                  <a:cxn ang="0">
                    <a:pos x="22723" y="21600"/>
                  </a:cxn>
                  <a:cxn ang="0">
                    <a:pos x="1123" y="43200"/>
                  </a:cxn>
                  <a:cxn ang="0">
                    <a:pos x="0" y="43170"/>
                  </a:cxn>
                  <a:cxn ang="0">
                    <a:pos x="1123" y="21600"/>
                  </a:cxn>
                </a:cxnLst>
                <a:rect l="txL" t="txT" r="txR" b="txB"/>
                <a:pathLst>
                  <a:path w="22723" h="43200" fill="none">
                    <a:moveTo>
                      <a:pt x="1122" y="0"/>
                    </a:moveTo>
                    <a:cubicBezTo>
                      <a:pt x="13052" y="0"/>
                      <a:pt x="22723" y="9670"/>
                      <a:pt x="22723" y="21600"/>
                    </a:cubicBezTo>
                    <a:cubicBezTo>
                      <a:pt x="22723" y="33529"/>
                      <a:pt x="13052" y="43200"/>
                      <a:pt x="1123" y="43200"/>
                    </a:cubicBezTo>
                    <a:cubicBezTo>
                      <a:pt x="748" y="43200"/>
                      <a:pt x="374" y="43190"/>
                      <a:pt x="0" y="43170"/>
                    </a:cubicBezTo>
                  </a:path>
                  <a:path w="22723" h="43200" stroke="0">
                    <a:moveTo>
                      <a:pt x="1122" y="0"/>
                    </a:moveTo>
                    <a:cubicBezTo>
                      <a:pt x="13052" y="0"/>
                      <a:pt x="22723" y="9670"/>
                      <a:pt x="22723" y="21600"/>
                    </a:cubicBezTo>
                    <a:cubicBezTo>
                      <a:pt x="22723" y="33529"/>
                      <a:pt x="13052" y="43200"/>
                      <a:pt x="1123" y="43200"/>
                    </a:cubicBezTo>
                    <a:cubicBezTo>
                      <a:pt x="748" y="43200"/>
                      <a:pt x="374" y="43190"/>
                      <a:pt x="0" y="43170"/>
                    </a:cubicBezTo>
                    <a:lnTo>
                      <a:pt x="1123" y="21600"/>
                    </a:lnTo>
                    <a:close/>
                  </a:path>
                </a:pathLst>
              </a:custGeom>
              <a:noFill/>
              <a:ln w="28575" cap="flat" cmpd="sng">
                <a:solidFill>
                  <a:srgbClr val="FF9900"/>
                </a:solidFill>
                <a:prstDash val="solid"/>
                <a:round/>
                <a:headEnd type="none" w="med" len="med"/>
                <a:tailEnd type="none" w="med" len="med"/>
              </a:ln>
            </p:spPr>
            <p:txBody>
              <a:bodyPr wrap="none" anchor="ctr" anchorCtr="0"/>
              <a:p>
                <a:endParaRPr lang="zh-CN" altLang="en-US" dirty="0">
                  <a:latin typeface="楷体_GB2312" pitchFamily="49" charset="-122"/>
                </a:endParaRPr>
              </a:p>
            </p:txBody>
          </p:sp>
          <p:sp>
            <p:nvSpPr>
              <p:cNvPr id="16426" name="Arc 174"/>
              <p:cNvSpPr/>
              <p:nvPr/>
            </p:nvSpPr>
            <p:spPr>
              <a:xfrm flipH="1" flipV="1">
                <a:off x="1565" y="2737"/>
                <a:ext cx="90" cy="116"/>
              </a:xfrm>
              <a:custGeom>
                <a:avLst/>
                <a:gdLst>
                  <a:gd name="txL" fmla="*/ 0 w 22723"/>
                  <a:gd name="txT" fmla="*/ 0 h 43200"/>
                  <a:gd name="txR" fmla="*/ 22723 w 22723"/>
                  <a:gd name="txB" fmla="*/ 43200 h 43200"/>
                </a:gdLst>
                <a:ahLst/>
                <a:cxnLst>
                  <a:cxn ang="0">
                    <a:pos x="1122" y="0"/>
                  </a:cxn>
                  <a:cxn ang="0">
                    <a:pos x="22723" y="21600"/>
                  </a:cxn>
                  <a:cxn ang="0">
                    <a:pos x="1123" y="43200"/>
                  </a:cxn>
                  <a:cxn ang="0">
                    <a:pos x="0" y="43170"/>
                  </a:cxn>
                  <a:cxn ang="0">
                    <a:pos x="1122" y="0"/>
                  </a:cxn>
                  <a:cxn ang="0">
                    <a:pos x="22723" y="21600"/>
                  </a:cxn>
                  <a:cxn ang="0">
                    <a:pos x="1123" y="43200"/>
                  </a:cxn>
                  <a:cxn ang="0">
                    <a:pos x="0" y="43170"/>
                  </a:cxn>
                  <a:cxn ang="0">
                    <a:pos x="1123" y="21600"/>
                  </a:cxn>
                </a:cxnLst>
                <a:rect l="txL" t="txT" r="txR" b="txB"/>
                <a:pathLst>
                  <a:path w="22723" h="43200" fill="none">
                    <a:moveTo>
                      <a:pt x="1122" y="0"/>
                    </a:moveTo>
                    <a:cubicBezTo>
                      <a:pt x="13052" y="0"/>
                      <a:pt x="22723" y="9670"/>
                      <a:pt x="22723" y="21600"/>
                    </a:cubicBezTo>
                    <a:cubicBezTo>
                      <a:pt x="22723" y="33529"/>
                      <a:pt x="13052" y="43200"/>
                      <a:pt x="1123" y="43200"/>
                    </a:cubicBezTo>
                    <a:cubicBezTo>
                      <a:pt x="748" y="43200"/>
                      <a:pt x="374" y="43190"/>
                      <a:pt x="0" y="43170"/>
                    </a:cubicBezTo>
                  </a:path>
                  <a:path w="22723" h="43200" stroke="0">
                    <a:moveTo>
                      <a:pt x="1122" y="0"/>
                    </a:moveTo>
                    <a:cubicBezTo>
                      <a:pt x="13052" y="0"/>
                      <a:pt x="22723" y="9670"/>
                      <a:pt x="22723" y="21600"/>
                    </a:cubicBezTo>
                    <a:cubicBezTo>
                      <a:pt x="22723" y="33529"/>
                      <a:pt x="13052" y="43200"/>
                      <a:pt x="1123" y="43200"/>
                    </a:cubicBezTo>
                    <a:cubicBezTo>
                      <a:pt x="748" y="43200"/>
                      <a:pt x="374" y="43190"/>
                      <a:pt x="0" y="43170"/>
                    </a:cubicBezTo>
                    <a:lnTo>
                      <a:pt x="1123" y="21600"/>
                    </a:lnTo>
                    <a:close/>
                  </a:path>
                </a:pathLst>
              </a:custGeom>
              <a:noFill/>
              <a:ln w="28575" cap="flat" cmpd="sng">
                <a:solidFill>
                  <a:srgbClr val="FF9900"/>
                </a:solidFill>
                <a:prstDash val="solid"/>
                <a:round/>
                <a:headEnd type="none" w="med" len="med"/>
                <a:tailEnd type="none" w="med" len="med"/>
              </a:ln>
            </p:spPr>
            <p:txBody>
              <a:bodyPr wrap="none" anchor="ctr" anchorCtr="0"/>
              <a:p>
                <a:endParaRPr lang="zh-CN" altLang="en-US" dirty="0">
                  <a:latin typeface="楷体_GB2312" pitchFamily="49" charset="-122"/>
                </a:endParaRPr>
              </a:p>
            </p:txBody>
          </p:sp>
          <p:sp>
            <p:nvSpPr>
              <p:cNvPr id="16427" name="Arc 175"/>
              <p:cNvSpPr/>
              <p:nvPr/>
            </p:nvSpPr>
            <p:spPr>
              <a:xfrm flipH="1" flipV="1">
                <a:off x="1565" y="2614"/>
                <a:ext cx="90" cy="116"/>
              </a:xfrm>
              <a:custGeom>
                <a:avLst/>
                <a:gdLst>
                  <a:gd name="txL" fmla="*/ 0 w 22723"/>
                  <a:gd name="txT" fmla="*/ 0 h 43200"/>
                  <a:gd name="txR" fmla="*/ 22723 w 22723"/>
                  <a:gd name="txB" fmla="*/ 43200 h 43200"/>
                </a:gdLst>
                <a:ahLst/>
                <a:cxnLst>
                  <a:cxn ang="0">
                    <a:pos x="1122" y="0"/>
                  </a:cxn>
                  <a:cxn ang="0">
                    <a:pos x="22723" y="21600"/>
                  </a:cxn>
                  <a:cxn ang="0">
                    <a:pos x="1123" y="43200"/>
                  </a:cxn>
                  <a:cxn ang="0">
                    <a:pos x="0" y="43170"/>
                  </a:cxn>
                  <a:cxn ang="0">
                    <a:pos x="1122" y="0"/>
                  </a:cxn>
                  <a:cxn ang="0">
                    <a:pos x="22723" y="21600"/>
                  </a:cxn>
                  <a:cxn ang="0">
                    <a:pos x="1123" y="43200"/>
                  </a:cxn>
                  <a:cxn ang="0">
                    <a:pos x="0" y="43170"/>
                  </a:cxn>
                  <a:cxn ang="0">
                    <a:pos x="1123" y="21600"/>
                  </a:cxn>
                </a:cxnLst>
                <a:rect l="txL" t="txT" r="txR" b="txB"/>
                <a:pathLst>
                  <a:path w="22723" h="43200" fill="none">
                    <a:moveTo>
                      <a:pt x="1122" y="0"/>
                    </a:moveTo>
                    <a:cubicBezTo>
                      <a:pt x="13052" y="0"/>
                      <a:pt x="22723" y="9670"/>
                      <a:pt x="22723" y="21600"/>
                    </a:cubicBezTo>
                    <a:cubicBezTo>
                      <a:pt x="22723" y="33529"/>
                      <a:pt x="13052" y="43200"/>
                      <a:pt x="1123" y="43200"/>
                    </a:cubicBezTo>
                    <a:cubicBezTo>
                      <a:pt x="748" y="43200"/>
                      <a:pt x="374" y="43190"/>
                      <a:pt x="0" y="43170"/>
                    </a:cubicBezTo>
                  </a:path>
                  <a:path w="22723" h="43200" stroke="0">
                    <a:moveTo>
                      <a:pt x="1122" y="0"/>
                    </a:moveTo>
                    <a:cubicBezTo>
                      <a:pt x="13052" y="0"/>
                      <a:pt x="22723" y="9670"/>
                      <a:pt x="22723" y="21600"/>
                    </a:cubicBezTo>
                    <a:cubicBezTo>
                      <a:pt x="22723" y="33529"/>
                      <a:pt x="13052" y="43200"/>
                      <a:pt x="1123" y="43200"/>
                    </a:cubicBezTo>
                    <a:cubicBezTo>
                      <a:pt x="748" y="43200"/>
                      <a:pt x="374" y="43190"/>
                      <a:pt x="0" y="43170"/>
                    </a:cubicBezTo>
                    <a:lnTo>
                      <a:pt x="1123" y="21600"/>
                    </a:lnTo>
                    <a:close/>
                  </a:path>
                </a:pathLst>
              </a:custGeom>
              <a:noFill/>
              <a:ln w="28575" cap="flat" cmpd="sng">
                <a:solidFill>
                  <a:srgbClr val="FF9900"/>
                </a:solidFill>
                <a:prstDash val="solid"/>
                <a:round/>
                <a:headEnd type="none" w="med" len="med"/>
                <a:tailEnd type="none" w="med" len="med"/>
              </a:ln>
            </p:spPr>
            <p:txBody>
              <a:bodyPr wrap="none" anchor="ctr" anchorCtr="0"/>
              <a:p>
                <a:endParaRPr lang="zh-CN" altLang="en-US" dirty="0">
                  <a:latin typeface="楷体_GB2312" pitchFamily="49" charset="-122"/>
                </a:endParaRPr>
              </a:p>
            </p:txBody>
          </p:sp>
          <p:sp>
            <p:nvSpPr>
              <p:cNvPr id="16428" name="Arc 176"/>
              <p:cNvSpPr/>
              <p:nvPr/>
            </p:nvSpPr>
            <p:spPr>
              <a:xfrm flipH="1" flipV="1">
                <a:off x="1565" y="2984"/>
                <a:ext cx="90" cy="116"/>
              </a:xfrm>
              <a:custGeom>
                <a:avLst/>
                <a:gdLst>
                  <a:gd name="txL" fmla="*/ 0 w 22723"/>
                  <a:gd name="txT" fmla="*/ 0 h 43200"/>
                  <a:gd name="txR" fmla="*/ 22723 w 22723"/>
                  <a:gd name="txB" fmla="*/ 43200 h 43200"/>
                </a:gdLst>
                <a:ahLst/>
                <a:cxnLst>
                  <a:cxn ang="0">
                    <a:pos x="1122" y="0"/>
                  </a:cxn>
                  <a:cxn ang="0">
                    <a:pos x="22723" y="21600"/>
                  </a:cxn>
                  <a:cxn ang="0">
                    <a:pos x="1123" y="43200"/>
                  </a:cxn>
                  <a:cxn ang="0">
                    <a:pos x="0" y="43170"/>
                  </a:cxn>
                  <a:cxn ang="0">
                    <a:pos x="1122" y="0"/>
                  </a:cxn>
                  <a:cxn ang="0">
                    <a:pos x="22723" y="21600"/>
                  </a:cxn>
                  <a:cxn ang="0">
                    <a:pos x="1123" y="43200"/>
                  </a:cxn>
                  <a:cxn ang="0">
                    <a:pos x="0" y="43170"/>
                  </a:cxn>
                  <a:cxn ang="0">
                    <a:pos x="1123" y="21600"/>
                  </a:cxn>
                </a:cxnLst>
                <a:rect l="txL" t="txT" r="txR" b="txB"/>
                <a:pathLst>
                  <a:path w="22723" h="43200" fill="none">
                    <a:moveTo>
                      <a:pt x="1122" y="0"/>
                    </a:moveTo>
                    <a:cubicBezTo>
                      <a:pt x="13052" y="0"/>
                      <a:pt x="22723" y="9670"/>
                      <a:pt x="22723" y="21600"/>
                    </a:cubicBezTo>
                    <a:cubicBezTo>
                      <a:pt x="22723" y="33529"/>
                      <a:pt x="13052" y="43200"/>
                      <a:pt x="1123" y="43200"/>
                    </a:cubicBezTo>
                    <a:cubicBezTo>
                      <a:pt x="748" y="43200"/>
                      <a:pt x="374" y="43190"/>
                      <a:pt x="0" y="43170"/>
                    </a:cubicBezTo>
                  </a:path>
                  <a:path w="22723" h="43200" stroke="0">
                    <a:moveTo>
                      <a:pt x="1122" y="0"/>
                    </a:moveTo>
                    <a:cubicBezTo>
                      <a:pt x="13052" y="0"/>
                      <a:pt x="22723" y="9670"/>
                      <a:pt x="22723" y="21600"/>
                    </a:cubicBezTo>
                    <a:cubicBezTo>
                      <a:pt x="22723" y="33529"/>
                      <a:pt x="13052" y="43200"/>
                      <a:pt x="1123" y="43200"/>
                    </a:cubicBezTo>
                    <a:cubicBezTo>
                      <a:pt x="748" y="43200"/>
                      <a:pt x="374" y="43190"/>
                      <a:pt x="0" y="43170"/>
                    </a:cubicBezTo>
                    <a:lnTo>
                      <a:pt x="1123" y="21600"/>
                    </a:lnTo>
                    <a:close/>
                  </a:path>
                </a:pathLst>
              </a:custGeom>
              <a:noFill/>
              <a:ln w="28575" cap="flat" cmpd="sng">
                <a:solidFill>
                  <a:srgbClr val="FF9900"/>
                </a:solidFill>
                <a:prstDash val="solid"/>
                <a:round/>
                <a:headEnd type="none" w="med" len="med"/>
                <a:tailEnd type="none" w="med" len="med"/>
              </a:ln>
            </p:spPr>
            <p:txBody>
              <a:bodyPr wrap="none" anchor="ctr" anchorCtr="0"/>
              <a:p>
                <a:endParaRPr lang="zh-CN" altLang="en-US" dirty="0">
                  <a:latin typeface="楷体_GB2312" pitchFamily="49" charset="-122"/>
                </a:endParaRPr>
              </a:p>
            </p:txBody>
          </p:sp>
        </p:gr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2" presetClass="entr" presetSubtype="8" fill="hold" nodeType="with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slide(fromLeft)">
                                      <p:cBhvr>
                                        <p:cTn id="7" dur="500"/>
                                        <p:tgtEl>
                                          <p:spTgt spid="2"/>
                                        </p:tgtEl>
                                      </p:cBhvr>
                                    </p:animEffect>
                                  </p:childTnLst>
                                </p:cTn>
                              </p:par>
                            </p:childTnLst>
                          </p:cTn>
                        </p:par>
                        <p:par>
                          <p:cTn id="8" fill="hold">
                            <p:stCondLst>
                              <p:cond delay="500"/>
                            </p:stCondLst>
                            <p:childTnLst>
                              <p:par>
                                <p:cTn id="9" presetID="3" presetClass="entr" presetSubtype="10" fill="hold" nodeType="afterEffect">
                                  <p:stCondLst>
                                    <p:cond delay="0"/>
                                  </p:stCondLst>
                                  <p:childTnLst>
                                    <p:set>
                                      <p:cBhvr>
                                        <p:cTn id="10" dur="1" fill="hold">
                                          <p:stCondLst>
                                            <p:cond delay="0"/>
                                          </p:stCondLst>
                                        </p:cTn>
                                        <p:tgtEl>
                                          <p:spTgt spid="12"/>
                                        </p:tgtEl>
                                        <p:attrNameLst>
                                          <p:attrName>style.visibility</p:attrName>
                                        </p:attrNameLst>
                                      </p:cBhvr>
                                      <p:to>
                                        <p:strVal val="visible"/>
                                      </p:to>
                                    </p:set>
                                    <p:animEffect transition="in" filter="blinds(horizontal)">
                                      <p:cBhvr>
                                        <p:cTn id="11" dur="500"/>
                                        <p:tgtEl>
                                          <p:spTgt spid="12"/>
                                        </p:tgtEl>
                                      </p:cBhvr>
                                    </p:animEffect>
                                  </p:childTnLst>
                                </p:cTn>
                              </p:par>
                            </p:childTnLst>
                          </p:cTn>
                        </p:par>
                      </p:childTnLst>
                    </p:cTn>
                  </p:par>
                  <p:par>
                    <p:cTn id="12" fill="hold">
                      <p:stCondLst>
                        <p:cond delay="indefinite"/>
                      </p:stCondLst>
                      <p:childTnLst>
                        <p:par>
                          <p:cTn id="13" fill="hold">
                            <p:stCondLst>
                              <p:cond delay="0"/>
                            </p:stCondLst>
                            <p:childTnLst>
                              <p:par>
                                <p:cTn id="14" presetID="22" presetClass="entr" presetSubtype="8" fill="hold" grpId="0" nodeType="clickEffect">
                                  <p:stCondLst>
                                    <p:cond delay="0"/>
                                  </p:stCondLst>
                                  <p:childTnLst>
                                    <p:set>
                                      <p:cBhvr>
                                        <p:cTn id="15" dur="1" fill="hold">
                                          <p:stCondLst>
                                            <p:cond delay="0"/>
                                          </p:stCondLst>
                                        </p:cTn>
                                        <p:tgtEl>
                                          <p:spTgt spid="87043"/>
                                        </p:tgtEl>
                                        <p:attrNameLst>
                                          <p:attrName>style.visibility</p:attrName>
                                        </p:attrNameLst>
                                      </p:cBhvr>
                                      <p:to>
                                        <p:strVal val="visible"/>
                                      </p:to>
                                    </p:set>
                                    <p:animEffect transition="in" filter="wipe(left)">
                                      <p:cBhvr>
                                        <p:cTn id="16" dur="1000"/>
                                        <p:tgtEl>
                                          <p:spTgt spid="87043"/>
                                        </p:tgtEl>
                                      </p:cBhvr>
                                    </p:animEffect>
                                  </p:childTnLst>
                                </p:cTn>
                              </p:par>
                            </p:childTnLst>
                          </p:cTn>
                        </p:par>
                      </p:childTnLst>
                    </p:cTn>
                  </p:par>
                  <p:par>
                    <p:cTn id="17" fill="hold">
                      <p:stCondLst>
                        <p:cond delay="indefinite"/>
                      </p:stCondLst>
                      <p:childTnLst>
                        <p:par>
                          <p:cTn id="18" fill="hold">
                            <p:stCondLst>
                              <p:cond delay="0"/>
                            </p:stCondLst>
                            <p:childTnLst>
                              <p:par>
                                <p:cTn id="19" presetID="22" presetClass="entr" presetSubtype="8" fill="hold" nodeType="clickEffect">
                                  <p:stCondLst>
                                    <p:cond delay="0"/>
                                  </p:stCondLst>
                                  <p:childTnLst>
                                    <p:set>
                                      <p:cBhvr>
                                        <p:cTn id="20" dur="1" fill="hold">
                                          <p:stCondLst>
                                            <p:cond delay="0"/>
                                          </p:stCondLst>
                                        </p:cTn>
                                        <p:tgtEl>
                                          <p:spTgt spid="7"/>
                                        </p:tgtEl>
                                        <p:attrNameLst>
                                          <p:attrName>style.visibility</p:attrName>
                                        </p:attrNameLst>
                                      </p:cBhvr>
                                      <p:to>
                                        <p:strVal val="visible"/>
                                      </p:to>
                                    </p:set>
                                    <p:animEffect transition="in" filter="wipe(left)">
                                      <p:cBhvr>
                                        <p:cTn id="21" dur="1000"/>
                                        <p:tgtEl>
                                          <p:spTgt spid="7"/>
                                        </p:tgtEl>
                                      </p:cBhvr>
                                    </p:animEffect>
                                  </p:childTnLst>
                                </p:cTn>
                              </p:par>
                            </p:childTnLst>
                          </p:cTn>
                        </p:par>
                      </p:childTnLst>
                    </p:cTn>
                  </p:par>
                  <p:par>
                    <p:cTn id="22" fill="hold">
                      <p:stCondLst>
                        <p:cond delay="indefinite"/>
                      </p:stCondLst>
                      <p:childTnLst>
                        <p:par>
                          <p:cTn id="23" fill="hold">
                            <p:stCondLst>
                              <p:cond delay="0"/>
                            </p:stCondLst>
                            <p:childTnLst>
                              <p:par>
                                <p:cTn id="24" presetID="22" presetClass="entr" presetSubtype="8" fill="hold" nodeType="clickEffect">
                                  <p:stCondLst>
                                    <p:cond delay="0"/>
                                  </p:stCondLst>
                                  <p:childTnLst>
                                    <p:set>
                                      <p:cBhvr>
                                        <p:cTn id="25" dur="1" fill="hold">
                                          <p:stCondLst>
                                            <p:cond delay="0"/>
                                          </p:stCondLst>
                                        </p:cTn>
                                        <p:tgtEl>
                                          <p:spTgt spid="8"/>
                                        </p:tgtEl>
                                        <p:attrNameLst>
                                          <p:attrName>style.visibility</p:attrName>
                                        </p:attrNameLst>
                                      </p:cBhvr>
                                      <p:to>
                                        <p:strVal val="visible"/>
                                      </p:to>
                                    </p:set>
                                    <p:animEffect transition="in" filter="wipe(left)">
                                      <p:cBhvr>
                                        <p:cTn id="26" dur="1000"/>
                                        <p:tgtEl>
                                          <p:spTgt spid="8"/>
                                        </p:tgtEl>
                                      </p:cBhvr>
                                    </p:animEffect>
                                  </p:childTnLst>
                                </p:cTn>
                              </p:par>
                            </p:childTnLst>
                          </p:cTn>
                        </p:par>
                      </p:childTnLst>
                    </p:cTn>
                  </p:par>
                  <p:par>
                    <p:cTn id="27" fill="hold">
                      <p:stCondLst>
                        <p:cond delay="indefinite"/>
                      </p:stCondLst>
                      <p:childTnLst>
                        <p:par>
                          <p:cTn id="28" fill="hold">
                            <p:stCondLst>
                              <p:cond delay="0"/>
                            </p:stCondLst>
                            <p:childTnLst>
                              <p:par>
                                <p:cTn id="29" presetID="22" presetClass="entr" presetSubtype="4" fill="hold" nodeType="clickEffect">
                                  <p:stCondLst>
                                    <p:cond delay="0"/>
                                  </p:stCondLst>
                                  <p:childTnLst>
                                    <p:set>
                                      <p:cBhvr>
                                        <p:cTn id="30" dur="1" fill="hold">
                                          <p:stCondLst>
                                            <p:cond delay="0"/>
                                          </p:stCondLst>
                                        </p:cTn>
                                        <p:tgtEl>
                                          <p:spTgt spid="9"/>
                                        </p:tgtEl>
                                        <p:attrNameLst>
                                          <p:attrName>style.visibility</p:attrName>
                                        </p:attrNameLst>
                                      </p:cBhvr>
                                      <p:to>
                                        <p:strVal val="visible"/>
                                      </p:to>
                                    </p:set>
                                    <p:animEffect transition="in" filter="wipe(down)">
                                      <p:cBhvr>
                                        <p:cTn id="31" dur="1000"/>
                                        <p:tgtEl>
                                          <p:spTgt spid="9"/>
                                        </p:tgtEl>
                                      </p:cBhvr>
                                    </p:animEffect>
                                  </p:childTnLst>
                                </p:cTn>
                              </p:par>
                            </p:childTnLst>
                          </p:cTn>
                        </p:par>
                      </p:childTnLst>
                    </p:cTn>
                  </p:par>
                  <p:par>
                    <p:cTn id="32" fill="hold">
                      <p:stCondLst>
                        <p:cond delay="indefinite"/>
                      </p:stCondLst>
                      <p:childTnLst>
                        <p:par>
                          <p:cTn id="33" fill="hold">
                            <p:stCondLst>
                              <p:cond delay="0"/>
                            </p:stCondLst>
                            <p:childTnLst>
                              <p:par>
                                <p:cTn id="34" presetID="22" presetClass="entr" presetSubtype="1" fill="hold" nodeType="clickEffect">
                                  <p:stCondLst>
                                    <p:cond delay="0"/>
                                  </p:stCondLst>
                                  <p:childTnLst>
                                    <p:set>
                                      <p:cBhvr>
                                        <p:cTn id="35" dur="1" fill="hold">
                                          <p:stCondLst>
                                            <p:cond delay="0"/>
                                          </p:stCondLst>
                                        </p:cTn>
                                        <p:tgtEl>
                                          <p:spTgt spid="10"/>
                                        </p:tgtEl>
                                        <p:attrNameLst>
                                          <p:attrName>style.visibility</p:attrName>
                                        </p:attrNameLst>
                                      </p:cBhvr>
                                      <p:to>
                                        <p:strVal val="visible"/>
                                      </p:to>
                                    </p:set>
                                    <p:animEffect transition="in" filter="wipe(up)">
                                      <p:cBhvr>
                                        <p:cTn id="36" dur="1000"/>
                                        <p:tgtEl>
                                          <p:spTgt spid="10"/>
                                        </p:tgtEl>
                                      </p:cBhvr>
                                    </p:animEffect>
                                  </p:childTnLst>
                                </p:cTn>
                              </p:par>
                            </p:childTnLst>
                          </p:cTn>
                        </p:par>
                      </p:childTnLst>
                    </p:cTn>
                  </p:par>
                  <p:par>
                    <p:cTn id="37" fill="hold">
                      <p:stCondLst>
                        <p:cond delay="indefinite"/>
                      </p:stCondLst>
                      <p:childTnLst>
                        <p:par>
                          <p:cTn id="38" fill="hold">
                            <p:stCondLst>
                              <p:cond delay="0"/>
                            </p:stCondLst>
                            <p:childTnLst>
                              <p:par>
                                <p:cTn id="39" presetID="12" presetClass="entr" presetSubtype="8" fill="hold" nodeType="clickEffect">
                                  <p:stCondLst>
                                    <p:cond delay="0"/>
                                  </p:stCondLst>
                                  <p:childTnLst>
                                    <p:set>
                                      <p:cBhvr>
                                        <p:cTn id="40" dur="1" fill="hold">
                                          <p:stCondLst>
                                            <p:cond delay="0"/>
                                          </p:stCondLst>
                                        </p:cTn>
                                        <p:tgtEl>
                                          <p:spTgt spid="3"/>
                                        </p:tgtEl>
                                        <p:attrNameLst>
                                          <p:attrName>style.visibility</p:attrName>
                                        </p:attrNameLst>
                                      </p:cBhvr>
                                      <p:to>
                                        <p:strVal val="visible"/>
                                      </p:to>
                                    </p:set>
                                    <p:animEffect transition="in" filter="slide(fromLeft)">
                                      <p:cBhvr>
                                        <p:cTn id="41" dur="500"/>
                                        <p:tgtEl>
                                          <p:spTgt spid="3"/>
                                        </p:tgtEl>
                                      </p:cBhvr>
                                    </p:animEffect>
                                  </p:childTnLst>
                                </p:cTn>
                              </p:par>
                            </p:childTnLst>
                          </p:cTn>
                        </p:par>
                        <p:par>
                          <p:cTn id="42" fill="hold">
                            <p:stCondLst>
                              <p:cond delay="500"/>
                            </p:stCondLst>
                            <p:childTnLst>
                              <p:par>
                                <p:cTn id="43" presetID="3" presetClass="entr" presetSubtype="10" fill="hold" nodeType="afterEffect">
                                  <p:stCondLst>
                                    <p:cond delay="0"/>
                                  </p:stCondLst>
                                  <p:childTnLst>
                                    <p:set>
                                      <p:cBhvr>
                                        <p:cTn id="44" dur="1" fill="hold">
                                          <p:stCondLst>
                                            <p:cond delay="0"/>
                                          </p:stCondLst>
                                        </p:cTn>
                                        <p:tgtEl>
                                          <p:spTgt spid="6"/>
                                        </p:tgtEl>
                                        <p:attrNameLst>
                                          <p:attrName>style.visibility</p:attrName>
                                        </p:attrNameLst>
                                      </p:cBhvr>
                                      <p:to>
                                        <p:strVal val="visible"/>
                                      </p:to>
                                    </p:set>
                                    <p:animEffect transition="in" filter="blinds(horizontal)">
                                      <p:cBhvr>
                                        <p:cTn id="45"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7043" grpId="0"/>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7346" name="Text Box 2"/>
          <p:cNvSpPr txBox="1"/>
          <p:nvPr/>
        </p:nvSpPr>
        <p:spPr>
          <a:xfrm>
            <a:off x="468313" y="404813"/>
            <a:ext cx="5802312" cy="579437"/>
          </a:xfrm>
          <a:prstGeom prst="rect">
            <a:avLst/>
          </a:prstGeom>
          <a:noFill/>
          <a:ln w="9525">
            <a:noFill/>
          </a:ln>
        </p:spPr>
        <p:txBody>
          <a:bodyPr wrap="none" lIns="198000" rIns="198000">
            <a:spAutoFit/>
          </a:bodyPr>
          <a:p>
            <a:r>
              <a:rPr lang="en-US" altLang="zh-CN" sz="3200" b="0" dirty="0">
                <a:solidFill>
                  <a:schemeClr val="bg1"/>
                </a:solidFill>
                <a:latin typeface="Times New Roman" panose="02020603050405020304" pitchFamily="18" charset="0"/>
              </a:rPr>
              <a:t>5.</a:t>
            </a:r>
            <a:r>
              <a:rPr lang="en-US" altLang="zh-CN" sz="3200" dirty="0">
                <a:solidFill>
                  <a:schemeClr val="bg1"/>
                </a:solidFill>
                <a:latin typeface="楷体_GB2312" pitchFamily="49" charset="-122"/>
              </a:rPr>
              <a:t> </a:t>
            </a:r>
            <a:r>
              <a:rPr lang="zh-CN" altLang="en-US" sz="3200" dirty="0">
                <a:solidFill>
                  <a:schemeClr val="bg1"/>
                </a:solidFill>
                <a:latin typeface="楷体_GB2312" pitchFamily="49" charset="-122"/>
              </a:rPr>
              <a:t>复阻抗和复导纳的等效互换</a:t>
            </a:r>
            <a:endParaRPr lang="zh-CN" altLang="en-US" sz="3200" dirty="0">
              <a:solidFill>
                <a:schemeClr val="bg1"/>
              </a:solidFill>
              <a:latin typeface="楷体_GB2312" pitchFamily="49" charset="-122"/>
            </a:endParaRPr>
          </a:p>
        </p:txBody>
      </p:sp>
      <p:sp>
        <p:nvSpPr>
          <p:cNvPr id="57348" name="Text Box 4"/>
          <p:cNvSpPr txBox="1"/>
          <p:nvPr/>
        </p:nvSpPr>
        <p:spPr>
          <a:xfrm>
            <a:off x="2195513" y="5157788"/>
            <a:ext cx="5616575" cy="1117600"/>
          </a:xfrm>
          <a:prstGeom prst="rect">
            <a:avLst/>
          </a:prstGeom>
          <a:noFill/>
          <a:ln w="9525">
            <a:noFill/>
          </a:ln>
        </p:spPr>
        <p:txBody>
          <a:bodyPr>
            <a:spAutoFit/>
          </a:bodyPr>
          <a:p>
            <a:pPr>
              <a:lnSpc>
                <a:spcPct val="120000"/>
              </a:lnSpc>
            </a:pPr>
            <a:r>
              <a:rPr lang="zh-CN" altLang="en-US" dirty="0">
                <a:latin typeface="楷体_GB2312" pitchFamily="49" charset="-122"/>
              </a:rPr>
              <a:t>一般情况</a:t>
            </a:r>
            <a:r>
              <a:rPr lang="en-US" altLang="zh-CN" b="0" i="1" dirty="0">
                <a:solidFill>
                  <a:schemeClr val="bg1"/>
                </a:solidFill>
                <a:latin typeface="Times New Roman" panose="02020603050405020304" pitchFamily="18" charset="0"/>
              </a:rPr>
              <a:t>G</a:t>
            </a:r>
            <a:r>
              <a:rPr lang="en-US" altLang="zh-CN" b="0" dirty="0">
                <a:solidFill>
                  <a:schemeClr val="bg1"/>
                </a:solidFill>
                <a:latin typeface="Times New Roman" panose="02020603050405020304" pitchFamily="18" charset="0"/>
                <a:sym typeface="Symbol" panose="05050102010706020507" pitchFamily="18" charset="2"/>
              </a:rPr>
              <a:t></a:t>
            </a:r>
            <a:r>
              <a:rPr lang="en-US" altLang="zh-CN" b="0" dirty="0">
                <a:solidFill>
                  <a:schemeClr val="bg1"/>
                </a:solidFill>
                <a:latin typeface="Times New Roman" panose="02020603050405020304" pitchFamily="18" charset="0"/>
              </a:rPr>
              <a:t>1</a:t>
            </a:r>
            <a:r>
              <a:rPr lang="en-US" altLang="zh-CN" b="0" i="1" dirty="0">
                <a:solidFill>
                  <a:schemeClr val="bg1"/>
                </a:solidFill>
                <a:latin typeface="Times New Roman" panose="02020603050405020304" pitchFamily="18" charset="0"/>
              </a:rPr>
              <a:t>/R </a:t>
            </a:r>
            <a:r>
              <a:rPr lang="zh-CN" altLang="en-US" b="0" i="1" dirty="0">
                <a:solidFill>
                  <a:schemeClr val="bg1"/>
                </a:solidFill>
                <a:latin typeface="Times New Roman" panose="02020603050405020304" pitchFamily="18" charset="0"/>
              </a:rPr>
              <a:t>，</a:t>
            </a:r>
            <a:r>
              <a:rPr lang="en-US" altLang="zh-CN" b="0" i="1" dirty="0">
                <a:solidFill>
                  <a:schemeClr val="bg1"/>
                </a:solidFill>
                <a:latin typeface="Times New Roman" panose="02020603050405020304" pitchFamily="18" charset="0"/>
              </a:rPr>
              <a:t>B</a:t>
            </a:r>
            <a:r>
              <a:rPr lang="en-US" altLang="zh-CN" b="0" dirty="0">
                <a:solidFill>
                  <a:schemeClr val="bg1"/>
                </a:solidFill>
                <a:latin typeface="Times New Roman" panose="02020603050405020304" pitchFamily="18" charset="0"/>
                <a:sym typeface="Symbol" panose="05050102010706020507" pitchFamily="18" charset="2"/>
              </a:rPr>
              <a:t></a:t>
            </a:r>
            <a:r>
              <a:rPr lang="en-US" altLang="zh-CN" b="0" dirty="0">
                <a:solidFill>
                  <a:schemeClr val="bg1"/>
                </a:solidFill>
                <a:latin typeface="Times New Roman" panose="02020603050405020304" pitchFamily="18" charset="0"/>
              </a:rPr>
              <a:t>1</a:t>
            </a:r>
            <a:r>
              <a:rPr lang="en-US" altLang="zh-CN" b="0" i="1" dirty="0">
                <a:solidFill>
                  <a:schemeClr val="bg1"/>
                </a:solidFill>
                <a:latin typeface="Times New Roman" panose="02020603050405020304" pitchFamily="18" charset="0"/>
              </a:rPr>
              <a:t>/X</a:t>
            </a:r>
            <a:r>
              <a:rPr lang="zh-CN" altLang="en-US" b="0" i="1" dirty="0">
                <a:latin typeface="Times New Roman" panose="02020603050405020304" pitchFamily="18" charset="0"/>
              </a:rPr>
              <a:t>。</a:t>
            </a:r>
            <a:r>
              <a:rPr lang="zh-CN" altLang="en-US" dirty="0">
                <a:latin typeface="楷体_GB2312" pitchFamily="49" charset="-122"/>
              </a:rPr>
              <a:t>若</a:t>
            </a:r>
            <a:r>
              <a:rPr lang="en-US" altLang="zh-CN" b="0" i="1" dirty="0">
                <a:solidFill>
                  <a:schemeClr val="bg1"/>
                </a:solidFill>
                <a:latin typeface="Times New Roman" panose="02020603050405020304" pitchFamily="18" charset="0"/>
              </a:rPr>
              <a:t>Z</a:t>
            </a:r>
            <a:r>
              <a:rPr lang="zh-CN" altLang="en-US" dirty="0">
                <a:latin typeface="楷体_GB2312" pitchFamily="49" charset="-122"/>
              </a:rPr>
              <a:t>为感性，</a:t>
            </a:r>
            <a:r>
              <a:rPr lang="en-US" altLang="zh-CN" b="0" i="1" dirty="0">
                <a:solidFill>
                  <a:schemeClr val="bg1"/>
                </a:solidFill>
                <a:latin typeface="Times New Roman" panose="02020603050405020304" pitchFamily="18" charset="0"/>
              </a:rPr>
              <a:t>X</a:t>
            </a:r>
            <a:r>
              <a:rPr lang="en-US" altLang="zh-CN" b="0" dirty="0">
                <a:solidFill>
                  <a:schemeClr val="bg1"/>
                </a:solidFill>
                <a:latin typeface="Times New Roman" panose="02020603050405020304" pitchFamily="18" charset="0"/>
              </a:rPr>
              <a:t>&gt;0</a:t>
            </a:r>
            <a:r>
              <a:rPr lang="zh-CN" altLang="en-US" b="0" dirty="0">
                <a:latin typeface="Times New Roman" panose="02020603050405020304" pitchFamily="18" charset="0"/>
              </a:rPr>
              <a:t>，</a:t>
            </a:r>
            <a:r>
              <a:rPr lang="zh-CN" altLang="en-US" dirty="0">
                <a:latin typeface="楷体_GB2312" pitchFamily="49" charset="-122"/>
              </a:rPr>
              <a:t>则 </a:t>
            </a:r>
            <a:r>
              <a:rPr lang="en-US" altLang="zh-CN" b="0" i="1" dirty="0">
                <a:solidFill>
                  <a:schemeClr val="bg1"/>
                </a:solidFill>
                <a:latin typeface="Times New Roman" panose="02020603050405020304" pitchFamily="18" charset="0"/>
              </a:rPr>
              <a:t>B</a:t>
            </a:r>
            <a:r>
              <a:rPr lang="en-US" altLang="zh-CN" b="0" dirty="0">
                <a:solidFill>
                  <a:schemeClr val="bg1"/>
                </a:solidFill>
                <a:latin typeface="Times New Roman" panose="02020603050405020304" pitchFamily="18" charset="0"/>
              </a:rPr>
              <a:t>&lt;0</a:t>
            </a:r>
            <a:r>
              <a:rPr lang="zh-CN" altLang="en-US" dirty="0">
                <a:latin typeface="楷体_GB2312" pitchFamily="49" charset="-122"/>
              </a:rPr>
              <a:t>，即仍为感性。</a:t>
            </a:r>
            <a:endParaRPr lang="zh-CN" altLang="en-US" i="1" dirty="0">
              <a:latin typeface="楷体_GB2312" pitchFamily="49" charset="-122"/>
            </a:endParaRPr>
          </a:p>
        </p:txBody>
      </p:sp>
      <p:graphicFrame>
        <p:nvGraphicFramePr>
          <p:cNvPr id="57376" name="Object 32"/>
          <p:cNvGraphicFramePr/>
          <p:nvPr/>
        </p:nvGraphicFramePr>
        <p:xfrm>
          <a:off x="323850" y="3357563"/>
          <a:ext cx="5832475" cy="850900"/>
        </p:xfrm>
        <a:graphic>
          <a:graphicData uri="http://schemas.openxmlformats.org/presentationml/2006/ole">
            <mc:AlternateContent xmlns:mc="http://schemas.openxmlformats.org/markup-compatibility/2006">
              <mc:Choice xmlns:v="urn:schemas-microsoft-com:vml" Requires="v">
                <p:oleObj spid="_x0000_s3134" name="" r:id="rId1" imgW="2514600" imgH="368300" progId="Equation.3">
                  <p:embed/>
                </p:oleObj>
              </mc:Choice>
              <mc:Fallback>
                <p:oleObj name="" r:id="rId1" imgW="2514600" imgH="368300" progId="Equation.3">
                  <p:embed/>
                  <p:pic>
                    <p:nvPicPr>
                      <p:cNvPr id="0" name="图片 3133"/>
                      <p:cNvPicPr/>
                      <p:nvPr/>
                    </p:nvPicPr>
                    <p:blipFill>
                      <a:blip r:embed="rId2">
                        <a:clrChange>
                          <a:clrFrom>
                            <a:srgbClr val="000000"/>
                          </a:clrFrom>
                          <a:clrTo>
                            <a:srgbClr val="FFFFFF"/>
                          </a:clrTo>
                        </a:clrChange>
                      </a:blip>
                      <a:stretch>
                        <a:fillRect/>
                      </a:stretch>
                    </p:blipFill>
                    <p:spPr>
                      <a:xfrm>
                        <a:off x="323850" y="3357563"/>
                        <a:ext cx="5832475" cy="850900"/>
                      </a:xfrm>
                      <a:prstGeom prst="rect">
                        <a:avLst/>
                      </a:prstGeom>
                      <a:noFill/>
                      <a:ln w="38100">
                        <a:noFill/>
                        <a:miter/>
                      </a:ln>
                    </p:spPr>
                  </p:pic>
                </p:oleObj>
              </mc:Fallback>
            </mc:AlternateContent>
          </a:graphicData>
        </a:graphic>
      </p:graphicFrame>
      <p:graphicFrame>
        <p:nvGraphicFramePr>
          <p:cNvPr id="57377" name="Object 33"/>
          <p:cNvGraphicFramePr/>
          <p:nvPr/>
        </p:nvGraphicFramePr>
        <p:xfrm>
          <a:off x="900113" y="4292600"/>
          <a:ext cx="4421187" cy="728663"/>
        </p:xfrm>
        <a:graphic>
          <a:graphicData uri="http://schemas.openxmlformats.org/presentationml/2006/ole">
            <mc:AlternateContent xmlns:mc="http://schemas.openxmlformats.org/markup-compatibility/2006">
              <mc:Choice xmlns:v="urn:schemas-microsoft-com:vml" Requires="v">
                <p:oleObj spid="_x0000_s3136" name="" r:id="rId3" imgW="1839595" imgH="304800" progId="Equation.3">
                  <p:embed/>
                </p:oleObj>
              </mc:Choice>
              <mc:Fallback>
                <p:oleObj name="" r:id="rId3" imgW="1839595" imgH="304800" progId="Equation.3">
                  <p:embed/>
                  <p:pic>
                    <p:nvPicPr>
                      <p:cNvPr id="0" name="图片 3135"/>
                      <p:cNvPicPr/>
                      <p:nvPr/>
                    </p:nvPicPr>
                    <p:blipFill>
                      <a:blip r:embed="rId4">
                        <a:clrChange>
                          <a:clrFrom>
                            <a:srgbClr val="000000"/>
                          </a:clrFrom>
                          <a:clrTo>
                            <a:srgbClr val="FFFFFF"/>
                          </a:clrTo>
                        </a:clrChange>
                      </a:blip>
                      <a:stretch>
                        <a:fillRect/>
                      </a:stretch>
                    </p:blipFill>
                    <p:spPr>
                      <a:xfrm>
                        <a:off x="900113" y="4292600"/>
                        <a:ext cx="4421187" cy="728663"/>
                      </a:xfrm>
                      <a:prstGeom prst="rect">
                        <a:avLst/>
                      </a:prstGeom>
                      <a:noFill/>
                      <a:ln w="38100">
                        <a:noFill/>
                        <a:miter/>
                      </a:ln>
                    </p:spPr>
                  </p:pic>
                </p:oleObj>
              </mc:Fallback>
            </mc:AlternateContent>
          </a:graphicData>
        </a:graphic>
      </p:graphicFrame>
      <p:graphicFrame>
        <p:nvGraphicFramePr>
          <p:cNvPr id="57378" name="Object 34"/>
          <p:cNvGraphicFramePr/>
          <p:nvPr/>
        </p:nvGraphicFramePr>
        <p:xfrm>
          <a:off x="5267325" y="4221163"/>
          <a:ext cx="3617913" cy="981075"/>
        </p:xfrm>
        <a:graphic>
          <a:graphicData uri="http://schemas.openxmlformats.org/presentationml/2006/ole">
            <mc:AlternateContent xmlns:mc="http://schemas.openxmlformats.org/markup-compatibility/2006">
              <mc:Choice xmlns:v="urn:schemas-microsoft-com:vml" Requires="v">
                <p:oleObj spid="_x0000_s3135" name="" r:id="rId5" imgW="1777365" imgH="482600" progId="Equation.3">
                  <p:embed/>
                </p:oleObj>
              </mc:Choice>
              <mc:Fallback>
                <p:oleObj name="" r:id="rId5" imgW="1777365" imgH="482600" progId="Equation.3">
                  <p:embed/>
                  <p:pic>
                    <p:nvPicPr>
                      <p:cNvPr id="0" name="图片 3134"/>
                      <p:cNvPicPr/>
                      <p:nvPr/>
                    </p:nvPicPr>
                    <p:blipFill>
                      <a:blip r:embed="rId6">
                        <a:clrChange>
                          <a:clrFrom>
                            <a:srgbClr val="000000"/>
                          </a:clrFrom>
                          <a:clrTo>
                            <a:srgbClr val="FFFFFF"/>
                          </a:clrTo>
                        </a:clrChange>
                      </a:blip>
                      <a:stretch>
                        <a:fillRect/>
                      </a:stretch>
                    </p:blipFill>
                    <p:spPr>
                      <a:xfrm>
                        <a:off x="5267325" y="4221163"/>
                        <a:ext cx="3617913" cy="981075"/>
                      </a:xfrm>
                      <a:prstGeom prst="rect">
                        <a:avLst/>
                      </a:prstGeom>
                      <a:noFill/>
                      <a:ln w="38100">
                        <a:noFill/>
                        <a:miter/>
                      </a:ln>
                    </p:spPr>
                  </p:pic>
                </p:oleObj>
              </mc:Fallback>
            </mc:AlternateContent>
          </a:graphicData>
        </a:graphic>
      </p:graphicFrame>
      <p:sp>
        <p:nvSpPr>
          <p:cNvPr id="57390" name="AutoShape 46"/>
          <p:cNvSpPr/>
          <p:nvPr/>
        </p:nvSpPr>
        <p:spPr>
          <a:xfrm>
            <a:off x="4211638" y="1844675"/>
            <a:ext cx="719137" cy="215900"/>
          </a:xfrm>
          <a:prstGeom prst="rightArrow">
            <a:avLst>
              <a:gd name="adj1" fmla="val 50000"/>
              <a:gd name="adj2" fmla="val 83256"/>
            </a:avLst>
          </a:prstGeom>
          <a:solidFill>
            <a:srgbClr val="FF3300"/>
          </a:solidFill>
          <a:ln w="9525">
            <a:noFill/>
          </a:ln>
        </p:spPr>
        <p:txBody>
          <a:bodyPr wrap="none" anchor="ctr" anchorCtr="0"/>
          <a:p>
            <a:endParaRPr lang="zh-CN" altLang="en-US" dirty="0">
              <a:latin typeface="楷体_GB2312" pitchFamily="49" charset="-122"/>
            </a:endParaRPr>
          </a:p>
        </p:txBody>
      </p:sp>
      <p:grpSp>
        <p:nvGrpSpPr>
          <p:cNvPr id="17418" name="Group 51"/>
          <p:cNvGrpSpPr/>
          <p:nvPr/>
        </p:nvGrpSpPr>
        <p:grpSpPr>
          <a:xfrm>
            <a:off x="8316913" y="6446838"/>
            <a:ext cx="792162" cy="366712"/>
            <a:chOff x="5193" y="4020"/>
            <a:chExt cx="499" cy="231"/>
          </a:xfrm>
        </p:grpSpPr>
        <p:pic>
          <p:nvPicPr>
            <p:cNvPr id="17457" name="Picture 52" descr="78900"/>
            <p:cNvPicPr>
              <a:picLocks noChangeAspect="1"/>
            </p:cNvPicPr>
            <p:nvPr/>
          </p:nvPicPr>
          <p:blipFill>
            <a:blip r:embed="rId7"/>
            <a:stretch>
              <a:fillRect/>
            </a:stretch>
          </p:blipFill>
          <p:spPr>
            <a:xfrm>
              <a:off x="5193" y="4066"/>
              <a:ext cx="499" cy="181"/>
            </a:xfrm>
            <a:prstGeom prst="rect">
              <a:avLst/>
            </a:prstGeom>
            <a:noFill/>
            <a:ln w="9525">
              <a:noFill/>
            </a:ln>
          </p:spPr>
        </p:pic>
        <p:sp>
          <p:nvSpPr>
            <p:cNvPr id="17458" name="Text Box 53">
              <a:hlinkClick r:id="" action="ppaction://hlinkshowjump?jump=nextslide"/>
            </p:cNvPr>
            <p:cNvSpPr txBox="1"/>
            <p:nvPr/>
          </p:nvSpPr>
          <p:spPr>
            <a:xfrm>
              <a:off x="5216" y="4020"/>
              <a:ext cx="476" cy="231"/>
            </a:xfrm>
            <a:prstGeom prst="rect">
              <a:avLst/>
            </a:prstGeom>
            <a:noFill/>
            <a:ln w="9525">
              <a:noFill/>
            </a:ln>
          </p:spPr>
          <p:txBody>
            <a:bodyPr wrap="none">
              <a:spAutoFit/>
            </a:bodyPr>
            <a:p>
              <a:pPr>
                <a:spcBef>
                  <a:spcPct val="50000"/>
                </a:spcBef>
              </a:pPr>
              <a:r>
                <a:rPr lang="zh-CN" altLang="en-US" sz="1800" b="0" dirty="0">
                  <a:solidFill>
                    <a:schemeClr val="bg1"/>
                  </a:solidFill>
                  <a:latin typeface="隶书" panose="02010509060101010101" pitchFamily="49" charset="-122"/>
                  <a:ea typeface="隶书" panose="02010509060101010101" pitchFamily="49" charset="-122"/>
                </a:rPr>
                <a:t>下 页</a:t>
              </a:r>
              <a:endParaRPr lang="zh-CN" altLang="en-US" sz="1800" b="0" dirty="0">
                <a:solidFill>
                  <a:schemeClr val="bg1"/>
                </a:solidFill>
                <a:latin typeface="隶书" panose="02010509060101010101" pitchFamily="49" charset="-122"/>
                <a:ea typeface="隶书" panose="02010509060101010101" pitchFamily="49" charset="-122"/>
              </a:endParaRPr>
            </a:p>
          </p:txBody>
        </p:sp>
      </p:grpSp>
      <p:grpSp>
        <p:nvGrpSpPr>
          <p:cNvPr id="17419" name="Group 54"/>
          <p:cNvGrpSpPr/>
          <p:nvPr/>
        </p:nvGrpSpPr>
        <p:grpSpPr>
          <a:xfrm>
            <a:off x="7453313" y="6446838"/>
            <a:ext cx="792162" cy="366712"/>
            <a:chOff x="4649" y="4020"/>
            <a:chExt cx="499" cy="231"/>
          </a:xfrm>
        </p:grpSpPr>
        <p:pic>
          <p:nvPicPr>
            <p:cNvPr id="17455" name="Picture 55" descr="78900"/>
            <p:cNvPicPr>
              <a:picLocks noChangeAspect="1"/>
            </p:cNvPicPr>
            <p:nvPr/>
          </p:nvPicPr>
          <p:blipFill>
            <a:blip r:embed="rId7"/>
            <a:stretch>
              <a:fillRect/>
            </a:stretch>
          </p:blipFill>
          <p:spPr>
            <a:xfrm>
              <a:off x="4649" y="4066"/>
              <a:ext cx="499" cy="181"/>
            </a:xfrm>
            <a:prstGeom prst="rect">
              <a:avLst/>
            </a:prstGeom>
            <a:noFill/>
            <a:ln w="9525">
              <a:noFill/>
            </a:ln>
          </p:spPr>
        </p:pic>
        <p:sp>
          <p:nvSpPr>
            <p:cNvPr id="17456" name="Text Box 56">
              <a:hlinkClick r:id="" action="ppaction://hlinkshowjump?jump=previousslide"/>
            </p:cNvPr>
            <p:cNvSpPr txBox="1"/>
            <p:nvPr/>
          </p:nvSpPr>
          <p:spPr>
            <a:xfrm>
              <a:off x="4672" y="4020"/>
              <a:ext cx="476" cy="231"/>
            </a:xfrm>
            <a:prstGeom prst="rect">
              <a:avLst/>
            </a:prstGeom>
            <a:noFill/>
            <a:ln w="9525">
              <a:noFill/>
            </a:ln>
          </p:spPr>
          <p:txBody>
            <a:bodyPr wrap="none">
              <a:spAutoFit/>
            </a:bodyPr>
            <a:p>
              <a:pPr>
                <a:spcBef>
                  <a:spcPct val="50000"/>
                </a:spcBef>
              </a:pPr>
              <a:r>
                <a:rPr lang="zh-CN" altLang="en-US" sz="1800" b="0" dirty="0">
                  <a:solidFill>
                    <a:schemeClr val="bg1"/>
                  </a:solidFill>
                  <a:latin typeface="隶书" panose="02010509060101010101" pitchFamily="49" charset="-122"/>
                  <a:ea typeface="隶书" panose="02010509060101010101" pitchFamily="49" charset="-122"/>
                </a:rPr>
                <a:t>上 页</a:t>
              </a:r>
              <a:endParaRPr lang="zh-CN" altLang="en-US" sz="1800" b="0" dirty="0">
                <a:solidFill>
                  <a:schemeClr val="bg1"/>
                </a:solidFill>
                <a:latin typeface="隶书" panose="02010509060101010101" pitchFamily="49" charset="-122"/>
                <a:ea typeface="隶书" panose="02010509060101010101" pitchFamily="49" charset="-122"/>
              </a:endParaRPr>
            </a:p>
          </p:txBody>
        </p:sp>
      </p:grpSp>
      <p:grpSp>
        <p:nvGrpSpPr>
          <p:cNvPr id="4" name="Group 89"/>
          <p:cNvGrpSpPr/>
          <p:nvPr/>
        </p:nvGrpSpPr>
        <p:grpSpPr>
          <a:xfrm>
            <a:off x="1187450" y="1268413"/>
            <a:ext cx="2805113" cy="1439862"/>
            <a:chOff x="748" y="799"/>
            <a:chExt cx="1767" cy="907"/>
          </a:xfrm>
        </p:grpSpPr>
        <p:sp>
          <p:nvSpPr>
            <p:cNvPr id="17444" name="Line 61"/>
            <p:cNvSpPr/>
            <p:nvPr/>
          </p:nvSpPr>
          <p:spPr>
            <a:xfrm>
              <a:off x="1021" y="890"/>
              <a:ext cx="1090" cy="0"/>
            </a:xfrm>
            <a:prstGeom prst="line">
              <a:avLst/>
            </a:prstGeom>
            <a:ln w="28575" cap="flat" cmpd="sng">
              <a:solidFill>
                <a:srgbClr val="FFCC00"/>
              </a:solidFill>
              <a:prstDash val="solid"/>
              <a:headEnd type="none" w="med" len="med"/>
              <a:tailEnd type="none" w="med" len="med"/>
            </a:ln>
          </p:spPr>
        </p:sp>
        <p:sp>
          <p:nvSpPr>
            <p:cNvPr id="17445" name="Rectangle 62"/>
            <p:cNvSpPr/>
            <p:nvPr/>
          </p:nvSpPr>
          <p:spPr>
            <a:xfrm>
              <a:off x="1338" y="799"/>
              <a:ext cx="317" cy="136"/>
            </a:xfrm>
            <a:prstGeom prst="rect">
              <a:avLst/>
            </a:prstGeom>
            <a:gradFill rotWithShape="1">
              <a:gsLst>
                <a:gs pos="0">
                  <a:srgbClr val="764700"/>
                </a:gs>
                <a:gs pos="50000">
                  <a:srgbClr val="FF9900"/>
                </a:gs>
                <a:gs pos="100000">
                  <a:srgbClr val="764700"/>
                </a:gs>
              </a:gsLst>
              <a:lin ang="5400000" scaled="1"/>
              <a:tileRect/>
            </a:gradFill>
            <a:ln w="28575">
              <a:noFill/>
            </a:ln>
          </p:spPr>
          <p:txBody>
            <a:bodyPr wrap="none" anchor="ctr" anchorCtr="0"/>
            <a:p>
              <a:endParaRPr lang="zh-CN" altLang="en-US" dirty="0">
                <a:latin typeface="楷体_GB2312" pitchFamily="49" charset="-122"/>
              </a:endParaRPr>
            </a:p>
          </p:txBody>
        </p:sp>
        <p:sp>
          <p:nvSpPr>
            <p:cNvPr id="17446" name="Line 63"/>
            <p:cNvSpPr/>
            <p:nvPr/>
          </p:nvSpPr>
          <p:spPr>
            <a:xfrm>
              <a:off x="2110" y="890"/>
              <a:ext cx="0" cy="768"/>
            </a:xfrm>
            <a:prstGeom prst="line">
              <a:avLst/>
            </a:prstGeom>
            <a:ln w="28575" cap="flat" cmpd="sng">
              <a:solidFill>
                <a:srgbClr val="FFCC00"/>
              </a:solidFill>
              <a:prstDash val="solid"/>
              <a:headEnd type="none" w="med" len="med"/>
              <a:tailEnd type="none" w="med" len="med"/>
            </a:ln>
          </p:spPr>
        </p:sp>
        <p:sp>
          <p:nvSpPr>
            <p:cNvPr id="17447" name="Line 64"/>
            <p:cNvSpPr/>
            <p:nvPr/>
          </p:nvSpPr>
          <p:spPr>
            <a:xfrm>
              <a:off x="1066" y="1661"/>
              <a:ext cx="1040" cy="0"/>
            </a:xfrm>
            <a:prstGeom prst="line">
              <a:avLst/>
            </a:prstGeom>
            <a:ln w="28575" cap="flat" cmpd="sng">
              <a:solidFill>
                <a:srgbClr val="FFCC00"/>
              </a:solidFill>
              <a:prstDash val="solid"/>
              <a:headEnd type="none" w="med" len="med"/>
              <a:tailEnd type="none" w="med" len="med"/>
            </a:ln>
          </p:spPr>
        </p:sp>
        <p:sp>
          <p:nvSpPr>
            <p:cNvPr id="17448" name="AutoShape 65"/>
            <p:cNvSpPr/>
            <p:nvPr/>
          </p:nvSpPr>
          <p:spPr>
            <a:xfrm>
              <a:off x="748" y="1162"/>
              <a:ext cx="333" cy="136"/>
            </a:xfrm>
            <a:prstGeom prst="rightArrow">
              <a:avLst>
                <a:gd name="adj1" fmla="val 50000"/>
                <a:gd name="adj2" fmla="val 61201"/>
              </a:avLst>
            </a:prstGeom>
            <a:solidFill>
              <a:srgbClr val="0099FF"/>
            </a:solidFill>
            <a:ln w="9525">
              <a:noFill/>
            </a:ln>
          </p:spPr>
          <p:txBody>
            <a:bodyPr wrap="none" anchor="ctr" anchorCtr="0"/>
            <a:p>
              <a:endParaRPr lang="zh-CN" altLang="en-US" dirty="0">
                <a:latin typeface="楷体_GB2312" pitchFamily="49" charset="-122"/>
              </a:endParaRPr>
            </a:p>
          </p:txBody>
        </p:sp>
        <p:sp>
          <p:nvSpPr>
            <p:cNvPr id="17449" name="Text Box 66"/>
            <p:cNvSpPr txBox="1"/>
            <p:nvPr/>
          </p:nvSpPr>
          <p:spPr>
            <a:xfrm>
              <a:off x="1066" y="1116"/>
              <a:ext cx="241" cy="327"/>
            </a:xfrm>
            <a:prstGeom prst="rect">
              <a:avLst/>
            </a:prstGeom>
            <a:noFill/>
            <a:ln w="9525">
              <a:noFill/>
            </a:ln>
          </p:spPr>
          <p:txBody>
            <a:bodyPr wrap="none">
              <a:spAutoFit/>
            </a:bodyPr>
            <a:p>
              <a:r>
                <a:rPr lang="en-US" altLang="zh-CN" b="0" i="1" dirty="0">
                  <a:solidFill>
                    <a:schemeClr val="bg1"/>
                  </a:solidFill>
                  <a:latin typeface="Times New Roman" panose="02020603050405020304" pitchFamily="18" charset="0"/>
                  <a:ea typeface="宋体" panose="02010600030101010101" pitchFamily="2" charset="-122"/>
                </a:rPr>
                <a:t>Z</a:t>
              </a:r>
              <a:endParaRPr lang="en-US" altLang="zh-CN" b="0" i="1" dirty="0">
                <a:solidFill>
                  <a:schemeClr val="bg1"/>
                </a:solidFill>
                <a:latin typeface="Times New Roman" panose="02020603050405020304" pitchFamily="18" charset="0"/>
                <a:ea typeface="宋体" panose="02010600030101010101" pitchFamily="2" charset="-122"/>
              </a:endParaRPr>
            </a:p>
          </p:txBody>
        </p:sp>
        <p:sp>
          <p:nvSpPr>
            <p:cNvPr id="17450" name="Text Box 67"/>
            <p:cNvSpPr txBox="1"/>
            <p:nvPr/>
          </p:nvSpPr>
          <p:spPr>
            <a:xfrm>
              <a:off x="1384" y="890"/>
              <a:ext cx="253" cy="327"/>
            </a:xfrm>
            <a:prstGeom prst="rect">
              <a:avLst/>
            </a:prstGeom>
            <a:noFill/>
            <a:ln w="9525">
              <a:noFill/>
            </a:ln>
          </p:spPr>
          <p:txBody>
            <a:bodyPr wrap="none">
              <a:spAutoFit/>
            </a:bodyPr>
            <a:p>
              <a:r>
                <a:rPr lang="en-US" altLang="zh-CN" b="0" i="1" dirty="0">
                  <a:solidFill>
                    <a:schemeClr val="bg1"/>
                  </a:solidFill>
                  <a:latin typeface="Times New Roman" panose="02020603050405020304" pitchFamily="18" charset="0"/>
                  <a:ea typeface="宋体" panose="02010600030101010101" pitchFamily="2" charset="-122"/>
                </a:rPr>
                <a:t>R</a:t>
              </a:r>
              <a:endParaRPr lang="en-US" altLang="zh-CN" b="0" i="1" dirty="0">
                <a:solidFill>
                  <a:schemeClr val="bg1"/>
                </a:solidFill>
                <a:latin typeface="Times New Roman" panose="02020603050405020304" pitchFamily="18" charset="0"/>
                <a:ea typeface="宋体" panose="02010600030101010101" pitchFamily="2" charset="-122"/>
              </a:endParaRPr>
            </a:p>
          </p:txBody>
        </p:sp>
        <p:sp>
          <p:nvSpPr>
            <p:cNvPr id="17451" name="Text Box 68"/>
            <p:cNvSpPr txBox="1"/>
            <p:nvPr/>
          </p:nvSpPr>
          <p:spPr>
            <a:xfrm>
              <a:off x="2200" y="1116"/>
              <a:ext cx="315" cy="327"/>
            </a:xfrm>
            <a:prstGeom prst="rect">
              <a:avLst/>
            </a:prstGeom>
            <a:noFill/>
            <a:ln w="9525">
              <a:noFill/>
            </a:ln>
          </p:spPr>
          <p:txBody>
            <a:bodyPr wrap="none">
              <a:spAutoFit/>
            </a:bodyPr>
            <a:p>
              <a:r>
                <a:rPr lang="en-US" altLang="zh-CN" b="0" dirty="0">
                  <a:solidFill>
                    <a:schemeClr val="bg1"/>
                  </a:solidFill>
                  <a:latin typeface="Times New Roman" panose="02020603050405020304" pitchFamily="18" charset="0"/>
                  <a:ea typeface="宋体" panose="02010600030101010101" pitchFamily="2" charset="-122"/>
                </a:rPr>
                <a:t>j</a:t>
              </a:r>
              <a:r>
                <a:rPr lang="en-US" altLang="zh-CN" b="0" i="1" dirty="0">
                  <a:solidFill>
                    <a:schemeClr val="bg1"/>
                  </a:solidFill>
                  <a:latin typeface="Times New Roman" panose="02020603050405020304" pitchFamily="18" charset="0"/>
                  <a:ea typeface="宋体" panose="02010600030101010101" pitchFamily="2" charset="-122"/>
                </a:rPr>
                <a:t>X</a:t>
              </a:r>
              <a:endParaRPr lang="en-US" altLang="zh-CN" b="0" i="1" dirty="0">
                <a:solidFill>
                  <a:schemeClr val="bg1"/>
                </a:solidFill>
                <a:latin typeface="Times New Roman" panose="02020603050405020304" pitchFamily="18" charset="0"/>
                <a:ea typeface="宋体" panose="02010600030101010101" pitchFamily="2" charset="-122"/>
              </a:endParaRPr>
            </a:p>
          </p:txBody>
        </p:sp>
        <p:sp>
          <p:nvSpPr>
            <p:cNvPr id="17452" name="Oval 69"/>
            <p:cNvSpPr/>
            <p:nvPr/>
          </p:nvSpPr>
          <p:spPr>
            <a:xfrm>
              <a:off x="976" y="1615"/>
              <a:ext cx="90" cy="91"/>
            </a:xfrm>
            <a:prstGeom prst="ellipse">
              <a:avLst/>
            </a:prstGeom>
            <a:noFill/>
            <a:ln w="28575" cap="flat" cmpd="sng">
              <a:solidFill>
                <a:srgbClr val="FFCC00"/>
              </a:solidFill>
              <a:prstDash val="solid"/>
              <a:headEnd type="none" w="med" len="med"/>
              <a:tailEnd type="none" w="med" len="med"/>
            </a:ln>
          </p:spPr>
          <p:txBody>
            <a:bodyPr wrap="none" anchor="ctr" anchorCtr="0"/>
            <a:p>
              <a:pPr algn="ctr"/>
              <a:endParaRPr lang="zh-CN" altLang="zh-CN" b="0" dirty="0">
                <a:solidFill>
                  <a:srgbClr val="FFCC00"/>
                </a:solidFill>
                <a:latin typeface="Arial" panose="020B0604020202020204" pitchFamily="34" charset="0"/>
                <a:ea typeface="仿宋_GB2312" pitchFamily="49" charset="-122"/>
              </a:endParaRPr>
            </a:p>
          </p:txBody>
        </p:sp>
        <p:sp>
          <p:nvSpPr>
            <p:cNvPr id="17453" name="Oval 70"/>
            <p:cNvSpPr/>
            <p:nvPr/>
          </p:nvSpPr>
          <p:spPr>
            <a:xfrm>
              <a:off x="930" y="844"/>
              <a:ext cx="90" cy="91"/>
            </a:xfrm>
            <a:prstGeom prst="ellipse">
              <a:avLst/>
            </a:prstGeom>
            <a:noFill/>
            <a:ln w="28575" cap="flat" cmpd="sng">
              <a:solidFill>
                <a:srgbClr val="FFCC00"/>
              </a:solidFill>
              <a:prstDash val="solid"/>
              <a:headEnd type="none" w="med" len="med"/>
              <a:tailEnd type="none" w="med" len="med"/>
            </a:ln>
          </p:spPr>
          <p:txBody>
            <a:bodyPr wrap="none" anchor="ctr" anchorCtr="0"/>
            <a:p>
              <a:pPr algn="ctr"/>
              <a:endParaRPr lang="zh-CN" altLang="zh-CN" b="0" dirty="0">
                <a:solidFill>
                  <a:srgbClr val="FFCC00"/>
                </a:solidFill>
                <a:latin typeface="Arial" panose="020B0604020202020204" pitchFamily="34" charset="0"/>
                <a:ea typeface="仿宋_GB2312" pitchFamily="49" charset="-122"/>
              </a:endParaRPr>
            </a:p>
          </p:txBody>
        </p:sp>
        <p:sp>
          <p:nvSpPr>
            <p:cNvPr id="17454" name="Rectangle 71"/>
            <p:cNvSpPr/>
            <p:nvPr/>
          </p:nvSpPr>
          <p:spPr>
            <a:xfrm>
              <a:off x="2064" y="1116"/>
              <a:ext cx="127" cy="318"/>
            </a:xfrm>
            <a:prstGeom prst="rect">
              <a:avLst/>
            </a:prstGeom>
            <a:gradFill rotWithShape="1">
              <a:gsLst>
                <a:gs pos="0">
                  <a:srgbClr val="764700"/>
                </a:gs>
                <a:gs pos="50000">
                  <a:srgbClr val="FF9900"/>
                </a:gs>
                <a:gs pos="100000">
                  <a:srgbClr val="764700"/>
                </a:gs>
              </a:gsLst>
              <a:lin ang="0" scaled="1"/>
              <a:tileRect/>
            </a:gradFill>
            <a:ln w="28575">
              <a:noFill/>
            </a:ln>
          </p:spPr>
          <p:txBody>
            <a:bodyPr wrap="none" anchor="ctr" anchorCtr="0"/>
            <a:p>
              <a:endParaRPr lang="zh-CN" altLang="en-US" dirty="0">
                <a:latin typeface="楷体_GB2312" pitchFamily="49" charset="-122"/>
              </a:endParaRPr>
            </a:p>
          </p:txBody>
        </p:sp>
      </p:grpSp>
      <p:grpSp>
        <p:nvGrpSpPr>
          <p:cNvPr id="5" name="Group 88"/>
          <p:cNvGrpSpPr/>
          <p:nvPr/>
        </p:nvGrpSpPr>
        <p:grpSpPr>
          <a:xfrm>
            <a:off x="5148263" y="1341438"/>
            <a:ext cx="3095625" cy="1366837"/>
            <a:chOff x="3243" y="845"/>
            <a:chExt cx="1950" cy="861"/>
          </a:xfrm>
        </p:grpSpPr>
        <p:sp>
          <p:nvSpPr>
            <p:cNvPr id="17432" name="Line 73"/>
            <p:cNvSpPr/>
            <p:nvPr/>
          </p:nvSpPr>
          <p:spPr>
            <a:xfrm>
              <a:off x="3534" y="890"/>
              <a:ext cx="1248" cy="0"/>
            </a:xfrm>
            <a:prstGeom prst="line">
              <a:avLst/>
            </a:prstGeom>
            <a:ln w="28575" cap="flat" cmpd="sng">
              <a:solidFill>
                <a:srgbClr val="FFCC00"/>
              </a:solidFill>
              <a:prstDash val="solid"/>
              <a:headEnd type="none" w="med" len="med"/>
              <a:tailEnd type="none" w="med" len="med"/>
            </a:ln>
          </p:spPr>
        </p:sp>
        <p:sp>
          <p:nvSpPr>
            <p:cNvPr id="17433" name="Line 74"/>
            <p:cNvSpPr/>
            <p:nvPr/>
          </p:nvSpPr>
          <p:spPr>
            <a:xfrm>
              <a:off x="3522" y="1661"/>
              <a:ext cx="1248" cy="0"/>
            </a:xfrm>
            <a:prstGeom prst="line">
              <a:avLst/>
            </a:prstGeom>
            <a:ln w="28575" cap="flat" cmpd="sng">
              <a:solidFill>
                <a:srgbClr val="FFCC00"/>
              </a:solidFill>
              <a:prstDash val="solid"/>
              <a:headEnd type="none" w="med" len="med"/>
              <a:tailEnd type="none" w="med" len="med"/>
            </a:ln>
          </p:spPr>
        </p:sp>
        <p:sp>
          <p:nvSpPr>
            <p:cNvPr id="17434" name="Line 75"/>
            <p:cNvSpPr/>
            <p:nvPr/>
          </p:nvSpPr>
          <p:spPr>
            <a:xfrm flipV="1">
              <a:off x="4785" y="890"/>
              <a:ext cx="0" cy="771"/>
            </a:xfrm>
            <a:prstGeom prst="line">
              <a:avLst/>
            </a:prstGeom>
            <a:ln w="28575" cap="flat" cmpd="sng">
              <a:solidFill>
                <a:srgbClr val="FFCC00"/>
              </a:solidFill>
              <a:prstDash val="solid"/>
              <a:headEnd type="none" w="med" len="med"/>
              <a:tailEnd type="none" w="med" len="med"/>
            </a:ln>
          </p:spPr>
        </p:sp>
        <p:sp>
          <p:nvSpPr>
            <p:cNvPr id="17435" name="Line 76"/>
            <p:cNvSpPr/>
            <p:nvPr/>
          </p:nvSpPr>
          <p:spPr>
            <a:xfrm>
              <a:off x="4105" y="878"/>
              <a:ext cx="5" cy="783"/>
            </a:xfrm>
            <a:prstGeom prst="line">
              <a:avLst/>
            </a:prstGeom>
            <a:ln w="28575" cap="flat" cmpd="sng">
              <a:solidFill>
                <a:srgbClr val="FFCC00"/>
              </a:solidFill>
              <a:prstDash val="solid"/>
              <a:headEnd type="oval" w="med" len="med"/>
              <a:tailEnd type="oval" w="med" len="med"/>
            </a:ln>
          </p:spPr>
        </p:sp>
        <p:sp>
          <p:nvSpPr>
            <p:cNvPr id="17436" name="Text Box 77"/>
            <p:cNvSpPr txBox="1"/>
            <p:nvPr/>
          </p:nvSpPr>
          <p:spPr>
            <a:xfrm>
              <a:off x="4176" y="1072"/>
              <a:ext cx="278" cy="327"/>
            </a:xfrm>
            <a:prstGeom prst="rect">
              <a:avLst/>
            </a:prstGeom>
            <a:noFill/>
            <a:ln w="9525">
              <a:noFill/>
            </a:ln>
          </p:spPr>
          <p:txBody>
            <a:bodyPr wrap="none">
              <a:spAutoFit/>
            </a:bodyPr>
            <a:p>
              <a:r>
                <a:rPr lang="en-US" altLang="zh-CN" b="0" i="1" dirty="0">
                  <a:solidFill>
                    <a:schemeClr val="bg1"/>
                  </a:solidFill>
                  <a:latin typeface="Times New Roman" panose="02020603050405020304" pitchFamily="18" charset="0"/>
                  <a:ea typeface="宋体" panose="02010600030101010101" pitchFamily="2" charset="-122"/>
                </a:rPr>
                <a:t>G</a:t>
              </a:r>
              <a:endParaRPr lang="en-US" altLang="zh-CN" b="0" i="1" dirty="0">
                <a:solidFill>
                  <a:schemeClr val="bg1"/>
                </a:solidFill>
                <a:latin typeface="Times New Roman" panose="02020603050405020304" pitchFamily="18" charset="0"/>
                <a:ea typeface="宋体" panose="02010600030101010101" pitchFamily="2" charset="-122"/>
              </a:endParaRPr>
            </a:p>
          </p:txBody>
        </p:sp>
        <p:sp>
          <p:nvSpPr>
            <p:cNvPr id="17437" name="Text Box 78"/>
            <p:cNvSpPr txBox="1"/>
            <p:nvPr/>
          </p:nvSpPr>
          <p:spPr>
            <a:xfrm>
              <a:off x="4878" y="1116"/>
              <a:ext cx="315" cy="327"/>
            </a:xfrm>
            <a:prstGeom prst="rect">
              <a:avLst/>
            </a:prstGeom>
            <a:noFill/>
            <a:ln w="9525">
              <a:noFill/>
            </a:ln>
          </p:spPr>
          <p:txBody>
            <a:bodyPr wrap="none">
              <a:spAutoFit/>
            </a:bodyPr>
            <a:p>
              <a:r>
                <a:rPr lang="en-US" altLang="zh-CN" b="0" dirty="0">
                  <a:solidFill>
                    <a:schemeClr val="bg1"/>
                  </a:solidFill>
                  <a:latin typeface="Times New Roman" panose="02020603050405020304" pitchFamily="18" charset="0"/>
                  <a:ea typeface="宋体" panose="02010600030101010101" pitchFamily="2" charset="-122"/>
                </a:rPr>
                <a:t>j</a:t>
              </a:r>
              <a:r>
                <a:rPr lang="en-US" altLang="zh-CN" b="0" i="1" dirty="0">
                  <a:solidFill>
                    <a:schemeClr val="bg1"/>
                  </a:solidFill>
                  <a:latin typeface="Times New Roman" panose="02020603050405020304" pitchFamily="18" charset="0"/>
                  <a:ea typeface="宋体" panose="02010600030101010101" pitchFamily="2" charset="-122"/>
                </a:rPr>
                <a:t>B</a:t>
              </a:r>
              <a:endParaRPr lang="en-US" altLang="zh-CN" b="0" i="1" dirty="0">
                <a:solidFill>
                  <a:schemeClr val="bg1"/>
                </a:solidFill>
                <a:latin typeface="Times New Roman" panose="02020603050405020304" pitchFamily="18" charset="0"/>
                <a:ea typeface="宋体" panose="02010600030101010101" pitchFamily="2" charset="-122"/>
              </a:endParaRPr>
            </a:p>
          </p:txBody>
        </p:sp>
        <p:sp>
          <p:nvSpPr>
            <p:cNvPr id="17438" name="AutoShape 79"/>
            <p:cNvSpPr/>
            <p:nvPr/>
          </p:nvSpPr>
          <p:spPr>
            <a:xfrm>
              <a:off x="3243" y="1208"/>
              <a:ext cx="350" cy="136"/>
            </a:xfrm>
            <a:prstGeom prst="rightArrow">
              <a:avLst>
                <a:gd name="adj1" fmla="val 50000"/>
                <a:gd name="adj2" fmla="val 64326"/>
              </a:avLst>
            </a:prstGeom>
            <a:solidFill>
              <a:srgbClr val="0099FF"/>
            </a:solidFill>
            <a:ln w="9525">
              <a:noFill/>
            </a:ln>
          </p:spPr>
          <p:txBody>
            <a:bodyPr wrap="none" anchor="ctr" anchorCtr="0"/>
            <a:p>
              <a:endParaRPr lang="zh-CN" altLang="en-US" dirty="0">
                <a:latin typeface="楷体_GB2312" pitchFamily="49" charset="-122"/>
              </a:endParaRPr>
            </a:p>
          </p:txBody>
        </p:sp>
        <p:sp>
          <p:nvSpPr>
            <p:cNvPr id="17439" name="Text Box 80"/>
            <p:cNvSpPr txBox="1"/>
            <p:nvPr/>
          </p:nvSpPr>
          <p:spPr>
            <a:xfrm>
              <a:off x="3630" y="1116"/>
              <a:ext cx="241" cy="327"/>
            </a:xfrm>
            <a:prstGeom prst="rect">
              <a:avLst/>
            </a:prstGeom>
            <a:noFill/>
            <a:ln w="9525">
              <a:noFill/>
            </a:ln>
          </p:spPr>
          <p:txBody>
            <a:bodyPr wrap="none">
              <a:spAutoFit/>
            </a:bodyPr>
            <a:p>
              <a:r>
                <a:rPr lang="en-US" altLang="zh-CN" b="0" i="1" dirty="0">
                  <a:solidFill>
                    <a:schemeClr val="bg1"/>
                  </a:solidFill>
                  <a:latin typeface="Times New Roman" panose="02020603050405020304" pitchFamily="18" charset="0"/>
                  <a:ea typeface="宋体" panose="02010600030101010101" pitchFamily="2" charset="-122"/>
                </a:rPr>
                <a:t>Y</a:t>
              </a:r>
              <a:endParaRPr lang="en-US" altLang="zh-CN" b="0" i="1" dirty="0">
                <a:solidFill>
                  <a:schemeClr val="bg1"/>
                </a:solidFill>
                <a:latin typeface="Times New Roman" panose="02020603050405020304" pitchFamily="18" charset="0"/>
                <a:ea typeface="宋体" panose="02010600030101010101" pitchFamily="2" charset="-122"/>
              </a:endParaRPr>
            </a:p>
          </p:txBody>
        </p:sp>
        <p:sp>
          <p:nvSpPr>
            <p:cNvPr id="17440" name="Oval 81"/>
            <p:cNvSpPr/>
            <p:nvPr/>
          </p:nvSpPr>
          <p:spPr>
            <a:xfrm>
              <a:off x="3450" y="845"/>
              <a:ext cx="90" cy="91"/>
            </a:xfrm>
            <a:prstGeom prst="ellipse">
              <a:avLst/>
            </a:prstGeom>
            <a:noFill/>
            <a:ln w="28575" cap="flat" cmpd="sng">
              <a:solidFill>
                <a:srgbClr val="FFCC00"/>
              </a:solidFill>
              <a:prstDash val="solid"/>
              <a:headEnd type="none" w="med" len="med"/>
              <a:tailEnd type="none" w="med" len="med"/>
            </a:ln>
          </p:spPr>
          <p:txBody>
            <a:bodyPr wrap="none" anchor="ctr" anchorCtr="0"/>
            <a:p>
              <a:pPr algn="ctr"/>
              <a:endParaRPr lang="zh-CN" altLang="zh-CN" b="0" dirty="0">
                <a:solidFill>
                  <a:srgbClr val="FFCC00"/>
                </a:solidFill>
                <a:latin typeface="Arial" panose="020B0604020202020204" pitchFamily="34" charset="0"/>
                <a:ea typeface="仿宋_GB2312" pitchFamily="49" charset="-122"/>
              </a:endParaRPr>
            </a:p>
          </p:txBody>
        </p:sp>
        <p:sp>
          <p:nvSpPr>
            <p:cNvPr id="17441" name="Oval 82"/>
            <p:cNvSpPr/>
            <p:nvPr/>
          </p:nvSpPr>
          <p:spPr>
            <a:xfrm>
              <a:off x="3450" y="1615"/>
              <a:ext cx="90" cy="91"/>
            </a:xfrm>
            <a:prstGeom prst="ellipse">
              <a:avLst/>
            </a:prstGeom>
            <a:noFill/>
            <a:ln w="28575" cap="flat" cmpd="sng">
              <a:solidFill>
                <a:srgbClr val="FFCC00"/>
              </a:solidFill>
              <a:prstDash val="solid"/>
              <a:headEnd type="none" w="med" len="med"/>
              <a:tailEnd type="none" w="med" len="med"/>
            </a:ln>
          </p:spPr>
          <p:txBody>
            <a:bodyPr wrap="none" anchor="ctr" anchorCtr="0"/>
            <a:p>
              <a:pPr algn="ctr"/>
              <a:endParaRPr lang="zh-CN" altLang="zh-CN" b="0" dirty="0">
                <a:solidFill>
                  <a:srgbClr val="FFCC00"/>
                </a:solidFill>
                <a:latin typeface="Arial" panose="020B0604020202020204" pitchFamily="34" charset="0"/>
                <a:ea typeface="仿宋_GB2312" pitchFamily="49" charset="-122"/>
              </a:endParaRPr>
            </a:p>
          </p:txBody>
        </p:sp>
        <p:sp>
          <p:nvSpPr>
            <p:cNvPr id="17442" name="Rectangle 83"/>
            <p:cNvSpPr/>
            <p:nvPr/>
          </p:nvSpPr>
          <p:spPr>
            <a:xfrm>
              <a:off x="4720" y="1117"/>
              <a:ext cx="127" cy="318"/>
            </a:xfrm>
            <a:prstGeom prst="rect">
              <a:avLst/>
            </a:prstGeom>
            <a:gradFill rotWithShape="1">
              <a:gsLst>
                <a:gs pos="0">
                  <a:srgbClr val="764700"/>
                </a:gs>
                <a:gs pos="50000">
                  <a:srgbClr val="FF9900"/>
                </a:gs>
                <a:gs pos="100000">
                  <a:srgbClr val="764700"/>
                </a:gs>
              </a:gsLst>
              <a:lin ang="0" scaled="1"/>
              <a:tileRect/>
            </a:gradFill>
            <a:ln w="28575">
              <a:noFill/>
            </a:ln>
          </p:spPr>
          <p:txBody>
            <a:bodyPr wrap="none" anchor="ctr" anchorCtr="0"/>
            <a:p>
              <a:endParaRPr lang="zh-CN" altLang="en-US" dirty="0">
                <a:latin typeface="楷体_GB2312" pitchFamily="49" charset="-122"/>
              </a:endParaRPr>
            </a:p>
          </p:txBody>
        </p:sp>
        <p:sp>
          <p:nvSpPr>
            <p:cNvPr id="17443" name="Rectangle 84"/>
            <p:cNvSpPr/>
            <p:nvPr/>
          </p:nvSpPr>
          <p:spPr>
            <a:xfrm>
              <a:off x="4040" y="1117"/>
              <a:ext cx="127" cy="318"/>
            </a:xfrm>
            <a:prstGeom prst="rect">
              <a:avLst/>
            </a:prstGeom>
            <a:gradFill rotWithShape="1">
              <a:gsLst>
                <a:gs pos="0">
                  <a:srgbClr val="764700"/>
                </a:gs>
                <a:gs pos="50000">
                  <a:srgbClr val="FF9900"/>
                </a:gs>
                <a:gs pos="100000">
                  <a:srgbClr val="764700"/>
                </a:gs>
              </a:gsLst>
              <a:lin ang="0" scaled="1"/>
              <a:tileRect/>
            </a:gradFill>
            <a:ln w="28575">
              <a:noFill/>
            </a:ln>
          </p:spPr>
          <p:txBody>
            <a:bodyPr wrap="none" anchor="ctr" anchorCtr="0"/>
            <a:p>
              <a:endParaRPr lang="zh-CN" altLang="en-US" dirty="0">
                <a:latin typeface="楷体_GB2312" pitchFamily="49" charset="-122"/>
              </a:endParaRPr>
            </a:p>
          </p:txBody>
        </p:sp>
      </p:grpSp>
      <p:grpSp>
        <p:nvGrpSpPr>
          <p:cNvPr id="6" name="Group 85"/>
          <p:cNvGrpSpPr/>
          <p:nvPr/>
        </p:nvGrpSpPr>
        <p:grpSpPr>
          <a:xfrm>
            <a:off x="468313" y="5084763"/>
            <a:ext cx="1644650" cy="850900"/>
            <a:chOff x="385" y="3022"/>
            <a:chExt cx="1036" cy="536"/>
          </a:xfrm>
        </p:grpSpPr>
        <p:pic>
          <p:nvPicPr>
            <p:cNvPr id="17430" name="Picture 86" descr="123"/>
            <p:cNvPicPr>
              <a:picLocks noChangeAspect="1"/>
            </p:cNvPicPr>
            <p:nvPr/>
          </p:nvPicPr>
          <p:blipFill>
            <a:blip r:embed="rId8"/>
            <a:stretch>
              <a:fillRect/>
            </a:stretch>
          </p:blipFill>
          <p:spPr>
            <a:xfrm>
              <a:off x="385" y="3022"/>
              <a:ext cx="590" cy="536"/>
            </a:xfrm>
            <a:prstGeom prst="rect">
              <a:avLst/>
            </a:prstGeom>
            <a:noFill/>
            <a:ln w="9525">
              <a:noFill/>
            </a:ln>
          </p:spPr>
        </p:pic>
        <p:sp>
          <p:nvSpPr>
            <p:cNvPr id="17431" name="Text Box 87"/>
            <p:cNvSpPr txBox="1"/>
            <p:nvPr/>
          </p:nvSpPr>
          <p:spPr>
            <a:xfrm>
              <a:off x="793" y="3125"/>
              <a:ext cx="628" cy="365"/>
            </a:xfrm>
            <a:prstGeom prst="rect">
              <a:avLst/>
            </a:prstGeom>
            <a:noFill/>
            <a:ln w="9525">
              <a:noFill/>
            </a:ln>
          </p:spPr>
          <p:txBody>
            <a:bodyPr wrap="none">
              <a:spAutoFit/>
            </a:bodyPr>
            <a:p>
              <a:r>
                <a:rPr lang="zh-CN" altLang="en-US" sz="3200" b="0" dirty="0">
                  <a:solidFill>
                    <a:srgbClr val="FA7748"/>
                  </a:solidFill>
                  <a:latin typeface="Times New Roman" panose="02020603050405020304" pitchFamily="18" charset="0"/>
                  <a:ea typeface="华文行楷" panose="02010800040101010101" pitchFamily="2" charset="-122"/>
                </a:rPr>
                <a:t>注意</a:t>
              </a:r>
              <a:endParaRPr lang="zh-CN" altLang="en-US" sz="3200" b="0" dirty="0">
                <a:solidFill>
                  <a:srgbClr val="FA7748"/>
                </a:solidFill>
                <a:latin typeface="Times New Roman" panose="02020603050405020304" pitchFamily="18" charset="0"/>
                <a:ea typeface="华文行楷" panose="02010800040101010101" pitchFamily="2" charset="-122"/>
              </a:endParaRPr>
            </a:p>
          </p:txBody>
        </p:sp>
      </p:grpSp>
      <p:grpSp>
        <p:nvGrpSpPr>
          <p:cNvPr id="17423" name="Group 93"/>
          <p:cNvGrpSpPr/>
          <p:nvPr/>
        </p:nvGrpSpPr>
        <p:grpSpPr>
          <a:xfrm>
            <a:off x="6588125" y="6446838"/>
            <a:ext cx="792163" cy="366712"/>
            <a:chOff x="4649" y="4020"/>
            <a:chExt cx="499" cy="231"/>
          </a:xfrm>
        </p:grpSpPr>
        <p:pic>
          <p:nvPicPr>
            <p:cNvPr id="17428" name="Picture 94" descr="78900"/>
            <p:cNvPicPr>
              <a:picLocks noChangeAspect="1"/>
            </p:cNvPicPr>
            <p:nvPr/>
          </p:nvPicPr>
          <p:blipFill>
            <a:blip r:embed="rId7"/>
            <a:stretch>
              <a:fillRect/>
            </a:stretch>
          </p:blipFill>
          <p:spPr>
            <a:xfrm>
              <a:off x="4649" y="4066"/>
              <a:ext cx="499" cy="181"/>
            </a:xfrm>
            <a:prstGeom prst="rect">
              <a:avLst/>
            </a:prstGeom>
            <a:noFill/>
            <a:ln w="9525">
              <a:noFill/>
            </a:ln>
          </p:spPr>
        </p:pic>
        <p:sp>
          <p:nvSpPr>
            <p:cNvPr id="17429" name="Text Box 95">
              <a:hlinkClick r:id="" action="ppaction://hlinkshowjump?jump=firstslide"/>
            </p:cNvPr>
            <p:cNvSpPr txBox="1"/>
            <p:nvPr/>
          </p:nvSpPr>
          <p:spPr>
            <a:xfrm>
              <a:off x="4672" y="4020"/>
              <a:ext cx="476" cy="231"/>
            </a:xfrm>
            <a:prstGeom prst="rect">
              <a:avLst/>
            </a:prstGeom>
            <a:noFill/>
            <a:ln w="9525">
              <a:noFill/>
            </a:ln>
          </p:spPr>
          <p:txBody>
            <a:bodyPr wrap="none">
              <a:spAutoFit/>
            </a:bodyPr>
            <a:p>
              <a:pPr>
                <a:spcBef>
                  <a:spcPct val="50000"/>
                </a:spcBef>
              </a:pPr>
              <a:r>
                <a:rPr lang="zh-CN" altLang="en-US" sz="1800" b="0" dirty="0">
                  <a:solidFill>
                    <a:schemeClr val="bg1"/>
                  </a:solidFill>
                  <a:latin typeface="隶书" panose="02010509060101010101" pitchFamily="49" charset="-122"/>
                  <a:ea typeface="隶书" panose="02010509060101010101" pitchFamily="49" charset="-122"/>
                </a:rPr>
                <a:t>返 回</a:t>
              </a:r>
              <a:endParaRPr lang="zh-CN" altLang="en-US" sz="1800" b="0" dirty="0">
                <a:solidFill>
                  <a:schemeClr val="bg1"/>
                </a:solidFill>
                <a:latin typeface="隶书" panose="02010509060101010101" pitchFamily="49" charset="-122"/>
                <a:ea typeface="隶书" panose="02010509060101010101" pitchFamily="49" charset="-122"/>
              </a:endParaRPr>
            </a:p>
          </p:txBody>
        </p:sp>
      </p:grpSp>
      <p:grpSp>
        <p:nvGrpSpPr>
          <p:cNvPr id="8" name="Group 98"/>
          <p:cNvGrpSpPr/>
          <p:nvPr/>
        </p:nvGrpSpPr>
        <p:grpSpPr>
          <a:xfrm>
            <a:off x="336550" y="2852738"/>
            <a:ext cx="3798888" cy="490537"/>
            <a:chOff x="212" y="1797"/>
            <a:chExt cx="2393" cy="309"/>
          </a:xfrm>
        </p:grpSpPr>
        <p:graphicFrame>
          <p:nvGraphicFramePr>
            <p:cNvPr id="17414" name="Object 3"/>
            <p:cNvGraphicFramePr/>
            <p:nvPr/>
          </p:nvGraphicFramePr>
          <p:xfrm>
            <a:off x="212" y="1797"/>
            <a:ext cx="2393" cy="309"/>
          </p:xfrm>
          <a:graphic>
            <a:graphicData uri="http://schemas.openxmlformats.org/presentationml/2006/ole">
              <mc:AlternateContent xmlns:mc="http://schemas.openxmlformats.org/markup-compatibility/2006">
                <mc:Choice xmlns:v="urn:schemas-microsoft-com:vml" Requires="v">
                  <p:oleObj spid="_x0000_s3138" name="" r:id="rId9" imgW="1866265" imgH="241300" progId="Equation.3">
                    <p:embed/>
                  </p:oleObj>
                </mc:Choice>
                <mc:Fallback>
                  <p:oleObj name="" r:id="rId9" imgW="1866265" imgH="241300" progId="Equation.3">
                    <p:embed/>
                    <p:pic>
                      <p:nvPicPr>
                        <p:cNvPr id="0" name="图片 3137"/>
                        <p:cNvPicPr/>
                        <p:nvPr/>
                      </p:nvPicPr>
                      <p:blipFill>
                        <a:blip r:embed="rId10">
                          <a:clrChange>
                            <a:clrFrom>
                              <a:srgbClr val="000000"/>
                            </a:clrFrom>
                            <a:clrTo>
                              <a:srgbClr val="FFFFFF"/>
                            </a:clrTo>
                          </a:clrChange>
                        </a:blip>
                        <a:stretch>
                          <a:fillRect/>
                        </a:stretch>
                      </p:blipFill>
                      <p:spPr>
                        <a:xfrm>
                          <a:off x="212" y="1797"/>
                          <a:ext cx="2393" cy="309"/>
                        </a:xfrm>
                        <a:prstGeom prst="rect">
                          <a:avLst/>
                        </a:prstGeom>
                        <a:noFill/>
                        <a:ln w="38100">
                          <a:noFill/>
                          <a:miter/>
                        </a:ln>
                      </p:spPr>
                    </p:pic>
                  </p:oleObj>
                </mc:Fallback>
              </mc:AlternateContent>
            </a:graphicData>
          </a:graphic>
        </p:graphicFrame>
        <p:sp>
          <p:nvSpPr>
            <p:cNvPr id="17427" name="Line 96"/>
            <p:cNvSpPr/>
            <p:nvPr/>
          </p:nvSpPr>
          <p:spPr>
            <a:xfrm>
              <a:off x="2064" y="2087"/>
              <a:ext cx="317" cy="0"/>
            </a:xfrm>
            <a:prstGeom prst="line">
              <a:avLst/>
            </a:prstGeom>
            <a:ln w="9525" cap="flat" cmpd="sng">
              <a:solidFill>
                <a:schemeClr val="bg1"/>
              </a:solidFill>
              <a:prstDash val="solid"/>
              <a:headEnd type="none" w="med" len="med"/>
              <a:tailEnd type="none" w="med" len="med"/>
            </a:ln>
          </p:spPr>
        </p:sp>
      </p:grpSp>
      <p:grpSp>
        <p:nvGrpSpPr>
          <p:cNvPr id="9" name="Group 99"/>
          <p:cNvGrpSpPr/>
          <p:nvPr/>
        </p:nvGrpSpPr>
        <p:grpSpPr>
          <a:xfrm>
            <a:off x="3987800" y="2878138"/>
            <a:ext cx="4395788" cy="487362"/>
            <a:chOff x="2512" y="1813"/>
            <a:chExt cx="2769" cy="307"/>
          </a:xfrm>
        </p:grpSpPr>
        <p:graphicFrame>
          <p:nvGraphicFramePr>
            <p:cNvPr id="17413" name="Object 31"/>
            <p:cNvGraphicFramePr/>
            <p:nvPr/>
          </p:nvGraphicFramePr>
          <p:xfrm>
            <a:off x="2512" y="1813"/>
            <a:ext cx="2769" cy="307"/>
          </p:xfrm>
          <a:graphic>
            <a:graphicData uri="http://schemas.openxmlformats.org/presentationml/2006/ole">
              <mc:AlternateContent xmlns:mc="http://schemas.openxmlformats.org/markup-compatibility/2006">
                <mc:Choice xmlns:v="urn:schemas-microsoft-com:vml" Requires="v">
                  <p:oleObj spid="_x0000_s3137" name="" r:id="rId11" imgW="2158365" imgH="241300" progId="Equation.3">
                    <p:embed/>
                  </p:oleObj>
                </mc:Choice>
                <mc:Fallback>
                  <p:oleObj name="" r:id="rId11" imgW="2158365" imgH="241300" progId="Equation.3">
                    <p:embed/>
                    <p:pic>
                      <p:nvPicPr>
                        <p:cNvPr id="0" name="图片 3136"/>
                        <p:cNvPicPr/>
                        <p:nvPr/>
                      </p:nvPicPr>
                      <p:blipFill>
                        <a:blip r:embed="rId12">
                          <a:clrChange>
                            <a:clrFrom>
                              <a:srgbClr val="000000"/>
                            </a:clrFrom>
                            <a:clrTo>
                              <a:srgbClr val="FFFFFF"/>
                            </a:clrTo>
                          </a:clrChange>
                        </a:blip>
                        <a:stretch>
                          <a:fillRect/>
                        </a:stretch>
                      </p:blipFill>
                      <p:spPr>
                        <a:xfrm>
                          <a:off x="2512" y="1813"/>
                          <a:ext cx="2769" cy="307"/>
                        </a:xfrm>
                        <a:prstGeom prst="rect">
                          <a:avLst/>
                        </a:prstGeom>
                        <a:noFill/>
                        <a:ln w="38100">
                          <a:noFill/>
                          <a:miter/>
                        </a:ln>
                      </p:spPr>
                    </p:pic>
                  </p:oleObj>
                </mc:Fallback>
              </mc:AlternateContent>
            </a:graphicData>
          </a:graphic>
        </p:graphicFrame>
        <p:sp>
          <p:nvSpPr>
            <p:cNvPr id="17426" name="Line 97"/>
            <p:cNvSpPr/>
            <p:nvPr/>
          </p:nvSpPr>
          <p:spPr>
            <a:xfrm>
              <a:off x="4776" y="2097"/>
              <a:ext cx="317" cy="0"/>
            </a:xfrm>
            <a:prstGeom prst="line">
              <a:avLst/>
            </a:prstGeom>
            <a:ln w="9525" cap="flat" cmpd="sng">
              <a:solidFill>
                <a:schemeClr val="bg1"/>
              </a:solidFill>
              <a:prstDash val="solid"/>
              <a:headEnd type="none" w="med" len="med"/>
              <a:tailEnd type="none" w="med" len="med"/>
            </a:ln>
          </p:spPr>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grpId="0" nodeType="withEffect">
                                  <p:stCondLst>
                                    <p:cond delay="0"/>
                                  </p:stCondLst>
                                  <p:childTnLst>
                                    <p:set>
                                      <p:cBhvr>
                                        <p:cTn id="6" dur="1" fill="hold">
                                          <p:stCondLst>
                                            <p:cond delay="0"/>
                                          </p:stCondLst>
                                        </p:cTn>
                                        <p:tgtEl>
                                          <p:spTgt spid="57346"/>
                                        </p:tgtEl>
                                        <p:attrNameLst>
                                          <p:attrName>style.visibility</p:attrName>
                                        </p:attrNameLst>
                                      </p:cBhvr>
                                      <p:to>
                                        <p:strVal val="visible"/>
                                      </p:to>
                                    </p:set>
                                    <p:anim calcmode="lin" valueType="num">
                                      <p:cBhvr additive="base">
                                        <p:cTn id="7" dur="500" fill="hold"/>
                                        <p:tgtEl>
                                          <p:spTgt spid="57346"/>
                                        </p:tgtEl>
                                        <p:attrNameLst>
                                          <p:attrName>ppt_x</p:attrName>
                                        </p:attrNameLst>
                                      </p:cBhvr>
                                      <p:tavLst>
                                        <p:tav tm="0">
                                          <p:val>
                                            <p:strVal val="0-#ppt_w/2"/>
                                          </p:val>
                                        </p:tav>
                                        <p:tav tm="100000">
                                          <p:val>
                                            <p:strVal val="#ppt_x"/>
                                          </p:val>
                                        </p:tav>
                                      </p:tavLst>
                                    </p:anim>
                                    <p:anim calcmode="lin" valueType="num">
                                      <p:cBhvr additive="base">
                                        <p:cTn id="8" dur="500" fill="hold"/>
                                        <p:tgtEl>
                                          <p:spTgt spid="57346"/>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3" presetClass="entr" presetSubtype="10" fill="hold" nodeType="clickEffect">
                                  <p:stCondLst>
                                    <p:cond delay="0"/>
                                  </p:stCondLst>
                                  <p:childTnLst>
                                    <p:set>
                                      <p:cBhvr>
                                        <p:cTn id="12" dur="1" fill="hold">
                                          <p:stCondLst>
                                            <p:cond delay="0"/>
                                          </p:stCondLst>
                                        </p:cTn>
                                        <p:tgtEl>
                                          <p:spTgt spid="4"/>
                                        </p:tgtEl>
                                        <p:attrNameLst>
                                          <p:attrName>style.visibility</p:attrName>
                                        </p:attrNameLst>
                                      </p:cBhvr>
                                      <p:to>
                                        <p:strVal val="visible"/>
                                      </p:to>
                                    </p:set>
                                    <p:animEffect transition="in" filter="blinds(horizontal)">
                                      <p:cBhvr>
                                        <p:cTn id="13" dur="500"/>
                                        <p:tgtEl>
                                          <p:spTgt spid="4"/>
                                        </p:tgtEl>
                                      </p:cBhvr>
                                    </p:animEffect>
                                  </p:childTnLst>
                                </p:cTn>
                              </p:par>
                            </p:childTnLst>
                          </p:cTn>
                        </p:par>
                      </p:childTnLst>
                    </p:cTn>
                  </p:par>
                  <p:par>
                    <p:cTn id="14" fill="hold">
                      <p:stCondLst>
                        <p:cond delay="indefinite"/>
                      </p:stCondLst>
                      <p:childTnLst>
                        <p:par>
                          <p:cTn id="15" fill="hold">
                            <p:stCondLst>
                              <p:cond delay="0"/>
                            </p:stCondLst>
                            <p:childTnLst>
                              <p:par>
                                <p:cTn id="16" presetID="12" presetClass="entr" presetSubtype="8" fill="hold" grpId="0" nodeType="clickEffect">
                                  <p:stCondLst>
                                    <p:cond delay="0"/>
                                  </p:stCondLst>
                                  <p:childTnLst>
                                    <p:set>
                                      <p:cBhvr>
                                        <p:cTn id="17" dur="1" fill="hold">
                                          <p:stCondLst>
                                            <p:cond delay="0"/>
                                          </p:stCondLst>
                                        </p:cTn>
                                        <p:tgtEl>
                                          <p:spTgt spid="57390"/>
                                        </p:tgtEl>
                                        <p:attrNameLst>
                                          <p:attrName>style.visibility</p:attrName>
                                        </p:attrNameLst>
                                      </p:cBhvr>
                                      <p:to>
                                        <p:strVal val="visible"/>
                                      </p:to>
                                    </p:set>
                                    <p:animEffect transition="in" filter="slide(fromLeft)">
                                      <p:cBhvr>
                                        <p:cTn id="18" dur="500"/>
                                        <p:tgtEl>
                                          <p:spTgt spid="57390"/>
                                        </p:tgtEl>
                                      </p:cBhvr>
                                    </p:animEffect>
                                  </p:childTnLst>
                                </p:cTn>
                              </p:par>
                            </p:childTnLst>
                          </p:cTn>
                        </p:par>
                        <p:par>
                          <p:cTn id="19" fill="hold">
                            <p:stCondLst>
                              <p:cond delay="500"/>
                            </p:stCondLst>
                            <p:childTnLst>
                              <p:par>
                                <p:cTn id="20" presetID="3" presetClass="entr" presetSubtype="10" fill="hold" nodeType="afterEffect">
                                  <p:stCondLst>
                                    <p:cond delay="0"/>
                                  </p:stCondLst>
                                  <p:childTnLst>
                                    <p:set>
                                      <p:cBhvr>
                                        <p:cTn id="21" dur="1" fill="hold">
                                          <p:stCondLst>
                                            <p:cond delay="0"/>
                                          </p:stCondLst>
                                        </p:cTn>
                                        <p:tgtEl>
                                          <p:spTgt spid="5"/>
                                        </p:tgtEl>
                                        <p:attrNameLst>
                                          <p:attrName>style.visibility</p:attrName>
                                        </p:attrNameLst>
                                      </p:cBhvr>
                                      <p:to>
                                        <p:strVal val="visible"/>
                                      </p:to>
                                    </p:set>
                                    <p:animEffect transition="in" filter="blinds(horizontal)">
                                      <p:cBhvr>
                                        <p:cTn id="22" dur="500"/>
                                        <p:tgtEl>
                                          <p:spTgt spid="5"/>
                                        </p:tgtEl>
                                      </p:cBhvr>
                                    </p:animEffect>
                                  </p:childTnLst>
                                </p:cTn>
                              </p:par>
                            </p:childTnLst>
                          </p:cTn>
                        </p:par>
                      </p:childTnLst>
                    </p:cTn>
                  </p:par>
                  <p:par>
                    <p:cTn id="23" fill="hold">
                      <p:stCondLst>
                        <p:cond delay="indefinite"/>
                      </p:stCondLst>
                      <p:childTnLst>
                        <p:par>
                          <p:cTn id="24" fill="hold">
                            <p:stCondLst>
                              <p:cond delay="0"/>
                            </p:stCondLst>
                            <p:childTnLst>
                              <p:par>
                                <p:cTn id="25" presetID="3" presetClass="entr" presetSubtype="10" fill="hold" nodeType="clickEffect">
                                  <p:stCondLst>
                                    <p:cond delay="0"/>
                                  </p:stCondLst>
                                  <p:childTnLst>
                                    <p:set>
                                      <p:cBhvr>
                                        <p:cTn id="26" dur="1" fill="hold">
                                          <p:stCondLst>
                                            <p:cond delay="0"/>
                                          </p:stCondLst>
                                        </p:cTn>
                                        <p:tgtEl>
                                          <p:spTgt spid="8"/>
                                        </p:tgtEl>
                                        <p:attrNameLst>
                                          <p:attrName>style.visibility</p:attrName>
                                        </p:attrNameLst>
                                      </p:cBhvr>
                                      <p:to>
                                        <p:strVal val="visible"/>
                                      </p:to>
                                    </p:set>
                                    <p:animEffect transition="in" filter="blinds(horizontal)">
                                      <p:cBhvr>
                                        <p:cTn id="27" dur="500"/>
                                        <p:tgtEl>
                                          <p:spTgt spid="8"/>
                                        </p:tgtEl>
                                      </p:cBhvr>
                                    </p:animEffect>
                                  </p:childTnLst>
                                </p:cTn>
                              </p:par>
                            </p:childTnLst>
                          </p:cTn>
                        </p:par>
                      </p:childTnLst>
                    </p:cTn>
                  </p:par>
                  <p:par>
                    <p:cTn id="28" fill="hold">
                      <p:stCondLst>
                        <p:cond delay="indefinite"/>
                      </p:stCondLst>
                      <p:childTnLst>
                        <p:par>
                          <p:cTn id="29" fill="hold">
                            <p:stCondLst>
                              <p:cond delay="0"/>
                            </p:stCondLst>
                            <p:childTnLst>
                              <p:par>
                                <p:cTn id="30" presetID="3" presetClass="entr" presetSubtype="10" fill="hold" nodeType="clickEffect">
                                  <p:stCondLst>
                                    <p:cond delay="0"/>
                                  </p:stCondLst>
                                  <p:childTnLst>
                                    <p:set>
                                      <p:cBhvr>
                                        <p:cTn id="31" dur="1" fill="hold">
                                          <p:stCondLst>
                                            <p:cond delay="0"/>
                                          </p:stCondLst>
                                        </p:cTn>
                                        <p:tgtEl>
                                          <p:spTgt spid="9"/>
                                        </p:tgtEl>
                                        <p:attrNameLst>
                                          <p:attrName>style.visibility</p:attrName>
                                        </p:attrNameLst>
                                      </p:cBhvr>
                                      <p:to>
                                        <p:strVal val="visible"/>
                                      </p:to>
                                    </p:set>
                                    <p:animEffect transition="in" filter="blinds(horizontal)">
                                      <p:cBhvr>
                                        <p:cTn id="32" dur="500"/>
                                        <p:tgtEl>
                                          <p:spTgt spid="9"/>
                                        </p:tgtEl>
                                      </p:cBhvr>
                                    </p:animEffect>
                                  </p:childTnLst>
                                </p:cTn>
                              </p:par>
                            </p:childTnLst>
                          </p:cTn>
                        </p:par>
                      </p:childTnLst>
                    </p:cTn>
                  </p:par>
                  <p:par>
                    <p:cTn id="33" fill="hold">
                      <p:stCondLst>
                        <p:cond delay="indefinite"/>
                      </p:stCondLst>
                      <p:childTnLst>
                        <p:par>
                          <p:cTn id="34" fill="hold">
                            <p:stCondLst>
                              <p:cond delay="0"/>
                            </p:stCondLst>
                            <p:childTnLst>
                              <p:par>
                                <p:cTn id="35" presetID="14" presetClass="entr" presetSubtype="10" fill="hold" nodeType="clickEffect">
                                  <p:stCondLst>
                                    <p:cond delay="0"/>
                                  </p:stCondLst>
                                  <p:childTnLst>
                                    <p:set>
                                      <p:cBhvr>
                                        <p:cTn id="36" dur="1" fill="hold">
                                          <p:stCondLst>
                                            <p:cond delay="0"/>
                                          </p:stCondLst>
                                        </p:cTn>
                                        <p:tgtEl>
                                          <p:spTgt spid="57376"/>
                                        </p:tgtEl>
                                        <p:attrNameLst>
                                          <p:attrName>style.visibility</p:attrName>
                                        </p:attrNameLst>
                                      </p:cBhvr>
                                      <p:to>
                                        <p:strVal val="visible"/>
                                      </p:to>
                                    </p:set>
                                    <p:animEffect transition="in" filter="randombar(horizontal)">
                                      <p:cBhvr>
                                        <p:cTn id="37" dur="500"/>
                                        <p:tgtEl>
                                          <p:spTgt spid="57376"/>
                                        </p:tgtEl>
                                      </p:cBhvr>
                                    </p:animEffect>
                                  </p:childTnLst>
                                </p:cTn>
                              </p:par>
                            </p:childTnLst>
                          </p:cTn>
                        </p:par>
                      </p:childTnLst>
                    </p:cTn>
                  </p:par>
                  <p:par>
                    <p:cTn id="38" fill="hold">
                      <p:stCondLst>
                        <p:cond delay="indefinite"/>
                      </p:stCondLst>
                      <p:childTnLst>
                        <p:par>
                          <p:cTn id="39" fill="hold">
                            <p:stCondLst>
                              <p:cond delay="0"/>
                            </p:stCondLst>
                            <p:childTnLst>
                              <p:par>
                                <p:cTn id="40" presetID="14" presetClass="entr" presetSubtype="10" fill="hold" nodeType="clickEffect">
                                  <p:stCondLst>
                                    <p:cond delay="0"/>
                                  </p:stCondLst>
                                  <p:childTnLst>
                                    <p:set>
                                      <p:cBhvr>
                                        <p:cTn id="41" dur="1" fill="hold">
                                          <p:stCondLst>
                                            <p:cond delay="0"/>
                                          </p:stCondLst>
                                        </p:cTn>
                                        <p:tgtEl>
                                          <p:spTgt spid="57377"/>
                                        </p:tgtEl>
                                        <p:attrNameLst>
                                          <p:attrName>style.visibility</p:attrName>
                                        </p:attrNameLst>
                                      </p:cBhvr>
                                      <p:to>
                                        <p:strVal val="visible"/>
                                      </p:to>
                                    </p:set>
                                    <p:animEffect transition="in" filter="randombar(horizontal)">
                                      <p:cBhvr>
                                        <p:cTn id="42" dur="500"/>
                                        <p:tgtEl>
                                          <p:spTgt spid="57377"/>
                                        </p:tgtEl>
                                      </p:cBhvr>
                                    </p:animEffect>
                                  </p:childTnLst>
                                </p:cTn>
                              </p:par>
                            </p:childTnLst>
                          </p:cTn>
                        </p:par>
                      </p:childTnLst>
                    </p:cTn>
                  </p:par>
                  <p:par>
                    <p:cTn id="43" fill="hold">
                      <p:stCondLst>
                        <p:cond delay="indefinite"/>
                      </p:stCondLst>
                      <p:childTnLst>
                        <p:par>
                          <p:cTn id="44" fill="hold">
                            <p:stCondLst>
                              <p:cond delay="0"/>
                            </p:stCondLst>
                            <p:childTnLst>
                              <p:par>
                                <p:cTn id="45" presetID="14" presetClass="entr" presetSubtype="10" fill="hold" nodeType="clickEffect">
                                  <p:stCondLst>
                                    <p:cond delay="0"/>
                                  </p:stCondLst>
                                  <p:childTnLst>
                                    <p:set>
                                      <p:cBhvr>
                                        <p:cTn id="46" dur="1" fill="hold">
                                          <p:stCondLst>
                                            <p:cond delay="0"/>
                                          </p:stCondLst>
                                        </p:cTn>
                                        <p:tgtEl>
                                          <p:spTgt spid="57378"/>
                                        </p:tgtEl>
                                        <p:attrNameLst>
                                          <p:attrName>style.visibility</p:attrName>
                                        </p:attrNameLst>
                                      </p:cBhvr>
                                      <p:to>
                                        <p:strVal val="visible"/>
                                      </p:to>
                                    </p:set>
                                    <p:animEffect transition="in" filter="randombar(horizontal)">
                                      <p:cBhvr>
                                        <p:cTn id="47" dur="500"/>
                                        <p:tgtEl>
                                          <p:spTgt spid="57378"/>
                                        </p:tgtEl>
                                      </p:cBhvr>
                                    </p:animEffect>
                                  </p:childTnLst>
                                </p:cTn>
                              </p:par>
                            </p:childTnLst>
                          </p:cTn>
                        </p:par>
                      </p:childTnLst>
                    </p:cTn>
                  </p:par>
                  <p:par>
                    <p:cTn id="48" fill="hold">
                      <p:stCondLst>
                        <p:cond delay="indefinite"/>
                      </p:stCondLst>
                      <p:childTnLst>
                        <p:par>
                          <p:cTn id="49" fill="hold">
                            <p:stCondLst>
                              <p:cond delay="0"/>
                            </p:stCondLst>
                            <p:childTnLst>
                              <p:par>
                                <p:cTn id="50" presetID="3" presetClass="entr" presetSubtype="10" fill="hold" nodeType="clickEffect">
                                  <p:stCondLst>
                                    <p:cond delay="0"/>
                                  </p:stCondLst>
                                  <p:childTnLst>
                                    <p:set>
                                      <p:cBhvr>
                                        <p:cTn id="51" dur="1" fill="hold">
                                          <p:stCondLst>
                                            <p:cond delay="0"/>
                                          </p:stCondLst>
                                        </p:cTn>
                                        <p:tgtEl>
                                          <p:spTgt spid="6"/>
                                        </p:tgtEl>
                                        <p:attrNameLst>
                                          <p:attrName>style.visibility</p:attrName>
                                        </p:attrNameLst>
                                      </p:cBhvr>
                                      <p:to>
                                        <p:strVal val="visible"/>
                                      </p:to>
                                    </p:set>
                                    <p:animEffect transition="in" filter="blinds(horizontal)">
                                      <p:cBhvr>
                                        <p:cTn id="52" dur="500"/>
                                        <p:tgtEl>
                                          <p:spTgt spid="6"/>
                                        </p:tgtEl>
                                      </p:cBhvr>
                                    </p:animEffect>
                                  </p:childTnLst>
                                </p:cTn>
                              </p:par>
                            </p:childTnLst>
                          </p:cTn>
                        </p:par>
                        <p:par>
                          <p:cTn id="53" fill="hold">
                            <p:stCondLst>
                              <p:cond delay="500"/>
                            </p:stCondLst>
                            <p:childTnLst>
                              <p:par>
                                <p:cTn id="54" presetID="2" presetClass="entr" presetSubtype="4" fill="hold" grpId="0" nodeType="afterEffect">
                                  <p:stCondLst>
                                    <p:cond delay="0"/>
                                  </p:stCondLst>
                                  <p:childTnLst>
                                    <p:set>
                                      <p:cBhvr>
                                        <p:cTn id="55" dur="1" fill="hold">
                                          <p:stCondLst>
                                            <p:cond delay="0"/>
                                          </p:stCondLst>
                                        </p:cTn>
                                        <p:tgtEl>
                                          <p:spTgt spid="57348"/>
                                        </p:tgtEl>
                                        <p:attrNameLst>
                                          <p:attrName>style.visibility</p:attrName>
                                        </p:attrNameLst>
                                      </p:cBhvr>
                                      <p:to>
                                        <p:strVal val="visible"/>
                                      </p:to>
                                    </p:set>
                                    <p:anim calcmode="lin" valueType="num">
                                      <p:cBhvr additive="base">
                                        <p:cTn id="56" dur="500" fill="hold"/>
                                        <p:tgtEl>
                                          <p:spTgt spid="57348"/>
                                        </p:tgtEl>
                                        <p:attrNameLst>
                                          <p:attrName>ppt_x</p:attrName>
                                        </p:attrNameLst>
                                      </p:cBhvr>
                                      <p:tavLst>
                                        <p:tav tm="0">
                                          <p:val>
                                            <p:strVal val="#ppt_x"/>
                                          </p:val>
                                        </p:tav>
                                        <p:tav tm="100000">
                                          <p:val>
                                            <p:strVal val="#ppt_x"/>
                                          </p:val>
                                        </p:tav>
                                      </p:tavLst>
                                    </p:anim>
                                    <p:anim calcmode="lin" valueType="num">
                                      <p:cBhvr additive="base">
                                        <p:cTn id="57" dur="500" fill="hold"/>
                                        <p:tgtEl>
                                          <p:spTgt spid="57348"/>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7346" grpId="0"/>
      <p:bldP spid="57348" grpId="0"/>
      <p:bldP spid="57390" grpId="0" animBg="1"/>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6322" name="Text Box 2"/>
          <p:cNvSpPr txBox="1"/>
          <p:nvPr/>
        </p:nvSpPr>
        <p:spPr>
          <a:xfrm>
            <a:off x="611188" y="404813"/>
            <a:ext cx="4152900" cy="519112"/>
          </a:xfrm>
          <a:prstGeom prst="rect">
            <a:avLst/>
          </a:prstGeom>
          <a:noFill/>
          <a:ln w="9525">
            <a:noFill/>
          </a:ln>
        </p:spPr>
        <p:txBody>
          <a:bodyPr wrap="none">
            <a:spAutoFit/>
          </a:bodyPr>
          <a:p>
            <a:pPr>
              <a:spcBef>
                <a:spcPct val="50000"/>
              </a:spcBef>
            </a:pPr>
            <a:r>
              <a:rPr lang="zh-CN" altLang="en-US" dirty="0">
                <a:latin typeface="楷体_GB2312" pitchFamily="49" charset="-122"/>
              </a:rPr>
              <a:t>同样，若由</a:t>
            </a:r>
            <a:r>
              <a:rPr lang="en-US" altLang="zh-CN" b="0" i="1" dirty="0">
                <a:solidFill>
                  <a:schemeClr val="bg1"/>
                </a:solidFill>
                <a:latin typeface="Times New Roman" panose="02020603050405020304" pitchFamily="18" charset="0"/>
              </a:rPr>
              <a:t>Y</a:t>
            </a:r>
            <a:r>
              <a:rPr lang="zh-CN" altLang="en-US" dirty="0">
                <a:latin typeface="楷体_GB2312" pitchFamily="49" charset="-122"/>
              </a:rPr>
              <a:t>变为</a:t>
            </a:r>
            <a:r>
              <a:rPr lang="en-US" altLang="zh-CN" b="0" i="1" dirty="0">
                <a:solidFill>
                  <a:schemeClr val="bg1"/>
                </a:solidFill>
                <a:latin typeface="Times New Roman" panose="02020603050405020304" pitchFamily="18" charset="0"/>
              </a:rPr>
              <a:t>Z</a:t>
            </a:r>
            <a:r>
              <a:rPr lang="zh-CN" altLang="en-US" dirty="0">
                <a:latin typeface="楷体_GB2312" pitchFamily="49" charset="-122"/>
              </a:rPr>
              <a:t>，则有</a:t>
            </a:r>
            <a:endParaRPr lang="zh-CN" altLang="en-US" dirty="0">
              <a:latin typeface="楷体_GB2312" pitchFamily="49" charset="-122"/>
            </a:endParaRPr>
          </a:p>
        </p:txBody>
      </p:sp>
      <p:sp>
        <p:nvSpPr>
          <p:cNvPr id="56349" name="AutoShape 29"/>
          <p:cNvSpPr/>
          <p:nvPr/>
        </p:nvSpPr>
        <p:spPr>
          <a:xfrm>
            <a:off x="4284663" y="1628775"/>
            <a:ext cx="609600" cy="228600"/>
          </a:xfrm>
          <a:prstGeom prst="rightArrow">
            <a:avLst>
              <a:gd name="adj1" fmla="val 50000"/>
              <a:gd name="adj2" fmla="val 66654"/>
            </a:avLst>
          </a:prstGeom>
          <a:solidFill>
            <a:srgbClr val="FF0000"/>
          </a:solidFill>
          <a:ln w="9525">
            <a:noFill/>
          </a:ln>
        </p:spPr>
        <p:txBody>
          <a:bodyPr wrap="none" anchor="ctr" anchorCtr="0"/>
          <a:p>
            <a:endParaRPr lang="zh-CN" altLang="en-US" dirty="0">
              <a:latin typeface="楷体_GB2312" pitchFamily="49" charset="-122"/>
            </a:endParaRPr>
          </a:p>
        </p:txBody>
      </p:sp>
      <p:grpSp>
        <p:nvGrpSpPr>
          <p:cNvPr id="18437" name="Group 60"/>
          <p:cNvGrpSpPr/>
          <p:nvPr/>
        </p:nvGrpSpPr>
        <p:grpSpPr>
          <a:xfrm>
            <a:off x="8316913" y="6446838"/>
            <a:ext cx="792162" cy="366712"/>
            <a:chOff x="5193" y="4020"/>
            <a:chExt cx="499" cy="231"/>
          </a:xfrm>
        </p:grpSpPr>
        <p:pic>
          <p:nvPicPr>
            <p:cNvPr id="18472" name="Picture 61" descr="78900"/>
            <p:cNvPicPr>
              <a:picLocks noChangeAspect="1"/>
            </p:cNvPicPr>
            <p:nvPr/>
          </p:nvPicPr>
          <p:blipFill>
            <a:blip r:embed="rId1"/>
            <a:stretch>
              <a:fillRect/>
            </a:stretch>
          </p:blipFill>
          <p:spPr>
            <a:xfrm>
              <a:off x="5193" y="4066"/>
              <a:ext cx="499" cy="181"/>
            </a:xfrm>
            <a:prstGeom prst="rect">
              <a:avLst/>
            </a:prstGeom>
            <a:noFill/>
            <a:ln w="9525">
              <a:noFill/>
            </a:ln>
          </p:spPr>
        </p:pic>
        <p:sp>
          <p:nvSpPr>
            <p:cNvPr id="18473" name="Text Box 62">
              <a:hlinkClick r:id="" action="ppaction://hlinkshowjump?jump=nextslide"/>
            </p:cNvPr>
            <p:cNvSpPr txBox="1"/>
            <p:nvPr/>
          </p:nvSpPr>
          <p:spPr>
            <a:xfrm>
              <a:off x="5216" y="4020"/>
              <a:ext cx="476" cy="231"/>
            </a:xfrm>
            <a:prstGeom prst="rect">
              <a:avLst/>
            </a:prstGeom>
            <a:noFill/>
            <a:ln w="9525">
              <a:noFill/>
            </a:ln>
          </p:spPr>
          <p:txBody>
            <a:bodyPr wrap="none">
              <a:spAutoFit/>
            </a:bodyPr>
            <a:p>
              <a:pPr>
                <a:spcBef>
                  <a:spcPct val="50000"/>
                </a:spcBef>
              </a:pPr>
              <a:r>
                <a:rPr lang="zh-CN" altLang="en-US" sz="1800" b="0" dirty="0">
                  <a:solidFill>
                    <a:schemeClr val="bg1"/>
                  </a:solidFill>
                  <a:latin typeface="隶书" panose="02010509060101010101" pitchFamily="49" charset="-122"/>
                  <a:ea typeface="隶书" panose="02010509060101010101" pitchFamily="49" charset="-122"/>
                </a:rPr>
                <a:t>下 页</a:t>
              </a:r>
              <a:endParaRPr lang="zh-CN" altLang="en-US" sz="1800" b="0" dirty="0">
                <a:solidFill>
                  <a:schemeClr val="bg1"/>
                </a:solidFill>
                <a:latin typeface="隶书" panose="02010509060101010101" pitchFamily="49" charset="-122"/>
                <a:ea typeface="隶书" panose="02010509060101010101" pitchFamily="49" charset="-122"/>
              </a:endParaRPr>
            </a:p>
          </p:txBody>
        </p:sp>
      </p:grpSp>
      <p:grpSp>
        <p:nvGrpSpPr>
          <p:cNvPr id="18438" name="Group 63"/>
          <p:cNvGrpSpPr/>
          <p:nvPr/>
        </p:nvGrpSpPr>
        <p:grpSpPr>
          <a:xfrm>
            <a:off x="7453313" y="6446838"/>
            <a:ext cx="792162" cy="366712"/>
            <a:chOff x="4649" y="4020"/>
            <a:chExt cx="499" cy="231"/>
          </a:xfrm>
        </p:grpSpPr>
        <p:pic>
          <p:nvPicPr>
            <p:cNvPr id="18470" name="Picture 64" descr="78900"/>
            <p:cNvPicPr>
              <a:picLocks noChangeAspect="1"/>
            </p:cNvPicPr>
            <p:nvPr/>
          </p:nvPicPr>
          <p:blipFill>
            <a:blip r:embed="rId1"/>
            <a:stretch>
              <a:fillRect/>
            </a:stretch>
          </p:blipFill>
          <p:spPr>
            <a:xfrm>
              <a:off x="4649" y="4066"/>
              <a:ext cx="499" cy="181"/>
            </a:xfrm>
            <a:prstGeom prst="rect">
              <a:avLst/>
            </a:prstGeom>
            <a:noFill/>
            <a:ln w="9525">
              <a:noFill/>
            </a:ln>
          </p:spPr>
        </p:pic>
        <p:sp>
          <p:nvSpPr>
            <p:cNvPr id="18471" name="Text Box 65">
              <a:hlinkClick r:id="" action="ppaction://hlinkshowjump?jump=previousslide"/>
            </p:cNvPr>
            <p:cNvSpPr txBox="1"/>
            <p:nvPr/>
          </p:nvSpPr>
          <p:spPr>
            <a:xfrm>
              <a:off x="4672" y="4020"/>
              <a:ext cx="476" cy="231"/>
            </a:xfrm>
            <a:prstGeom prst="rect">
              <a:avLst/>
            </a:prstGeom>
            <a:noFill/>
            <a:ln w="9525">
              <a:noFill/>
            </a:ln>
          </p:spPr>
          <p:txBody>
            <a:bodyPr wrap="none">
              <a:spAutoFit/>
            </a:bodyPr>
            <a:p>
              <a:pPr>
                <a:spcBef>
                  <a:spcPct val="50000"/>
                </a:spcBef>
              </a:pPr>
              <a:r>
                <a:rPr lang="zh-CN" altLang="en-US" sz="1800" b="0" dirty="0">
                  <a:solidFill>
                    <a:schemeClr val="bg1"/>
                  </a:solidFill>
                  <a:latin typeface="隶书" panose="02010509060101010101" pitchFamily="49" charset="-122"/>
                  <a:ea typeface="隶书" panose="02010509060101010101" pitchFamily="49" charset="-122"/>
                </a:rPr>
                <a:t>上 页</a:t>
              </a:r>
              <a:endParaRPr lang="zh-CN" altLang="en-US" sz="1800" b="0" dirty="0">
                <a:solidFill>
                  <a:schemeClr val="bg1"/>
                </a:solidFill>
                <a:latin typeface="隶书" panose="02010509060101010101" pitchFamily="49" charset="-122"/>
                <a:ea typeface="隶书" panose="02010509060101010101" pitchFamily="49" charset="-122"/>
              </a:endParaRPr>
            </a:p>
          </p:txBody>
        </p:sp>
      </p:grpSp>
      <p:grpSp>
        <p:nvGrpSpPr>
          <p:cNvPr id="4" name="Group 94"/>
          <p:cNvGrpSpPr/>
          <p:nvPr/>
        </p:nvGrpSpPr>
        <p:grpSpPr>
          <a:xfrm>
            <a:off x="900113" y="1052513"/>
            <a:ext cx="3095625" cy="1366837"/>
            <a:chOff x="3243" y="845"/>
            <a:chExt cx="1950" cy="861"/>
          </a:xfrm>
        </p:grpSpPr>
        <p:sp>
          <p:nvSpPr>
            <p:cNvPr id="18458" name="Line 95"/>
            <p:cNvSpPr/>
            <p:nvPr/>
          </p:nvSpPr>
          <p:spPr>
            <a:xfrm>
              <a:off x="3534" y="890"/>
              <a:ext cx="1248" cy="0"/>
            </a:xfrm>
            <a:prstGeom prst="line">
              <a:avLst/>
            </a:prstGeom>
            <a:ln w="28575" cap="flat" cmpd="sng">
              <a:solidFill>
                <a:srgbClr val="FFCC00"/>
              </a:solidFill>
              <a:prstDash val="solid"/>
              <a:headEnd type="none" w="med" len="med"/>
              <a:tailEnd type="none" w="med" len="med"/>
            </a:ln>
          </p:spPr>
        </p:sp>
        <p:sp>
          <p:nvSpPr>
            <p:cNvPr id="18459" name="Line 96"/>
            <p:cNvSpPr/>
            <p:nvPr/>
          </p:nvSpPr>
          <p:spPr>
            <a:xfrm>
              <a:off x="3522" y="1661"/>
              <a:ext cx="1248" cy="0"/>
            </a:xfrm>
            <a:prstGeom prst="line">
              <a:avLst/>
            </a:prstGeom>
            <a:ln w="28575" cap="flat" cmpd="sng">
              <a:solidFill>
                <a:srgbClr val="FFCC00"/>
              </a:solidFill>
              <a:prstDash val="solid"/>
              <a:headEnd type="none" w="med" len="med"/>
              <a:tailEnd type="none" w="med" len="med"/>
            </a:ln>
          </p:spPr>
        </p:sp>
        <p:sp>
          <p:nvSpPr>
            <p:cNvPr id="18460" name="Line 97"/>
            <p:cNvSpPr/>
            <p:nvPr/>
          </p:nvSpPr>
          <p:spPr>
            <a:xfrm flipV="1">
              <a:off x="4785" y="890"/>
              <a:ext cx="0" cy="771"/>
            </a:xfrm>
            <a:prstGeom prst="line">
              <a:avLst/>
            </a:prstGeom>
            <a:ln w="28575" cap="flat" cmpd="sng">
              <a:solidFill>
                <a:srgbClr val="FFCC00"/>
              </a:solidFill>
              <a:prstDash val="solid"/>
              <a:headEnd type="none" w="med" len="med"/>
              <a:tailEnd type="none" w="med" len="med"/>
            </a:ln>
          </p:spPr>
        </p:sp>
        <p:sp>
          <p:nvSpPr>
            <p:cNvPr id="18461" name="Line 98"/>
            <p:cNvSpPr/>
            <p:nvPr/>
          </p:nvSpPr>
          <p:spPr>
            <a:xfrm>
              <a:off x="4105" y="878"/>
              <a:ext cx="5" cy="783"/>
            </a:xfrm>
            <a:prstGeom prst="line">
              <a:avLst/>
            </a:prstGeom>
            <a:ln w="28575" cap="flat" cmpd="sng">
              <a:solidFill>
                <a:srgbClr val="FFCC00"/>
              </a:solidFill>
              <a:prstDash val="solid"/>
              <a:headEnd type="oval" w="med" len="med"/>
              <a:tailEnd type="oval" w="med" len="med"/>
            </a:ln>
          </p:spPr>
        </p:sp>
        <p:sp>
          <p:nvSpPr>
            <p:cNvPr id="18462" name="Text Box 99"/>
            <p:cNvSpPr txBox="1"/>
            <p:nvPr/>
          </p:nvSpPr>
          <p:spPr>
            <a:xfrm>
              <a:off x="4176" y="1072"/>
              <a:ext cx="278" cy="327"/>
            </a:xfrm>
            <a:prstGeom prst="rect">
              <a:avLst/>
            </a:prstGeom>
            <a:noFill/>
            <a:ln w="9525">
              <a:noFill/>
            </a:ln>
          </p:spPr>
          <p:txBody>
            <a:bodyPr wrap="none">
              <a:spAutoFit/>
            </a:bodyPr>
            <a:p>
              <a:r>
                <a:rPr lang="en-US" altLang="zh-CN" b="0" i="1" dirty="0">
                  <a:solidFill>
                    <a:schemeClr val="bg1"/>
                  </a:solidFill>
                  <a:latin typeface="Times New Roman" panose="02020603050405020304" pitchFamily="18" charset="0"/>
                  <a:ea typeface="宋体" panose="02010600030101010101" pitchFamily="2" charset="-122"/>
                </a:rPr>
                <a:t>G</a:t>
              </a:r>
              <a:endParaRPr lang="en-US" altLang="zh-CN" b="0" i="1" dirty="0">
                <a:solidFill>
                  <a:schemeClr val="bg1"/>
                </a:solidFill>
                <a:latin typeface="Times New Roman" panose="02020603050405020304" pitchFamily="18" charset="0"/>
                <a:ea typeface="宋体" panose="02010600030101010101" pitchFamily="2" charset="-122"/>
              </a:endParaRPr>
            </a:p>
          </p:txBody>
        </p:sp>
        <p:sp>
          <p:nvSpPr>
            <p:cNvPr id="18463" name="Text Box 100"/>
            <p:cNvSpPr txBox="1"/>
            <p:nvPr/>
          </p:nvSpPr>
          <p:spPr>
            <a:xfrm>
              <a:off x="4878" y="1116"/>
              <a:ext cx="315" cy="327"/>
            </a:xfrm>
            <a:prstGeom prst="rect">
              <a:avLst/>
            </a:prstGeom>
            <a:noFill/>
            <a:ln w="9525">
              <a:noFill/>
            </a:ln>
          </p:spPr>
          <p:txBody>
            <a:bodyPr wrap="none">
              <a:spAutoFit/>
            </a:bodyPr>
            <a:p>
              <a:r>
                <a:rPr lang="en-US" altLang="zh-CN" b="0" dirty="0">
                  <a:solidFill>
                    <a:schemeClr val="bg1"/>
                  </a:solidFill>
                  <a:latin typeface="Times New Roman" panose="02020603050405020304" pitchFamily="18" charset="0"/>
                  <a:ea typeface="宋体" panose="02010600030101010101" pitchFamily="2" charset="-122"/>
                </a:rPr>
                <a:t>j</a:t>
              </a:r>
              <a:r>
                <a:rPr lang="en-US" altLang="zh-CN" b="0" i="1" dirty="0">
                  <a:solidFill>
                    <a:schemeClr val="bg1"/>
                  </a:solidFill>
                  <a:latin typeface="Times New Roman" panose="02020603050405020304" pitchFamily="18" charset="0"/>
                  <a:ea typeface="宋体" panose="02010600030101010101" pitchFamily="2" charset="-122"/>
                </a:rPr>
                <a:t>B</a:t>
              </a:r>
              <a:endParaRPr lang="en-US" altLang="zh-CN" b="0" i="1" dirty="0">
                <a:solidFill>
                  <a:schemeClr val="bg1"/>
                </a:solidFill>
                <a:latin typeface="Times New Roman" panose="02020603050405020304" pitchFamily="18" charset="0"/>
                <a:ea typeface="宋体" panose="02010600030101010101" pitchFamily="2" charset="-122"/>
              </a:endParaRPr>
            </a:p>
          </p:txBody>
        </p:sp>
        <p:sp>
          <p:nvSpPr>
            <p:cNvPr id="18464" name="AutoShape 101"/>
            <p:cNvSpPr/>
            <p:nvPr/>
          </p:nvSpPr>
          <p:spPr>
            <a:xfrm>
              <a:off x="3243" y="1208"/>
              <a:ext cx="350" cy="136"/>
            </a:xfrm>
            <a:prstGeom prst="rightArrow">
              <a:avLst>
                <a:gd name="adj1" fmla="val 50000"/>
                <a:gd name="adj2" fmla="val 64326"/>
              </a:avLst>
            </a:prstGeom>
            <a:solidFill>
              <a:srgbClr val="0099FF"/>
            </a:solidFill>
            <a:ln w="9525">
              <a:noFill/>
            </a:ln>
          </p:spPr>
          <p:txBody>
            <a:bodyPr wrap="none" anchor="ctr" anchorCtr="0"/>
            <a:p>
              <a:endParaRPr lang="zh-CN" altLang="en-US" dirty="0">
                <a:latin typeface="楷体_GB2312" pitchFamily="49" charset="-122"/>
              </a:endParaRPr>
            </a:p>
          </p:txBody>
        </p:sp>
        <p:sp>
          <p:nvSpPr>
            <p:cNvPr id="18465" name="Text Box 102"/>
            <p:cNvSpPr txBox="1"/>
            <p:nvPr/>
          </p:nvSpPr>
          <p:spPr>
            <a:xfrm>
              <a:off x="3630" y="1116"/>
              <a:ext cx="241" cy="327"/>
            </a:xfrm>
            <a:prstGeom prst="rect">
              <a:avLst/>
            </a:prstGeom>
            <a:noFill/>
            <a:ln w="9525">
              <a:noFill/>
            </a:ln>
          </p:spPr>
          <p:txBody>
            <a:bodyPr wrap="none">
              <a:spAutoFit/>
            </a:bodyPr>
            <a:p>
              <a:r>
                <a:rPr lang="en-US" altLang="zh-CN" b="0" i="1" dirty="0">
                  <a:solidFill>
                    <a:schemeClr val="bg1"/>
                  </a:solidFill>
                  <a:latin typeface="Times New Roman" panose="02020603050405020304" pitchFamily="18" charset="0"/>
                  <a:ea typeface="宋体" panose="02010600030101010101" pitchFamily="2" charset="-122"/>
                </a:rPr>
                <a:t>Y</a:t>
              </a:r>
              <a:endParaRPr lang="en-US" altLang="zh-CN" b="0" i="1" dirty="0">
                <a:solidFill>
                  <a:schemeClr val="bg1"/>
                </a:solidFill>
                <a:latin typeface="Times New Roman" panose="02020603050405020304" pitchFamily="18" charset="0"/>
                <a:ea typeface="宋体" panose="02010600030101010101" pitchFamily="2" charset="-122"/>
              </a:endParaRPr>
            </a:p>
          </p:txBody>
        </p:sp>
        <p:sp>
          <p:nvSpPr>
            <p:cNvPr id="18466" name="Oval 103"/>
            <p:cNvSpPr/>
            <p:nvPr/>
          </p:nvSpPr>
          <p:spPr>
            <a:xfrm>
              <a:off x="3450" y="845"/>
              <a:ext cx="90" cy="91"/>
            </a:xfrm>
            <a:prstGeom prst="ellipse">
              <a:avLst/>
            </a:prstGeom>
            <a:noFill/>
            <a:ln w="28575" cap="flat" cmpd="sng">
              <a:solidFill>
                <a:srgbClr val="FFCC00"/>
              </a:solidFill>
              <a:prstDash val="solid"/>
              <a:headEnd type="none" w="med" len="med"/>
              <a:tailEnd type="none" w="med" len="med"/>
            </a:ln>
          </p:spPr>
          <p:txBody>
            <a:bodyPr wrap="none" anchor="ctr" anchorCtr="0"/>
            <a:p>
              <a:pPr algn="ctr"/>
              <a:endParaRPr lang="zh-CN" altLang="zh-CN" b="0" dirty="0">
                <a:solidFill>
                  <a:srgbClr val="FFCC00"/>
                </a:solidFill>
                <a:latin typeface="Arial" panose="020B0604020202020204" pitchFamily="34" charset="0"/>
                <a:ea typeface="仿宋_GB2312" pitchFamily="49" charset="-122"/>
              </a:endParaRPr>
            </a:p>
          </p:txBody>
        </p:sp>
        <p:sp>
          <p:nvSpPr>
            <p:cNvPr id="18467" name="Oval 104"/>
            <p:cNvSpPr/>
            <p:nvPr/>
          </p:nvSpPr>
          <p:spPr>
            <a:xfrm>
              <a:off x="3450" y="1615"/>
              <a:ext cx="90" cy="91"/>
            </a:xfrm>
            <a:prstGeom prst="ellipse">
              <a:avLst/>
            </a:prstGeom>
            <a:noFill/>
            <a:ln w="28575" cap="flat" cmpd="sng">
              <a:solidFill>
                <a:srgbClr val="FFCC00"/>
              </a:solidFill>
              <a:prstDash val="solid"/>
              <a:headEnd type="none" w="med" len="med"/>
              <a:tailEnd type="none" w="med" len="med"/>
            </a:ln>
          </p:spPr>
          <p:txBody>
            <a:bodyPr wrap="none" anchor="ctr" anchorCtr="0"/>
            <a:p>
              <a:pPr algn="ctr"/>
              <a:endParaRPr lang="zh-CN" altLang="zh-CN" b="0" dirty="0">
                <a:solidFill>
                  <a:srgbClr val="FFCC00"/>
                </a:solidFill>
                <a:latin typeface="Arial" panose="020B0604020202020204" pitchFamily="34" charset="0"/>
                <a:ea typeface="仿宋_GB2312" pitchFamily="49" charset="-122"/>
              </a:endParaRPr>
            </a:p>
          </p:txBody>
        </p:sp>
        <p:sp>
          <p:nvSpPr>
            <p:cNvPr id="18468" name="Rectangle 105"/>
            <p:cNvSpPr/>
            <p:nvPr/>
          </p:nvSpPr>
          <p:spPr>
            <a:xfrm>
              <a:off x="4720" y="1117"/>
              <a:ext cx="127" cy="318"/>
            </a:xfrm>
            <a:prstGeom prst="rect">
              <a:avLst/>
            </a:prstGeom>
            <a:gradFill rotWithShape="1">
              <a:gsLst>
                <a:gs pos="0">
                  <a:srgbClr val="764700"/>
                </a:gs>
                <a:gs pos="50000">
                  <a:srgbClr val="FF9900"/>
                </a:gs>
                <a:gs pos="100000">
                  <a:srgbClr val="764700"/>
                </a:gs>
              </a:gsLst>
              <a:lin ang="0" scaled="1"/>
              <a:tileRect/>
            </a:gradFill>
            <a:ln w="28575">
              <a:noFill/>
            </a:ln>
          </p:spPr>
          <p:txBody>
            <a:bodyPr wrap="none" anchor="ctr" anchorCtr="0"/>
            <a:p>
              <a:endParaRPr lang="zh-CN" altLang="en-US" dirty="0">
                <a:latin typeface="楷体_GB2312" pitchFamily="49" charset="-122"/>
              </a:endParaRPr>
            </a:p>
          </p:txBody>
        </p:sp>
        <p:sp>
          <p:nvSpPr>
            <p:cNvPr id="18469" name="Rectangle 106"/>
            <p:cNvSpPr/>
            <p:nvPr/>
          </p:nvSpPr>
          <p:spPr>
            <a:xfrm>
              <a:off x="4040" y="1117"/>
              <a:ext cx="127" cy="318"/>
            </a:xfrm>
            <a:prstGeom prst="rect">
              <a:avLst/>
            </a:prstGeom>
            <a:gradFill rotWithShape="1">
              <a:gsLst>
                <a:gs pos="0">
                  <a:srgbClr val="764700"/>
                </a:gs>
                <a:gs pos="50000">
                  <a:srgbClr val="FF9900"/>
                </a:gs>
                <a:gs pos="100000">
                  <a:srgbClr val="764700"/>
                </a:gs>
              </a:gsLst>
              <a:lin ang="0" scaled="1"/>
              <a:tileRect/>
            </a:gradFill>
            <a:ln w="28575">
              <a:noFill/>
            </a:ln>
          </p:spPr>
          <p:txBody>
            <a:bodyPr wrap="none" anchor="ctr" anchorCtr="0"/>
            <a:p>
              <a:endParaRPr lang="zh-CN" altLang="en-US" dirty="0">
                <a:latin typeface="楷体_GB2312" pitchFamily="49" charset="-122"/>
              </a:endParaRPr>
            </a:p>
          </p:txBody>
        </p:sp>
      </p:grpSp>
      <p:grpSp>
        <p:nvGrpSpPr>
          <p:cNvPr id="5" name="Group 107"/>
          <p:cNvGrpSpPr/>
          <p:nvPr/>
        </p:nvGrpSpPr>
        <p:grpSpPr>
          <a:xfrm>
            <a:off x="5076825" y="1052513"/>
            <a:ext cx="2805113" cy="1439862"/>
            <a:chOff x="748" y="799"/>
            <a:chExt cx="1767" cy="907"/>
          </a:xfrm>
        </p:grpSpPr>
        <p:sp>
          <p:nvSpPr>
            <p:cNvPr id="18447" name="Line 108"/>
            <p:cNvSpPr/>
            <p:nvPr/>
          </p:nvSpPr>
          <p:spPr>
            <a:xfrm>
              <a:off x="1021" y="890"/>
              <a:ext cx="1090" cy="0"/>
            </a:xfrm>
            <a:prstGeom prst="line">
              <a:avLst/>
            </a:prstGeom>
            <a:ln w="28575" cap="flat" cmpd="sng">
              <a:solidFill>
                <a:srgbClr val="FFCC00"/>
              </a:solidFill>
              <a:prstDash val="solid"/>
              <a:headEnd type="none" w="med" len="med"/>
              <a:tailEnd type="none" w="med" len="med"/>
            </a:ln>
          </p:spPr>
        </p:sp>
        <p:sp>
          <p:nvSpPr>
            <p:cNvPr id="18448" name="Rectangle 109"/>
            <p:cNvSpPr/>
            <p:nvPr/>
          </p:nvSpPr>
          <p:spPr>
            <a:xfrm>
              <a:off x="1338" y="799"/>
              <a:ext cx="317" cy="136"/>
            </a:xfrm>
            <a:prstGeom prst="rect">
              <a:avLst/>
            </a:prstGeom>
            <a:gradFill rotWithShape="1">
              <a:gsLst>
                <a:gs pos="0">
                  <a:srgbClr val="764700"/>
                </a:gs>
                <a:gs pos="50000">
                  <a:srgbClr val="FF9900"/>
                </a:gs>
                <a:gs pos="100000">
                  <a:srgbClr val="764700"/>
                </a:gs>
              </a:gsLst>
              <a:lin ang="5400000" scaled="1"/>
              <a:tileRect/>
            </a:gradFill>
            <a:ln w="28575">
              <a:noFill/>
            </a:ln>
          </p:spPr>
          <p:txBody>
            <a:bodyPr wrap="none" anchor="ctr" anchorCtr="0"/>
            <a:p>
              <a:endParaRPr lang="zh-CN" altLang="en-US" dirty="0">
                <a:latin typeface="楷体_GB2312" pitchFamily="49" charset="-122"/>
              </a:endParaRPr>
            </a:p>
          </p:txBody>
        </p:sp>
        <p:sp>
          <p:nvSpPr>
            <p:cNvPr id="18449" name="Line 110"/>
            <p:cNvSpPr/>
            <p:nvPr/>
          </p:nvSpPr>
          <p:spPr>
            <a:xfrm>
              <a:off x="2110" y="890"/>
              <a:ext cx="0" cy="768"/>
            </a:xfrm>
            <a:prstGeom prst="line">
              <a:avLst/>
            </a:prstGeom>
            <a:ln w="28575" cap="flat" cmpd="sng">
              <a:solidFill>
                <a:srgbClr val="FFCC00"/>
              </a:solidFill>
              <a:prstDash val="solid"/>
              <a:headEnd type="none" w="med" len="med"/>
              <a:tailEnd type="none" w="med" len="med"/>
            </a:ln>
          </p:spPr>
        </p:sp>
        <p:sp>
          <p:nvSpPr>
            <p:cNvPr id="18450" name="Line 111"/>
            <p:cNvSpPr/>
            <p:nvPr/>
          </p:nvSpPr>
          <p:spPr>
            <a:xfrm>
              <a:off x="1066" y="1661"/>
              <a:ext cx="1040" cy="0"/>
            </a:xfrm>
            <a:prstGeom prst="line">
              <a:avLst/>
            </a:prstGeom>
            <a:ln w="28575" cap="flat" cmpd="sng">
              <a:solidFill>
                <a:srgbClr val="FFCC00"/>
              </a:solidFill>
              <a:prstDash val="solid"/>
              <a:headEnd type="none" w="med" len="med"/>
              <a:tailEnd type="none" w="med" len="med"/>
            </a:ln>
          </p:spPr>
        </p:sp>
        <p:sp>
          <p:nvSpPr>
            <p:cNvPr id="18451" name="AutoShape 112"/>
            <p:cNvSpPr/>
            <p:nvPr/>
          </p:nvSpPr>
          <p:spPr>
            <a:xfrm>
              <a:off x="748" y="1162"/>
              <a:ext cx="333" cy="136"/>
            </a:xfrm>
            <a:prstGeom prst="rightArrow">
              <a:avLst>
                <a:gd name="adj1" fmla="val 50000"/>
                <a:gd name="adj2" fmla="val 61201"/>
              </a:avLst>
            </a:prstGeom>
            <a:solidFill>
              <a:srgbClr val="0099FF"/>
            </a:solidFill>
            <a:ln w="9525">
              <a:noFill/>
            </a:ln>
          </p:spPr>
          <p:txBody>
            <a:bodyPr wrap="none" anchor="ctr" anchorCtr="0"/>
            <a:p>
              <a:endParaRPr lang="zh-CN" altLang="en-US" dirty="0">
                <a:latin typeface="楷体_GB2312" pitchFamily="49" charset="-122"/>
              </a:endParaRPr>
            </a:p>
          </p:txBody>
        </p:sp>
        <p:sp>
          <p:nvSpPr>
            <p:cNvPr id="18452" name="Text Box 113"/>
            <p:cNvSpPr txBox="1"/>
            <p:nvPr/>
          </p:nvSpPr>
          <p:spPr>
            <a:xfrm>
              <a:off x="1066" y="1116"/>
              <a:ext cx="241" cy="327"/>
            </a:xfrm>
            <a:prstGeom prst="rect">
              <a:avLst/>
            </a:prstGeom>
            <a:noFill/>
            <a:ln w="9525">
              <a:noFill/>
            </a:ln>
          </p:spPr>
          <p:txBody>
            <a:bodyPr wrap="none">
              <a:spAutoFit/>
            </a:bodyPr>
            <a:p>
              <a:r>
                <a:rPr lang="en-US" altLang="zh-CN" b="0" i="1" dirty="0">
                  <a:solidFill>
                    <a:schemeClr val="bg1"/>
                  </a:solidFill>
                  <a:latin typeface="Times New Roman" panose="02020603050405020304" pitchFamily="18" charset="0"/>
                  <a:ea typeface="宋体" panose="02010600030101010101" pitchFamily="2" charset="-122"/>
                </a:rPr>
                <a:t>Z</a:t>
              </a:r>
              <a:endParaRPr lang="en-US" altLang="zh-CN" b="0" i="1" dirty="0">
                <a:solidFill>
                  <a:schemeClr val="bg1"/>
                </a:solidFill>
                <a:latin typeface="Times New Roman" panose="02020603050405020304" pitchFamily="18" charset="0"/>
                <a:ea typeface="宋体" panose="02010600030101010101" pitchFamily="2" charset="-122"/>
              </a:endParaRPr>
            </a:p>
          </p:txBody>
        </p:sp>
        <p:sp>
          <p:nvSpPr>
            <p:cNvPr id="18453" name="Text Box 114"/>
            <p:cNvSpPr txBox="1"/>
            <p:nvPr/>
          </p:nvSpPr>
          <p:spPr>
            <a:xfrm>
              <a:off x="1384" y="890"/>
              <a:ext cx="253" cy="327"/>
            </a:xfrm>
            <a:prstGeom prst="rect">
              <a:avLst/>
            </a:prstGeom>
            <a:noFill/>
            <a:ln w="9525">
              <a:noFill/>
            </a:ln>
          </p:spPr>
          <p:txBody>
            <a:bodyPr wrap="none">
              <a:spAutoFit/>
            </a:bodyPr>
            <a:p>
              <a:r>
                <a:rPr lang="en-US" altLang="zh-CN" b="0" i="1" dirty="0">
                  <a:solidFill>
                    <a:schemeClr val="bg1"/>
                  </a:solidFill>
                  <a:latin typeface="Times New Roman" panose="02020603050405020304" pitchFamily="18" charset="0"/>
                  <a:ea typeface="宋体" panose="02010600030101010101" pitchFamily="2" charset="-122"/>
                </a:rPr>
                <a:t>R</a:t>
              </a:r>
              <a:endParaRPr lang="en-US" altLang="zh-CN" b="0" i="1" dirty="0">
                <a:solidFill>
                  <a:schemeClr val="bg1"/>
                </a:solidFill>
                <a:latin typeface="Times New Roman" panose="02020603050405020304" pitchFamily="18" charset="0"/>
                <a:ea typeface="宋体" panose="02010600030101010101" pitchFamily="2" charset="-122"/>
              </a:endParaRPr>
            </a:p>
          </p:txBody>
        </p:sp>
        <p:sp>
          <p:nvSpPr>
            <p:cNvPr id="18454" name="Text Box 115"/>
            <p:cNvSpPr txBox="1"/>
            <p:nvPr/>
          </p:nvSpPr>
          <p:spPr>
            <a:xfrm>
              <a:off x="2200" y="1116"/>
              <a:ext cx="315" cy="327"/>
            </a:xfrm>
            <a:prstGeom prst="rect">
              <a:avLst/>
            </a:prstGeom>
            <a:noFill/>
            <a:ln w="9525">
              <a:noFill/>
            </a:ln>
          </p:spPr>
          <p:txBody>
            <a:bodyPr wrap="none">
              <a:spAutoFit/>
            </a:bodyPr>
            <a:p>
              <a:r>
                <a:rPr lang="en-US" altLang="zh-CN" b="0" dirty="0">
                  <a:solidFill>
                    <a:schemeClr val="bg1"/>
                  </a:solidFill>
                  <a:latin typeface="Times New Roman" panose="02020603050405020304" pitchFamily="18" charset="0"/>
                  <a:ea typeface="宋体" panose="02010600030101010101" pitchFamily="2" charset="-122"/>
                </a:rPr>
                <a:t>j</a:t>
              </a:r>
              <a:r>
                <a:rPr lang="en-US" altLang="zh-CN" b="0" i="1" dirty="0">
                  <a:solidFill>
                    <a:schemeClr val="bg1"/>
                  </a:solidFill>
                  <a:latin typeface="Times New Roman" panose="02020603050405020304" pitchFamily="18" charset="0"/>
                  <a:ea typeface="宋体" panose="02010600030101010101" pitchFamily="2" charset="-122"/>
                </a:rPr>
                <a:t>X</a:t>
              </a:r>
              <a:endParaRPr lang="en-US" altLang="zh-CN" b="0" i="1" dirty="0">
                <a:solidFill>
                  <a:schemeClr val="bg1"/>
                </a:solidFill>
                <a:latin typeface="Times New Roman" panose="02020603050405020304" pitchFamily="18" charset="0"/>
                <a:ea typeface="宋体" panose="02010600030101010101" pitchFamily="2" charset="-122"/>
              </a:endParaRPr>
            </a:p>
          </p:txBody>
        </p:sp>
        <p:sp>
          <p:nvSpPr>
            <p:cNvPr id="18455" name="Oval 116"/>
            <p:cNvSpPr/>
            <p:nvPr/>
          </p:nvSpPr>
          <p:spPr>
            <a:xfrm>
              <a:off x="976" y="1615"/>
              <a:ext cx="90" cy="91"/>
            </a:xfrm>
            <a:prstGeom prst="ellipse">
              <a:avLst/>
            </a:prstGeom>
            <a:noFill/>
            <a:ln w="28575" cap="flat" cmpd="sng">
              <a:solidFill>
                <a:srgbClr val="FFCC00"/>
              </a:solidFill>
              <a:prstDash val="solid"/>
              <a:headEnd type="none" w="med" len="med"/>
              <a:tailEnd type="none" w="med" len="med"/>
            </a:ln>
          </p:spPr>
          <p:txBody>
            <a:bodyPr wrap="none" anchor="ctr" anchorCtr="0"/>
            <a:p>
              <a:pPr algn="ctr"/>
              <a:endParaRPr lang="zh-CN" altLang="zh-CN" b="0" dirty="0">
                <a:solidFill>
                  <a:srgbClr val="FFCC00"/>
                </a:solidFill>
                <a:latin typeface="Arial" panose="020B0604020202020204" pitchFamily="34" charset="0"/>
                <a:ea typeface="仿宋_GB2312" pitchFamily="49" charset="-122"/>
              </a:endParaRPr>
            </a:p>
          </p:txBody>
        </p:sp>
        <p:sp>
          <p:nvSpPr>
            <p:cNvPr id="18456" name="Oval 117"/>
            <p:cNvSpPr/>
            <p:nvPr/>
          </p:nvSpPr>
          <p:spPr>
            <a:xfrm>
              <a:off x="930" y="844"/>
              <a:ext cx="90" cy="91"/>
            </a:xfrm>
            <a:prstGeom prst="ellipse">
              <a:avLst/>
            </a:prstGeom>
            <a:noFill/>
            <a:ln w="28575" cap="flat" cmpd="sng">
              <a:solidFill>
                <a:srgbClr val="FFCC00"/>
              </a:solidFill>
              <a:prstDash val="solid"/>
              <a:headEnd type="none" w="med" len="med"/>
              <a:tailEnd type="none" w="med" len="med"/>
            </a:ln>
          </p:spPr>
          <p:txBody>
            <a:bodyPr wrap="none" anchor="ctr" anchorCtr="0"/>
            <a:p>
              <a:pPr algn="ctr"/>
              <a:endParaRPr lang="zh-CN" altLang="zh-CN" b="0" dirty="0">
                <a:solidFill>
                  <a:srgbClr val="FFCC00"/>
                </a:solidFill>
                <a:latin typeface="Arial" panose="020B0604020202020204" pitchFamily="34" charset="0"/>
                <a:ea typeface="仿宋_GB2312" pitchFamily="49" charset="-122"/>
              </a:endParaRPr>
            </a:p>
          </p:txBody>
        </p:sp>
        <p:sp>
          <p:nvSpPr>
            <p:cNvPr id="18457" name="Rectangle 118"/>
            <p:cNvSpPr/>
            <p:nvPr/>
          </p:nvSpPr>
          <p:spPr>
            <a:xfrm>
              <a:off x="2064" y="1116"/>
              <a:ext cx="127" cy="318"/>
            </a:xfrm>
            <a:prstGeom prst="rect">
              <a:avLst/>
            </a:prstGeom>
            <a:gradFill rotWithShape="1">
              <a:gsLst>
                <a:gs pos="0">
                  <a:srgbClr val="764700"/>
                </a:gs>
                <a:gs pos="50000">
                  <a:srgbClr val="FF9900"/>
                </a:gs>
                <a:gs pos="100000">
                  <a:srgbClr val="764700"/>
                </a:gs>
              </a:gsLst>
              <a:lin ang="0" scaled="1"/>
              <a:tileRect/>
            </a:gradFill>
            <a:ln w="28575">
              <a:noFill/>
            </a:ln>
          </p:spPr>
          <p:txBody>
            <a:bodyPr wrap="none" anchor="ctr" anchorCtr="0"/>
            <a:p>
              <a:endParaRPr lang="zh-CN" altLang="en-US" dirty="0">
                <a:latin typeface="楷体_GB2312" pitchFamily="49" charset="-122"/>
              </a:endParaRPr>
            </a:p>
          </p:txBody>
        </p:sp>
      </p:grpSp>
      <p:grpSp>
        <p:nvGrpSpPr>
          <p:cNvPr id="18441" name="Group 122"/>
          <p:cNvGrpSpPr/>
          <p:nvPr/>
        </p:nvGrpSpPr>
        <p:grpSpPr>
          <a:xfrm>
            <a:off x="6588125" y="6446838"/>
            <a:ext cx="792163" cy="366712"/>
            <a:chOff x="4649" y="4020"/>
            <a:chExt cx="499" cy="231"/>
          </a:xfrm>
        </p:grpSpPr>
        <p:pic>
          <p:nvPicPr>
            <p:cNvPr id="18445" name="Picture 123" descr="78900"/>
            <p:cNvPicPr>
              <a:picLocks noChangeAspect="1"/>
            </p:cNvPicPr>
            <p:nvPr/>
          </p:nvPicPr>
          <p:blipFill>
            <a:blip r:embed="rId1"/>
            <a:stretch>
              <a:fillRect/>
            </a:stretch>
          </p:blipFill>
          <p:spPr>
            <a:xfrm>
              <a:off x="4649" y="4066"/>
              <a:ext cx="499" cy="181"/>
            </a:xfrm>
            <a:prstGeom prst="rect">
              <a:avLst/>
            </a:prstGeom>
            <a:noFill/>
            <a:ln w="9525">
              <a:noFill/>
            </a:ln>
          </p:spPr>
        </p:pic>
        <p:sp>
          <p:nvSpPr>
            <p:cNvPr id="18446" name="Text Box 124">
              <a:hlinkClick r:id="" action="ppaction://hlinkshowjump?jump=firstslide"/>
            </p:cNvPr>
            <p:cNvSpPr txBox="1"/>
            <p:nvPr/>
          </p:nvSpPr>
          <p:spPr>
            <a:xfrm>
              <a:off x="4672" y="4020"/>
              <a:ext cx="476" cy="231"/>
            </a:xfrm>
            <a:prstGeom prst="rect">
              <a:avLst/>
            </a:prstGeom>
            <a:noFill/>
            <a:ln w="9525">
              <a:noFill/>
            </a:ln>
          </p:spPr>
          <p:txBody>
            <a:bodyPr wrap="none">
              <a:spAutoFit/>
            </a:bodyPr>
            <a:p>
              <a:pPr>
                <a:spcBef>
                  <a:spcPct val="50000"/>
                </a:spcBef>
              </a:pPr>
              <a:r>
                <a:rPr lang="zh-CN" altLang="en-US" sz="1800" b="0" dirty="0">
                  <a:solidFill>
                    <a:schemeClr val="bg1"/>
                  </a:solidFill>
                  <a:latin typeface="隶书" panose="02010509060101010101" pitchFamily="49" charset="-122"/>
                  <a:ea typeface="隶书" panose="02010509060101010101" pitchFamily="49" charset="-122"/>
                </a:rPr>
                <a:t>返 回</a:t>
              </a:r>
              <a:endParaRPr lang="zh-CN" altLang="en-US" sz="1800" b="0" dirty="0">
                <a:solidFill>
                  <a:schemeClr val="bg1"/>
                </a:solidFill>
                <a:latin typeface="隶书" panose="02010509060101010101" pitchFamily="49" charset="-122"/>
                <a:ea typeface="隶书" panose="02010509060101010101" pitchFamily="49" charset="-122"/>
              </a:endParaRPr>
            </a:p>
          </p:txBody>
        </p:sp>
      </p:grpSp>
      <p:grpSp>
        <p:nvGrpSpPr>
          <p:cNvPr id="7" name="Group 127"/>
          <p:cNvGrpSpPr/>
          <p:nvPr/>
        </p:nvGrpSpPr>
        <p:grpSpPr>
          <a:xfrm>
            <a:off x="755650" y="2708275"/>
            <a:ext cx="7391400" cy="3500438"/>
            <a:chOff x="476" y="1706"/>
            <a:chExt cx="4656" cy="2205"/>
          </a:xfrm>
        </p:grpSpPr>
        <p:graphicFrame>
          <p:nvGraphicFramePr>
            <p:cNvPr id="18434" name="Object 3"/>
            <p:cNvGraphicFramePr/>
            <p:nvPr/>
          </p:nvGraphicFramePr>
          <p:xfrm>
            <a:off x="476" y="1706"/>
            <a:ext cx="4656" cy="2205"/>
          </p:xfrm>
          <a:graphic>
            <a:graphicData uri="http://schemas.openxmlformats.org/presentationml/2006/ole">
              <mc:AlternateContent xmlns:mc="http://schemas.openxmlformats.org/markup-compatibility/2006">
                <mc:Choice xmlns:v="urn:schemas-microsoft-com:vml" Requires="v">
                  <p:oleObj spid="_x0000_s3141" name="" r:id="rId2" imgW="3327400" imgH="1536700" progId="Equation.3">
                    <p:embed/>
                  </p:oleObj>
                </mc:Choice>
                <mc:Fallback>
                  <p:oleObj name="" r:id="rId2" imgW="3327400" imgH="1536700" progId="Equation.3">
                    <p:embed/>
                    <p:pic>
                      <p:nvPicPr>
                        <p:cNvPr id="0" name="图片 3140"/>
                        <p:cNvPicPr/>
                        <p:nvPr/>
                      </p:nvPicPr>
                      <p:blipFill>
                        <a:blip r:embed="rId3">
                          <a:clrChange>
                            <a:clrFrom>
                              <a:srgbClr val="000000"/>
                            </a:clrFrom>
                            <a:clrTo>
                              <a:srgbClr val="FFFFFF"/>
                            </a:clrTo>
                          </a:clrChange>
                        </a:blip>
                        <a:stretch>
                          <a:fillRect/>
                        </a:stretch>
                      </p:blipFill>
                      <p:spPr>
                        <a:xfrm>
                          <a:off x="476" y="1706"/>
                          <a:ext cx="4656" cy="2205"/>
                        </a:xfrm>
                        <a:prstGeom prst="rect">
                          <a:avLst/>
                        </a:prstGeom>
                        <a:noFill/>
                        <a:ln w="38100">
                          <a:noFill/>
                          <a:miter/>
                        </a:ln>
                      </p:spPr>
                    </p:pic>
                  </p:oleObj>
                </mc:Fallback>
              </mc:AlternateContent>
            </a:graphicData>
          </a:graphic>
        </p:graphicFrame>
        <p:sp>
          <p:nvSpPr>
            <p:cNvPr id="18443" name="Line 125"/>
            <p:cNvSpPr/>
            <p:nvPr/>
          </p:nvSpPr>
          <p:spPr>
            <a:xfrm>
              <a:off x="2390" y="2033"/>
              <a:ext cx="318" cy="0"/>
            </a:xfrm>
            <a:prstGeom prst="line">
              <a:avLst/>
            </a:prstGeom>
            <a:ln w="9525" cap="flat" cmpd="sng">
              <a:solidFill>
                <a:schemeClr val="bg1"/>
              </a:solidFill>
              <a:prstDash val="solid"/>
              <a:headEnd type="none" w="med" len="med"/>
              <a:tailEnd type="none" w="med" len="med"/>
            </a:ln>
          </p:spPr>
        </p:sp>
        <p:sp>
          <p:nvSpPr>
            <p:cNvPr id="18444" name="Line 126"/>
            <p:cNvSpPr/>
            <p:nvPr/>
          </p:nvSpPr>
          <p:spPr>
            <a:xfrm>
              <a:off x="4776" y="2033"/>
              <a:ext cx="318" cy="0"/>
            </a:xfrm>
            <a:prstGeom prst="line">
              <a:avLst/>
            </a:prstGeom>
            <a:ln w="9525" cap="flat" cmpd="sng">
              <a:solidFill>
                <a:schemeClr val="bg1"/>
              </a:solidFill>
              <a:prstDash val="solid"/>
              <a:headEnd type="none" w="med" len="med"/>
              <a:tailEnd type="none" w="med" len="med"/>
            </a:ln>
          </p:spPr>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9" fill="hold" grpId="0" nodeType="withEffect">
                                  <p:stCondLst>
                                    <p:cond delay="0"/>
                                  </p:stCondLst>
                                  <p:childTnLst>
                                    <p:set>
                                      <p:cBhvr>
                                        <p:cTn id="6" dur="1" fill="hold">
                                          <p:stCondLst>
                                            <p:cond delay="0"/>
                                          </p:stCondLst>
                                        </p:cTn>
                                        <p:tgtEl>
                                          <p:spTgt spid="56322"/>
                                        </p:tgtEl>
                                        <p:attrNameLst>
                                          <p:attrName>style.visibility</p:attrName>
                                        </p:attrNameLst>
                                      </p:cBhvr>
                                      <p:to>
                                        <p:strVal val="visible"/>
                                      </p:to>
                                    </p:set>
                                    <p:anim calcmode="lin" valueType="num">
                                      <p:cBhvr additive="base">
                                        <p:cTn id="7" dur="500" fill="hold"/>
                                        <p:tgtEl>
                                          <p:spTgt spid="56322"/>
                                        </p:tgtEl>
                                        <p:attrNameLst>
                                          <p:attrName>ppt_x</p:attrName>
                                        </p:attrNameLst>
                                      </p:cBhvr>
                                      <p:tavLst>
                                        <p:tav tm="0">
                                          <p:val>
                                            <p:strVal val="0-#ppt_w/2"/>
                                          </p:val>
                                        </p:tav>
                                        <p:tav tm="100000">
                                          <p:val>
                                            <p:strVal val="#ppt_x"/>
                                          </p:val>
                                        </p:tav>
                                      </p:tavLst>
                                    </p:anim>
                                    <p:anim calcmode="lin" valueType="num">
                                      <p:cBhvr additive="base">
                                        <p:cTn id="8" dur="500" fill="hold"/>
                                        <p:tgtEl>
                                          <p:spTgt spid="56322"/>
                                        </p:tgtEl>
                                        <p:attrNameLst>
                                          <p:attrName>ppt_y</p:attrName>
                                        </p:attrNameLst>
                                      </p:cBhvr>
                                      <p:tavLst>
                                        <p:tav tm="0">
                                          <p:val>
                                            <p:strVal val="0-#ppt_h/2"/>
                                          </p:val>
                                        </p:tav>
                                        <p:tav tm="100000">
                                          <p:val>
                                            <p:strVal val="#ppt_y"/>
                                          </p:val>
                                        </p:tav>
                                      </p:tavLst>
                                    </p:anim>
                                  </p:childTnLst>
                                </p:cTn>
                              </p:par>
                            </p:childTnLst>
                          </p:cTn>
                        </p:par>
                        <p:par>
                          <p:cTn id="9" fill="hold">
                            <p:stCondLst>
                              <p:cond delay="500"/>
                            </p:stCondLst>
                            <p:childTnLst>
                              <p:par>
                                <p:cTn id="10" presetID="3" presetClass="entr" presetSubtype="10" fill="hold" nodeType="after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blinds(horizontal)">
                                      <p:cBhvr>
                                        <p:cTn id="12" dur="500"/>
                                        <p:tgtEl>
                                          <p:spTgt spid="4"/>
                                        </p:tgtEl>
                                      </p:cBhvr>
                                    </p:animEffect>
                                  </p:childTnLst>
                                </p:cTn>
                              </p:par>
                            </p:childTnLst>
                          </p:cTn>
                        </p:par>
                      </p:childTnLst>
                    </p:cTn>
                  </p:par>
                  <p:par>
                    <p:cTn id="13" fill="hold">
                      <p:stCondLst>
                        <p:cond delay="indefinite"/>
                      </p:stCondLst>
                      <p:childTnLst>
                        <p:par>
                          <p:cTn id="14" fill="hold">
                            <p:stCondLst>
                              <p:cond delay="0"/>
                            </p:stCondLst>
                            <p:childTnLst>
                              <p:par>
                                <p:cTn id="15" presetID="12" presetClass="entr" presetSubtype="8" fill="hold" grpId="0" nodeType="clickEffect">
                                  <p:stCondLst>
                                    <p:cond delay="0"/>
                                  </p:stCondLst>
                                  <p:childTnLst>
                                    <p:set>
                                      <p:cBhvr>
                                        <p:cTn id="16" dur="1" fill="hold">
                                          <p:stCondLst>
                                            <p:cond delay="0"/>
                                          </p:stCondLst>
                                        </p:cTn>
                                        <p:tgtEl>
                                          <p:spTgt spid="56349"/>
                                        </p:tgtEl>
                                        <p:attrNameLst>
                                          <p:attrName>style.visibility</p:attrName>
                                        </p:attrNameLst>
                                      </p:cBhvr>
                                      <p:to>
                                        <p:strVal val="visible"/>
                                      </p:to>
                                    </p:set>
                                    <p:animEffect transition="in" filter="slide(fromLeft)">
                                      <p:cBhvr>
                                        <p:cTn id="17" dur="500"/>
                                        <p:tgtEl>
                                          <p:spTgt spid="56349"/>
                                        </p:tgtEl>
                                      </p:cBhvr>
                                    </p:animEffect>
                                  </p:childTnLst>
                                </p:cTn>
                              </p:par>
                            </p:childTnLst>
                          </p:cTn>
                        </p:par>
                        <p:par>
                          <p:cTn id="18" fill="hold">
                            <p:stCondLst>
                              <p:cond delay="500"/>
                            </p:stCondLst>
                            <p:childTnLst>
                              <p:par>
                                <p:cTn id="19" presetID="3" presetClass="entr" presetSubtype="10" fill="hold" nodeType="afterEffect">
                                  <p:stCondLst>
                                    <p:cond delay="0"/>
                                  </p:stCondLst>
                                  <p:childTnLst>
                                    <p:set>
                                      <p:cBhvr>
                                        <p:cTn id="20" dur="1" fill="hold">
                                          <p:stCondLst>
                                            <p:cond delay="0"/>
                                          </p:stCondLst>
                                        </p:cTn>
                                        <p:tgtEl>
                                          <p:spTgt spid="5"/>
                                        </p:tgtEl>
                                        <p:attrNameLst>
                                          <p:attrName>style.visibility</p:attrName>
                                        </p:attrNameLst>
                                      </p:cBhvr>
                                      <p:to>
                                        <p:strVal val="visible"/>
                                      </p:to>
                                    </p:set>
                                    <p:animEffect transition="in" filter="blinds(horizontal)">
                                      <p:cBhvr>
                                        <p:cTn id="21" dur="500"/>
                                        <p:tgtEl>
                                          <p:spTgt spid="5"/>
                                        </p:tgtEl>
                                      </p:cBhvr>
                                    </p:animEffect>
                                  </p:childTnLst>
                                </p:cTn>
                              </p:par>
                            </p:childTnLst>
                          </p:cTn>
                        </p:par>
                      </p:childTnLst>
                    </p:cTn>
                  </p:par>
                  <p:par>
                    <p:cTn id="22" fill="hold">
                      <p:stCondLst>
                        <p:cond delay="indefinite"/>
                      </p:stCondLst>
                      <p:childTnLst>
                        <p:par>
                          <p:cTn id="23" fill="hold">
                            <p:stCondLst>
                              <p:cond delay="0"/>
                            </p:stCondLst>
                            <p:childTnLst>
                              <p:par>
                                <p:cTn id="24" presetID="3" presetClass="entr" presetSubtype="10" fill="hold" nodeType="clickEffect">
                                  <p:stCondLst>
                                    <p:cond delay="0"/>
                                  </p:stCondLst>
                                  <p:childTnLst>
                                    <p:set>
                                      <p:cBhvr>
                                        <p:cTn id="25" dur="1" fill="hold">
                                          <p:stCondLst>
                                            <p:cond delay="0"/>
                                          </p:stCondLst>
                                        </p:cTn>
                                        <p:tgtEl>
                                          <p:spTgt spid="7"/>
                                        </p:tgtEl>
                                        <p:attrNameLst>
                                          <p:attrName>style.visibility</p:attrName>
                                        </p:attrNameLst>
                                      </p:cBhvr>
                                      <p:to>
                                        <p:strVal val="visible"/>
                                      </p:to>
                                    </p:set>
                                    <p:animEffect transition="in" filter="blinds(horizontal)">
                                      <p:cBhvr>
                                        <p:cTn id="26"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6322" grpId="0"/>
      <p:bldP spid="56349" grpId="0" animBg="1"/>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5298" name="Text Box 2"/>
          <p:cNvSpPr txBox="1"/>
          <p:nvPr/>
        </p:nvSpPr>
        <p:spPr>
          <a:xfrm>
            <a:off x="250825" y="404813"/>
            <a:ext cx="1133475" cy="579437"/>
          </a:xfrm>
          <a:prstGeom prst="rect">
            <a:avLst/>
          </a:prstGeom>
          <a:noFill/>
          <a:ln w="9525">
            <a:noFill/>
          </a:ln>
        </p:spPr>
        <p:txBody>
          <a:bodyPr wrap="none">
            <a:spAutoFit/>
          </a:bodyPr>
          <a:p>
            <a:pPr>
              <a:spcBef>
                <a:spcPct val="50000"/>
              </a:spcBef>
            </a:pPr>
            <a:r>
              <a:rPr lang="zh-CN" altLang="en-US" sz="3200" dirty="0">
                <a:solidFill>
                  <a:schemeClr val="bg1"/>
                </a:solidFill>
                <a:latin typeface="Times New Roman" panose="02020603050405020304" pitchFamily="18" charset="0"/>
                <a:ea typeface="宋体" panose="02010600030101010101" pitchFamily="2" charset="-122"/>
              </a:rPr>
              <a:t>例</a:t>
            </a:r>
            <a:r>
              <a:rPr lang="en-US" altLang="zh-CN" sz="3200" b="0" dirty="0">
                <a:solidFill>
                  <a:schemeClr val="bg1"/>
                </a:solidFill>
                <a:latin typeface="Times New Roman" panose="02020603050405020304" pitchFamily="18" charset="0"/>
                <a:ea typeface="宋体" panose="02010600030101010101" pitchFamily="2" charset="-122"/>
              </a:rPr>
              <a:t>1-2</a:t>
            </a:r>
            <a:endParaRPr lang="en-US" altLang="zh-CN" sz="3200" b="0" dirty="0">
              <a:solidFill>
                <a:schemeClr val="bg1"/>
              </a:solidFill>
              <a:latin typeface="Times New Roman" panose="02020603050405020304" pitchFamily="18" charset="0"/>
              <a:ea typeface="宋体" panose="02010600030101010101" pitchFamily="2" charset="-122"/>
            </a:endParaRPr>
          </a:p>
        </p:txBody>
      </p:sp>
      <p:sp>
        <p:nvSpPr>
          <p:cNvPr id="55299" name="Text Box 3"/>
          <p:cNvSpPr txBox="1"/>
          <p:nvPr/>
        </p:nvSpPr>
        <p:spPr>
          <a:xfrm>
            <a:off x="1511300" y="404813"/>
            <a:ext cx="7453313" cy="946150"/>
          </a:xfrm>
          <a:prstGeom prst="rect">
            <a:avLst/>
          </a:prstGeom>
          <a:noFill/>
          <a:ln w="9525">
            <a:noFill/>
          </a:ln>
        </p:spPr>
        <p:txBody>
          <a:bodyPr>
            <a:spAutoFit/>
          </a:bodyPr>
          <a:p>
            <a:pPr>
              <a:spcBef>
                <a:spcPct val="50000"/>
              </a:spcBef>
            </a:pPr>
            <a:r>
              <a:rPr lang="en-US" altLang="zh-CN" b="0" i="1" dirty="0">
                <a:solidFill>
                  <a:schemeClr val="bg1"/>
                </a:solidFill>
                <a:latin typeface="Times New Roman" panose="02020603050405020304" pitchFamily="18" charset="0"/>
              </a:rPr>
              <a:t>RL</a:t>
            </a:r>
            <a:r>
              <a:rPr lang="zh-CN" altLang="en-US" dirty="0">
                <a:latin typeface="楷体_GB2312" pitchFamily="49" charset="-122"/>
              </a:rPr>
              <a:t>串联电路如图，求在</a:t>
            </a:r>
            <a:r>
              <a:rPr lang="zh-CN" altLang="en-US" b="0" i="1" dirty="0">
                <a:solidFill>
                  <a:schemeClr val="bg1"/>
                </a:solidFill>
                <a:latin typeface="Times New Roman" panose="02020603050405020304" pitchFamily="18" charset="0"/>
                <a:sym typeface="Symbol" panose="05050102010706020507" pitchFamily="18" charset="2"/>
              </a:rPr>
              <a:t></a:t>
            </a:r>
            <a:r>
              <a:rPr lang="zh-CN" altLang="en-US" b="0" dirty="0">
                <a:solidFill>
                  <a:schemeClr val="bg1"/>
                </a:solidFill>
                <a:latin typeface="Times New Roman" panose="02020603050405020304" pitchFamily="18" charset="0"/>
                <a:sym typeface="Symbol" panose="05050102010706020507" pitchFamily="18" charset="2"/>
              </a:rPr>
              <a:t>＝</a:t>
            </a:r>
            <a:r>
              <a:rPr lang="en-US" altLang="zh-CN" b="0" dirty="0">
                <a:solidFill>
                  <a:schemeClr val="bg1"/>
                </a:solidFill>
                <a:latin typeface="Times New Roman" panose="02020603050405020304" pitchFamily="18" charset="0"/>
              </a:rPr>
              <a:t>10</a:t>
            </a:r>
            <a:r>
              <a:rPr lang="en-US" altLang="zh-CN" b="0" baseline="30000" dirty="0">
                <a:solidFill>
                  <a:schemeClr val="bg1"/>
                </a:solidFill>
                <a:latin typeface="Times New Roman" panose="02020603050405020304" pitchFamily="18" charset="0"/>
              </a:rPr>
              <a:t>6</a:t>
            </a:r>
            <a:r>
              <a:rPr lang="en-US" altLang="zh-CN" b="0" dirty="0">
                <a:solidFill>
                  <a:schemeClr val="bg1"/>
                </a:solidFill>
                <a:latin typeface="Times New Roman" panose="02020603050405020304" pitchFamily="18" charset="0"/>
              </a:rPr>
              <a:t>rad/s</a:t>
            </a:r>
            <a:r>
              <a:rPr lang="zh-CN" altLang="en-US" dirty="0">
                <a:latin typeface="楷体_GB2312" pitchFamily="49" charset="-122"/>
              </a:rPr>
              <a:t>时的等效并联电路。</a:t>
            </a:r>
            <a:endParaRPr lang="zh-CN" altLang="en-US" dirty="0">
              <a:latin typeface="楷体_GB2312" pitchFamily="49" charset="-122"/>
            </a:endParaRPr>
          </a:p>
        </p:txBody>
      </p:sp>
      <p:sp>
        <p:nvSpPr>
          <p:cNvPr id="55300" name="Text Box 4"/>
          <p:cNvSpPr txBox="1"/>
          <p:nvPr/>
        </p:nvSpPr>
        <p:spPr>
          <a:xfrm>
            <a:off x="323850" y="1341438"/>
            <a:ext cx="541338" cy="519112"/>
          </a:xfrm>
          <a:prstGeom prst="rect">
            <a:avLst/>
          </a:prstGeom>
          <a:solidFill>
            <a:srgbClr val="990033"/>
          </a:solidFill>
          <a:ln w="9525">
            <a:noFill/>
          </a:ln>
        </p:spPr>
        <p:txBody>
          <a:bodyPr wrap="none">
            <a:spAutoFit/>
          </a:bodyPr>
          <a:p>
            <a:pPr>
              <a:spcBef>
                <a:spcPct val="50000"/>
              </a:spcBef>
            </a:pPr>
            <a:r>
              <a:rPr lang="zh-CN" altLang="en-US" dirty="0">
                <a:solidFill>
                  <a:schemeClr val="bg1"/>
                </a:solidFill>
                <a:latin typeface="Times New Roman" panose="02020603050405020304" pitchFamily="18" charset="0"/>
                <a:ea typeface="宋体" panose="02010600030101010101" pitchFamily="2" charset="-122"/>
              </a:rPr>
              <a:t>解</a:t>
            </a:r>
            <a:endParaRPr lang="zh-CN" altLang="en-US" dirty="0">
              <a:solidFill>
                <a:schemeClr val="bg1"/>
              </a:solidFill>
              <a:latin typeface="Times New Roman" panose="02020603050405020304" pitchFamily="18" charset="0"/>
              <a:ea typeface="宋体" panose="02010600030101010101" pitchFamily="2" charset="-122"/>
            </a:endParaRPr>
          </a:p>
        </p:txBody>
      </p:sp>
      <p:sp>
        <p:nvSpPr>
          <p:cNvPr id="55301" name="Text Box 5"/>
          <p:cNvSpPr txBox="1"/>
          <p:nvPr/>
        </p:nvSpPr>
        <p:spPr>
          <a:xfrm>
            <a:off x="1116013" y="1341438"/>
            <a:ext cx="4103687" cy="519112"/>
          </a:xfrm>
          <a:prstGeom prst="rect">
            <a:avLst/>
          </a:prstGeom>
          <a:noFill/>
          <a:ln w="9525">
            <a:noFill/>
          </a:ln>
        </p:spPr>
        <p:txBody>
          <a:bodyPr>
            <a:spAutoFit/>
          </a:bodyPr>
          <a:p>
            <a:pPr>
              <a:spcBef>
                <a:spcPct val="50000"/>
              </a:spcBef>
            </a:pPr>
            <a:r>
              <a:rPr lang="en-US" altLang="zh-CN" b="0" i="1" dirty="0">
                <a:solidFill>
                  <a:schemeClr val="bg1"/>
                </a:solidFill>
                <a:latin typeface="Times New Roman" panose="02020603050405020304" pitchFamily="18" charset="0"/>
              </a:rPr>
              <a:t>RL</a:t>
            </a:r>
            <a:r>
              <a:rPr lang="zh-CN" altLang="en-US" dirty="0">
                <a:latin typeface="楷体_GB2312" pitchFamily="49" charset="-122"/>
              </a:rPr>
              <a:t>串联电路的阻抗为</a:t>
            </a:r>
            <a:endParaRPr lang="zh-CN" altLang="en-US" dirty="0">
              <a:latin typeface="楷体_GB2312" pitchFamily="49" charset="-122"/>
            </a:endParaRPr>
          </a:p>
        </p:txBody>
      </p:sp>
      <p:graphicFrame>
        <p:nvGraphicFramePr>
          <p:cNvPr id="55309" name="Object 13"/>
          <p:cNvGraphicFramePr/>
          <p:nvPr/>
        </p:nvGraphicFramePr>
        <p:xfrm>
          <a:off x="763588" y="1989138"/>
          <a:ext cx="5099050" cy="503237"/>
        </p:xfrm>
        <a:graphic>
          <a:graphicData uri="http://schemas.openxmlformats.org/presentationml/2006/ole">
            <mc:AlternateContent xmlns:mc="http://schemas.openxmlformats.org/markup-compatibility/2006">
              <mc:Choice xmlns:v="urn:schemas-microsoft-com:vml" Requires="v">
                <p:oleObj spid="_x0000_s3140" name="" r:id="rId1" imgW="2588260" imgH="254000" progId="Equation.3">
                  <p:embed/>
                </p:oleObj>
              </mc:Choice>
              <mc:Fallback>
                <p:oleObj name="" r:id="rId1" imgW="2588260" imgH="254000" progId="Equation.3">
                  <p:embed/>
                  <p:pic>
                    <p:nvPicPr>
                      <p:cNvPr id="0" name="图片 3139"/>
                      <p:cNvPicPr/>
                      <p:nvPr/>
                    </p:nvPicPr>
                    <p:blipFill>
                      <a:blip r:embed="rId2">
                        <a:clrChange>
                          <a:clrFrom>
                            <a:srgbClr val="000000"/>
                          </a:clrFrom>
                          <a:clrTo>
                            <a:srgbClr val="FFFFFF"/>
                          </a:clrTo>
                        </a:clrChange>
                      </a:blip>
                      <a:stretch>
                        <a:fillRect/>
                      </a:stretch>
                    </p:blipFill>
                    <p:spPr>
                      <a:xfrm>
                        <a:off x="763588" y="1989138"/>
                        <a:ext cx="5099050" cy="503237"/>
                      </a:xfrm>
                      <a:prstGeom prst="rect">
                        <a:avLst/>
                      </a:prstGeom>
                      <a:noFill/>
                      <a:ln w="38100">
                        <a:noFill/>
                        <a:miter/>
                      </a:ln>
                    </p:spPr>
                  </p:pic>
                </p:oleObj>
              </mc:Fallback>
            </mc:AlternateContent>
          </a:graphicData>
        </a:graphic>
      </p:graphicFrame>
      <p:sp>
        <p:nvSpPr>
          <p:cNvPr id="55325" name="Line 29"/>
          <p:cNvSpPr/>
          <p:nvPr/>
        </p:nvSpPr>
        <p:spPr>
          <a:xfrm>
            <a:off x="7596188" y="3213100"/>
            <a:ext cx="0" cy="647700"/>
          </a:xfrm>
          <a:prstGeom prst="line">
            <a:avLst/>
          </a:prstGeom>
          <a:ln w="76200" cap="flat" cmpd="sng">
            <a:solidFill>
              <a:srgbClr val="0066FF"/>
            </a:solidFill>
            <a:prstDash val="solid"/>
            <a:headEnd type="none" w="med" len="med"/>
            <a:tailEnd type="triangle" w="med" len="med"/>
          </a:ln>
        </p:spPr>
      </p:sp>
      <p:sp>
        <p:nvSpPr>
          <p:cNvPr id="55345" name="Line 49"/>
          <p:cNvSpPr/>
          <p:nvPr/>
        </p:nvSpPr>
        <p:spPr>
          <a:xfrm>
            <a:off x="971550" y="5373688"/>
            <a:ext cx="576263" cy="0"/>
          </a:xfrm>
          <a:prstGeom prst="line">
            <a:avLst/>
          </a:prstGeom>
          <a:ln w="76200" cap="flat" cmpd="sng">
            <a:solidFill>
              <a:srgbClr val="0066FF"/>
            </a:solidFill>
            <a:prstDash val="solid"/>
            <a:headEnd type="none" w="med" len="med"/>
            <a:tailEnd type="triangle" w="med" len="med"/>
          </a:ln>
        </p:spPr>
      </p:sp>
      <p:sp>
        <p:nvSpPr>
          <p:cNvPr id="55346" name="AutoShape 50"/>
          <p:cNvSpPr/>
          <p:nvPr/>
        </p:nvSpPr>
        <p:spPr>
          <a:xfrm>
            <a:off x="1835150" y="4868863"/>
            <a:ext cx="71438" cy="1295400"/>
          </a:xfrm>
          <a:prstGeom prst="leftBrace">
            <a:avLst>
              <a:gd name="adj1" fmla="val 151026"/>
              <a:gd name="adj2" fmla="val 50000"/>
            </a:avLst>
          </a:prstGeom>
          <a:noFill/>
          <a:ln w="28575" cap="flat" cmpd="sng">
            <a:solidFill>
              <a:srgbClr val="FFFF00"/>
            </a:solidFill>
            <a:prstDash val="solid"/>
            <a:headEnd type="none" w="med" len="med"/>
            <a:tailEnd type="none" w="med" len="med"/>
          </a:ln>
        </p:spPr>
        <p:txBody>
          <a:bodyPr wrap="none" anchor="ctr" anchorCtr="0"/>
          <a:p>
            <a:endParaRPr lang="zh-CN" altLang="en-US" dirty="0">
              <a:latin typeface="楷体_GB2312" pitchFamily="49" charset="-122"/>
            </a:endParaRPr>
          </a:p>
        </p:txBody>
      </p:sp>
      <p:graphicFrame>
        <p:nvGraphicFramePr>
          <p:cNvPr id="55347" name="Object 51"/>
          <p:cNvGraphicFramePr/>
          <p:nvPr/>
        </p:nvGraphicFramePr>
        <p:xfrm>
          <a:off x="1981200" y="4508500"/>
          <a:ext cx="4008438" cy="947738"/>
        </p:xfrm>
        <a:graphic>
          <a:graphicData uri="http://schemas.openxmlformats.org/presentationml/2006/ole">
            <mc:AlternateContent xmlns:mc="http://schemas.openxmlformats.org/markup-compatibility/2006">
              <mc:Choice xmlns:v="urn:schemas-microsoft-com:vml" Requires="v">
                <p:oleObj spid="_x0000_s3139" name="" r:id="rId3" imgW="1955800" imgH="457200" progId="Equation.3">
                  <p:embed/>
                </p:oleObj>
              </mc:Choice>
              <mc:Fallback>
                <p:oleObj name="" r:id="rId3" imgW="1955800" imgH="457200" progId="Equation.3">
                  <p:embed/>
                  <p:pic>
                    <p:nvPicPr>
                      <p:cNvPr id="0" name="图片 3138"/>
                      <p:cNvPicPr/>
                      <p:nvPr/>
                    </p:nvPicPr>
                    <p:blipFill>
                      <a:blip r:embed="rId4">
                        <a:clrChange>
                          <a:clrFrom>
                            <a:srgbClr val="000000"/>
                          </a:clrFrom>
                          <a:clrTo>
                            <a:srgbClr val="FFFFFF"/>
                          </a:clrTo>
                        </a:clrChange>
                      </a:blip>
                      <a:stretch>
                        <a:fillRect/>
                      </a:stretch>
                    </p:blipFill>
                    <p:spPr>
                      <a:xfrm>
                        <a:off x="1981200" y="4508500"/>
                        <a:ext cx="4008438" cy="947738"/>
                      </a:xfrm>
                      <a:prstGeom prst="rect">
                        <a:avLst/>
                      </a:prstGeom>
                      <a:noFill/>
                      <a:ln w="38100">
                        <a:noFill/>
                        <a:miter/>
                      </a:ln>
                    </p:spPr>
                  </p:pic>
                </p:oleObj>
              </mc:Fallback>
            </mc:AlternateContent>
          </a:graphicData>
        </a:graphic>
      </p:graphicFrame>
      <p:graphicFrame>
        <p:nvGraphicFramePr>
          <p:cNvPr id="55348" name="Object 52"/>
          <p:cNvGraphicFramePr/>
          <p:nvPr/>
        </p:nvGraphicFramePr>
        <p:xfrm>
          <a:off x="1979613" y="5357813"/>
          <a:ext cx="3887787" cy="900112"/>
        </p:xfrm>
        <a:graphic>
          <a:graphicData uri="http://schemas.openxmlformats.org/presentationml/2006/ole">
            <mc:AlternateContent xmlns:mc="http://schemas.openxmlformats.org/markup-compatibility/2006">
              <mc:Choice xmlns:v="urn:schemas-microsoft-com:vml" Requires="v">
                <p:oleObj spid="_x0000_s3149" name="" r:id="rId5" imgW="1726565" imgH="393700" progId="Equation.3">
                  <p:embed/>
                </p:oleObj>
              </mc:Choice>
              <mc:Fallback>
                <p:oleObj name="" r:id="rId5" imgW="1726565" imgH="393700" progId="Equation.3">
                  <p:embed/>
                  <p:pic>
                    <p:nvPicPr>
                      <p:cNvPr id="0" name="图片 3148"/>
                      <p:cNvPicPr/>
                      <p:nvPr/>
                    </p:nvPicPr>
                    <p:blipFill>
                      <a:blip r:embed="rId6">
                        <a:clrChange>
                          <a:clrFrom>
                            <a:srgbClr val="000000"/>
                          </a:clrFrom>
                          <a:clrTo>
                            <a:srgbClr val="FFFFFF"/>
                          </a:clrTo>
                        </a:clrChange>
                      </a:blip>
                      <a:stretch>
                        <a:fillRect/>
                      </a:stretch>
                    </p:blipFill>
                    <p:spPr>
                      <a:xfrm>
                        <a:off x="1979613" y="5357813"/>
                        <a:ext cx="3887787" cy="900112"/>
                      </a:xfrm>
                      <a:prstGeom prst="rect">
                        <a:avLst/>
                      </a:prstGeom>
                      <a:noFill/>
                      <a:ln w="38100">
                        <a:noFill/>
                        <a:miter/>
                      </a:ln>
                    </p:spPr>
                  </p:pic>
                </p:oleObj>
              </mc:Fallback>
            </mc:AlternateContent>
          </a:graphicData>
        </a:graphic>
      </p:graphicFrame>
      <p:grpSp>
        <p:nvGrpSpPr>
          <p:cNvPr id="19470" name="Group 57"/>
          <p:cNvGrpSpPr/>
          <p:nvPr/>
        </p:nvGrpSpPr>
        <p:grpSpPr>
          <a:xfrm>
            <a:off x="8316913" y="6446838"/>
            <a:ext cx="792162" cy="366712"/>
            <a:chOff x="5193" y="4020"/>
            <a:chExt cx="499" cy="231"/>
          </a:xfrm>
        </p:grpSpPr>
        <p:pic>
          <p:nvPicPr>
            <p:cNvPr id="19513" name="Picture 58" descr="78900"/>
            <p:cNvPicPr>
              <a:picLocks noChangeAspect="1"/>
            </p:cNvPicPr>
            <p:nvPr/>
          </p:nvPicPr>
          <p:blipFill>
            <a:blip r:embed="rId7"/>
            <a:stretch>
              <a:fillRect/>
            </a:stretch>
          </p:blipFill>
          <p:spPr>
            <a:xfrm>
              <a:off x="5193" y="4066"/>
              <a:ext cx="499" cy="181"/>
            </a:xfrm>
            <a:prstGeom prst="rect">
              <a:avLst/>
            </a:prstGeom>
            <a:noFill/>
            <a:ln w="9525">
              <a:noFill/>
            </a:ln>
          </p:spPr>
        </p:pic>
        <p:sp>
          <p:nvSpPr>
            <p:cNvPr id="19514" name="Text Box 59">
              <a:hlinkClick r:id="" action="ppaction://hlinkshowjump?jump=nextslide"/>
            </p:cNvPr>
            <p:cNvSpPr txBox="1"/>
            <p:nvPr/>
          </p:nvSpPr>
          <p:spPr>
            <a:xfrm>
              <a:off x="5216" y="4020"/>
              <a:ext cx="476" cy="231"/>
            </a:xfrm>
            <a:prstGeom prst="rect">
              <a:avLst/>
            </a:prstGeom>
            <a:noFill/>
            <a:ln w="9525">
              <a:noFill/>
            </a:ln>
          </p:spPr>
          <p:txBody>
            <a:bodyPr wrap="none">
              <a:spAutoFit/>
            </a:bodyPr>
            <a:p>
              <a:pPr>
                <a:spcBef>
                  <a:spcPct val="50000"/>
                </a:spcBef>
              </a:pPr>
              <a:r>
                <a:rPr lang="zh-CN" altLang="en-US" sz="1800" b="0" dirty="0">
                  <a:solidFill>
                    <a:schemeClr val="bg1"/>
                  </a:solidFill>
                  <a:latin typeface="隶书" panose="02010509060101010101" pitchFamily="49" charset="-122"/>
                  <a:ea typeface="隶书" panose="02010509060101010101" pitchFamily="49" charset="-122"/>
                </a:rPr>
                <a:t>下 页</a:t>
              </a:r>
              <a:endParaRPr lang="zh-CN" altLang="en-US" sz="1800" b="0" dirty="0">
                <a:solidFill>
                  <a:schemeClr val="bg1"/>
                </a:solidFill>
                <a:latin typeface="隶书" panose="02010509060101010101" pitchFamily="49" charset="-122"/>
                <a:ea typeface="隶书" panose="02010509060101010101" pitchFamily="49" charset="-122"/>
              </a:endParaRPr>
            </a:p>
          </p:txBody>
        </p:sp>
      </p:grpSp>
      <p:grpSp>
        <p:nvGrpSpPr>
          <p:cNvPr id="19471" name="Group 60"/>
          <p:cNvGrpSpPr/>
          <p:nvPr/>
        </p:nvGrpSpPr>
        <p:grpSpPr>
          <a:xfrm>
            <a:off x="7453313" y="6446838"/>
            <a:ext cx="792162" cy="366712"/>
            <a:chOff x="4649" y="4020"/>
            <a:chExt cx="499" cy="231"/>
          </a:xfrm>
        </p:grpSpPr>
        <p:pic>
          <p:nvPicPr>
            <p:cNvPr id="19511" name="Picture 61" descr="78900"/>
            <p:cNvPicPr>
              <a:picLocks noChangeAspect="1"/>
            </p:cNvPicPr>
            <p:nvPr/>
          </p:nvPicPr>
          <p:blipFill>
            <a:blip r:embed="rId7"/>
            <a:stretch>
              <a:fillRect/>
            </a:stretch>
          </p:blipFill>
          <p:spPr>
            <a:xfrm>
              <a:off x="4649" y="4066"/>
              <a:ext cx="499" cy="181"/>
            </a:xfrm>
            <a:prstGeom prst="rect">
              <a:avLst/>
            </a:prstGeom>
            <a:noFill/>
            <a:ln w="9525">
              <a:noFill/>
            </a:ln>
          </p:spPr>
        </p:pic>
        <p:sp>
          <p:nvSpPr>
            <p:cNvPr id="19512" name="Text Box 62">
              <a:hlinkClick r:id="" action="ppaction://hlinkshowjump?jump=previousslide"/>
            </p:cNvPr>
            <p:cNvSpPr txBox="1"/>
            <p:nvPr/>
          </p:nvSpPr>
          <p:spPr>
            <a:xfrm>
              <a:off x="4672" y="4020"/>
              <a:ext cx="476" cy="231"/>
            </a:xfrm>
            <a:prstGeom prst="rect">
              <a:avLst/>
            </a:prstGeom>
            <a:noFill/>
            <a:ln w="9525">
              <a:noFill/>
            </a:ln>
          </p:spPr>
          <p:txBody>
            <a:bodyPr wrap="none">
              <a:spAutoFit/>
            </a:bodyPr>
            <a:p>
              <a:pPr>
                <a:spcBef>
                  <a:spcPct val="50000"/>
                </a:spcBef>
              </a:pPr>
              <a:r>
                <a:rPr lang="zh-CN" altLang="en-US" sz="1800" b="0" dirty="0">
                  <a:solidFill>
                    <a:schemeClr val="bg1"/>
                  </a:solidFill>
                  <a:latin typeface="隶书" panose="02010509060101010101" pitchFamily="49" charset="-122"/>
                  <a:ea typeface="隶书" panose="02010509060101010101" pitchFamily="49" charset="-122"/>
                </a:rPr>
                <a:t>上 页</a:t>
              </a:r>
              <a:endParaRPr lang="zh-CN" altLang="en-US" sz="1800" b="0" dirty="0">
                <a:solidFill>
                  <a:schemeClr val="bg1"/>
                </a:solidFill>
                <a:latin typeface="隶书" panose="02010509060101010101" pitchFamily="49" charset="-122"/>
                <a:ea typeface="隶书" panose="02010509060101010101" pitchFamily="49" charset="-122"/>
              </a:endParaRPr>
            </a:p>
          </p:txBody>
        </p:sp>
      </p:grpSp>
      <p:sp>
        <p:nvSpPr>
          <p:cNvPr id="19472" name="Text Box 82"/>
          <p:cNvSpPr txBox="1"/>
          <p:nvPr/>
        </p:nvSpPr>
        <p:spPr>
          <a:xfrm>
            <a:off x="7993063" y="4581525"/>
            <a:ext cx="1295400" cy="519113"/>
          </a:xfrm>
          <a:prstGeom prst="rect">
            <a:avLst/>
          </a:prstGeom>
          <a:noFill/>
          <a:ln w="9525">
            <a:noFill/>
          </a:ln>
        </p:spPr>
        <p:txBody>
          <a:bodyPr>
            <a:spAutoFit/>
          </a:bodyPr>
          <a:p>
            <a:r>
              <a:rPr lang="en-US" altLang="zh-CN" b="0" i="1" dirty="0">
                <a:solidFill>
                  <a:schemeClr val="bg1"/>
                </a:solidFill>
                <a:latin typeface="Times New Roman" panose="02020603050405020304" pitchFamily="18" charset="0"/>
                <a:ea typeface="宋体" panose="02010600030101010101" pitchFamily="2" charset="-122"/>
                <a:sym typeface="Symbol" panose="05050102010706020507" pitchFamily="18" charset="2"/>
              </a:rPr>
              <a:t> </a:t>
            </a:r>
            <a:r>
              <a:rPr lang="en-US" altLang="zh-CN" b="0" i="1" dirty="0">
                <a:solidFill>
                  <a:schemeClr val="bg1"/>
                </a:solidFill>
                <a:latin typeface="Times New Roman" panose="02020603050405020304" pitchFamily="18" charset="0"/>
                <a:ea typeface="宋体" panose="02010600030101010101" pitchFamily="2" charset="-122"/>
              </a:rPr>
              <a:t>L'</a:t>
            </a:r>
            <a:endParaRPr lang="en-US" altLang="zh-CN" b="0" i="1" dirty="0">
              <a:solidFill>
                <a:schemeClr val="bg1"/>
              </a:solidFill>
              <a:latin typeface="Times New Roman" panose="02020603050405020304" pitchFamily="18" charset="0"/>
              <a:ea typeface="宋体" panose="02010600030101010101" pitchFamily="2" charset="-122"/>
            </a:endParaRPr>
          </a:p>
        </p:txBody>
      </p:sp>
      <p:grpSp>
        <p:nvGrpSpPr>
          <p:cNvPr id="19473" name="Group 98"/>
          <p:cNvGrpSpPr/>
          <p:nvPr/>
        </p:nvGrpSpPr>
        <p:grpSpPr>
          <a:xfrm>
            <a:off x="6588125" y="6446838"/>
            <a:ext cx="792163" cy="366712"/>
            <a:chOff x="4649" y="4020"/>
            <a:chExt cx="499" cy="231"/>
          </a:xfrm>
        </p:grpSpPr>
        <p:pic>
          <p:nvPicPr>
            <p:cNvPr id="19509" name="Picture 99" descr="78900"/>
            <p:cNvPicPr>
              <a:picLocks noChangeAspect="1"/>
            </p:cNvPicPr>
            <p:nvPr/>
          </p:nvPicPr>
          <p:blipFill>
            <a:blip r:embed="rId7"/>
            <a:stretch>
              <a:fillRect/>
            </a:stretch>
          </p:blipFill>
          <p:spPr>
            <a:xfrm>
              <a:off x="4649" y="4066"/>
              <a:ext cx="499" cy="181"/>
            </a:xfrm>
            <a:prstGeom prst="rect">
              <a:avLst/>
            </a:prstGeom>
            <a:noFill/>
            <a:ln w="9525">
              <a:noFill/>
            </a:ln>
          </p:spPr>
        </p:pic>
        <p:sp>
          <p:nvSpPr>
            <p:cNvPr id="19510" name="Text Box 100">
              <a:hlinkClick r:id="" action="ppaction://hlinkshowjump?jump=firstslide"/>
            </p:cNvPr>
            <p:cNvSpPr txBox="1"/>
            <p:nvPr/>
          </p:nvSpPr>
          <p:spPr>
            <a:xfrm>
              <a:off x="4672" y="4020"/>
              <a:ext cx="476" cy="231"/>
            </a:xfrm>
            <a:prstGeom prst="rect">
              <a:avLst/>
            </a:prstGeom>
            <a:noFill/>
            <a:ln w="9525">
              <a:noFill/>
            </a:ln>
          </p:spPr>
          <p:txBody>
            <a:bodyPr wrap="none">
              <a:spAutoFit/>
            </a:bodyPr>
            <a:p>
              <a:pPr>
                <a:spcBef>
                  <a:spcPct val="50000"/>
                </a:spcBef>
              </a:pPr>
              <a:r>
                <a:rPr lang="zh-CN" altLang="en-US" sz="1800" b="0" dirty="0">
                  <a:solidFill>
                    <a:schemeClr val="bg1"/>
                  </a:solidFill>
                  <a:latin typeface="隶书" panose="02010509060101010101" pitchFamily="49" charset="-122"/>
                  <a:ea typeface="隶书" panose="02010509060101010101" pitchFamily="49" charset="-122"/>
                </a:rPr>
                <a:t>返 回</a:t>
              </a:r>
              <a:endParaRPr lang="zh-CN" altLang="en-US" sz="1800" b="0" dirty="0">
                <a:solidFill>
                  <a:schemeClr val="bg1"/>
                </a:solidFill>
                <a:latin typeface="隶书" panose="02010509060101010101" pitchFamily="49" charset="-122"/>
                <a:ea typeface="隶书" panose="02010509060101010101" pitchFamily="49" charset="-122"/>
              </a:endParaRPr>
            </a:p>
          </p:txBody>
        </p:sp>
      </p:grpSp>
      <p:grpSp>
        <p:nvGrpSpPr>
          <p:cNvPr id="5" name="Group 111"/>
          <p:cNvGrpSpPr/>
          <p:nvPr/>
        </p:nvGrpSpPr>
        <p:grpSpPr>
          <a:xfrm>
            <a:off x="6659563" y="4019550"/>
            <a:ext cx="2044700" cy="1620838"/>
            <a:chOff x="4195" y="2532"/>
            <a:chExt cx="1288" cy="1021"/>
          </a:xfrm>
        </p:grpSpPr>
        <p:sp>
          <p:nvSpPr>
            <p:cNvPr id="19495" name="Text Box 81"/>
            <p:cNvSpPr txBox="1"/>
            <p:nvPr/>
          </p:nvSpPr>
          <p:spPr>
            <a:xfrm>
              <a:off x="4363" y="2886"/>
              <a:ext cx="293" cy="327"/>
            </a:xfrm>
            <a:prstGeom prst="rect">
              <a:avLst/>
            </a:prstGeom>
            <a:noFill/>
            <a:ln w="28575">
              <a:noFill/>
            </a:ln>
          </p:spPr>
          <p:txBody>
            <a:bodyPr wrap="none">
              <a:spAutoFit/>
            </a:bodyPr>
            <a:p>
              <a:r>
                <a:rPr lang="en-US" altLang="zh-CN" b="0" i="1" dirty="0">
                  <a:solidFill>
                    <a:schemeClr val="bg1"/>
                  </a:solidFill>
                  <a:latin typeface="Times New Roman" panose="02020603050405020304" pitchFamily="18" charset="0"/>
                  <a:ea typeface="宋体" panose="02010600030101010101" pitchFamily="2" charset="-122"/>
                </a:rPr>
                <a:t>R</a:t>
              </a:r>
              <a:r>
                <a:rPr lang="en-US" altLang="zh-CN" b="0" dirty="0">
                  <a:solidFill>
                    <a:schemeClr val="bg1"/>
                  </a:solidFill>
                  <a:latin typeface="Times New Roman" panose="02020603050405020304" pitchFamily="18" charset="0"/>
                  <a:ea typeface="宋体" panose="02010600030101010101" pitchFamily="2" charset="-122"/>
                </a:rPr>
                <a:t>'</a:t>
              </a:r>
              <a:endParaRPr lang="en-US" altLang="zh-CN" b="0" dirty="0">
                <a:solidFill>
                  <a:schemeClr val="bg1"/>
                </a:solidFill>
                <a:latin typeface="Times New Roman" panose="02020603050405020304" pitchFamily="18" charset="0"/>
                <a:ea typeface="宋体" panose="02010600030101010101" pitchFamily="2" charset="-122"/>
                <a:sym typeface="Symbol" panose="05050102010706020507" pitchFamily="18" charset="2"/>
              </a:endParaRPr>
            </a:p>
          </p:txBody>
        </p:sp>
        <p:sp>
          <p:nvSpPr>
            <p:cNvPr id="19496" name="Oval 83"/>
            <p:cNvSpPr/>
            <p:nvPr/>
          </p:nvSpPr>
          <p:spPr>
            <a:xfrm>
              <a:off x="4195" y="3485"/>
              <a:ext cx="68" cy="68"/>
            </a:xfrm>
            <a:prstGeom prst="ellipse">
              <a:avLst/>
            </a:prstGeom>
            <a:noFill/>
            <a:ln w="28575" cap="flat" cmpd="sng">
              <a:solidFill>
                <a:srgbClr val="FFCC00"/>
              </a:solidFill>
              <a:prstDash val="solid"/>
              <a:headEnd type="none" w="med" len="med"/>
              <a:tailEnd type="none" w="med" len="med"/>
            </a:ln>
          </p:spPr>
          <p:txBody>
            <a:bodyPr wrap="none" anchor="ctr" anchorCtr="0"/>
            <a:p>
              <a:endParaRPr lang="zh-CN" altLang="en-US" dirty="0">
                <a:latin typeface="楷体_GB2312" pitchFamily="49" charset="-122"/>
              </a:endParaRPr>
            </a:p>
          </p:txBody>
        </p:sp>
        <p:sp>
          <p:nvSpPr>
            <p:cNvPr id="19497" name="Oval 84"/>
            <p:cNvSpPr/>
            <p:nvPr/>
          </p:nvSpPr>
          <p:spPr>
            <a:xfrm>
              <a:off x="4195" y="2532"/>
              <a:ext cx="68" cy="68"/>
            </a:xfrm>
            <a:prstGeom prst="ellipse">
              <a:avLst/>
            </a:prstGeom>
            <a:noFill/>
            <a:ln w="28575" cap="flat" cmpd="sng">
              <a:solidFill>
                <a:srgbClr val="FFCC00"/>
              </a:solidFill>
              <a:prstDash val="solid"/>
              <a:headEnd type="none" w="med" len="med"/>
              <a:tailEnd type="none" w="med" len="med"/>
            </a:ln>
          </p:spPr>
          <p:txBody>
            <a:bodyPr wrap="none" anchor="ctr" anchorCtr="0"/>
            <a:p>
              <a:endParaRPr lang="zh-CN" altLang="en-US" dirty="0">
                <a:latin typeface="楷体_GB2312" pitchFamily="49" charset="-122"/>
              </a:endParaRPr>
            </a:p>
          </p:txBody>
        </p:sp>
        <p:sp>
          <p:nvSpPr>
            <p:cNvPr id="19498" name="Freeform 85"/>
            <p:cNvSpPr/>
            <p:nvPr/>
          </p:nvSpPr>
          <p:spPr>
            <a:xfrm>
              <a:off x="4771" y="2569"/>
              <a:ext cx="45" cy="947"/>
            </a:xfrm>
            <a:custGeom>
              <a:avLst/>
              <a:gdLst>
                <a:gd name="txL" fmla="*/ 0 w 1"/>
                <a:gd name="txT" fmla="*/ 0 h 312"/>
                <a:gd name="txR" fmla="*/ 1 w 1"/>
                <a:gd name="txB" fmla="*/ 312 h 312"/>
              </a:gdLst>
              <a:ahLst/>
              <a:cxnLst>
                <a:cxn ang="0">
                  <a:pos x="0" y="0"/>
                </a:cxn>
                <a:cxn ang="0">
                  <a:pos x="0" y="312"/>
                </a:cxn>
              </a:cxnLst>
              <a:rect l="txL" t="txT" r="txR" b="txB"/>
              <a:pathLst>
                <a:path w="1" h="312">
                  <a:moveTo>
                    <a:pt x="0" y="0"/>
                  </a:moveTo>
                  <a:lnTo>
                    <a:pt x="0" y="312"/>
                  </a:lnTo>
                </a:path>
              </a:pathLst>
            </a:custGeom>
            <a:noFill/>
            <a:ln w="28575" cap="flat" cmpd="sng">
              <a:solidFill>
                <a:srgbClr val="FFCC00"/>
              </a:solidFill>
              <a:prstDash val="solid"/>
              <a:round/>
              <a:headEnd type="oval" w="med" len="med"/>
              <a:tailEnd type="oval" w="med" len="med"/>
            </a:ln>
          </p:spPr>
          <p:txBody>
            <a:bodyPr wrap="none" anchor="ctr" anchorCtr="0"/>
            <a:p>
              <a:endParaRPr lang="zh-CN" altLang="en-US" dirty="0">
                <a:latin typeface="楷体_GB2312" pitchFamily="49" charset="-122"/>
              </a:endParaRPr>
            </a:p>
          </p:txBody>
        </p:sp>
        <p:sp>
          <p:nvSpPr>
            <p:cNvPr id="19499" name="Freeform 86"/>
            <p:cNvSpPr/>
            <p:nvPr/>
          </p:nvSpPr>
          <p:spPr>
            <a:xfrm>
              <a:off x="5397" y="2569"/>
              <a:ext cx="1" cy="270"/>
            </a:xfrm>
            <a:custGeom>
              <a:avLst/>
              <a:gdLst>
                <a:gd name="txL" fmla="*/ 0 w 1"/>
                <a:gd name="txT" fmla="*/ 0 h 270"/>
                <a:gd name="txR" fmla="*/ 1 w 1"/>
                <a:gd name="txB" fmla="*/ 270 h 270"/>
              </a:gdLst>
              <a:ahLst/>
              <a:cxnLst>
                <a:cxn ang="0">
                  <a:pos x="0" y="0"/>
                </a:cxn>
                <a:cxn ang="0">
                  <a:pos x="1" y="270"/>
                </a:cxn>
              </a:cxnLst>
              <a:rect l="txL" t="txT" r="txR" b="txB"/>
              <a:pathLst>
                <a:path w="1" h="270">
                  <a:moveTo>
                    <a:pt x="0" y="0"/>
                  </a:moveTo>
                  <a:lnTo>
                    <a:pt x="1" y="270"/>
                  </a:lnTo>
                </a:path>
              </a:pathLst>
            </a:custGeom>
            <a:noFill/>
            <a:ln w="28575" cap="flat" cmpd="sng">
              <a:solidFill>
                <a:srgbClr val="FFCC00"/>
              </a:solidFill>
              <a:prstDash val="solid"/>
              <a:round/>
              <a:headEnd type="none" w="med" len="med"/>
              <a:tailEnd type="none" w="med" len="med"/>
            </a:ln>
          </p:spPr>
          <p:txBody>
            <a:bodyPr wrap="none" anchor="ctr" anchorCtr="0"/>
            <a:p>
              <a:endParaRPr lang="zh-CN" altLang="en-US" dirty="0">
                <a:latin typeface="楷体_GB2312" pitchFamily="49" charset="-122"/>
              </a:endParaRPr>
            </a:p>
          </p:txBody>
        </p:sp>
        <p:sp>
          <p:nvSpPr>
            <p:cNvPr id="19500" name="Freeform 87"/>
            <p:cNvSpPr/>
            <p:nvPr/>
          </p:nvSpPr>
          <p:spPr>
            <a:xfrm flipH="1">
              <a:off x="5353" y="3203"/>
              <a:ext cx="44" cy="310"/>
            </a:xfrm>
            <a:custGeom>
              <a:avLst/>
              <a:gdLst>
                <a:gd name="txL" fmla="*/ 0 w 1"/>
                <a:gd name="txT" fmla="*/ 0 h 264"/>
                <a:gd name="txR" fmla="*/ 1 w 1"/>
                <a:gd name="txB" fmla="*/ 264 h 264"/>
              </a:gdLst>
              <a:ahLst/>
              <a:cxnLst>
                <a:cxn ang="0">
                  <a:pos x="0" y="0"/>
                </a:cxn>
                <a:cxn ang="0">
                  <a:pos x="0" y="264"/>
                </a:cxn>
              </a:cxnLst>
              <a:rect l="txL" t="txT" r="txR" b="txB"/>
              <a:pathLst>
                <a:path w="1" h="264">
                  <a:moveTo>
                    <a:pt x="0" y="0"/>
                  </a:moveTo>
                  <a:lnTo>
                    <a:pt x="0" y="264"/>
                  </a:lnTo>
                </a:path>
              </a:pathLst>
            </a:custGeom>
            <a:noFill/>
            <a:ln w="28575" cap="flat" cmpd="sng">
              <a:solidFill>
                <a:srgbClr val="FFCC00"/>
              </a:solidFill>
              <a:prstDash val="solid"/>
              <a:round/>
              <a:headEnd type="none" w="med" len="med"/>
              <a:tailEnd type="none" w="med" len="med"/>
            </a:ln>
          </p:spPr>
          <p:txBody>
            <a:bodyPr wrap="none" anchor="ctr" anchorCtr="0"/>
            <a:p>
              <a:endParaRPr lang="zh-CN" altLang="en-US" dirty="0">
                <a:latin typeface="楷体_GB2312" pitchFamily="49" charset="-122"/>
              </a:endParaRPr>
            </a:p>
          </p:txBody>
        </p:sp>
        <p:sp>
          <p:nvSpPr>
            <p:cNvPr id="19501" name="Line 88"/>
            <p:cNvSpPr/>
            <p:nvPr/>
          </p:nvSpPr>
          <p:spPr>
            <a:xfrm>
              <a:off x="4263" y="2569"/>
              <a:ext cx="1134" cy="0"/>
            </a:xfrm>
            <a:prstGeom prst="line">
              <a:avLst/>
            </a:prstGeom>
            <a:ln w="28575" cap="flat" cmpd="sng">
              <a:solidFill>
                <a:srgbClr val="FFCC00"/>
              </a:solidFill>
              <a:prstDash val="solid"/>
              <a:headEnd type="none" w="med" len="med"/>
              <a:tailEnd type="none" w="med" len="med"/>
            </a:ln>
          </p:spPr>
        </p:sp>
        <p:sp>
          <p:nvSpPr>
            <p:cNvPr id="19502" name="Line 89"/>
            <p:cNvSpPr/>
            <p:nvPr/>
          </p:nvSpPr>
          <p:spPr>
            <a:xfrm>
              <a:off x="4263" y="3521"/>
              <a:ext cx="1135" cy="0"/>
            </a:xfrm>
            <a:prstGeom prst="line">
              <a:avLst/>
            </a:prstGeom>
            <a:ln w="28575" cap="flat" cmpd="sng">
              <a:solidFill>
                <a:srgbClr val="FFCC00"/>
              </a:solidFill>
              <a:prstDash val="solid"/>
              <a:headEnd type="none" w="med" len="med"/>
              <a:tailEnd type="none" w="med" len="med"/>
            </a:ln>
          </p:spPr>
        </p:sp>
        <p:sp>
          <p:nvSpPr>
            <p:cNvPr id="19503" name="Rectangle 90"/>
            <p:cNvSpPr/>
            <p:nvPr/>
          </p:nvSpPr>
          <p:spPr>
            <a:xfrm>
              <a:off x="4708" y="2886"/>
              <a:ext cx="127" cy="318"/>
            </a:xfrm>
            <a:prstGeom prst="rect">
              <a:avLst/>
            </a:prstGeom>
            <a:gradFill rotWithShape="1">
              <a:gsLst>
                <a:gs pos="0">
                  <a:srgbClr val="764700"/>
                </a:gs>
                <a:gs pos="50000">
                  <a:srgbClr val="FF9900"/>
                </a:gs>
                <a:gs pos="100000">
                  <a:srgbClr val="764700"/>
                </a:gs>
              </a:gsLst>
              <a:lin ang="0" scaled="1"/>
              <a:tileRect/>
            </a:gradFill>
            <a:ln w="28575">
              <a:noFill/>
            </a:ln>
          </p:spPr>
          <p:txBody>
            <a:bodyPr wrap="none" anchor="ctr" anchorCtr="0"/>
            <a:p>
              <a:endParaRPr lang="zh-CN" altLang="en-US" dirty="0">
                <a:latin typeface="楷体_GB2312" pitchFamily="49" charset="-122"/>
              </a:endParaRPr>
            </a:p>
          </p:txBody>
        </p:sp>
        <p:grpSp>
          <p:nvGrpSpPr>
            <p:cNvPr id="19504" name="Group 101"/>
            <p:cNvGrpSpPr/>
            <p:nvPr/>
          </p:nvGrpSpPr>
          <p:grpSpPr>
            <a:xfrm rot="10800000">
              <a:off x="5393" y="2840"/>
              <a:ext cx="90" cy="363"/>
              <a:chOff x="1565" y="2614"/>
              <a:chExt cx="90" cy="486"/>
            </a:xfrm>
          </p:grpSpPr>
          <p:sp>
            <p:nvSpPr>
              <p:cNvPr id="19505" name="Arc 102"/>
              <p:cNvSpPr/>
              <p:nvPr/>
            </p:nvSpPr>
            <p:spPr>
              <a:xfrm flipH="1" flipV="1">
                <a:off x="1565" y="2860"/>
                <a:ext cx="90" cy="116"/>
              </a:xfrm>
              <a:custGeom>
                <a:avLst/>
                <a:gdLst>
                  <a:gd name="txL" fmla="*/ 0 w 22723"/>
                  <a:gd name="txT" fmla="*/ 0 h 43200"/>
                  <a:gd name="txR" fmla="*/ 22723 w 22723"/>
                  <a:gd name="txB" fmla="*/ 43200 h 43200"/>
                </a:gdLst>
                <a:ahLst/>
                <a:cxnLst>
                  <a:cxn ang="0">
                    <a:pos x="1122" y="0"/>
                  </a:cxn>
                  <a:cxn ang="0">
                    <a:pos x="22723" y="21600"/>
                  </a:cxn>
                  <a:cxn ang="0">
                    <a:pos x="1123" y="43200"/>
                  </a:cxn>
                  <a:cxn ang="0">
                    <a:pos x="0" y="43170"/>
                  </a:cxn>
                  <a:cxn ang="0">
                    <a:pos x="1122" y="0"/>
                  </a:cxn>
                  <a:cxn ang="0">
                    <a:pos x="22723" y="21600"/>
                  </a:cxn>
                  <a:cxn ang="0">
                    <a:pos x="1123" y="43200"/>
                  </a:cxn>
                  <a:cxn ang="0">
                    <a:pos x="0" y="43170"/>
                  </a:cxn>
                  <a:cxn ang="0">
                    <a:pos x="1123" y="21600"/>
                  </a:cxn>
                </a:cxnLst>
                <a:rect l="txL" t="txT" r="txR" b="txB"/>
                <a:pathLst>
                  <a:path w="22723" h="43200" fill="none">
                    <a:moveTo>
                      <a:pt x="1122" y="0"/>
                    </a:moveTo>
                    <a:cubicBezTo>
                      <a:pt x="13052" y="0"/>
                      <a:pt x="22723" y="9670"/>
                      <a:pt x="22723" y="21600"/>
                    </a:cubicBezTo>
                    <a:cubicBezTo>
                      <a:pt x="22723" y="33529"/>
                      <a:pt x="13052" y="43200"/>
                      <a:pt x="1123" y="43200"/>
                    </a:cubicBezTo>
                    <a:cubicBezTo>
                      <a:pt x="748" y="43200"/>
                      <a:pt x="374" y="43190"/>
                      <a:pt x="0" y="43170"/>
                    </a:cubicBezTo>
                  </a:path>
                  <a:path w="22723" h="43200" stroke="0">
                    <a:moveTo>
                      <a:pt x="1122" y="0"/>
                    </a:moveTo>
                    <a:cubicBezTo>
                      <a:pt x="13052" y="0"/>
                      <a:pt x="22723" y="9670"/>
                      <a:pt x="22723" y="21600"/>
                    </a:cubicBezTo>
                    <a:cubicBezTo>
                      <a:pt x="22723" y="33529"/>
                      <a:pt x="13052" y="43200"/>
                      <a:pt x="1123" y="43200"/>
                    </a:cubicBezTo>
                    <a:cubicBezTo>
                      <a:pt x="748" y="43200"/>
                      <a:pt x="374" y="43190"/>
                      <a:pt x="0" y="43170"/>
                    </a:cubicBezTo>
                    <a:lnTo>
                      <a:pt x="1123" y="21600"/>
                    </a:lnTo>
                    <a:close/>
                  </a:path>
                </a:pathLst>
              </a:custGeom>
              <a:noFill/>
              <a:ln w="28575" cap="flat" cmpd="sng">
                <a:solidFill>
                  <a:srgbClr val="FF9900"/>
                </a:solidFill>
                <a:prstDash val="solid"/>
                <a:round/>
                <a:headEnd type="none" w="med" len="med"/>
                <a:tailEnd type="none" w="med" len="med"/>
              </a:ln>
            </p:spPr>
            <p:txBody>
              <a:bodyPr wrap="none" anchor="ctr" anchorCtr="0"/>
              <a:p>
                <a:endParaRPr lang="zh-CN" altLang="en-US" dirty="0">
                  <a:latin typeface="楷体_GB2312" pitchFamily="49" charset="-122"/>
                </a:endParaRPr>
              </a:p>
            </p:txBody>
          </p:sp>
          <p:sp>
            <p:nvSpPr>
              <p:cNvPr id="19506" name="Arc 103"/>
              <p:cNvSpPr/>
              <p:nvPr/>
            </p:nvSpPr>
            <p:spPr>
              <a:xfrm flipH="1" flipV="1">
                <a:off x="1565" y="2737"/>
                <a:ext cx="90" cy="116"/>
              </a:xfrm>
              <a:custGeom>
                <a:avLst/>
                <a:gdLst>
                  <a:gd name="txL" fmla="*/ 0 w 22723"/>
                  <a:gd name="txT" fmla="*/ 0 h 43200"/>
                  <a:gd name="txR" fmla="*/ 22723 w 22723"/>
                  <a:gd name="txB" fmla="*/ 43200 h 43200"/>
                </a:gdLst>
                <a:ahLst/>
                <a:cxnLst>
                  <a:cxn ang="0">
                    <a:pos x="1122" y="0"/>
                  </a:cxn>
                  <a:cxn ang="0">
                    <a:pos x="22723" y="21600"/>
                  </a:cxn>
                  <a:cxn ang="0">
                    <a:pos x="1123" y="43200"/>
                  </a:cxn>
                  <a:cxn ang="0">
                    <a:pos x="0" y="43170"/>
                  </a:cxn>
                  <a:cxn ang="0">
                    <a:pos x="1122" y="0"/>
                  </a:cxn>
                  <a:cxn ang="0">
                    <a:pos x="22723" y="21600"/>
                  </a:cxn>
                  <a:cxn ang="0">
                    <a:pos x="1123" y="43200"/>
                  </a:cxn>
                  <a:cxn ang="0">
                    <a:pos x="0" y="43170"/>
                  </a:cxn>
                  <a:cxn ang="0">
                    <a:pos x="1123" y="21600"/>
                  </a:cxn>
                </a:cxnLst>
                <a:rect l="txL" t="txT" r="txR" b="txB"/>
                <a:pathLst>
                  <a:path w="22723" h="43200" fill="none">
                    <a:moveTo>
                      <a:pt x="1122" y="0"/>
                    </a:moveTo>
                    <a:cubicBezTo>
                      <a:pt x="13052" y="0"/>
                      <a:pt x="22723" y="9670"/>
                      <a:pt x="22723" y="21600"/>
                    </a:cubicBezTo>
                    <a:cubicBezTo>
                      <a:pt x="22723" y="33529"/>
                      <a:pt x="13052" y="43200"/>
                      <a:pt x="1123" y="43200"/>
                    </a:cubicBezTo>
                    <a:cubicBezTo>
                      <a:pt x="748" y="43200"/>
                      <a:pt x="374" y="43190"/>
                      <a:pt x="0" y="43170"/>
                    </a:cubicBezTo>
                  </a:path>
                  <a:path w="22723" h="43200" stroke="0">
                    <a:moveTo>
                      <a:pt x="1122" y="0"/>
                    </a:moveTo>
                    <a:cubicBezTo>
                      <a:pt x="13052" y="0"/>
                      <a:pt x="22723" y="9670"/>
                      <a:pt x="22723" y="21600"/>
                    </a:cubicBezTo>
                    <a:cubicBezTo>
                      <a:pt x="22723" y="33529"/>
                      <a:pt x="13052" y="43200"/>
                      <a:pt x="1123" y="43200"/>
                    </a:cubicBezTo>
                    <a:cubicBezTo>
                      <a:pt x="748" y="43200"/>
                      <a:pt x="374" y="43190"/>
                      <a:pt x="0" y="43170"/>
                    </a:cubicBezTo>
                    <a:lnTo>
                      <a:pt x="1123" y="21600"/>
                    </a:lnTo>
                    <a:close/>
                  </a:path>
                </a:pathLst>
              </a:custGeom>
              <a:noFill/>
              <a:ln w="28575" cap="flat" cmpd="sng">
                <a:solidFill>
                  <a:srgbClr val="FF9900"/>
                </a:solidFill>
                <a:prstDash val="solid"/>
                <a:round/>
                <a:headEnd type="none" w="med" len="med"/>
                <a:tailEnd type="none" w="med" len="med"/>
              </a:ln>
            </p:spPr>
            <p:txBody>
              <a:bodyPr wrap="none" anchor="ctr" anchorCtr="0"/>
              <a:p>
                <a:endParaRPr lang="zh-CN" altLang="en-US" dirty="0">
                  <a:latin typeface="楷体_GB2312" pitchFamily="49" charset="-122"/>
                </a:endParaRPr>
              </a:p>
            </p:txBody>
          </p:sp>
          <p:sp>
            <p:nvSpPr>
              <p:cNvPr id="19507" name="Arc 104"/>
              <p:cNvSpPr/>
              <p:nvPr/>
            </p:nvSpPr>
            <p:spPr>
              <a:xfrm flipH="1" flipV="1">
                <a:off x="1565" y="2614"/>
                <a:ext cx="90" cy="116"/>
              </a:xfrm>
              <a:custGeom>
                <a:avLst/>
                <a:gdLst>
                  <a:gd name="txL" fmla="*/ 0 w 22723"/>
                  <a:gd name="txT" fmla="*/ 0 h 43200"/>
                  <a:gd name="txR" fmla="*/ 22723 w 22723"/>
                  <a:gd name="txB" fmla="*/ 43200 h 43200"/>
                </a:gdLst>
                <a:ahLst/>
                <a:cxnLst>
                  <a:cxn ang="0">
                    <a:pos x="1122" y="0"/>
                  </a:cxn>
                  <a:cxn ang="0">
                    <a:pos x="22723" y="21600"/>
                  </a:cxn>
                  <a:cxn ang="0">
                    <a:pos x="1123" y="43200"/>
                  </a:cxn>
                  <a:cxn ang="0">
                    <a:pos x="0" y="43170"/>
                  </a:cxn>
                  <a:cxn ang="0">
                    <a:pos x="1122" y="0"/>
                  </a:cxn>
                  <a:cxn ang="0">
                    <a:pos x="22723" y="21600"/>
                  </a:cxn>
                  <a:cxn ang="0">
                    <a:pos x="1123" y="43200"/>
                  </a:cxn>
                  <a:cxn ang="0">
                    <a:pos x="0" y="43170"/>
                  </a:cxn>
                  <a:cxn ang="0">
                    <a:pos x="1123" y="21600"/>
                  </a:cxn>
                </a:cxnLst>
                <a:rect l="txL" t="txT" r="txR" b="txB"/>
                <a:pathLst>
                  <a:path w="22723" h="43200" fill="none">
                    <a:moveTo>
                      <a:pt x="1122" y="0"/>
                    </a:moveTo>
                    <a:cubicBezTo>
                      <a:pt x="13052" y="0"/>
                      <a:pt x="22723" y="9670"/>
                      <a:pt x="22723" y="21600"/>
                    </a:cubicBezTo>
                    <a:cubicBezTo>
                      <a:pt x="22723" y="33529"/>
                      <a:pt x="13052" y="43200"/>
                      <a:pt x="1123" y="43200"/>
                    </a:cubicBezTo>
                    <a:cubicBezTo>
                      <a:pt x="748" y="43200"/>
                      <a:pt x="374" y="43190"/>
                      <a:pt x="0" y="43170"/>
                    </a:cubicBezTo>
                  </a:path>
                  <a:path w="22723" h="43200" stroke="0">
                    <a:moveTo>
                      <a:pt x="1122" y="0"/>
                    </a:moveTo>
                    <a:cubicBezTo>
                      <a:pt x="13052" y="0"/>
                      <a:pt x="22723" y="9670"/>
                      <a:pt x="22723" y="21600"/>
                    </a:cubicBezTo>
                    <a:cubicBezTo>
                      <a:pt x="22723" y="33529"/>
                      <a:pt x="13052" y="43200"/>
                      <a:pt x="1123" y="43200"/>
                    </a:cubicBezTo>
                    <a:cubicBezTo>
                      <a:pt x="748" y="43200"/>
                      <a:pt x="374" y="43190"/>
                      <a:pt x="0" y="43170"/>
                    </a:cubicBezTo>
                    <a:lnTo>
                      <a:pt x="1123" y="21600"/>
                    </a:lnTo>
                    <a:close/>
                  </a:path>
                </a:pathLst>
              </a:custGeom>
              <a:noFill/>
              <a:ln w="28575" cap="flat" cmpd="sng">
                <a:solidFill>
                  <a:srgbClr val="FF9900"/>
                </a:solidFill>
                <a:prstDash val="solid"/>
                <a:round/>
                <a:headEnd type="none" w="med" len="med"/>
                <a:tailEnd type="none" w="med" len="med"/>
              </a:ln>
            </p:spPr>
            <p:txBody>
              <a:bodyPr wrap="none" anchor="ctr" anchorCtr="0"/>
              <a:p>
                <a:endParaRPr lang="zh-CN" altLang="en-US" dirty="0">
                  <a:latin typeface="楷体_GB2312" pitchFamily="49" charset="-122"/>
                </a:endParaRPr>
              </a:p>
            </p:txBody>
          </p:sp>
          <p:sp>
            <p:nvSpPr>
              <p:cNvPr id="19508" name="Arc 105"/>
              <p:cNvSpPr/>
              <p:nvPr/>
            </p:nvSpPr>
            <p:spPr>
              <a:xfrm flipH="1" flipV="1">
                <a:off x="1565" y="2984"/>
                <a:ext cx="90" cy="116"/>
              </a:xfrm>
              <a:custGeom>
                <a:avLst/>
                <a:gdLst>
                  <a:gd name="txL" fmla="*/ 0 w 22723"/>
                  <a:gd name="txT" fmla="*/ 0 h 43200"/>
                  <a:gd name="txR" fmla="*/ 22723 w 22723"/>
                  <a:gd name="txB" fmla="*/ 43200 h 43200"/>
                </a:gdLst>
                <a:ahLst/>
                <a:cxnLst>
                  <a:cxn ang="0">
                    <a:pos x="1122" y="0"/>
                  </a:cxn>
                  <a:cxn ang="0">
                    <a:pos x="22723" y="21600"/>
                  </a:cxn>
                  <a:cxn ang="0">
                    <a:pos x="1123" y="43200"/>
                  </a:cxn>
                  <a:cxn ang="0">
                    <a:pos x="0" y="43170"/>
                  </a:cxn>
                  <a:cxn ang="0">
                    <a:pos x="1122" y="0"/>
                  </a:cxn>
                  <a:cxn ang="0">
                    <a:pos x="22723" y="21600"/>
                  </a:cxn>
                  <a:cxn ang="0">
                    <a:pos x="1123" y="43200"/>
                  </a:cxn>
                  <a:cxn ang="0">
                    <a:pos x="0" y="43170"/>
                  </a:cxn>
                  <a:cxn ang="0">
                    <a:pos x="1123" y="21600"/>
                  </a:cxn>
                </a:cxnLst>
                <a:rect l="txL" t="txT" r="txR" b="txB"/>
                <a:pathLst>
                  <a:path w="22723" h="43200" fill="none">
                    <a:moveTo>
                      <a:pt x="1122" y="0"/>
                    </a:moveTo>
                    <a:cubicBezTo>
                      <a:pt x="13052" y="0"/>
                      <a:pt x="22723" y="9670"/>
                      <a:pt x="22723" y="21600"/>
                    </a:cubicBezTo>
                    <a:cubicBezTo>
                      <a:pt x="22723" y="33529"/>
                      <a:pt x="13052" y="43200"/>
                      <a:pt x="1123" y="43200"/>
                    </a:cubicBezTo>
                    <a:cubicBezTo>
                      <a:pt x="748" y="43200"/>
                      <a:pt x="374" y="43190"/>
                      <a:pt x="0" y="43170"/>
                    </a:cubicBezTo>
                  </a:path>
                  <a:path w="22723" h="43200" stroke="0">
                    <a:moveTo>
                      <a:pt x="1122" y="0"/>
                    </a:moveTo>
                    <a:cubicBezTo>
                      <a:pt x="13052" y="0"/>
                      <a:pt x="22723" y="9670"/>
                      <a:pt x="22723" y="21600"/>
                    </a:cubicBezTo>
                    <a:cubicBezTo>
                      <a:pt x="22723" y="33529"/>
                      <a:pt x="13052" y="43200"/>
                      <a:pt x="1123" y="43200"/>
                    </a:cubicBezTo>
                    <a:cubicBezTo>
                      <a:pt x="748" y="43200"/>
                      <a:pt x="374" y="43190"/>
                      <a:pt x="0" y="43170"/>
                    </a:cubicBezTo>
                    <a:lnTo>
                      <a:pt x="1123" y="21600"/>
                    </a:lnTo>
                    <a:close/>
                  </a:path>
                </a:pathLst>
              </a:custGeom>
              <a:noFill/>
              <a:ln w="28575" cap="flat" cmpd="sng">
                <a:solidFill>
                  <a:srgbClr val="FF9900"/>
                </a:solidFill>
                <a:prstDash val="solid"/>
                <a:round/>
                <a:headEnd type="none" w="med" len="med"/>
                <a:tailEnd type="none" w="med" len="med"/>
              </a:ln>
            </p:spPr>
            <p:txBody>
              <a:bodyPr wrap="none" anchor="ctr" anchorCtr="0"/>
              <a:p>
                <a:endParaRPr lang="zh-CN" altLang="en-US" dirty="0">
                  <a:latin typeface="楷体_GB2312" pitchFamily="49" charset="-122"/>
                </a:endParaRPr>
              </a:p>
            </p:txBody>
          </p:sp>
        </p:grpSp>
      </p:grpSp>
      <p:grpSp>
        <p:nvGrpSpPr>
          <p:cNvPr id="7" name="Group 112"/>
          <p:cNvGrpSpPr/>
          <p:nvPr/>
        </p:nvGrpSpPr>
        <p:grpSpPr>
          <a:xfrm>
            <a:off x="6732588" y="981075"/>
            <a:ext cx="1741487" cy="2014538"/>
            <a:chOff x="4241" y="618"/>
            <a:chExt cx="1097" cy="1269"/>
          </a:xfrm>
        </p:grpSpPr>
        <p:sp>
          <p:nvSpPr>
            <p:cNvPr id="19481" name="Line 67"/>
            <p:cNvSpPr/>
            <p:nvPr/>
          </p:nvSpPr>
          <p:spPr>
            <a:xfrm>
              <a:off x="4311" y="980"/>
              <a:ext cx="953" cy="0"/>
            </a:xfrm>
            <a:prstGeom prst="line">
              <a:avLst/>
            </a:prstGeom>
            <a:ln w="28575" cap="flat" cmpd="sng">
              <a:solidFill>
                <a:srgbClr val="FFCC00"/>
              </a:solidFill>
              <a:prstDash val="solid"/>
              <a:headEnd type="none" w="med" len="med"/>
              <a:tailEnd type="none" w="med" len="med"/>
            </a:ln>
          </p:spPr>
        </p:sp>
        <p:sp>
          <p:nvSpPr>
            <p:cNvPr id="19482" name="Oval 68"/>
            <p:cNvSpPr/>
            <p:nvPr/>
          </p:nvSpPr>
          <p:spPr>
            <a:xfrm>
              <a:off x="4241" y="1819"/>
              <a:ext cx="70" cy="68"/>
            </a:xfrm>
            <a:prstGeom prst="ellipse">
              <a:avLst/>
            </a:prstGeom>
            <a:noFill/>
            <a:ln w="28575" cap="flat" cmpd="sng">
              <a:solidFill>
                <a:srgbClr val="FFCC00"/>
              </a:solidFill>
              <a:prstDash val="solid"/>
              <a:headEnd type="none" w="med" len="med"/>
              <a:tailEnd type="none" w="med" len="med"/>
            </a:ln>
          </p:spPr>
          <p:txBody>
            <a:bodyPr wrap="none" anchor="ctr" anchorCtr="0"/>
            <a:p>
              <a:endParaRPr lang="zh-CN" altLang="en-US" dirty="0">
                <a:latin typeface="楷体_GB2312" pitchFamily="49" charset="-122"/>
              </a:endParaRPr>
            </a:p>
          </p:txBody>
        </p:sp>
        <p:sp>
          <p:nvSpPr>
            <p:cNvPr id="19483" name="Oval 69"/>
            <p:cNvSpPr/>
            <p:nvPr/>
          </p:nvSpPr>
          <p:spPr>
            <a:xfrm>
              <a:off x="4248" y="944"/>
              <a:ext cx="71" cy="68"/>
            </a:xfrm>
            <a:prstGeom prst="ellipse">
              <a:avLst/>
            </a:prstGeom>
            <a:noFill/>
            <a:ln w="28575" cap="flat" cmpd="sng">
              <a:solidFill>
                <a:srgbClr val="FFCC00"/>
              </a:solidFill>
              <a:prstDash val="solid"/>
              <a:headEnd type="none" w="med" len="med"/>
              <a:tailEnd type="none" w="med" len="med"/>
            </a:ln>
          </p:spPr>
          <p:txBody>
            <a:bodyPr wrap="none" anchor="ctr" anchorCtr="0"/>
            <a:p>
              <a:endParaRPr lang="zh-CN" altLang="en-US" dirty="0">
                <a:latin typeface="楷体_GB2312" pitchFamily="49" charset="-122"/>
              </a:endParaRPr>
            </a:p>
          </p:txBody>
        </p:sp>
        <p:sp>
          <p:nvSpPr>
            <p:cNvPr id="19484" name="Line 70"/>
            <p:cNvSpPr/>
            <p:nvPr/>
          </p:nvSpPr>
          <p:spPr>
            <a:xfrm>
              <a:off x="5248" y="1480"/>
              <a:ext cx="0" cy="362"/>
            </a:xfrm>
            <a:prstGeom prst="line">
              <a:avLst/>
            </a:prstGeom>
            <a:ln w="28575" cap="flat" cmpd="sng">
              <a:solidFill>
                <a:srgbClr val="FFCC00"/>
              </a:solidFill>
              <a:prstDash val="solid"/>
              <a:headEnd type="none" w="med" len="med"/>
              <a:tailEnd type="none" w="med" len="med"/>
            </a:ln>
          </p:spPr>
        </p:sp>
        <p:sp>
          <p:nvSpPr>
            <p:cNvPr id="19485" name="Rectangle 71"/>
            <p:cNvSpPr/>
            <p:nvPr/>
          </p:nvSpPr>
          <p:spPr>
            <a:xfrm>
              <a:off x="4538" y="917"/>
              <a:ext cx="317" cy="136"/>
            </a:xfrm>
            <a:prstGeom prst="rect">
              <a:avLst/>
            </a:prstGeom>
            <a:gradFill rotWithShape="1">
              <a:gsLst>
                <a:gs pos="0">
                  <a:srgbClr val="764700"/>
                </a:gs>
                <a:gs pos="50000">
                  <a:srgbClr val="FF9900"/>
                </a:gs>
                <a:gs pos="100000">
                  <a:srgbClr val="764700"/>
                </a:gs>
              </a:gsLst>
              <a:lin ang="5400000" scaled="1"/>
              <a:tileRect/>
            </a:gradFill>
            <a:ln w="28575">
              <a:noFill/>
            </a:ln>
          </p:spPr>
          <p:txBody>
            <a:bodyPr wrap="none" anchor="ctr" anchorCtr="0"/>
            <a:p>
              <a:endParaRPr lang="zh-CN" altLang="en-US" dirty="0">
                <a:latin typeface="楷体_GB2312" pitchFamily="49" charset="-122"/>
              </a:endParaRPr>
            </a:p>
          </p:txBody>
        </p:sp>
        <p:sp>
          <p:nvSpPr>
            <p:cNvPr id="19486" name="Line 72"/>
            <p:cNvSpPr/>
            <p:nvPr/>
          </p:nvSpPr>
          <p:spPr>
            <a:xfrm>
              <a:off x="5264" y="980"/>
              <a:ext cx="0" cy="136"/>
            </a:xfrm>
            <a:prstGeom prst="line">
              <a:avLst/>
            </a:prstGeom>
            <a:ln w="28575" cap="flat" cmpd="sng">
              <a:solidFill>
                <a:srgbClr val="FFCC00"/>
              </a:solidFill>
              <a:prstDash val="solid"/>
              <a:headEnd type="none" w="med" len="med"/>
              <a:tailEnd type="none" w="med" len="med"/>
            </a:ln>
          </p:spPr>
        </p:sp>
        <p:sp>
          <p:nvSpPr>
            <p:cNvPr id="19487" name="Line 77"/>
            <p:cNvSpPr/>
            <p:nvPr/>
          </p:nvSpPr>
          <p:spPr>
            <a:xfrm>
              <a:off x="4311" y="1842"/>
              <a:ext cx="953" cy="0"/>
            </a:xfrm>
            <a:prstGeom prst="line">
              <a:avLst/>
            </a:prstGeom>
            <a:ln w="28575" cap="flat" cmpd="sng">
              <a:solidFill>
                <a:srgbClr val="FFCC00"/>
              </a:solidFill>
              <a:prstDash val="solid"/>
              <a:headEnd type="none" w="med" len="med"/>
              <a:tailEnd type="none" w="med" len="med"/>
            </a:ln>
          </p:spPr>
        </p:sp>
        <p:sp>
          <p:nvSpPr>
            <p:cNvPr id="19488" name="Text Box 78"/>
            <p:cNvSpPr txBox="1"/>
            <p:nvPr/>
          </p:nvSpPr>
          <p:spPr>
            <a:xfrm>
              <a:off x="4403" y="1207"/>
              <a:ext cx="844" cy="327"/>
            </a:xfrm>
            <a:prstGeom prst="rect">
              <a:avLst/>
            </a:prstGeom>
            <a:noFill/>
            <a:ln w="28575">
              <a:noFill/>
            </a:ln>
          </p:spPr>
          <p:txBody>
            <a:bodyPr wrap="none">
              <a:spAutoFit/>
            </a:bodyPr>
            <a:p>
              <a:r>
                <a:rPr lang="en-US" altLang="zh-CN" b="0" dirty="0">
                  <a:solidFill>
                    <a:schemeClr val="bg1"/>
                  </a:solidFill>
                  <a:latin typeface="Times New Roman" panose="02020603050405020304" pitchFamily="18" charset="0"/>
                  <a:ea typeface="宋体" panose="02010600030101010101" pitchFamily="2" charset="-122"/>
                </a:rPr>
                <a:t>0.06mH</a:t>
              </a:r>
              <a:endParaRPr lang="en-US" altLang="zh-CN" b="0" dirty="0">
                <a:solidFill>
                  <a:schemeClr val="bg1"/>
                </a:solidFill>
                <a:latin typeface="Times New Roman" panose="02020603050405020304" pitchFamily="18" charset="0"/>
                <a:ea typeface="宋体" panose="02010600030101010101" pitchFamily="2" charset="-122"/>
              </a:endParaRPr>
            </a:p>
          </p:txBody>
        </p:sp>
        <p:sp>
          <p:nvSpPr>
            <p:cNvPr id="19489" name="Text Box 79"/>
            <p:cNvSpPr txBox="1"/>
            <p:nvPr/>
          </p:nvSpPr>
          <p:spPr>
            <a:xfrm>
              <a:off x="4448" y="618"/>
              <a:ext cx="512" cy="327"/>
            </a:xfrm>
            <a:prstGeom prst="rect">
              <a:avLst/>
            </a:prstGeom>
            <a:noFill/>
            <a:ln w="28575">
              <a:noFill/>
            </a:ln>
          </p:spPr>
          <p:txBody>
            <a:bodyPr wrap="none">
              <a:spAutoFit/>
            </a:bodyPr>
            <a:p>
              <a:r>
                <a:rPr lang="en-US" altLang="zh-CN" b="0" dirty="0">
                  <a:solidFill>
                    <a:schemeClr val="bg1"/>
                  </a:solidFill>
                  <a:latin typeface="Times New Roman" panose="02020603050405020304" pitchFamily="18" charset="0"/>
                  <a:ea typeface="宋体" panose="02010600030101010101" pitchFamily="2" charset="-122"/>
                </a:rPr>
                <a:t>50</a:t>
              </a:r>
              <a:r>
                <a:rPr lang="en-US" altLang="zh-CN" b="0" dirty="0">
                  <a:solidFill>
                    <a:schemeClr val="bg1"/>
                  </a:solidFill>
                  <a:latin typeface="Times New Roman" panose="02020603050405020304" pitchFamily="18" charset="0"/>
                  <a:ea typeface="宋体" panose="02010600030101010101" pitchFamily="2" charset="-122"/>
                  <a:sym typeface="Symbol" panose="05050102010706020507" pitchFamily="18" charset="2"/>
                </a:rPr>
                <a:t></a:t>
              </a:r>
              <a:endParaRPr lang="en-US" altLang="zh-CN" b="0" dirty="0">
                <a:solidFill>
                  <a:schemeClr val="bg1"/>
                </a:solidFill>
                <a:latin typeface="Times New Roman" panose="02020603050405020304" pitchFamily="18" charset="0"/>
                <a:ea typeface="宋体" panose="02010600030101010101" pitchFamily="2" charset="-122"/>
                <a:sym typeface="Symbol" panose="05050102010706020507" pitchFamily="18" charset="2"/>
              </a:endParaRPr>
            </a:p>
          </p:txBody>
        </p:sp>
        <p:grpSp>
          <p:nvGrpSpPr>
            <p:cNvPr id="19490" name="Group 106"/>
            <p:cNvGrpSpPr/>
            <p:nvPr/>
          </p:nvGrpSpPr>
          <p:grpSpPr>
            <a:xfrm rot="10800000">
              <a:off x="5248" y="1117"/>
              <a:ext cx="90" cy="363"/>
              <a:chOff x="1565" y="2614"/>
              <a:chExt cx="90" cy="486"/>
            </a:xfrm>
          </p:grpSpPr>
          <p:sp>
            <p:nvSpPr>
              <p:cNvPr id="19491" name="Arc 107"/>
              <p:cNvSpPr/>
              <p:nvPr/>
            </p:nvSpPr>
            <p:spPr>
              <a:xfrm flipH="1" flipV="1">
                <a:off x="1565" y="2860"/>
                <a:ext cx="90" cy="116"/>
              </a:xfrm>
              <a:custGeom>
                <a:avLst/>
                <a:gdLst>
                  <a:gd name="txL" fmla="*/ 0 w 22723"/>
                  <a:gd name="txT" fmla="*/ 0 h 43200"/>
                  <a:gd name="txR" fmla="*/ 22723 w 22723"/>
                  <a:gd name="txB" fmla="*/ 43200 h 43200"/>
                </a:gdLst>
                <a:ahLst/>
                <a:cxnLst>
                  <a:cxn ang="0">
                    <a:pos x="1122" y="0"/>
                  </a:cxn>
                  <a:cxn ang="0">
                    <a:pos x="22723" y="21600"/>
                  </a:cxn>
                  <a:cxn ang="0">
                    <a:pos x="1123" y="43200"/>
                  </a:cxn>
                  <a:cxn ang="0">
                    <a:pos x="0" y="43170"/>
                  </a:cxn>
                  <a:cxn ang="0">
                    <a:pos x="1122" y="0"/>
                  </a:cxn>
                  <a:cxn ang="0">
                    <a:pos x="22723" y="21600"/>
                  </a:cxn>
                  <a:cxn ang="0">
                    <a:pos x="1123" y="43200"/>
                  </a:cxn>
                  <a:cxn ang="0">
                    <a:pos x="0" y="43170"/>
                  </a:cxn>
                  <a:cxn ang="0">
                    <a:pos x="1123" y="21600"/>
                  </a:cxn>
                </a:cxnLst>
                <a:rect l="txL" t="txT" r="txR" b="txB"/>
                <a:pathLst>
                  <a:path w="22723" h="43200" fill="none">
                    <a:moveTo>
                      <a:pt x="1122" y="0"/>
                    </a:moveTo>
                    <a:cubicBezTo>
                      <a:pt x="13052" y="0"/>
                      <a:pt x="22723" y="9670"/>
                      <a:pt x="22723" y="21600"/>
                    </a:cubicBezTo>
                    <a:cubicBezTo>
                      <a:pt x="22723" y="33529"/>
                      <a:pt x="13052" y="43200"/>
                      <a:pt x="1123" y="43200"/>
                    </a:cubicBezTo>
                    <a:cubicBezTo>
                      <a:pt x="748" y="43200"/>
                      <a:pt x="374" y="43190"/>
                      <a:pt x="0" y="43170"/>
                    </a:cubicBezTo>
                  </a:path>
                  <a:path w="22723" h="43200" stroke="0">
                    <a:moveTo>
                      <a:pt x="1122" y="0"/>
                    </a:moveTo>
                    <a:cubicBezTo>
                      <a:pt x="13052" y="0"/>
                      <a:pt x="22723" y="9670"/>
                      <a:pt x="22723" y="21600"/>
                    </a:cubicBezTo>
                    <a:cubicBezTo>
                      <a:pt x="22723" y="33529"/>
                      <a:pt x="13052" y="43200"/>
                      <a:pt x="1123" y="43200"/>
                    </a:cubicBezTo>
                    <a:cubicBezTo>
                      <a:pt x="748" y="43200"/>
                      <a:pt x="374" y="43190"/>
                      <a:pt x="0" y="43170"/>
                    </a:cubicBezTo>
                    <a:lnTo>
                      <a:pt x="1123" y="21600"/>
                    </a:lnTo>
                    <a:close/>
                  </a:path>
                </a:pathLst>
              </a:custGeom>
              <a:noFill/>
              <a:ln w="28575" cap="flat" cmpd="sng">
                <a:solidFill>
                  <a:srgbClr val="FF9900"/>
                </a:solidFill>
                <a:prstDash val="solid"/>
                <a:round/>
                <a:headEnd type="none" w="med" len="med"/>
                <a:tailEnd type="none" w="med" len="med"/>
              </a:ln>
            </p:spPr>
            <p:txBody>
              <a:bodyPr wrap="none" anchor="ctr" anchorCtr="0"/>
              <a:p>
                <a:endParaRPr lang="zh-CN" altLang="en-US" dirty="0">
                  <a:latin typeface="楷体_GB2312" pitchFamily="49" charset="-122"/>
                </a:endParaRPr>
              </a:p>
            </p:txBody>
          </p:sp>
          <p:sp>
            <p:nvSpPr>
              <p:cNvPr id="19492" name="Arc 108"/>
              <p:cNvSpPr/>
              <p:nvPr/>
            </p:nvSpPr>
            <p:spPr>
              <a:xfrm flipH="1" flipV="1">
                <a:off x="1565" y="2737"/>
                <a:ext cx="90" cy="116"/>
              </a:xfrm>
              <a:custGeom>
                <a:avLst/>
                <a:gdLst>
                  <a:gd name="txL" fmla="*/ 0 w 22723"/>
                  <a:gd name="txT" fmla="*/ 0 h 43200"/>
                  <a:gd name="txR" fmla="*/ 22723 w 22723"/>
                  <a:gd name="txB" fmla="*/ 43200 h 43200"/>
                </a:gdLst>
                <a:ahLst/>
                <a:cxnLst>
                  <a:cxn ang="0">
                    <a:pos x="1122" y="0"/>
                  </a:cxn>
                  <a:cxn ang="0">
                    <a:pos x="22723" y="21600"/>
                  </a:cxn>
                  <a:cxn ang="0">
                    <a:pos x="1123" y="43200"/>
                  </a:cxn>
                  <a:cxn ang="0">
                    <a:pos x="0" y="43170"/>
                  </a:cxn>
                  <a:cxn ang="0">
                    <a:pos x="1122" y="0"/>
                  </a:cxn>
                  <a:cxn ang="0">
                    <a:pos x="22723" y="21600"/>
                  </a:cxn>
                  <a:cxn ang="0">
                    <a:pos x="1123" y="43200"/>
                  </a:cxn>
                  <a:cxn ang="0">
                    <a:pos x="0" y="43170"/>
                  </a:cxn>
                  <a:cxn ang="0">
                    <a:pos x="1123" y="21600"/>
                  </a:cxn>
                </a:cxnLst>
                <a:rect l="txL" t="txT" r="txR" b="txB"/>
                <a:pathLst>
                  <a:path w="22723" h="43200" fill="none">
                    <a:moveTo>
                      <a:pt x="1122" y="0"/>
                    </a:moveTo>
                    <a:cubicBezTo>
                      <a:pt x="13052" y="0"/>
                      <a:pt x="22723" y="9670"/>
                      <a:pt x="22723" y="21600"/>
                    </a:cubicBezTo>
                    <a:cubicBezTo>
                      <a:pt x="22723" y="33529"/>
                      <a:pt x="13052" y="43200"/>
                      <a:pt x="1123" y="43200"/>
                    </a:cubicBezTo>
                    <a:cubicBezTo>
                      <a:pt x="748" y="43200"/>
                      <a:pt x="374" y="43190"/>
                      <a:pt x="0" y="43170"/>
                    </a:cubicBezTo>
                  </a:path>
                  <a:path w="22723" h="43200" stroke="0">
                    <a:moveTo>
                      <a:pt x="1122" y="0"/>
                    </a:moveTo>
                    <a:cubicBezTo>
                      <a:pt x="13052" y="0"/>
                      <a:pt x="22723" y="9670"/>
                      <a:pt x="22723" y="21600"/>
                    </a:cubicBezTo>
                    <a:cubicBezTo>
                      <a:pt x="22723" y="33529"/>
                      <a:pt x="13052" y="43200"/>
                      <a:pt x="1123" y="43200"/>
                    </a:cubicBezTo>
                    <a:cubicBezTo>
                      <a:pt x="748" y="43200"/>
                      <a:pt x="374" y="43190"/>
                      <a:pt x="0" y="43170"/>
                    </a:cubicBezTo>
                    <a:lnTo>
                      <a:pt x="1123" y="21600"/>
                    </a:lnTo>
                    <a:close/>
                  </a:path>
                </a:pathLst>
              </a:custGeom>
              <a:noFill/>
              <a:ln w="28575" cap="flat" cmpd="sng">
                <a:solidFill>
                  <a:srgbClr val="FF9900"/>
                </a:solidFill>
                <a:prstDash val="solid"/>
                <a:round/>
                <a:headEnd type="none" w="med" len="med"/>
                <a:tailEnd type="none" w="med" len="med"/>
              </a:ln>
            </p:spPr>
            <p:txBody>
              <a:bodyPr wrap="none" anchor="ctr" anchorCtr="0"/>
              <a:p>
                <a:endParaRPr lang="zh-CN" altLang="en-US" dirty="0">
                  <a:latin typeface="楷体_GB2312" pitchFamily="49" charset="-122"/>
                </a:endParaRPr>
              </a:p>
            </p:txBody>
          </p:sp>
          <p:sp>
            <p:nvSpPr>
              <p:cNvPr id="19493" name="Arc 109"/>
              <p:cNvSpPr/>
              <p:nvPr/>
            </p:nvSpPr>
            <p:spPr>
              <a:xfrm flipH="1" flipV="1">
                <a:off x="1565" y="2614"/>
                <a:ext cx="90" cy="116"/>
              </a:xfrm>
              <a:custGeom>
                <a:avLst/>
                <a:gdLst>
                  <a:gd name="txL" fmla="*/ 0 w 22723"/>
                  <a:gd name="txT" fmla="*/ 0 h 43200"/>
                  <a:gd name="txR" fmla="*/ 22723 w 22723"/>
                  <a:gd name="txB" fmla="*/ 43200 h 43200"/>
                </a:gdLst>
                <a:ahLst/>
                <a:cxnLst>
                  <a:cxn ang="0">
                    <a:pos x="1122" y="0"/>
                  </a:cxn>
                  <a:cxn ang="0">
                    <a:pos x="22723" y="21600"/>
                  </a:cxn>
                  <a:cxn ang="0">
                    <a:pos x="1123" y="43200"/>
                  </a:cxn>
                  <a:cxn ang="0">
                    <a:pos x="0" y="43170"/>
                  </a:cxn>
                  <a:cxn ang="0">
                    <a:pos x="1122" y="0"/>
                  </a:cxn>
                  <a:cxn ang="0">
                    <a:pos x="22723" y="21600"/>
                  </a:cxn>
                  <a:cxn ang="0">
                    <a:pos x="1123" y="43200"/>
                  </a:cxn>
                  <a:cxn ang="0">
                    <a:pos x="0" y="43170"/>
                  </a:cxn>
                  <a:cxn ang="0">
                    <a:pos x="1123" y="21600"/>
                  </a:cxn>
                </a:cxnLst>
                <a:rect l="txL" t="txT" r="txR" b="txB"/>
                <a:pathLst>
                  <a:path w="22723" h="43200" fill="none">
                    <a:moveTo>
                      <a:pt x="1122" y="0"/>
                    </a:moveTo>
                    <a:cubicBezTo>
                      <a:pt x="13052" y="0"/>
                      <a:pt x="22723" y="9670"/>
                      <a:pt x="22723" y="21600"/>
                    </a:cubicBezTo>
                    <a:cubicBezTo>
                      <a:pt x="22723" y="33529"/>
                      <a:pt x="13052" y="43200"/>
                      <a:pt x="1123" y="43200"/>
                    </a:cubicBezTo>
                    <a:cubicBezTo>
                      <a:pt x="748" y="43200"/>
                      <a:pt x="374" y="43190"/>
                      <a:pt x="0" y="43170"/>
                    </a:cubicBezTo>
                  </a:path>
                  <a:path w="22723" h="43200" stroke="0">
                    <a:moveTo>
                      <a:pt x="1122" y="0"/>
                    </a:moveTo>
                    <a:cubicBezTo>
                      <a:pt x="13052" y="0"/>
                      <a:pt x="22723" y="9670"/>
                      <a:pt x="22723" y="21600"/>
                    </a:cubicBezTo>
                    <a:cubicBezTo>
                      <a:pt x="22723" y="33529"/>
                      <a:pt x="13052" y="43200"/>
                      <a:pt x="1123" y="43200"/>
                    </a:cubicBezTo>
                    <a:cubicBezTo>
                      <a:pt x="748" y="43200"/>
                      <a:pt x="374" y="43190"/>
                      <a:pt x="0" y="43170"/>
                    </a:cubicBezTo>
                    <a:lnTo>
                      <a:pt x="1123" y="21600"/>
                    </a:lnTo>
                    <a:close/>
                  </a:path>
                </a:pathLst>
              </a:custGeom>
              <a:noFill/>
              <a:ln w="28575" cap="flat" cmpd="sng">
                <a:solidFill>
                  <a:srgbClr val="FF9900"/>
                </a:solidFill>
                <a:prstDash val="solid"/>
                <a:round/>
                <a:headEnd type="none" w="med" len="med"/>
                <a:tailEnd type="none" w="med" len="med"/>
              </a:ln>
            </p:spPr>
            <p:txBody>
              <a:bodyPr wrap="none" anchor="ctr" anchorCtr="0"/>
              <a:p>
                <a:endParaRPr lang="zh-CN" altLang="en-US" dirty="0">
                  <a:latin typeface="楷体_GB2312" pitchFamily="49" charset="-122"/>
                </a:endParaRPr>
              </a:p>
            </p:txBody>
          </p:sp>
          <p:sp>
            <p:nvSpPr>
              <p:cNvPr id="19494" name="Arc 110"/>
              <p:cNvSpPr/>
              <p:nvPr/>
            </p:nvSpPr>
            <p:spPr>
              <a:xfrm flipH="1" flipV="1">
                <a:off x="1565" y="2984"/>
                <a:ext cx="90" cy="116"/>
              </a:xfrm>
              <a:custGeom>
                <a:avLst/>
                <a:gdLst>
                  <a:gd name="txL" fmla="*/ 0 w 22723"/>
                  <a:gd name="txT" fmla="*/ 0 h 43200"/>
                  <a:gd name="txR" fmla="*/ 22723 w 22723"/>
                  <a:gd name="txB" fmla="*/ 43200 h 43200"/>
                </a:gdLst>
                <a:ahLst/>
                <a:cxnLst>
                  <a:cxn ang="0">
                    <a:pos x="1122" y="0"/>
                  </a:cxn>
                  <a:cxn ang="0">
                    <a:pos x="22723" y="21600"/>
                  </a:cxn>
                  <a:cxn ang="0">
                    <a:pos x="1123" y="43200"/>
                  </a:cxn>
                  <a:cxn ang="0">
                    <a:pos x="0" y="43170"/>
                  </a:cxn>
                  <a:cxn ang="0">
                    <a:pos x="1122" y="0"/>
                  </a:cxn>
                  <a:cxn ang="0">
                    <a:pos x="22723" y="21600"/>
                  </a:cxn>
                  <a:cxn ang="0">
                    <a:pos x="1123" y="43200"/>
                  </a:cxn>
                  <a:cxn ang="0">
                    <a:pos x="0" y="43170"/>
                  </a:cxn>
                  <a:cxn ang="0">
                    <a:pos x="1123" y="21600"/>
                  </a:cxn>
                </a:cxnLst>
                <a:rect l="txL" t="txT" r="txR" b="txB"/>
                <a:pathLst>
                  <a:path w="22723" h="43200" fill="none">
                    <a:moveTo>
                      <a:pt x="1122" y="0"/>
                    </a:moveTo>
                    <a:cubicBezTo>
                      <a:pt x="13052" y="0"/>
                      <a:pt x="22723" y="9670"/>
                      <a:pt x="22723" y="21600"/>
                    </a:cubicBezTo>
                    <a:cubicBezTo>
                      <a:pt x="22723" y="33529"/>
                      <a:pt x="13052" y="43200"/>
                      <a:pt x="1123" y="43200"/>
                    </a:cubicBezTo>
                    <a:cubicBezTo>
                      <a:pt x="748" y="43200"/>
                      <a:pt x="374" y="43190"/>
                      <a:pt x="0" y="43170"/>
                    </a:cubicBezTo>
                  </a:path>
                  <a:path w="22723" h="43200" stroke="0">
                    <a:moveTo>
                      <a:pt x="1122" y="0"/>
                    </a:moveTo>
                    <a:cubicBezTo>
                      <a:pt x="13052" y="0"/>
                      <a:pt x="22723" y="9670"/>
                      <a:pt x="22723" y="21600"/>
                    </a:cubicBezTo>
                    <a:cubicBezTo>
                      <a:pt x="22723" y="33529"/>
                      <a:pt x="13052" y="43200"/>
                      <a:pt x="1123" y="43200"/>
                    </a:cubicBezTo>
                    <a:cubicBezTo>
                      <a:pt x="748" y="43200"/>
                      <a:pt x="374" y="43190"/>
                      <a:pt x="0" y="43170"/>
                    </a:cubicBezTo>
                    <a:lnTo>
                      <a:pt x="1123" y="21600"/>
                    </a:lnTo>
                    <a:close/>
                  </a:path>
                </a:pathLst>
              </a:custGeom>
              <a:noFill/>
              <a:ln w="28575" cap="flat" cmpd="sng">
                <a:solidFill>
                  <a:srgbClr val="FF9900"/>
                </a:solidFill>
                <a:prstDash val="solid"/>
                <a:round/>
                <a:headEnd type="none" w="med" len="med"/>
                <a:tailEnd type="none" w="med" len="med"/>
              </a:ln>
            </p:spPr>
            <p:txBody>
              <a:bodyPr wrap="none" anchor="ctr" anchorCtr="0"/>
              <a:p>
                <a:endParaRPr lang="zh-CN" altLang="en-US" dirty="0">
                  <a:latin typeface="楷体_GB2312" pitchFamily="49" charset="-122"/>
                </a:endParaRPr>
              </a:p>
            </p:txBody>
          </p:sp>
        </p:grpSp>
      </p:grpSp>
      <p:grpSp>
        <p:nvGrpSpPr>
          <p:cNvPr id="9" name="Group 116"/>
          <p:cNvGrpSpPr/>
          <p:nvPr/>
        </p:nvGrpSpPr>
        <p:grpSpPr>
          <a:xfrm>
            <a:off x="628650" y="2565400"/>
            <a:ext cx="5888038" cy="552450"/>
            <a:chOff x="396" y="1616"/>
            <a:chExt cx="3709" cy="348"/>
          </a:xfrm>
        </p:grpSpPr>
        <p:graphicFrame>
          <p:nvGraphicFramePr>
            <p:cNvPr id="19462" name="Object 11"/>
            <p:cNvGraphicFramePr/>
            <p:nvPr/>
          </p:nvGraphicFramePr>
          <p:xfrm>
            <a:off x="396" y="1616"/>
            <a:ext cx="3709" cy="348"/>
          </p:xfrm>
          <a:graphic>
            <a:graphicData uri="http://schemas.openxmlformats.org/presentationml/2006/ole">
              <mc:AlternateContent xmlns:mc="http://schemas.openxmlformats.org/markup-compatibility/2006">
                <mc:Choice xmlns:v="urn:schemas-microsoft-com:vml" Requires="v">
                  <p:oleObj spid="_x0000_s3152" name="" r:id="rId8" imgW="2943860" imgH="254000" progId="Equation.3">
                    <p:embed/>
                  </p:oleObj>
                </mc:Choice>
                <mc:Fallback>
                  <p:oleObj name="" r:id="rId8" imgW="2943860" imgH="254000" progId="Equation.3">
                    <p:embed/>
                    <p:pic>
                      <p:nvPicPr>
                        <p:cNvPr id="0" name="图片 3151"/>
                        <p:cNvPicPr/>
                        <p:nvPr/>
                      </p:nvPicPr>
                      <p:blipFill>
                        <a:blip r:embed="rId9">
                          <a:clrChange>
                            <a:clrFrom>
                              <a:srgbClr val="000000"/>
                            </a:clrFrom>
                            <a:clrTo>
                              <a:srgbClr val="FFFFFF"/>
                            </a:clrTo>
                          </a:clrChange>
                        </a:blip>
                        <a:stretch>
                          <a:fillRect/>
                        </a:stretch>
                      </p:blipFill>
                      <p:spPr>
                        <a:xfrm>
                          <a:off x="396" y="1616"/>
                          <a:ext cx="3709" cy="348"/>
                        </a:xfrm>
                        <a:prstGeom prst="rect">
                          <a:avLst/>
                        </a:prstGeom>
                        <a:noFill/>
                        <a:ln w="38100">
                          <a:noFill/>
                          <a:miter/>
                        </a:ln>
                      </p:spPr>
                    </p:pic>
                  </p:oleObj>
                </mc:Fallback>
              </mc:AlternateContent>
            </a:graphicData>
          </a:graphic>
        </p:graphicFrame>
        <p:sp>
          <p:nvSpPr>
            <p:cNvPr id="19480" name="Line 113"/>
            <p:cNvSpPr/>
            <p:nvPr/>
          </p:nvSpPr>
          <p:spPr>
            <a:xfrm>
              <a:off x="3343" y="1924"/>
              <a:ext cx="499" cy="0"/>
            </a:xfrm>
            <a:prstGeom prst="line">
              <a:avLst/>
            </a:prstGeom>
            <a:ln w="9525" cap="flat" cmpd="sng">
              <a:solidFill>
                <a:schemeClr val="bg1"/>
              </a:solidFill>
              <a:prstDash val="solid"/>
              <a:headEnd type="none" w="med" len="med"/>
              <a:tailEnd type="none" w="med" len="med"/>
            </a:ln>
          </p:spPr>
        </p:sp>
      </p:grpSp>
      <p:grpSp>
        <p:nvGrpSpPr>
          <p:cNvPr id="10" name="Group 117"/>
          <p:cNvGrpSpPr/>
          <p:nvPr/>
        </p:nvGrpSpPr>
        <p:grpSpPr>
          <a:xfrm>
            <a:off x="938213" y="3043238"/>
            <a:ext cx="5607050" cy="1503362"/>
            <a:chOff x="591" y="1917"/>
            <a:chExt cx="3532" cy="947"/>
          </a:xfrm>
        </p:grpSpPr>
        <p:graphicFrame>
          <p:nvGraphicFramePr>
            <p:cNvPr id="19461" name="Object 48"/>
            <p:cNvGraphicFramePr/>
            <p:nvPr/>
          </p:nvGraphicFramePr>
          <p:xfrm>
            <a:off x="591" y="1917"/>
            <a:ext cx="3532" cy="947"/>
          </p:xfrm>
          <a:graphic>
            <a:graphicData uri="http://schemas.openxmlformats.org/presentationml/2006/ole">
              <mc:AlternateContent xmlns:mc="http://schemas.openxmlformats.org/markup-compatibility/2006">
                <mc:Choice xmlns:v="urn:schemas-microsoft-com:vml" Requires="v">
                  <p:oleObj spid="_x0000_s3155" name="" r:id="rId10" imgW="2832100" imgH="749300" progId="Equation.3">
                    <p:embed/>
                  </p:oleObj>
                </mc:Choice>
                <mc:Fallback>
                  <p:oleObj name="" r:id="rId10" imgW="2832100" imgH="749300" progId="Equation.3">
                    <p:embed/>
                    <p:pic>
                      <p:nvPicPr>
                        <p:cNvPr id="0" name="图片 3154"/>
                        <p:cNvPicPr/>
                        <p:nvPr/>
                      </p:nvPicPr>
                      <p:blipFill>
                        <a:blip r:embed="rId11">
                          <a:clrChange>
                            <a:clrFrom>
                              <a:srgbClr val="000000"/>
                            </a:clrFrom>
                            <a:clrTo>
                              <a:srgbClr val="FFFFFF"/>
                            </a:clrTo>
                          </a:clrChange>
                        </a:blip>
                        <a:stretch>
                          <a:fillRect/>
                        </a:stretch>
                      </p:blipFill>
                      <p:spPr>
                        <a:xfrm>
                          <a:off x="591" y="1917"/>
                          <a:ext cx="3532" cy="947"/>
                        </a:xfrm>
                        <a:prstGeom prst="rect">
                          <a:avLst/>
                        </a:prstGeom>
                        <a:noFill/>
                        <a:ln w="38100">
                          <a:noFill/>
                          <a:miter/>
                        </a:ln>
                      </p:spPr>
                    </p:pic>
                  </p:oleObj>
                </mc:Fallback>
              </mc:AlternateContent>
            </a:graphicData>
          </a:graphic>
        </p:graphicFrame>
        <p:sp>
          <p:nvSpPr>
            <p:cNvPr id="19478" name="Line 114"/>
            <p:cNvSpPr/>
            <p:nvPr/>
          </p:nvSpPr>
          <p:spPr>
            <a:xfrm>
              <a:off x="1755" y="2487"/>
              <a:ext cx="499" cy="0"/>
            </a:xfrm>
            <a:prstGeom prst="line">
              <a:avLst/>
            </a:prstGeom>
            <a:ln w="9525" cap="flat" cmpd="sng">
              <a:solidFill>
                <a:schemeClr val="bg1"/>
              </a:solidFill>
              <a:prstDash val="solid"/>
              <a:headEnd type="none" w="med" len="med"/>
              <a:tailEnd type="none" w="med" len="med"/>
            </a:ln>
          </p:spPr>
        </p:sp>
        <p:sp>
          <p:nvSpPr>
            <p:cNvPr id="19479" name="Line 115"/>
            <p:cNvSpPr/>
            <p:nvPr/>
          </p:nvSpPr>
          <p:spPr>
            <a:xfrm>
              <a:off x="3252" y="2332"/>
              <a:ext cx="635" cy="0"/>
            </a:xfrm>
            <a:prstGeom prst="line">
              <a:avLst/>
            </a:prstGeom>
            <a:ln w="9525" cap="flat" cmpd="sng">
              <a:solidFill>
                <a:schemeClr val="bg1"/>
              </a:solidFill>
              <a:prstDash val="solid"/>
              <a:headEnd type="none" w="med" len="med"/>
              <a:tailEnd type="none" w="med" len="med"/>
            </a:ln>
          </p:spPr>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5" presetClass="entr" presetSubtype="0" fill="hold" grpId="0" nodeType="withEffect">
                                  <p:stCondLst>
                                    <p:cond delay="0"/>
                                  </p:stCondLst>
                                  <p:childTnLst>
                                    <p:set>
                                      <p:cBhvr>
                                        <p:cTn id="6" dur="1" fill="hold">
                                          <p:stCondLst>
                                            <p:cond delay="0"/>
                                          </p:stCondLst>
                                        </p:cTn>
                                        <p:tgtEl>
                                          <p:spTgt spid="55298"/>
                                        </p:tgtEl>
                                        <p:attrNameLst>
                                          <p:attrName>style.visibility</p:attrName>
                                        </p:attrNameLst>
                                      </p:cBhvr>
                                      <p:to>
                                        <p:strVal val="visible"/>
                                      </p:to>
                                    </p:set>
                                    <p:anim calcmode="lin" valueType="num">
                                      <p:cBhvr>
                                        <p:cTn id="7" dur="1000" fill="hold"/>
                                        <p:tgtEl>
                                          <p:spTgt spid="55298"/>
                                        </p:tgtEl>
                                        <p:attrNameLst>
                                          <p:attrName>ppt_w</p:attrName>
                                        </p:attrNameLst>
                                      </p:cBhvr>
                                      <p:tavLst>
                                        <p:tav tm="0">
                                          <p:val>
                                            <p:fltVal val="0.000000"/>
                                          </p:val>
                                        </p:tav>
                                        <p:tav tm="100000">
                                          <p:val>
                                            <p:strVal val="#ppt_w"/>
                                          </p:val>
                                        </p:tav>
                                      </p:tavLst>
                                    </p:anim>
                                    <p:anim calcmode="lin" valueType="num">
                                      <p:cBhvr>
                                        <p:cTn id="8" dur="1000" fill="hold"/>
                                        <p:tgtEl>
                                          <p:spTgt spid="55298"/>
                                        </p:tgtEl>
                                        <p:attrNameLst>
                                          <p:attrName>ppt_h</p:attrName>
                                        </p:attrNameLst>
                                      </p:cBhvr>
                                      <p:tavLst>
                                        <p:tav tm="0">
                                          <p:val>
                                            <p:fltVal val="0.000000"/>
                                          </p:val>
                                        </p:tav>
                                        <p:tav tm="100000">
                                          <p:val>
                                            <p:strVal val="#ppt_h"/>
                                          </p:val>
                                        </p:tav>
                                      </p:tavLst>
                                    </p:anim>
                                    <p:anim calcmode="lin" valueType="num">
                                      <p:cBhvr>
                                        <p:cTn id="9" dur="1000" fill="hold"/>
                                        <p:tgtEl>
                                          <p:spTgt spid="55298"/>
                                        </p:tgtEl>
                                        <p:attrNameLst>
                                          <p:attrName>ppt_x</p:attrName>
                                        </p:attrNameLst>
                                      </p:cBhvr>
                                      <p:tavLst>
                                        <p:tav tm="0" fmla="#ppt_x+(cos(-2*pi*(1-$))*-#ppt_x-sin(-2*pi*(1-$))*(1-#ppt_y))*(1-$)">
                                          <p:val>
                                            <p:fltVal val="0.000000"/>
                                          </p:val>
                                        </p:tav>
                                        <p:tav tm="100000">
                                          <p:val>
                                            <p:fltVal val="1.000000"/>
                                          </p:val>
                                        </p:tav>
                                      </p:tavLst>
                                    </p:anim>
                                    <p:anim calcmode="lin" valueType="num">
                                      <p:cBhvr>
                                        <p:cTn id="10" dur="1000" fill="hold"/>
                                        <p:tgtEl>
                                          <p:spTgt spid="55298"/>
                                        </p:tgtEl>
                                        <p:attrNameLst>
                                          <p:attrName>ppt_y</p:attrName>
                                        </p:attrNameLst>
                                      </p:cBhvr>
                                      <p:tavLst>
                                        <p:tav tm="0" fmla="#ppt_y+(sin(-2*pi*(1-$))*-#ppt_x+cos(-2*pi*(1-$))*(1-#ppt_y))*(1-$)">
                                          <p:val>
                                            <p:fltVal val="0.000000"/>
                                          </p:val>
                                        </p:tav>
                                        <p:tav tm="100000">
                                          <p:val>
                                            <p:fltVal val="1.000000"/>
                                          </p:val>
                                        </p:tav>
                                      </p:tavLst>
                                    </p:anim>
                                  </p:childTnLst>
                                </p:cTn>
                              </p:par>
                            </p:childTnLst>
                          </p:cTn>
                        </p:par>
                        <p:par>
                          <p:cTn id="11" fill="hold">
                            <p:stCondLst>
                              <p:cond delay="1000"/>
                            </p:stCondLst>
                            <p:childTnLst>
                              <p:par>
                                <p:cTn id="12" presetID="3" presetClass="entr" presetSubtype="10" fill="hold" nodeType="afterEffect">
                                  <p:stCondLst>
                                    <p:cond delay="0"/>
                                  </p:stCondLst>
                                  <p:childTnLst>
                                    <p:set>
                                      <p:cBhvr>
                                        <p:cTn id="13" dur="1" fill="hold">
                                          <p:stCondLst>
                                            <p:cond delay="0"/>
                                          </p:stCondLst>
                                        </p:cTn>
                                        <p:tgtEl>
                                          <p:spTgt spid="7"/>
                                        </p:tgtEl>
                                        <p:attrNameLst>
                                          <p:attrName>style.visibility</p:attrName>
                                        </p:attrNameLst>
                                      </p:cBhvr>
                                      <p:to>
                                        <p:strVal val="visible"/>
                                      </p:to>
                                    </p:set>
                                    <p:animEffect transition="in" filter="blinds(horizontal)">
                                      <p:cBhvr>
                                        <p:cTn id="14" dur="500"/>
                                        <p:tgtEl>
                                          <p:spTgt spid="7"/>
                                        </p:tgtEl>
                                      </p:cBhvr>
                                    </p:animEffect>
                                  </p:childTnLst>
                                </p:cTn>
                              </p:par>
                            </p:childTnLst>
                          </p:cTn>
                        </p:par>
                        <p:par>
                          <p:cTn id="15" fill="hold">
                            <p:stCondLst>
                              <p:cond delay="1500"/>
                            </p:stCondLst>
                            <p:childTnLst>
                              <p:par>
                                <p:cTn id="16" presetID="3" presetClass="entr" presetSubtype="10" fill="hold" grpId="0" nodeType="afterEffect">
                                  <p:stCondLst>
                                    <p:cond delay="0"/>
                                  </p:stCondLst>
                                  <p:childTnLst>
                                    <p:set>
                                      <p:cBhvr>
                                        <p:cTn id="17" dur="1" fill="hold">
                                          <p:stCondLst>
                                            <p:cond delay="0"/>
                                          </p:stCondLst>
                                        </p:cTn>
                                        <p:tgtEl>
                                          <p:spTgt spid="55299"/>
                                        </p:tgtEl>
                                        <p:attrNameLst>
                                          <p:attrName>style.visibility</p:attrName>
                                        </p:attrNameLst>
                                      </p:cBhvr>
                                      <p:to>
                                        <p:strVal val="visible"/>
                                      </p:to>
                                    </p:set>
                                    <p:animEffect transition="in" filter="blinds(horizontal)">
                                      <p:cBhvr>
                                        <p:cTn id="18" dur="500"/>
                                        <p:tgtEl>
                                          <p:spTgt spid="55299"/>
                                        </p:tgtEl>
                                      </p:cBhvr>
                                    </p:animEffect>
                                  </p:childTnLst>
                                </p:cTn>
                              </p:par>
                            </p:childTnLst>
                          </p:cTn>
                        </p:par>
                      </p:childTnLst>
                    </p:cTn>
                  </p:par>
                  <p:par>
                    <p:cTn id="19" fill="hold">
                      <p:stCondLst>
                        <p:cond delay="indefinite"/>
                      </p:stCondLst>
                      <p:childTnLst>
                        <p:par>
                          <p:cTn id="20" fill="hold">
                            <p:stCondLst>
                              <p:cond delay="0"/>
                            </p:stCondLst>
                            <p:childTnLst>
                              <p:par>
                                <p:cTn id="21" presetID="12" presetClass="entr" presetSubtype="1" fill="hold" nodeType="clickEffect">
                                  <p:stCondLst>
                                    <p:cond delay="0"/>
                                  </p:stCondLst>
                                  <p:childTnLst>
                                    <p:set>
                                      <p:cBhvr>
                                        <p:cTn id="22" dur="1" fill="hold">
                                          <p:stCondLst>
                                            <p:cond delay="0"/>
                                          </p:stCondLst>
                                        </p:cTn>
                                        <p:tgtEl>
                                          <p:spTgt spid="55325"/>
                                        </p:tgtEl>
                                        <p:attrNameLst>
                                          <p:attrName>style.visibility</p:attrName>
                                        </p:attrNameLst>
                                      </p:cBhvr>
                                      <p:to>
                                        <p:strVal val="visible"/>
                                      </p:to>
                                    </p:set>
                                    <p:animEffect transition="in" filter="slide(fromTop)">
                                      <p:cBhvr>
                                        <p:cTn id="23" dur="500"/>
                                        <p:tgtEl>
                                          <p:spTgt spid="55325"/>
                                        </p:tgtEl>
                                      </p:cBhvr>
                                    </p:animEffect>
                                  </p:childTnLst>
                                </p:cTn>
                              </p:par>
                            </p:childTnLst>
                          </p:cTn>
                        </p:par>
                        <p:par>
                          <p:cTn id="24" fill="hold">
                            <p:stCondLst>
                              <p:cond delay="500"/>
                            </p:stCondLst>
                            <p:childTnLst>
                              <p:par>
                                <p:cTn id="25" presetID="3" presetClass="entr" presetSubtype="10" fill="hold" nodeType="afterEffect">
                                  <p:stCondLst>
                                    <p:cond delay="0"/>
                                  </p:stCondLst>
                                  <p:childTnLst>
                                    <p:set>
                                      <p:cBhvr>
                                        <p:cTn id="26" dur="1" fill="hold">
                                          <p:stCondLst>
                                            <p:cond delay="0"/>
                                          </p:stCondLst>
                                        </p:cTn>
                                        <p:tgtEl>
                                          <p:spTgt spid="5"/>
                                        </p:tgtEl>
                                        <p:attrNameLst>
                                          <p:attrName>style.visibility</p:attrName>
                                        </p:attrNameLst>
                                      </p:cBhvr>
                                      <p:to>
                                        <p:strVal val="visible"/>
                                      </p:to>
                                    </p:set>
                                    <p:animEffect transition="in" filter="blinds(horizontal)">
                                      <p:cBhvr>
                                        <p:cTn id="27" dur="500"/>
                                        <p:tgtEl>
                                          <p:spTgt spid="5"/>
                                        </p:tgtEl>
                                      </p:cBhvr>
                                    </p:animEffect>
                                  </p:childTnLst>
                                </p:cTn>
                              </p:par>
                            </p:childTnLst>
                          </p:cTn>
                        </p:par>
                      </p:childTnLst>
                    </p:cTn>
                  </p:par>
                  <p:par>
                    <p:cTn id="28" fill="hold">
                      <p:stCondLst>
                        <p:cond delay="indefinite"/>
                      </p:stCondLst>
                      <p:childTnLst>
                        <p:par>
                          <p:cTn id="29" fill="hold">
                            <p:stCondLst>
                              <p:cond delay="0"/>
                            </p:stCondLst>
                            <p:childTnLst>
                              <p:par>
                                <p:cTn id="30" presetID="15" presetClass="entr" presetSubtype="0" fill="hold" grpId="0" nodeType="clickEffect">
                                  <p:stCondLst>
                                    <p:cond delay="0"/>
                                  </p:stCondLst>
                                  <p:childTnLst>
                                    <p:set>
                                      <p:cBhvr>
                                        <p:cTn id="31" dur="1" fill="hold">
                                          <p:stCondLst>
                                            <p:cond delay="0"/>
                                          </p:stCondLst>
                                        </p:cTn>
                                        <p:tgtEl>
                                          <p:spTgt spid="55300"/>
                                        </p:tgtEl>
                                        <p:attrNameLst>
                                          <p:attrName>style.visibility</p:attrName>
                                        </p:attrNameLst>
                                      </p:cBhvr>
                                      <p:to>
                                        <p:strVal val="visible"/>
                                      </p:to>
                                    </p:set>
                                    <p:anim calcmode="lin" valueType="num">
                                      <p:cBhvr>
                                        <p:cTn id="32" dur="1000" fill="hold"/>
                                        <p:tgtEl>
                                          <p:spTgt spid="55300"/>
                                        </p:tgtEl>
                                        <p:attrNameLst>
                                          <p:attrName>ppt_w</p:attrName>
                                        </p:attrNameLst>
                                      </p:cBhvr>
                                      <p:tavLst>
                                        <p:tav tm="0">
                                          <p:val>
                                            <p:fltVal val="0.000000"/>
                                          </p:val>
                                        </p:tav>
                                        <p:tav tm="100000">
                                          <p:val>
                                            <p:strVal val="#ppt_w"/>
                                          </p:val>
                                        </p:tav>
                                      </p:tavLst>
                                    </p:anim>
                                    <p:anim calcmode="lin" valueType="num">
                                      <p:cBhvr>
                                        <p:cTn id="33" dur="1000" fill="hold"/>
                                        <p:tgtEl>
                                          <p:spTgt spid="55300"/>
                                        </p:tgtEl>
                                        <p:attrNameLst>
                                          <p:attrName>ppt_h</p:attrName>
                                        </p:attrNameLst>
                                      </p:cBhvr>
                                      <p:tavLst>
                                        <p:tav tm="0">
                                          <p:val>
                                            <p:fltVal val="0.000000"/>
                                          </p:val>
                                        </p:tav>
                                        <p:tav tm="100000">
                                          <p:val>
                                            <p:strVal val="#ppt_h"/>
                                          </p:val>
                                        </p:tav>
                                      </p:tavLst>
                                    </p:anim>
                                    <p:anim calcmode="lin" valueType="num">
                                      <p:cBhvr>
                                        <p:cTn id="34" dur="1000" fill="hold"/>
                                        <p:tgtEl>
                                          <p:spTgt spid="55300"/>
                                        </p:tgtEl>
                                        <p:attrNameLst>
                                          <p:attrName>ppt_x</p:attrName>
                                        </p:attrNameLst>
                                      </p:cBhvr>
                                      <p:tavLst>
                                        <p:tav tm="0" fmla="#ppt_x+(cos(-2*pi*(1-$))*-#ppt_x-sin(-2*pi*(1-$))*(1-#ppt_y))*(1-$)">
                                          <p:val>
                                            <p:fltVal val="0.000000"/>
                                          </p:val>
                                        </p:tav>
                                        <p:tav tm="100000">
                                          <p:val>
                                            <p:fltVal val="1.000000"/>
                                          </p:val>
                                        </p:tav>
                                      </p:tavLst>
                                    </p:anim>
                                    <p:anim calcmode="lin" valueType="num">
                                      <p:cBhvr>
                                        <p:cTn id="35" dur="1000" fill="hold"/>
                                        <p:tgtEl>
                                          <p:spTgt spid="55300"/>
                                        </p:tgtEl>
                                        <p:attrNameLst>
                                          <p:attrName>ppt_y</p:attrName>
                                        </p:attrNameLst>
                                      </p:cBhvr>
                                      <p:tavLst>
                                        <p:tav tm="0" fmla="#ppt_y+(sin(-2*pi*(1-$))*-#ppt_x+cos(-2*pi*(1-$))*(1-#ppt_y))*(1-$)">
                                          <p:val>
                                            <p:fltVal val="0.000000"/>
                                          </p:val>
                                        </p:tav>
                                        <p:tav tm="100000">
                                          <p:val>
                                            <p:fltVal val="1.000000"/>
                                          </p:val>
                                        </p:tav>
                                      </p:tavLst>
                                    </p:anim>
                                  </p:childTnLst>
                                </p:cTn>
                              </p:par>
                            </p:childTnLst>
                          </p:cTn>
                        </p:par>
                        <p:par>
                          <p:cTn id="36" fill="hold">
                            <p:stCondLst>
                              <p:cond delay="1000"/>
                            </p:stCondLst>
                            <p:childTnLst>
                              <p:par>
                                <p:cTn id="37" presetID="12" presetClass="entr" presetSubtype="1" fill="hold" grpId="0" nodeType="afterEffect">
                                  <p:stCondLst>
                                    <p:cond delay="0"/>
                                  </p:stCondLst>
                                  <p:childTnLst>
                                    <p:set>
                                      <p:cBhvr>
                                        <p:cTn id="38" dur="1" fill="hold">
                                          <p:stCondLst>
                                            <p:cond delay="0"/>
                                          </p:stCondLst>
                                        </p:cTn>
                                        <p:tgtEl>
                                          <p:spTgt spid="55301"/>
                                        </p:tgtEl>
                                        <p:attrNameLst>
                                          <p:attrName>style.visibility</p:attrName>
                                        </p:attrNameLst>
                                      </p:cBhvr>
                                      <p:to>
                                        <p:strVal val="visible"/>
                                      </p:to>
                                    </p:set>
                                    <p:animEffect transition="in" filter="slide(fromTop)">
                                      <p:cBhvr>
                                        <p:cTn id="39" dur="500"/>
                                        <p:tgtEl>
                                          <p:spTgt spid="55301"/>
                                        </p:tgtEl>
                                      </p:cBhvr>
                                    </p:animEffect>
                                  </p:childTnLst>
                                </p:cTn>
                              </p:par>
                            </p:childTnLst>
                          </p:cTn>
                        </p:par>
                      </p:childTnLst>
                    </p:cTn>
                  </p:par>
                  <p:par>
                    <p:cTn id="40" fill="hold">
                      <p:stCondLst>
                        <p:cond delay="indefinite"/>
                      </p:stCondLst>
                      <p:childTnLst>
                        <p:par>
                          <p:cTn id="41" fill="hold">
                            <p:stCondLst>
                              <p:cond delay="0"/>
                            </p:stCondLst>
                            <p:childTnLst>
                              <p:par>
                                <p:cTn id="42" presetID="22" presetClass="entr" presetSubtype="8" fill="hold" nodeType="clickEffect">
                                  <p:stCondLst>
                                    <p:cond delay="0"/>
                                  </p:stCondLst>
                                  <p:childTnLst>
                                    <p:set>
                                      <p:cBhvr>
                                        <p:cTn id="43" dur="1" fill="hold">
                                          <p:stCondLst>
                                            <p:cond delay="0"/>
                                          </p:stCondLst>
                                        </p:cTn>
                                        <p:tgtEl>
                                          <p:spTgt spid="55309"/>
                                        </p:tgtEl>
                                        <p:attrNameLst>
                                          <p:attrName>style.visibility</p:attrName>
                                        </p:attrNameLst>
                                      </p:cBhvr>
                                      <p:to>
                                        <p:strVal val="visible"/>
                                      </p:to>
                                    </p:set>
                                    <p:animEffect transition="in" filter="wipe(left)">
                                      <p:cBhvr>
                                        <p:cTn id="44" dur="2000"/>
                                        <p:tgtEl>
                                          <p:spTgt spid="55309"/>
                                        </p:tgtEl>
                                      </p:cBhvr>
                                    </p:animEffect>
                                  </p:childTnLst>
                                </p:cTn>
                              </p:par>
                            </p:childTnLst>
                          </p:cTn>
                        </p:par>
                      </p:childTnLst>
                    </p:cTn>
                  </p:par>
                  <p:par>
                    <p:cTn id="45" fill="hold">
                      <p:stCondLst>
                        <p:cond delay="indefinite"/>
                      </p:stCondLst>
                      <p:childTnLst>
                        <p:par>
                          <p:cTn id="46" fill="hold">
                            <p:stCondLst>
                              <p:cond delay="0"/>
                            </p:stCondLst>
                            <p:childTnLst>
                              <p:par>
                                <p:cTn id="47" presetID="55" presetClass="entr" presetSubtype="0" fill="hold" nodeType="clickEffect">
                                  <p:stCondLst>
                                    <p:cond delay="0"/>
                                  </p:stCondLst>
                                  <p:childTnLst>
                                    <p:set>
                                      <p:cBhvr>
                                        <p:cTn id="48" dur="1" fill="hold">
                                          <p:stCondLst>
                                            <p:cond delay="0"/>
                                          </p:stCondLst>
                                        </p:cTn>
                                        <p:tgtEl>
                                          <p:spTgt spid="9"/>
                                        </p:tgtEl>
                                        <p:attrNameLst>
                                          <p:attrName>style.visibility</p:attrName>
                                        </p:attrNameLst>
                                      </p:cBhvr>
                                      <p:to>
                                        <p:strVal val="visible"/>
                                      </p:to>
                                    </p:set>
                                    <p:anim calcmode="lin" valueType="num">
                                      <p:cBhvr>
                                        <p:cTn id="49" dur="1000" fill="hold"/>
                                        <p:tgtEl>
                                          <p:spTgt spid="9"/>
                                        </p:tgtEl>
                                        <p:attrNameLst>
                                          <p:attrName>ppt_w</p:attrName>
                                        </p:attrNameLst>
                                      </p:cBhvr>
                                      <p:tavLst>
                                        <p:tav tm="0">
                                          <p:val>
                                            <p:strVal val="#ppt_w*0.70"/>
                                          </p:val>
                                        </p:tav>
                                        <p:tav tm="100000">
                                          <p:val>
                                            <p:strVal val="#ppt_w"/>
                                          </p:val>
                                        </p:tav>
                                      </p:tavLst>
                                    </p:anim>
                                    <p:anim calcmode="lin" valueType="num">
                                      <p:cBhvr>
                                        <p:cTn id="50" dur="1000" fill="hold"/>
                                        <p:tgtEl>
                                          <p:spTgt spid="9"/>
                                        </p:tgtEl>
                                        <p:attrNameLst>
                                          <p:attrName>ppt_h</p:attrName>
                                        </p:attrNameLst>
                                      </p:cBhvr>
                                      <p:tavLst>
                                        <p:tav tm="0">
                                          <p:val>
                                            <p:strVal val="#ppt_h"/>
                                          </p:val>
                                        </p:tav>
                                        <p:tav tm="100000">
                                          <p:val>
                                            <p:strVal val="#ppt_h"/>
                                          </p:val>
                                        </p:tav>
                                      </p:tavLst>
                                    </p:anim>
                                    <p:animEffect transition="in" filter="fade">
                                      <p:cBhvr>
                                        <p:cTn id="51" dur="1000"/>
                                        <p:tgtEl>
                                          <p:spTgt spid="9"/>
                                        </p:tgtEl>
                                      </p:cBhvr>
                                    </p:animEffect>
                                  </p:childTnLst>
                                </p:cTn>
                              </p:par>
                            </p:childTnLst>
                          </p:cTn>
                        </p:par>
                      </p:childTnLst>
                    </p:cTn>
                  </p:par>
                  <p:par>
                    <p:cTn id="52" fill="hold">
                      <p:stCondLst>
                        <p:cond delay="indefinite"/>
                      </p:stCondLst>
                      <p:childTnLst>
                        <p:par>
                          <p:cTn id="53" fill="hold">
                            <p:stCondLst>
                              <p:cond delay="0"/>
                            </p:stCondLst>
                            <p:childTnLst>
                              <p:par>
                                <p:cTn id="54" presetID="22" presetClass="entr" presetSubtype="1" fill="hold" nodeType="clickEffect">
                                  <p:stCondLst>
                                    <p:cond delay="0"/>
                                  </p:stCondLst>
                                  <p:childTnLst>
                                    <p:set>
                                      <p:cBhvr>
                                        <p:cTn id="55" dur="1" fill="hold">
                                          <p:stCondLst>
                                            <p:cond delay="0"/>
                                          </p:stCondLst>
                                        </p:cTn>
                                        <p:tgtEl>
                                          <p:spTgt spid="10"/>
                                        </p:tgtEl>
                                        <p:attrNameLst>
                                          <p:attrName>style.visibility</p:attrName>
                                        </p:attrNameLst>
                                      </p:cBhvr>
                                      <p:to>
                                        <p:strVal val="visible"/>
                                      </p:to>
                                    </p:set>
                                    <p:animEffect transition="in" filter="wipe(up)">
                                      <p:cBhvr>
                                        <p:cTn id="56" dur="1000"/>
                                        <p:tgtEl>
                                          <p:spTgt spid="10"/>
                                        </p:tgtEl>
                                      </p:cBhvr>
                                    </p:animEffect>
                                  </p:childTnLst>
                                </p:cTn>
                              </p:par>
                            </p:childTnLst>
                          </p:cTn>
                        </p:par>
                      </p:childTnLst>
                    </p:cTn>
                  </p:par>
                  <p:par>
                    <p:cTn id="57" fill="hold">
                      <p:stCondLst>
                        <p:cond delay="indefinite"/>
                      </p:stCondLst>
                      <p:childTnLst>
                        <p:par>
                          <p:cTn id="58" fill="hold">
                            <p:stCondLst>
                              <p:cond delay="0"/>
                            </p:stCondLst>
                            <p:childTnLst>
                              <p:par>
                                <p:cTn id="59" presetID="12" presetClass="entr" presetSubtype="8" fill="hold" nodeType="clickEffect">
                                  <p:stCondLst>
                                    <p:cond delay="0"/>
                                  </p:stCondLst>
                                  <p:childTnLst>
                                    <p:set>
                                      <p:cBhvr>
                                        <p:cTn id="60" dur="1" fill="hold">
                                          <p:stCondLst>
                                            <p:cond delay="0"/>
                                          </p:stCondLst>
                                        </p:cTn>
                                        <p:tgtEl>
                                          <p:spTgt spid="55345"/>
                                        </p:tgtEl>
                                        <p:attrNameLst>
                                          <p:attrName>style.visibility</p:attrName>
                                        </p:attrNameLst>
                                      </p:cBhvr>
                                      <p:to>
                                        <p:strVal val="visible"/>
                                      </p:to>
                                    </p:set>
                                    <p:animEffect transition="in" filter="slide(fromLeft)">
                                      <p:cBhvr>
                                        <p:cTn id="61" dur="500"/>
                                        <p:tgtEl>
                                          <p:spTgt spid="55345"/>
                                        </p:tgtEl>
                                      </p:cBhvr>
                                    </p:animEffect>
                                  </p:childTnLst>
                                </p:cTn>
                              </p:par>
                            </p:childTnLst>
                          </p:cTn>
                        </p:par>
                        <p:par>
                          <p:cTn id="62" fill="hold">
                            <p:stCondLst>
                              <p:cond delay="500"/>
                            </p:stCondLst>
                            <p:childTnLst>
                              <p:par>
                                <p:cTn id="63" presetID="1" presetClass="entr" presetSubtype="0" fill="hold" grpId="0" nodeType="afterEffect">
                                  <p:stCondLst>
                                    <p:cond delay="0"/>
                                  </p:stCondLst>
                                  <p:childTnLst>
                                    <p:set>
                                      <p:cBhvr>
                                        <p:cTn id="64" dur="1" fill="hold">
                                          <p:stCondLst>
                                            <p:cond delay="0"/>
                                          </p:stCondLst>
                                        </p:cTn>
                                        <p:tgtEl>
                                          <p:spTgt spid="55346"/>
                                        </p:tgtEl>
                                        <p:attrNameLst>
                                          <p:attrName>style.visibility</p:attrName>
                                        </p:attrNameLst>
                                      </p:cBhvr>
                                      <p:to>
                                        <p:strVal val="visible"/>
                                      </p:to>
                                    </p:set>
                                  </p:childTnLst>
                                </p:cTn>
                              </p:par>
                            </p:childTnLst>
                          </p:cTn>
                        </p:par>
                        <p:par>
                          <p:cTn id="65" fill="hold">
                            <p:stCondLst>
                              <p:cond delay="500"/>
                            </p:stCondLst>
                            <p:childTnLst>
                              <p:par>
                                <p:cTn id="66" presetID="22" presetClass="entr" presetSubtype="8" fill="hold" nodeType="afterEffect">
                                  <p:stCondLst>
                                    <p:cond delay="0"/>
                                  </p:stCondLst>
                                  <p:childTnLst>
                                    <p:set>
                                      <p:cBhvr>
                                        <p:cTn id="67" dur="1" fill="hold">
                                          <p:stCondLst>
                                            <p:cond delay="0"/>
                                          </p:stCondLst>
                                        </p:cTn>
                                        <p:tgtEl>
                                          <p:spTgt spid="55347"/>
                                        </p:tgtEl>
                                        <p:attrNameLst>
                                          <p:attrName>style.visibility</p:attrName>
                                        </p:attrNameLst>
                                      </p:cBhvr>
                                      <p:to>
                                        <p:strVal val="visible"/>
                                      </p:to>
                                    </p:set>
                                    <p:animEffect transition="in" filter="wipe(left)">
                                      <p:cBhvr>
                                        <p:cTn id="68" dur="2000"/>
                                        <p:tgtEl>
                                          <p:spTgt spid="55347"/>
                                        </p:tgtEl>
                                      </p:cBhvr>
                                    </p:animEffect>
                                  </p:childTnLst>
                                </p:cTn>
                              </p:par>
                            </p:childTnLst>
                          </p:cTn>
                        </p:par>
                      </p:childTnLst>
                    </p:cTn>
                  </p:par>
                  <p:par>
                    <p:cTn id="69" fill="hold">
                      <p:stCondLst>
                        <p:cond delay="indefinite"/>
                      </p:stCondLst>
                      <p:childTnLst>
                        <p:par>
                          <p:cTn id="70" fill="hold">
                            <p:stCondLst>
                              <p:cond delay="0"/>
                            </p:stCondLst>
                            <p:childTnLst>
                              <p:par>
                                <p:cTn id="71" presetID="22" presetClass="entr" presetSubtype="8" fill="hold" nodeType="clickEffect">
                                  <p:stCondLst>
                                    <p:cond delay="0"/>
                                  </p:stCondLst>
                                  <p:childTnLst>
                                    <p:set>
                                      <p:cBhvr>
                                        <p:cTn id="72" dur="1" fill="hold">
                                          <p:stCondLst>
                                            <p:cond delay="0"/>
                                          </p:stCondLst>
                                        </p:cTn>
                                        <p:tgtEl>
                                          <p:spTgt spid="55348"/>
                                        </p:tgtEl>
                                        <p:attrNameLst>
                                          <p:attrName>style.visibility</p:attrName>
                                        </p:attrNameLst>
                                      </p:cBhvr>
                                      <p:to>
                                        <p:strVal val="visible"/>
                                      </p:to>
                                    </p:set>
                                    <p:animEffect transition="in" filter="wipe(left)">
                                      <p:cBhvr>
                                        <p:cTn id="73" dur="2000"/>
                                        <p:tgtEl>
                                          <p:spTgt spid="5534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5298" grpId="0"/>
      <p:bldP spid="55299" grpId="0"/>
      <p:bldP spid="55300" grpId="0" animBg="1"/>
      <p:bldP spid="55301" grpId="0"/>
      <p:bldP spid="55346" grpId="0" animBg="1"/>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grpSp>
        <p:nvGrpSpPr>
          <p:cNvPr id="20486" name="Group 2"/>
          <p:cNvGrpSpPr/>
          <p:nvPr/>
        </p:nvGrpSpPr>
        <p:grpSpPr>
          <a:xfrm>
            <a:off x="8316913" y="6446838"/>
            <a:ext cx="792162" cy="366712"/>
            <a:chOff x="5193" y="4020"/>
            <a:chExt cx="499" cy="231"/>
          </a:xfrm>
        </p:grpSpPr>
        <p:pic>
          <p:nvPicPr>
            <p:cNvPr id="20509" name="Picture 3" descr="78900"/>
            <p:cNvPicPr>
              <a:picLocks noChangeAspect="1"/>
            </p:cNvPicPr>
            <p:nvPr/>
          </p:nvPicPr>
          <p:blipFill>
            <a:blip r:embed="rId1"/>
            <a:stretch>
              <a:fillRect/>
            </a:stretch>
          </p:blipFill>
          <p:spPr>
            <a:xfrm>
              <a:off x="5193" y="4066"/>
              <a:ext cx="499" cy="181"/>
            </a:xfrm>
            <a:prstGeom prst="rect">
              <a:avLst/>
            </a:prstGeom>
            <a:noFill/>
            <a:ln w="9525">
              <a:noFill/>
            </a:ln>
          </p:spPr>
        </p:pic>
        <p:sp>
          <p:nvSpPr>
            <p:cNvPr id="20510" name="Text Box 4">
              <a:hlinkClick r:id="" action="ppaction://hlinkshowjump?jump=nextslide"/>
            </p:cNvPr>
            <p:cNvSpPr txBox="1"/>
            <p:nvPr/>
          </p:nvSpPr>
          <p:spPr>
            <a:xfrm>
              <a:off x="5216" y="4020"/>
              <a:ext cx="476" cy="231"/>
            </a:xfrm>
            <a:prstGeom prst="rect">
              <a:avLst/>
            </a:prstGeom>
            <a:noFill/>
            <a:ln w="9525">
              <a:noFill/>
            </a:ln>
          </p:spPr>
          <p:txBody>
            <a:bodyPr wrap="none">
              <a:spAutoFit/>
            </a:bodyPr>
            <a:p>
              <a:pPr>
                <a:spcBef>
                  <a:spcPct val="50000"/>
                </a:spcBef>
              </a:pPr>
              <a:r>
                <a:rPr lang="zh-CN" altLang="en-US" sz="1800" b="0" dirty="0">
                  <a:solidFill>
                    <a:schemeClr val="bg1"/>
                  </a:solidFill>
                  <a:latin typeface="隶书" panose="02010509060101010101" pitchFamily="49" charset="-122"/>
                  <a:ea typeface="隶书" panose="02010509060101010101" pitchFamily="49" charset="-122"/>
                </a:rPr>
                <a:t>下 页</a:t>
              </a:r>
              <a:endParaRPr lang="zh-CN" altLang="en-US" sz="1800" b="0" dirty="0">
                <a:solidFill>
                  <a:schemeClr val="bg1"/>
                </a:solidFill>
                <a:latin typeface="隶书" panose="02010509060101010101" pitchFamily="49" charset="-122"/>
                <a:ea typeface="隶书" panose="02010509060101010101" pitchFamily="49" charset="-122"/>
              </a:endParaRPr>
            </a:p>
          </p:txBody>
        </p:sp>
      </p:grpSp>
      <p:grpSp>
        <p:nvGrpSpPr>
          <p:cNvPr id="20487" name="Group 5"/>
          <p:cNvGrpSpPr/>
          <p:nvPr/>
        </p:nvGrpSpPr>
        <p:grpSpPr>
          <a:xfrm>
            <a:off x="7453313" y="6446838"/>
            <a:ext cx="792162" cy="366712"/>
            <a:chOff x="4649" y="4020"/>
            <a:chExt cx="499" cy="231"/>
          </a:xfrm>
        </p:grpSpPr>
        <p:pic>
          <p:nvPicPr>
            <p:cNvPr id="20507" name="Picture 6" descr="78900"/>
            <p:cNvPicPr>
              <a:picLocks noChangeAspect="1"/>
            </p:cNvPicPr>
            <p:nvPr/>
          </p:nvPicPr>
          <p:blipFill>
            <a:blip r:embed="rId1"/>
            <a:stretch>
              <a:fillRect/>
            </a:stretch>
          </p:blipFill>
          <p:spPr>
            <a:xfrm>
              <a:off x="4649" y="4066"/>
              <a:ext cx="499" cy="181"/>
            </a:xfrm>
            <a:prstGeom prst="rect">
              <a:avLst/>
            </a:prstGeom>
            <a:noFill/>
            <a:ln w="9525">
              <a:noFill/>
            </a:ln>
          </p:spPr>
        </p:pic>
        <p:sp>
          <p:nvSpPr>
            <p:cNvPr id="20508" name="Text Box 7">
              <a:hlinkClick r:id="" action="ppaction://hlinkshowjump?jump=previousslide"/>
            </p:cNvPr>
            <p:cNvSpPr txBox="1"/>
            <p:nvPr/>
          </p:nvSpPr>
          <p:spPr>
            <a:xfrm>
              <a:off x="4672" y="4020"/>
              <a:ext cx="476" cy="231"/>
            </a:xfrm>
            <a:prstGeom prst="rect">
              <a:avLst/>
            </a:prstGeom>
            <a:noFill/>
            <a:ln w="9525">
              <a:noFill/>
            </a:ln>
          </p:spPr>
          <p:txBody>
            <a:bodyPr wrap="none">
              <a:spAutoFit/>
            </a:bodyPr>
            <a:p>
              <a:pPr>
                <a:spcBef>
                  <a:spcPct val="50000"/>
                </a:spcBef>
              </a:pPr>
              <a:r>
                <a:rPr lang="zh-CN" altLang="en-US" sz="1800" b="0" dirty="0">
                  <a:solidFill>
                    <a:schemeClr val="bg1"/>
                  </a:solidFill>
                  <a:latin typeface="隶书" panose="02010509060101010101" pitchFamily="49" charset="-122"/>
                  <a:ea typeface="隶书" panose="02010509060101010101" pitchFamily="49" charset="-122"/>
                </a:rPr>
                <a:t>上 页</a:t>
              </a:r>
              <a:endParaRPr lang="zh-CN" altLang="en-US" sz="1800" b="0" dirty="0">
                <a:solidFill>
                  <a:schemeClr val="bg1"/>
                </a:solidFill>
                <a:latin typeface="隶书" panose="02010509060101010101" pitchFamily="49" charset="-122"/>
                <a:ea typeface="隶书" panose="02010509060101010101" pitchFamily="49" charset="-122"/>
              </a:endParaRPr>
            </a:p>
          </p:txBody>
        </p:sp>
      </p:grpSp>
      <p:grpSp>
        <p:nvGrpSpPr>
          <p:cNvPr id="4" name="Group 8"/>
          <p:cNvGrpSpPr/>
          <p:nvPr/>
        </p:nvGrpSpPr>
        <p:grpSpPr>
          <a:xfrm>
            <a:off x="611188" y="333375"/>
            <a:ext cx="1644650" cy="850900"/>
            <a:chOff x="385" y="3022"/>
            <a:chExt cx="1036" cy="536"/>
          </a:xfrm>
        </p:grpSpPr>
        <p:pic>
          <p:nvPicPr>
            <p:cNvPr id="20505" name="Picture 9" descr="123"/>
            <p:cNvPicPr>
              <a:picLocks noChangeAspect="1"/>
            </p:cNvPicPr>
            <p:nvPr/>
          </p:nvPicPr>
          <p:blipFill>
            <a:blip r:embed="rId2"/>
            <a:stretch>
              <a:fillRect/>
            </a:stretch>
          </p:blipFill>
          <p:spPr>
            <a:xfrm>
              <a:off x="385" y="3022"/>
              <a:ext cx="590" cy="536"/>
            </a:xfrm>
            <a:prstGeom prst="rect">
              <a:avLst/>
            </a:prstGeom>
            <a:noFill/>
            <a:ln w="9525">
              <a:noFill/>
            </a:ln>
          </p:spPr>
        </p:pic>
        <p:sp>
          <p:nvSpPr>
            <p:cNvPr id="20506" name="Text Box 10"/>
            <p:cNvSpPr txBox="1"/>
            <p:nvPr/>
          </p:nvSpPr>
          <p:spPr>
            <a:xfrm>
              <a:off x="793" y="3125"/>
              <a:ext cx="628" cy="365"/>
            </a:xfrm>
            <a:prstGeom prst="rect">
              <a:avLst/>
            </a:prstGeom>
            <a:noFill/>
            <a:ln w="9525">
              <a:noFill/>
            </a:ln>
          </p:spPr>
          <p:txBody>
            <a:bodyPr wrap="none">
              <a:spAutoFit/>
            </a:bodyPr>
            <a:p>
              <a:r>
                <a:rPr lang="zh-CN" altLang="en-US" sz="3200" b="0" dirty="0">
                  <a:solidFill>
                    <a:srgbClr val="FA7748"/>
                  </a:solidFill>
                  <a:latin typeface="Times New Roman" panose="02020603050405020304" pitchFamily="18" charset="0"/>
                  <a:ea typeface="华文行楷" panose="02010800040101010101" pitchFamily="2" charset="-122"/>
                </a:rPr>
                <a:t>注意</a:t>
              </a:r>
              <a:endParaRPr lang="zh-CN" altLang="en-US" sz="3200" b="0" dirty="0">
                <a:solidFill>
                  <a:srgbClr val="FA7748"/>
                </a:solidFill>
                <a:latin typeface="Times New Roman" panose="02020603050405020304" pitchFamily="18" charset="0"/>
                <a:ea typeface="华文行楷" panose="02010800040101010101" pitchFamily="2" charset="-122"/>
              </a:endParaRPr>
            </a:p>
          </p:txBody>
        </p:sp>
      </p:grpSp>
      <p:sp>
        <p:nvSpPr>
          <p:cNvPr id="119834" name="Rectangle 26"/>
          <p:cNvSpPr/>
          <p:nvPr/>
        </p:nvSpPr>
        <p:spPr>
          <a:xfrm>
            <a:off x="755650" y="1052513"/>
            <a:ext cx="7848600" cy="1630362"/>
          </a:xfrm>
          <a:prstGeom prst="rect">
            <a:avLst/>
          </a:prstGeom>
          <a:noFill/>
          <a:ln w="9525">
            <a:noFill/>
          </a:ln>
        </p:spPr>
        <p:txBody>
          <a:bodyPr>
            <a:spAutoFit/>
          </a:bodyPr>
          <a:p>
            <a:pPr marL="342900" indent="-342900">
              <a:lnSpc>
                <a:spcPct val="120000"/>
              </a:lnSpc>
              <a:buAutoNum type="circleNumDbPlain"/>
            </a:pPr>
            <a:r>
              <a:rPr lang="zh-CN" altLang="en-US" dirty="0">
                <a:latin typeface="楷体_GB2312" pitchFamily="49" charset="-122"/>
              </a:rPr>
              <a:t>一端口</a:t>
            </a:r>
            <a:r>
              <a:rPr lang="en-US" altLang="zh-CN" b="0" dirty="0">
                <a:solidFill>
                  <a:schemeClr val="bg1"/>
                </a:solidFill>
                <a:latin typeface="Times New Roman" panose="02020603050405020304" pitchFamily="18" charset="0"/>
              </a:rPr>
              <a:t>N</a:t>
            </a:r>
            <a:r>
              <a:rPr lang="en-US" altLang="zh-CN" b="0" baseline="-25000" dirty="0">
                <a:solidFill>
                  <a:schemeClr val="bg1"/>
                </a:solidFill>
                <a:latin typeface="Times New Roman" panose="02020603050405020304" pitchFamily="18" charset="0"/>
              </a:rPr>
              <a:t>0</a:t>
            </a:r>
            <a:r>
              <a:rPr lang="zh-CN" altLang="en-US" dirty="0">
                <a:latin typeface="楷体_GB2312" pitchFamily="49" charset="-122"/>
              </a:rPr>
              <a:t>的阻抗或导纳是由其内部的参数、结构和正弦电源的频率决定的，在一般情况下，其每一部分都是频率的函数，随频率而变。</a:t>
            </a:r>
            <a:endParaRPr lang="zh-CN" altLang="en-US" dirty="0">
              <a:latin typeface="楷体_GB2312" pitchFamily="49" charset="-122"/>
            </a:endParaRPr>
          </a:p>
        </p:txBody>
      </p:sp>
      <p:sp>
        <p:nvSpPr>
          <p:cNvPr id="119843" name="Rectangle 35"/>
          <p:cNvSpPr/>
          <p:nvPr/>
        </p:nvSpPr>
        <p:spPr>
          <a:xfrm>
            <a:off x="1331913" y="5229225"/>
            <a:ext cx="6696075" cy="946150"/>
          </a:xfrm>
          <a:prstGeom prst="rect">
            <a:avLst/>
          </a:prstGeom>
          <a:noFill/>
          <a:ln w="9525">
            <a:noFill/>
          </a:ln>
        </p:spPr>
        <p:txBody>
          <a:bodyPr>
            <a:spAutoFit/>
          </a:bodyPr>
          <a:p>
            <a:r>
              <a:rPr lang="zh-CN" altLang="en-US" dirty="0">
                <a:latin typeface="楷体_GB2312" pitchFamily="49" charset="-122"/>
              </a:rPr>
              <a:t>其实部将为负值，其等效电路要设定受控源来表示实部。</a:t>
            </a:r>
            <a:endParaRPr lang="zh-CN" altLang="en-US" dirty="0">
              <a:latin typeface="楷体_GB2312" pitchFamily="49" charset="-122"/>
            </a:endParaRPr>
          </a:p>
        </p:txBody>
      </p:sp>
      <p:grpSp>
        <p:nvGrpSpPr>
          <p:cNvPr id="20491" name="Group 39"/>
          <p:cNvGrpSpPr/>
          <p:nvPr/>
        </p:nvGrpSpPr>
        <p:grpSpPr>
          <a:xfrm>
            <a:off x="6588125" y="6446838"/>
            <a:ext cx="792163" cy="366712"/>
            <a:chOff x="4649" y="4020"/>
            <a:chExt cx="499" cy="231"/>
          </a:xfrm>
        </p:grpSpPr>
        <p:pic>
          <p:nvPicPr>
            <p:cNvPr id="20503" name="Picture 40" descr="78900"/>
            <p:cNvPicPr>
              <a:picLocks noChangeAspect="1"/>
            </p:cNvPicPr>
            <p:nvPr/>
          </p:nvPicPr>
          <p:blipFill>
            <a:blip r:embed="rId1"/>
            <a:stretch>
              <a:fillRect/>
            </a:stretch>
          </p:blipFill>
          <p:spPr>
            <a:xfrm>
              <a:off x="4649" y="4066"/>
              <a:ext cx="499" cy="181"/>
            </a:xfrm>
            <a:prstGeom prst="rect">
              <a:avLst/>
            </a:prstGeom>
            <a:noFill/>
            <a:ln w="9525">
              <a:noFill/>
            </a:ln>
          </p:spPr>
        </p:pic>
        <p:sp>
          <p:nvSpPr>
            <p:cNvPr id="20504" name="Text Box 41">
              <a:hlinkClick r:id="" action="ppaction://hlinkshowjump?jump=firstslide"/>
            </p:cNvPr>
            <p:cNvSpPr txBox="1"/>
            <p:nvPr/>
          </p:nvSpPr>
          <p:spPr>
            <a:xfrm>
              <a:off x="4672" y="4020"/>
              <a:ext cx="476" cy="231"/>
            </a:xfrm>
            <a:prstGeom prst="rect">
              <a:avLst/>
            </a:prstGeom>
            <a:noFill/>
            <a:ln w="9525">
              <a:noFill/>
            </a:ln>
          </p:spPr>
          <p:txBody>
            <a:bodyPr wrap="none">
              <a:spAutoFit/>
            </a:bodyPr>
            <a:p>
              <a:pPr>
                <a:spcBef>
                  <a:spcPct val="50000"/>
                </a:spcBef>
              </a:pPr>
              <a:r>
                <a:rPr lang="zh-CN" altLang="en-US" sz="1800" b="0" dirty="0">
                  <a:solidFill>
                    <a:schemeClr val="bg1"/>
                  </a:solidFill>
                  <a:latin typeface="隶书" panose="02010509060101010101" pitchFamily="49" charset="-122"/>
                  <a:ea typeface="隶书" panose="02010509060101010101" pitchFamily="49" charset="-122"/>
                </a:rPr>
                <a:t>返 回</a:t>
              </a:r>
              <a:endParaRPr lang="zh-CN" altLang="en-US" sz="1800" b="0" dirty="0">
                <a:solidFill>
                  <a:schemeClr val="bg1"/>
                </a:solidFill>
                <a:latin typeface="隶书" panose="02010509060101010101" pitchFamily="49" charset="-122"/>
                <a:ea typeface="隶书" panose="02010509060101010101" pitchFamily="49" charset="-122"/>
              </a:endParaRPr>
            </a:p>
          </p:txBody>
        </p:sp>
      </p:grpSp>
      <p:grpSp>
        <p:nvGrpSpPr>
          <p:cNvPr id="6" name="Group 51"/>
          <p:cNvGrpSpPr/>
          <p:nvPr/>
        </p:nvGrpSpPr>
        <p:grpSpPr>
          <a:xfrm>
            <a:off x="827088" y="2781300"/>
            <a:ext cx="6137275" cy="2390775"/>
            <a:chOff x="521" y="1752"/>
            <a:chExt cx="3866" cy="1506"/>
          </a:xfrm>
        </p:grpSpPr>
        <p:sp>
          <p:nvSpPr>
            <p:cNvPr id="20493" name="Rectangle 27"/>
            <p:cNvSpPr/>
            <p:nvPr/>
          </p:nvSpPr>
          <p:spPr>
            <a:xfrm>
              <a:off x="521" y="1752"/>
              <a:ext cx="3504" cy="327"/>
            </a:xfrm>
            <a:prstGeom prst="rect">
              <a:avLst/>
            </a:prstGeom>
            <a:noFill/>
            <a:ln w="9525">
              <a:noFill/>
            </a:ln>
          </p:spPr>
          <p:txBody>
            <a:bodyPr wrap="none">
              <a:spAutoFit/>
            </a:bodyPr>
            <a:p>
              <a:pPr marL="342900" indent="-342900" eaLnBrk="0" hangingPunct="0">
                <a:buAutoNum type="circleNumDbPlain" startAt="2"/>
              </a:pPr>
              <a:r>
                <a:rPr lang="zh-CN" altLang="en-US" dirty="0">
                  <a:latin typeface="楷体_GB2312" pitchFamily="49" charset="-122"/>
                </a:rPr>
                <a:t>一端口</a:t>
              </a:r>
              <a:r>
                <a:rPr lang="en-US" altLang="zh-CN" b="0" dirty="0">
                  <a:solidFill>
                    <a:schemeClr val="bg1"/>
                  </a:solidFill>
                  <a:latin typeface="Times New Roman" panose="02020603050405020304" pitchFamily="18" charset="0"/>
                </a:rPr>
                <a:t>N</a:t>
              </a:r>
              <a:r>
                <a:rPr lang="en-US" altLang="zh-CN" b="0" baseline="-25000" dirty="0">
                  <a:solidFill>
                    <a:schemeClr val="bg1"/>
                  </a:solidFill>
                  <a:latin typeface="Times New Roman" panose="02020603050405020304" pitchFamily="18" charset="0"/>
                </a:rPr>
                <a:t>0</a:t>
              </a:r>
              <a:r>
                <a:rPr lang="zh-CN" altLang="en-US" dirty="0">
                  <a:latin typeface="楷体_GB2312" pitchFamily="49" charset="-122"/>
                </a:rPr>
                <a:t>中如不含受控源，则有</a:t>
              </a:r>
              <a:endParaRPr lang="zh-CN" altLang="en-US" dirty="0">
                <a:latin typeface="楷体_GB2312" pitchFamily="49" charset="-122"/>
              </a:endParaRPr>
            </a:p>
          </p:txBody>
        </p:sp>
        <p:graphicFrame>
          <p:nvGraphicFramePr>
            <p:cNvPr id="20482" name="Object 28"/>
            <p:cNvGraphicFramePr/>
            <p:nvPr/>
          </p:nvGraphicFramePr>
          <p:xfrm>
            <a:off x="1111" y="2115"/>
            <a:ext cx="1155" cy="348"/>
          </p:xfrm>
          <a:graphic>
            <a:graphicData uri="http://schemas.openxmlformats.org/presentationml/2006/ole">
              <mc:AlternateContent xmlns:mc="http://schemas.openxmlformats.org/markup-compatibility/2006">
                <mc:Choice xmlns:v="urn:schemas-microsoft-com:vml" Requires="v">
                  <p:oleObj spid="_x0000_s3154" name="" r:id="rId3" imgW="685165" imgH="254000" progId="Equation.3">
                    <p:embed/>
                  </p:oleObj>
                </mc:Choice>
                <mc:Fallback>
                  <p:oleObj name="" r:id="rId3" imgW="685165" imgH="254000" progId="Equation.3">
                    <p:embed/>
                    <p:pic>
                      <p:nvPicPr>
                        <p:cNvPr id="0" name="图片 3153"/>
                        <p:cNvPicPr/>
                        <p:nvPr/>
                      </p:nvPicPr>
                      <p:blipFill>
                        <a:blip r:embed="rId4">
                          <a:clrChange>
                            <a:clrFrom>
                              <a:srgbClr val="000000"/>
                            </a:clrFrom>
                            <a:clrTo>
                              <a:srgbClr val="FFFFFF"/>
                            </a:clrTo>
                          </a:clrChange>
                        </a:blip>
                        <a:stretch>
                          <a:fillRect/>
                        </a:stretch>
                      </p:blipFill>
                      <p:spPr>
                        <a:xfrm>
                          <a:off x="1111" y="2115"/>
                          <a:ext cx="1155" cy="348"/>
                        </a:xfrm>
                        <a:prstGeom prst="rect">
                          <a:avLst/>
                        </a:prstGeom>
                        <a:noFill/>
                        <a:ln w="38100">
                          <a:noFill/>
                          <a:miter/>
                        </a:ln>
                      </p:spPr>
                    </p:pic>
                  </p:oleObj>
                </mc:Fallback>
              </mc:AlternateContent>
            </a:graphicData>
          </a:graphic>
        </p:graphicFrame>
        <p:sp>
          <p:nvSpPr>
            <p:cNvPr id="20494" name="Rectangle 29"/>
            <p:cNvSpPr/>
            <p:nvPr/>
          </p:nvSpPr>
          <p:spPr>
            <a:xfrm>
              <a:off x="2336" y="2069"/>
              <a:ext cx="341" cy="327"/>
            </a:xfrm>
            <a:prstGeom prst="rect">
              <a:avLst/>
            </a:prstGeom>
            <a:noFill/>
            <a:ln w="9525">
              <a:noFill/>
            </a:ln>
          </p:spPr>
          <p:txBody>
            <a:bodyPr wrap="none" anchor="ctr" anchorCtr="0">
              <a:spAutoFit/>
            </a:bodyPr>
            <a:p>
              <a:r>
                <a:rPr lang="zh-CN" altLang="en-US" dirty="0">
                  <a:latin typeface="Times New Roman" panose="02020603050405020304" pitchFamily="18" charset="0"/>
                </a:rPr>
                <a:t>或</a:t>
              </a:r>
              <a:endParaRPr lang="zh-CN" altLang="en-US" dirty="0">
                <a:latin typeface="Arial" panose="020B0604020202020204" pitchFamily="34" charset="0"/>
                <a:ea typeface="Times New Roman" panose="02020603050405020304" pitchFamily="18" charset="0"/>
              </a:endParaRPr>
            </a:p>
          </p:txBody>
        </p:sp>
        <p:graphicFrame>
          <p:nvGraphicFramePr>
            <p:cNvPr id="20483" name="Object 30"/>
            <p:cNvGraphicFramePr/>
            <p:nvPr/>
          </p:nvGraphicFramePr>
          <p:xfrm>
            <a:off x="3278" y="2086"/>
            <a:ext cx="1063" cy="348"/>
          </p:xfrm>
          <a:graphic>
            <a:graphicData uri="http://schemas.openxmlformats.org/presentationml/2006/ole">
              <mc:AlternateContent xmlns:mc="http://schemas.openxmlformats.org/markup-compatibility/2006">
                <mc:Choice xmlns:v="urn:schemas-microsoft-com:vml" Requires="v">
                  <p:oleObj spid="_x0000_s3151" name="" r:id="rId5" imgW="685165" imgH="254000" progId="Equation.3">
                    <p:embed/>
                  </p:oleObj>
                </mc:Choice>
                <mc:Fallback>
                  <p:oleObj name="" r:id="rId5" imgW="685165" imgH="254000" progId="Equation.3">
                    <p:embed/>
                    <p:pic>
                      <p:nvPicPr>
                        <p:cNvPr id="0" name="图片 3150"/>
                        <p:cNvPicPr/>
                        <p:nvPr/>
                      </p:nvPicPr>
                      <p:blipFill>
                        <a:blip r:embed="rId6">
                          <a:clrChange>
                            <a:clrFrom>
                              <a:srgbClr val="000000"/>
                            </a:clrFrom>
                            <a:clrTo>
                              <a:srgbClr val="FFFFFF"/>
                            </a:clrTo>
                          </a:clrChange>
                        </a:blip>
                        <a:stretch>
                          <a:fillRect/>
                        </a:stretch>
                      </p:blipFill>
                      <p:spPr>
                        <a:xfrm>
                          <a:off x="3278" y="2086"/>
                          <a:ext cx="1063" cy="348"/>
                        </a:xfrm>
                        <a:prstGeom prst="rect">
                          <a:avLst/>
                        </a:prstGeom>
                        <a:noFill/>
                        <a:ln w="38100">
                          <a:noFill/>
                          <a:miter/>
                        </a:ln>
                      </p:spPr>
                    </p:pic>
                  </p:oleObj>
                </mc:Fallback>
              </mc:AlternateContent>
            </a:graphicData>
          </a:graphic>
        </p:graphicFrame>
        <p:sp>
          <p:nvSpPr>
            <p:cNvPr id="20495" name="Line 42"/>
            <p:cNvSpPr/>
            <p:nvPr/>
          </p:nvSpPr>
          <p:spPr>
            <a:xfrm>
              <a:off x="1637" y="2360"/>
              <a:ext cx="136" cy="45"/>
            </a:xfrm>
            <a:prstGeom prst="line">
              <a:avLst/>
            </a:prstGeom>
            <a:ln w="9525" cap="flat" cmpd="sng">
              <a:solidFill>
                <a:schemeClr val="bg1"/>
              </a:solidFill>
              <a:prstDash val="solid"/>
              <a:headEnd type="none" w="med" len="med"/>
              <a:tailEnd type="none" w="med" len="med"/>
            </a:ln>
          </p:spPr>
        </p:sp>
        <p:sp>
          <p:nvSpPr>
            <p:cNvPr id="20496" name="Line 46"/>
            <p:cNvSpPr/>
            <p:nvPr/>
          </p:nvSpPr>
          <p:spPr>
            <a:xfrm>
              <a:off x="3751" y="2332"/>
              <a:ext cx="136" cy="45"/>
            </a:xfrm>
            <a:prstGeom prst="line">
              <a:avLst/>
            </a:prstGeom>
            <a:ln w="9525" cap="flat" cmpd="sng">
              <a:solidFill>
                <a:schemeClr val="bg1"/>
              </a:solidFill>
              <a:prstDash val="solid"/>
              <a:headEnd type="none" w="med" len="med"/>
              <a:tailEnd type="none" w="med" len="med"/>
            </a:ln>
          </p:spPr>
        </p:sp>
        <p:grpSp>
          <p:nvGrpSpPr>
            <p:cNvPr id="20497" name="Group 50"/>
            <p:cNvGrpSpPr/>
            <p:nvPr/>
          </p:nvGrpSpPr>
          <p:grpSpPr>
            <a:xfrm>
              <a:off x="703" y="2523"/>
              <a:ext cx="3684" cy="735"/>
              <a:chOff x="703" y="2523"/>
              <a:chExt cx="3684" cy="735"/>
            </a:xfrm>
          </p:grpSpPr>
          <p:sp>
            <p:nvSpPr>
              <p:cNvPr id="20498" name="Rectangle 31"/>
              <p:cNvSpPr/>
              <p:nvPr/>
            </p:nvSpPr>
            <p:spPr>
              <a:xfrm>
                <a:off x="703" y="2523"/>
                <a:ext cx="2804" cy="327"/>
              </a:xfrm>
              <a:prstGeom prst="rect">
                <a:avLst/>
              </a:prstGeom>
              <a:noFill/>
              <a:ln w="9525">
                <a:noFill/>
              </a:ln>
            </p:spPr>
            <p:txBody>
              <a:bodyPr wrap="none" anchor="ctr" anchorCtr="0">
                <a:spAutoFit/>
              </a:bodyPr>
              <a:p>
                <a:r>
                  <a:rPr lang="zh-CN" altLang="en-US" dirty="0">
                    <a:latin typeface="Times New Roman" panose="02020603050405020304" pitchFamily="18" charset="0"/>
                  </a:rPr>
                  <a:t>但有受控源时，可能会出现</a:t>
                </a:r>
                <a:endParaRPr lang="zh-CN" altLang="en-US" dirty="0">
                  <a:latin typeface="Arial" panose="020B0604020202020204" pitchFamily="34" charset="0"/>
                  <a:ea typeface="Times New Roman" panose="02020603050405020304" pitchFamily="18" charset="0"/>
                </a:endParaRPr>
              </a:p>
            </p:txBody>
          </p:sp>
          <p:graphicFrame>
            <p:nvGraphicFramePr>
              <p:cNvPr id="20484" name="Object 32"/>
              <p:cNvGraphicFramePr/>
              <p:nvPr/>
            </p:nvGraphicFramePr>
            <p:xfrm>
              <a:off x="1055" y="2886"/>
              <a:ext cx="1156" cy="348"/>
            </p:xfrm>
            <a:graphic>
              <a:graphicData uri="http://schemas.openxmlformats.org/presentationml/2006/ole">
                <mc:AlternateContent xmlns:mc="http://schemas.openxmlformats.org/markup-compatibility/2006">
                  <mc:Choice xmlns:v="urn:schemas-microsoft-com:vml" Requires="v">
                    <p:oleObj spid="_x0000_s3150" name="" r:id="rId7" imgW="685165" imgH="254000" progId="Equation.3">
                      <p:embed/>
                    </p:oleObj>
                  </mc:Choice>
                  <mc:Fallback>
                    <p:oleObj name="" r:id="rId7" imgW="685165" imgH="254000" progId="Equation.3">
                      <p:embed/>
                      <p:pic>
                        <p:nvPicPr>
                          <p:cNvPr id="0" name="图片 3149"/>
                          <p:cNvPicPr/>
                          <p:nvPr/>
                        </p:nvPicPr>
                        <p:blipFill>
                          <a:blip r:embed="rId8">
                            <a:clrChange>
                              <a:clrFrom>
                                <a:srgbClr val="000000"/>
                              </a:clrFrom>
                              <a:clrTo>
                                <a:srgbClr val="FFFFFF"/>
                              </a:clrTo>
                            </a:clrChange>
                          </a:blip>
                          <a:stretch>
                            <a:fillRect/>
                          </a:stretch>
                        </p:blipFill>
                        <p:spPr>
                          <a:xfrm>
                            <a:off x="1055" y="2886"/>
                            <a:ext cx="1156" cy="348"/>
                          </a:xfrm>
                          <a:prstGeom prst="rect">
                            <a:avLst/>
                          </a:prstGeom>
                          <a:noFill/>
                          <a:ln w="38100">
                            <a:noFill/>
                            <a:miter/>
                          </a:ln>
                        </p:spPr>
                      </p:pic>
                    </p:oleObj>
                  </mc:Fallback>
                </mc:AlternateContent>
              </a:graphicData>
            </a:graphic>
          </p:graphicFrame>
          <p:sp>
            <p:nvSpPr>
              <p:cNvPr id="20499" name="Rectangle 33"/>
              <p:cNvSpPr/>
              <p:nvPr/>
            </p:nvSpPr>
            <p:spPr>
              <a:xfrm>
                <a:off x="2426" y="2931"/>
                <a:ext cx="341" cy="327"/>
              </a:xfrm>
              <a:prstGeom prst="rect">
                <a:avLst/>
              </a:prstGeom>
              <a:noFill/>
              <a:ln w="9525">
                <a:noFill/>
              </a:ln>
            </p:spPr>
            <p:txBody>
              <a:bodyPr wrap="none" anchor="ctr" anchorCtr="0">
                <a:spAutoFit/>
              </a:bodyPr>
              <a:p>
                <a:r>
                  <a:rPr lang="zh-CN" altLang="en-US" dirty="0">
                    <a:latin typeface="Times New Roman" panose="02020603050405020304" pitchFamily="18" charset="0"/>
                  </a:rPr>
                  <a:t>或</a:t>
                </a:r>
                <a:endParaRPr lang="zh-CN" altLang="en-US" dirty="0">
                  <a:latin typeface="Arial" panose="020B0604020202020204" pitchFamily="34" charset="0"/>
                  <a:ea typeface="Times New Roman" panose="02020603050405020304" pitchFamily="18" charset="0"/>
                </a:endParaRPr>
              </a:p>
            </p:txBody>
          </p:sp>
          <p:graphicFrame>
            <p:nvGraphicFramePr>
              <p:cNvPr id="20485" name="Object 34"/>
              <p:cNvGraphicFramePr/>
              <p:nvPr/>
            </p:nvGraphicFramePr>
            <p:xfrm>
              <a:off x="3324" y="2903"/>
              <a:ext cx="1063" cy="347"/>
            </p:xfrm>
            <a:graphic>
              <a:graphicData uri="http://schemas.openxmlformats.org/presentationml/2006/ole">
                <mc:AlternateContent xmlns:mc="http://schemas.openxmlformats.org/markup-compatibility/2006">
                  <mc:Choice xmlns:v="urn:schemas-microsoft-com:vml" Requires="v">
                    <p:oleObj spid="_x0000_s3153" name="" r:id="rId9" imgW="685165" imgH="254000" progId="Equation.3">
                      <p:embed/>
                    </p:oleObj>
                  </mc:Choice>
                  <mc:Fallback>
                    <p:oleObj name="" r:id="rId9" imgW="685165" imgH="254000" progId="Equation.3">
                      <p:embed/>
                      <p:pic>
                        <p:nvPicPr>
                          <p:cNvPr id="0" name="图片 3152"/>
                          <p:cNvPicPr/>
                          <p:nvPr/>
                        </p:nvPicPr>
                        <p:blipFill>
                          <a:blip r:embed="rId10">
                            <a:clrChange>
                              <a:clrFrom>
                                <a:srgbClr val="000000"/>
                              </a:clrFrom>
                              <a:clrTo>
                                <a:srgbClr val="FFFFFF"/>
                              </a:clrTo>
                            </a:clrChange>
                          </a:blip>
                          <a:stretch>
                            <a:fillRect/>
                          </a:stretch>
                        </p:blipFill>
                        <p:spPr>
                          <a:xfrm>
                            <a:off x="3324" y="2903"/>
                            <a:ext cx="1063" cy="347"/>
                          </a:xfrm>
                          <a:prstGeom prst="rect">
                            <a:avLst/>
                          </a:prstGeom>
                          <a:noFill/>
                          <a:ln w="38100">
                            <a:noFill/>
                            <a:miter/>
                          </a:ln>
                        </p:spPr>
                      </p:pic>
                    </p:oleObj>
                  </mc:Fallback>
                </mc:AlternateContent>
              </a:graphicData>
            </a:graphic>
          </p:graphicFrame>
          <p:sp>
            <p:nvSpPr>
              <p:cNvPr id="20500" name="Line 47"/>
              <p:cNvSpPr/>
              <p:nvPr/>
            </p:nvSpPr>
            <p:spPr>
              <a:xfrm>
                <a:off x="1909" y="2632"/>
                <a:ext cx="136" cy="45"/>
              </a:xfrm>
              <a:prstGeom prst="line">
                <a:avLst/>
              </a:prstGeom>
              <a:ln w="9525" cap="flat" cmpd="sng">
                <a:solidFill>
                  <a:schemeClr val="bg1"/>
                </a:solidFill>
                <a:prstDash val="solid"/>
                <a:headEnd type="none" w="med" len="med"/>
                <a:tailEnd type="none" w="med" len="med"/>
              </a:ln>
            </p:spPr>
          </p:sp>
          <p:sp>
            <p:nvSpPr>
              <p:cNvPr id="20501" name="Line 48"/>
              <p:cNvSpPr/>
              <p:nvPr/>
            </p:nvSpPr>
            <p:spPr>
              <a:xfrm flipV="1">
                <a:off x="3815" y="3122"/>
                <a:ext cx="136" cy="45"/>
              </a:xfrm>
              <a:prstGeom prst="line">
                <a:avLst/>
              </a:prstGeom>
              <a:ln w="9525" cap="flat" cmpd="sng">
                <a:solidFill>
                  <a:schemeClr val="bg1"/>
                </a:solidFill>
                <a:prstDash val="solid"/>
                <a:headEnd type="none" w="med" len="med"/>
                <a:tailEnd type="none" w="med" len="med"/>
              </a:ln>
            </p:spPr>
          </p:sp>
          <p:sp>
            <p:nvSpPr>
              <p:cNvPr id="20502" name="Line 49"/>
              <p:cNvSpPr/>
              <p:nvPr/>
            </p:nvSpPr>
            <p:spPr>
              <a:xfrm flipV="1">
                <a:off x="1592" y="3122"/>
                <a:ext cx="136" cy="45"/>
              </a:xfrm>
              <a:prstGeom prst="line">
                <a:avLst/>
              </a:prstGeom>
              <a:ln w="9525" cap="flat" cmpd="sng">
                <a:solidFill>
                  <a:schemeClr val="bg1"/>
                </a:solidFill>
                <a:prstDash val="solid"/>
                <a:headEnd type="none" w="med" len="med"/>
                <a:tailEnd type="none" w="med" len="med"/>
              </a:ln>
            </p:spPr>
          </p:sp>
        </p:gr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 presetClass="entr" presetSubtype="10" fill="hold" nodeType="with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blinds(horizontal)">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27" presetClass="entr" presetSubtype="0" fill="hold" grpId="0" nodeType="clickEffect">
                                  <p:stCondLst>
                                    <p:cond delay="0"/>
                                  </p:stCondLst>
                                  <p:iterate type="lt">
                                    <p:tmPct val="50000"/>
                                  </p:iterate>
                                  <p:childTnLst>
                                    <p:set>
                                      <p:cBhvr>
                                        <p:cTn id="11" dur="1" fill="hold">
                                          <p:stCondLst>
                                            <p:cond delay="0"/>
                                          </p:stCondLst>
                                        </p:cTn>
                                        <p:tgtEl>
                                          <p:spTgt spid="119834"/>
                                        </p:tgtEl>
                                        <p:attrNameLst>
                                          <p:attrName>style.visibility</p:attrName>
                                        </p:attrNameLst>
                                      </p:cBhvr>
                                      <p:to>
                                        <p:strVal val="visible"/>
                                      </p:to>
                                    </p:set>
                                    <p:anim calcmode="discrete" valueType="clr">
                                      <p:cBhvr override="childStyle">
                                        <p:cTn id="12" dur="100"/>
                                        <p:tgtEl>
                                          <p:spTgt spid="119834"/>
                                        </p:tgtEl>
                                        <p:attrNameLst>
                                          <p:attrName>style.color</p:attrName>
                                        </p:attrNameLst>
                                      </p:cBhvr>
                                      <p:tavLst>
                                        <p:tav tm="0">
                                          <p:val>
                                            <p:clrVal>
                                              <a:schemeClr val="accent2"/>
                                            </p:clrVal>
                                          </p:val>
                                        </p:tav>
                                        <p:tav tm="50000">
                                          <p:val>
                                            <p:clrVal>
                                              <a:schemeClr val="hlink"/>
                                            </p:clrVal>
                                          </p:val>
                                        </p:tav>
                                      </p:tavLst>
                                    </p:anim>
                                    <p:anim calcmode="discrete" valueType="clr">
                                      <p:cBhvr>
                                        <p:cTn id="13" dur="100"/>
                                        <p:tgtEl>
                                          <p:spTgt spid="119834"/>
                                        </p:tgtEl>
                                        <p:attrNameLst>
                                          <p:attrName>fillcolor</p:attrName>
                                        </p:attrNameLst>
                                      </p:cBhvr>
                                      <p:tavLst>
                                        <p:tav tm="0">
                                          <p:val>
                                            <p:clrVal>
                                              <a:schemeClr val="accent2"/>
                                            </p:clrVal>
                                          </p:val>
                                        </p:tav>
                                        <p:tav tm="50000">
                                          <p:val>
                                            <p:clrVal>
                                              <a:schemeClr val="hlink"/>
                                            </p:clrVal>
                                          </p:val>
                                        </p:tav>
                                      </p:tavLst>
                                    </p:anim>
                                    <p:set>
                                      <p:cBhvr>
                                        <p:cTn id="14" dur="100"/>
                                        <p:tgtEl>
                                          <p:spTgt spid="119834"/>
                                        </p:tgtEl>
                                        <p:attrNameLst>
                                          <p:attrName>fill.type</p:attrName>
                                        </p:attrNameLst>
                                      </p:cBhvr>
                                      <p:to>
                                        <p:strVal val="solid"/>
                                      </p:to>
                                    </p:set>
                                  </p:childTnLst>
                                </p:cTn>
                              </p:par>
                            </p:childTnLst>
                          </p:cTn>
                        </p:par>
                      </p:childTnLst>
                    </p:cTn>
                  </p:par>
                  <p:par>
                    <p:cTn id="15" fill="hold">
                      <p:stCondLst>
                        <p:cond delay="indefinite"/>
                      </p:stCondLst>
                      <p:childTnLst>
                        <p:par>
                          <p:cTn id="16" fill="hold">
                            <p:stCondLst>
                              <p:cond delay="0"/>
                            </p:stCondLst>
                            <p:childTnLst>
                              <p:par>
                                <p:cTn id="17" presetID="12" presetClass="entr" presetSubtype="4" fill="hold" nodeType="clickEffect">
                                  <p:stCondLst>
                                    <p:cond delay="0"/>
                                  </p:stCondLst>
                                  <p:childTnLst>
                                    <p:set>
                                      <p:cBhvr>
                                        <p:cTn id="18" dur="1" fill="hold">
                                          <p:stCondLst>
                                            <p:cond delay="0"/>
                                          </p:stCondLst>
                                        </p:cTn>
                                        <p:tgtEl>
                                          <p:spTgt spid="6"/>
                                        </p:tgtEl>
                                        <p:attrNameLst>
                                          <p:attrName>style.visibility</p:attrName>
                                        </p:attrNameLst>
                                      </p:cBhvr>
                                      <p:to>
                                        <p:strVal val="visible"/>
                                      </p:to>
                                    </p:set>
                                    <p:animEffect transition="in" filter="slide(fromBottom)">
                                      <p:cBhvr>
                                        <p:cTn id="19" dur="1000"/>
                                        <p:tgtEl>
                                          <p:spTgt spid="6"/>
                                        </p:tgtEl>
                                      </p:cBhvr>
                                    </p:animEffect>
                                  </p:childTnLst>
                                </p:cTn>
                              </p:par>
                            </p:childTnLst>
                          </p:cTn>
                        </p:par>
                        <p:par>
                          <p:cTn id="20" fill="hold">
                            <p:stCondLst>
                              <p:cond delay="1000"/>
                            </p:stCondLst>
                            <p:childTnLst>
                              <p:par>
                                <p:cTn id="21" presetID="29" presetClass="entr" presetSubtype="0" fill="hold" grpId="0" nodeType="afterEffect">
                                  <p:stCondLst>
                                    <p:cond delay="0"/>
                                  </p:stCondLst>
                                  <p:childTnLst>
                                    <p:set>
                                      <p:cBhvr>
                                        <p:cTn id="22" dur="1" fill="hold">
                                          <p:stCondLst>
                                            <p:cond delay="0"/>
                                          </p:stCondLst>
                                        </p:cTn>
                                        <p:tgtEl>
                                          <p:spTgt spid="119843"/>
                                        </p:tgtEl>
                                        <p:attrNameLst>
                                          <p:attrName>style.visibility</p:attrName>
                                        </p:attrNameLst>
                                      </p:cBhvr>
                                      <p:to>
                                        <p:strVal val="visible"/>
                                      </p:to>
                                    </p:set>
                                    <p:anim calcmode="lin" valueType="num">
                                      <p:cBhvr>
                                        <p:cTn id="23" dur="1000" fill="hold"/>
                                        <p:tgtEl>
                                          <p:spTgt spid="119843"/>
                                        </p:tgtEl>
                                        <p:attrNameLst>
                                          <p:attrName>ppt_x</p:attrName>
                                        </p:attrNameLst>
                                      </p:cBhvr>
                                      <p:tavLst>
                                        <p:tav tm="0">
                                          <p:val>
                                            <p:strVal val="#ppt_x-.2"/>
                                          </p:val>
                                        </p:tav>
                                        <p:tav tm="100000">
                                          <p:val>
                                            <p:strVal val="#ppt_x"/>
                                          </p:val>
                                        </p:tav>
                                      </p:tavLst>
                                    </p:anim>
                                    <p:anim calcmode="lin" valueType="num">
                                      <p:cBhvr>
                                        <p:cTn id="24" dur="1000" fill="hold"/>
                                        <p:tgtEl>
                                          <p:spTgt spid="119843"/>
                                        </p:tgtEl>
                                        <p:attrNameLst>
                                          <p:attrName>ppt_y</p:attrName>
                                        </p:attrNameLst>
                                      </p:cBhvr>
                                      <p:tavLst>
                                        <p:tav tm="0">
                                          <p:val>
                                            <p:strVal val="#ppt_y"/>
                                          </p:val>
                                        </p:tav>
                                        <p:tav tm="100000">
                                          <p:val>
                                            <p:strVal val="#ppt_y"/>
                                          </p:val>
                                        </p:tav>
                                      </p:tavLst>
                                    </p:anim>
                                    <p:animEffect transition="in" filter="wipe(right)" prLst="gradientSize: 0.1">
                                      <p:cBhvr>
                                        <p:cTn id="25" dur="1000"/>
                                        <p:tgtEl>
                                          <p:spTgt spid="11984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9834" grpId="0"/>
      <p:bldP spid="119843" grpId="0"/>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grpSp>
        <p:nvGrpSpPr>
          <p:cNvPr id="21508" name="Group 14"/>
          <p:cNvGrpSpPr/>
          <p:nvPr/>
        </p:nvGrpSpPr>
        <p:grpSpPr>
          <a:xfrm>
            <a:off x="8316913" y="6446838"/>
            <a:ext cx="792162" cy="366712"/>
            <a:chOff x="5193" y="4020"/>
            <a:chExt cx="499" cy="231"/>
          </a:xfrm>
        </p:grpSpPr>
        <p:pic>
          <p:nvPicPr>
            <p:cNvPr id="21519" name="Picture 15" descr="78900"/>
            <p:cNvPicPr>
              <a:picLocks noChangeAspect="1"/>
            </p:cNvPicPr>
            <p:nvPr/>
          </p:nvPicPr>
          <p:blipFill>
            <a:blip r:embed="rId1"/>
            <a:stretch>
              <a:fillRect/>
            </a:stretch>
          </p:blipFill>
          <p:spPr>
            <a:xfrm>
              <a:off x="5193" y="4066"/>
              <a:ext cx="499" cy="181"/>
            </a:xfrm>
            <a:prstGeom prst="rect">
              <a:avLst/>
            </a:prstGeom>
            <a:noFill/>
            <a:ln w="9525">
              <a:noFill/>
            </a:ln>
          </p:spPr>
        </p:pic>
        <p:sp>
          <p:nvSpPr>
            <p:cNvPr id="21520" name="Text Box 16">
              <a:hlinkClick r:id="" action="ppaction://hlinkshowjump?jump=nextslide"/>
            </p:cNvPr>
            <p:cNvSpPr txBox="1"/>
            <p:nvPr/>
          </p:nvSpPr>
          <p:spPr>
            <a:xfrm>
              <a:off x="5216" y="4020"/>
              <a:ext cx="476" cy="231"/>
            </a:xfrm>
            <a:prstGeom prst="rect">
              <a:avLst/>
            </a:prstGeom>
            <a:noFill/>
            <a:ln w="9525">
              <a:noFill/>
            </a:ln>
          </p:spPr>
          <p:txBody>
            <a:bodyPr wrap="none">
              <a:spAutoFit/>
            </a:bodyPr>
            <a:p>
              <a:pPr>
                <a:spcBef>
                  <a:spcPct val="50000"/>
                </a:spcBef>
              </a:pPr>
              <a:r>
                <a:rPr lang="zh-CN" altLang="en-US" sz="1800" b="0" dirty="0">
                  <a:solidFill>
                    <a:schemeClr val="bg1"/>
                  </a:solidFill>
                  <a:latin typeface="隶书" panose="02010509060101010101" pitchFamily="49" charset="-122"/>
                  <a:ea typeface="隶书" panose="02010509060101010101" pitchFamily="49" charset="-122"/>
                </a:rPr>
                <a:t>下 页</a:t>
              </a:r>
              <a:endParaRPr lang="zh-CN" altLang="en-US" sz="1800" b="0" dirty="0">
                <a:solidFill>
                  <a:schemeClr val="bg1"/>
                </a:solidFill>
                <a:latin typeface="隶书" panose="02010509060101010101" pitchFamily="49" charset="-122"/>
                <a:ea typeface="隶书" panose="02010509060101010101" pitchFamily="49" charset="-122"/>
              </a:endParaRPr>
            </a:p>
          </p:txBody>
        </p:sp>
      </p:grpSp>
      <p:grpSp>
        <p:nvGrpSpPr>
          <p:cNvPr id="21509" name="Group 17"/>
          <p:cNvGrpSpPr/>
          <p:nvPr/>
        </p:nvGrpSpPr>
        <p:grpSpPr>
          <a:xfrm>
            <a:off x="7453313" y="6446838"/>
            <a:ext cx="792162" cy="366712"/>
            <a:chOff x="4649" y="4020"/>
            <a:chExt cx="499" cy="231"/>
          </a:xfrm>
        </p:grpSpPr>
        <p:pic>
          <p:nvPicPr>
            <p:cNvPr id="21517" name="Picture 18" descr="78900"/>
            <p:cNvPicPr>
              <a:picLocks noChangeAspect="1"/>
            </p:cNvPicPr>
            <p:nvPr/>
          </p:nvPicPr>
          <p:blipFill>
            <a:blip r:embed="rId1"/>
            <a:stretch>
              <a:fillRect/>
            </a:stretch>
          </p:blipFill>
          <p:spPr>
            <a:xfrm>
              <a:off x="4649" y="4066"/>
              <a:ext cx="499" cy="181"/>
            </a:xfrm>
            <a:prstGeom prst="rect">
              <a:avLst/>
            </a:prstGeom>
            <a:noFill/>
            <a:ln w="9525">
              <a:noFill/>
            </a:ln>
          </p:spPr>
        </p:pic>
        <p:sp>
          <p:nvSpPr>
            <p:cNvPr id="21518" name="Text Box 19">
              <a:hlinkClick r:id="" action="ppaction://hlinkshowjump?jump=previousslide"/>
            </p:cNvPr>
            <p:cNvSpPr txBox="1"/>
            <p:nvPr/>
          </p:nvSpPr>
          <p:spPr>
            <a:xfrm>
              <a:off x="4672" y="4020"/>
              <a:ext cx="476" cy="231"/>
            </a:xfrm>
            <a:prstGeom prst="rect">
              <a:avLst/>
            </a:prstGeom>
            <a:noFill/>
            <a:ln w="9525">
              <a:noFill/>
            </a:ln>
          </p:spPr>
          <p:txBody>
            <a:bodyPr wrap="none">
              <a:spAutoFit/>
            </a:bodyPr>
            <a:p>
              <a:pPr>
                <a:spcBef>
                  <a:spcPct val="50000"/>
                </a:spcBef>
              </a:pPr>
              <a:r>
                <a:rPr lang="zh-CN" altLang="en-US" sz="1800" b="0" dirty="0">
                  <a:solidFill>
                    <a:schemeClr val="bg1"/>
                  </a:solidFill>
                  <a:latin typeface="隶书" panose="02010509060101010101" pitchFamily="49" charset="-122"/>
                  <a:ea typeface="隶书" panose="02010509060101010101" pitchFamily="49" charset="-122"/>
                </a:rPr>
                <a:t>上 页</a:t>
              </a:r>
              <a:endParaRPr lang="zh-CN" altLang="en-US" sz="1800" b="0" dirty="0">
                <a:solidFill>
                  <a:schemeClr val="bg1"/>
                </a:solidFill>
                <a:latin typeface="隶书" panose="02010509060101010101" pitchFamily="49" charset="-122"/>
                <a:ea typeface="隶书" panose="02010509060101010101" pitchFamily="49" charset="-122"/>
              </a:endParaRPr>
            </a:p>
          </p:txBody>
        </p:sp>
      </p:grpSp>
      <p:grpSp>
        <p:nvGrpSpPr>
          <p:cNvPr id="4" name="Group 49"/>
          <p:cNvGrpSpPr/>
          <p:nvPr/>
        </p:nvGrpSpPr>
        <p:grpSpPr>
          <a:xfrm>
            <a:off x="755650" y="404813"/>
            <a:ext cx="1644650" cy="850900"/>
            <a:chOff x="385" y="3022"/>
            <a:chExt cx="1036" cy="536"/>
          </a:xfrm>
        </p:grpSpPr>
        <p:pic>
          <p:nvPicPr>
            <p:cNvPr id="21515" name="Picture 50" descr="123"/>
            <p:cNvPicPr>
              <a:picLocks noChangeAspect="1"/>
            </p:cNvPicPr>
            <p:nvPr/>
          </p:nvPicPr>
          <p:blipFill>
            <a:blip r:embed="rId2"/>
            <a:stretch>
              <a:fillRect/>
            </a:stretch>
          </p:blipFill>
          <p:spPr>
            <a:xfrm>
              <a:off x="385" y="3022"/>
              <a:ext cx="590" cy="536"/>
            </a:xfrm>
            <a:prstGeom prst="rect">
              <a:avLst/>
            </a:prstGeom>
            <a:noFill/>
            <a:ln w="9525">
              <a:noFill/>
            </a:ln>
          </p:spPr>
        </p:pic>
        <p:sp>
          <p:nvSpPr>
            <p:cNvPr id="21516" name="Text Box 51"/>
            <p:cNvSpPr txBox="1"/>
            <p:nvPr/>
          </p:nvSpPr>
          <p:spPr>
            <a:xfrm>
              <a:off x="793" y="3125"/>
              <a:ext cx="628" cy="365"/>
            </a:xfrm>
            <a:prstGeom prst="rect">
              <a:avLst/>
            </a:prstGeom>
            <a:noFill/>
            <a:ln w="9525">
              <a:noFill/>
            </a:ln>
          </p:spPr>
          <p:txBody>
            <a:bodyPr wrap="none">
              <a:spAutoFit/>
            </a:bodyPr>
            <a:p>
              <a:r>
                <a:rPr lang="zh-CN" altLang="en-US" sz="3200" b="0" dirty="0">
                  <a:solidFill>
                    <a:srgbClr val="FA7748"/>
                  </a:solidFill>
                  <a:latin typeface="Times New Roman" panose="02020603050405020304" pitchFamily="18" charset="0"/>
                  <a:ea typeface="华文行楷" panose="02010800040101010101" pitchFamily="2" charset="-122"/>
                </a:rPr>
                <a:t>注意</a:t>
              </a:r>
              <a:endParaRPr lang="zh-CN" altLang="en-US" sz="3200" b="0" dirty="0">
                <a:solidFill>
                  <a:srgbClr val="FA7748"/>
                </a:solidFill>
                <a:latin typeface="Times New Roman" panose="02020603050405020304" pitchFamily="18" charset="0"/>
                <a:ea typeface="华文行楷" panose="02010800040101010101" pitchFamily="2" charset="-122"/>
              </a:endParaRPr>
            </a:p>
          </p:txBody>
        </p:sp>
      </p:grpSp>
      <p:graphicFrame>
        <p:nvGraphicFramePr>
          <p:cNvPr id="118837" name="Object 53"/>
          <p:cNvGraphicFramePr/>
          <p:nvPr/>
        </p:nvGraphicFramePr>
        <p:xfrm>
          <a:off x="1835150" y="2565400"/>
          <a:ext cx="1944688" cy="609600"/>
        </p:xfrm>
        <a:graphic>
          <a:graphicData uri="http://schemas.openxmlformats.org/presentationml/2006/ole">
            <mc:AlternateContent xmlns:mc="http://schemas.openxmlformats.org/markup-compatibility/2006">
              <mc:Choice xmlns:v="urn:schemas-microsoft-com:vml" Requires="v">
                <p:oleObj spid="_x0000_s3160" name="" r:id="rId3" imgW="635000" imgH="203200" progId="Equation.3">
                  <p:embed/>
                </p:oleObj>
              </mc:Choice>
              <mc:Fallback>
                <p:oleObj name="" r:id="rId3" imgW="635000" imgH="203200" progId="Equation.3">
                  <p:embed/>
                  <p:pic>
                    <p:nvPicPr>
                      <p:cNvPr id="0" name="图片 3159"/>
                      <p:cNvPicPr/>
                      <p:nvPr/>
                    </p:nvPicPr>
                    <p:blipFill>
                      <a:blip r:embed="rId4">
                        <a:clrChange>
                          <a:clrFrom>
                            <a:srgbClr val="000000"/>
                          </a:clrFrom>
                          <a:clrTo>
                            <a:srgbClr val="FFFFFF"/>
                          </a:clrTo>
                        </a:clrChange>
                      </a:blip>
                      <a:stretch>
                        <a:fillRect/>
                      </a:stretch>
                    </p:blipFill>
                    <p:spPr>
                      <a:xfrm>
                        <a:off x="1835150" y="2565400"/>
                        <a:ext cx="1944688" cy="609600"/>
                      </a:xfrm>
                      <a:prstGeom prst="rect">
                        <a:avLst/>
                      </a:prstGeom>
                      <a:noFill/>
                      <a:ln w="38100">
                        <a:noFill/>
                        <a:miter/>
                      </a:ln>
                    </p:spPr>
                  </p:pic>
                </p:oleObj>
              </mc:Fallback>
            </mc:AlternateContent>
          </a:graphicData>
        </a:graphic>
      </p:graphicFrame>
      <p:graphicFrame>
        <p:nvGraphicFramePr>
          <p:cNvPr id="118836" name="Object 52"/>
          <p:cNvGraphicFramePr/>
          <p:nvPr/>
        </p:nvGraphicFramePr>
        <p:xfrm>
          <a:off x="4435475" y="2492375"/>
          <a:ext cx="2216150" cy="639763"/>
        </p:xfrm>
        <a:graphic>
          <a:graphicData uri="http://schemas.openxmlformats.org/presentationml/2006/ole">
            <mc:AlternateContent xmlns:mc="http://schemas.openxmlformats.org/markup-compatibility/2006">
              <mc:Choice xmlns:v="urn:schemas-microsoft-com:vml" Requires="v">
                <p:oleObj spid="_x0000_s3156" name="" r:id="rId5" imgW="824865" imgH="241300" progId="Equation.3">
                  <p:embed/>
                </p:oleObj>
              </mc:Choice>
              <mc:Fallback>
                <p:oleObj name="" r:id="rId5" imgW="824865" imgH="241300" progId="Equation.3">
                  <p:embed/>
                  <p:pic>
                    <p:nvPicPr>
                      <p:cNvPr id="0" name="图片 3155"/>
                      <p:cNvPicPr/>
                      <p:nvPr/>
                    </p:nvPicPr>
                    <p:blipFill>
                      <a:blip r:embed="rId6">
                        <a:clrChange>
                          <a:clrFrom>
                            <a:srgbClr val="000000"/>
                          </a:clrFrom>
                          <a:clrTo>
                            <a:srgbClr val="FFFFFF"/>
                          </a:clrTo>
                        </a:clrChange>
                      </a:blip>
                      <a:stretch>
                        <a:fillRect/>
                      </a:stretch>
                    </p:blipFill>
                    <p:spPr>
                      <a:xfrm>
                        <a:off x="4435475" y="2492375"/>
                        <a:ext cx="2216150" cy="639763"/>
                      </a:xfrm>
                      <a:prstGeom prst="rect">
                        <a:avLst/>
                      </a:prstGeom>
                      <a:noFill/>
                      <a:ln w="38100">
                        <a:noFill/>
                        <a:miter/>
                      </a:ln>
                    </p:spPr>
                  </p:pic>
                </p:oleObj>
              </mc:Fallback>
            </mc:AlternateContent>
          </a:graphicData>
        </a:graphic>
      </p:graphicFrame>
      <p:sp>
        <p:nvSpPr>
          <p:cNvPr id="118852" name="Rectangle 68"/>
          <p:cNvSpPr/>
          <p:nvPr/>
        </p:nvSpPr>
        <p:spPr>
          <a:xfrm>
            <a:off x="1116013" y="1052513"/>
            <a:ext cx="7632700" cy="1373187"/>
          </a:xfrm>
          <a:prstGeom prst="rect">
            <a:avLst/>
          </a:prstGeom>
          <a:noFill/>
          <a:ln w="9525">
            <a:noFill/>
          </a:ln>
        </p:spPr>
        <p:txBody>
          <a:bodyPr>
            <a:spAutoFit/>
          </a:bodyPr>
          <a:p>
            <a:pPr marL="342900" indent="-342900">
              <a:buAutoNum type="circleNumDbPlain" startAt="3"/>
            </a:pPr>
            <a:r>
              <a:rPr lang="zh-CN" altLang="en-US" dirty="0">
                <a:latin typeface="楷体_GB2312" pitchFamily="49" charset="-122"/>
              </a:rPr>
              <a:t>一端口</a:t>
            </a:r>
            <a:r>
              <a:rPr lang="en-US" altLang="zh-CN" b="0" dirty="0">
                <a:solidFill>
                  <a:schemeClr val="bg1"/>
                </a:solidFill>
                <a:latin typeface="Times New Roman" panose="02020603050405020304" pitchFamily="18" charset="0"/>
              </a:rPr>
              <a:t>N</a:t>
            </a:r>
            <a:r>
              <a:rPr lang="en-US" altLang="zh-CN" b="0" baseline="-25000" dirty="0">
                <a:solidFill>
                  <a:schemeClr val="bg1"/>
                </a:solidFill>
                <a:latin typeface="Times New Roman" panose="02020603050405020304" pitchFamily="18" charset="0"/>
              </a:rPr>
              <a:t>0</a:t>
            </a:r>
            <a:r>
              <a:rPr lang="zh-CN" altLang="en-US" dirty="0">
                <a:latin typeface="楷体_GB2312" pitchFamily="49" charset="-122"/>
              </a:rPr>
              <a:t>的两种参数</a:t>
            </a:r>
            <a:r>
              <a:rPr lang="en-US" altLang="zh-CN" b="0" i="1" dirty="0">
                <a:solidFill>
                  <a:schemeClr val="bg1"/>
                </a:solidFill>
                <a:latin typeface="Times New Roman" panose="02020603050405020304" pitchFamily="18" charset="0"/>
              </a:rPr>
              <a:t>Z</a:t>
            </a:r>
            <a:r>
              <a:rPr lang="zh-CN" altLang="en-US" dirty="0">
                <a:latin typeface="楷体_GB2312" pitchFamily="49" charset="-122"/>
              </a:rPr>
              <a:t>和</a:t>
            </a:r>
            <a:r>
              <a:rPr lang="en-US" altLang="zh-CN" b="0" i="1" dirty="0">
                <a:solidFill>
                  <a:schemeClr val="bg1"/>
                </a:solidFill>
                <a:latin typeface="Times New Roman" panose="02020603050405020304" pitchFamily="18" charset="0"/>
              </a:rPr>
              <a:t>Y</a:t>
            </a:r>
            <a:r>
              <a:rPr lang="zh-CN" altLang="en-US" dirty="0">
                <a:latin typeface="楷体_GB2312" pitchFamily="49" charset="-122"/>
              </a:rPr>
              <a:t>具有同等效用，彼此可以等效互换，其极坐标形式表示的互换条件为</a:t>
            </a:r>
            <a:endParaRPr lang="zh-CN" altLang="en-US" dirty="0">
              <a:latin typeface="楷体_GB2312" pitchFamily="49" charset="-122"/>
            </a:endParaRPr>
          </a:p>
        </p:txBody>
      </p:sp>
      <p:grpSp>
        <p:nvGrpSpPr>
          <p:cNvPr id="21512" name="Group 72"/>
          <p:cNvGrpSpPr/>
          <p:nvPr/>
        </p:nvGrpSpPr>
        <p:grpSpPr>
          <a:xfrm>
            <a:off x="6588125" y="6446838"/>
            <a:ext cx="792163" cy="366712"/>
            <a:chOff x="4649" y="4020"/>
            <a:chExt cx="499" cy="231"/>
          </a:xfrm>
        </p:grpSpPr>
        <p:pic>
          <p:nvPicPr>
            <p:cNvPr id="21513" name="Picture 73" descr="78900"/>
            <p:cNvPicPr>
              <a:picLocks noChangeAspect="1"/>
            </p:cNvPicPr>
            <p:nvPr/>
          </p:nvPicPr>
          <p:blipFill>
            <a:blip r:embed="rId1"/>
            <a:stretch>
              <a:fillRect/>
            </a:stretch>
          </p:blipFill>
          <p:spPr>
            <a:xfrm>
              <a:off x="4649" y="4066"/>
              <a:ext cx="499" cy="181"/>
            </a:xfrm>
            <a:prstGeom prst="rect">
              <a:avLst/>
            </a:prstGeom>
            <a:noFill/>
            <a:ln w="9525">
              <a:noFill/>
            </a:ln>
          </p:spPr>
        </p:pic>
        <p:sp>
          <p:nvSpPr>
            <p:cNvPr id="21514" name="Text Box 74">
              <a:hlinkClick r:id="" action="ppaction://hlinkshowjump?jump=firstslide"/>
            </p:cNvPr>
            <p:cNvSpPr txBox="1"/>
            <p:nvPr/>
          </p:nvSpPr>
          <p:spPr>
            <a:xfrm>
              <a:off x="4672" y="4020"/>
              <a:ext cx="476" cy="231"/>
            </a:xfrm>
            <a:prstGeom prst="rect">
              <a:avLst/>
            </a:prstGeom>
            <a:noFill/>
            <a:ln w="9525">
              <a:noFill/>
            </a:ln>
          </p:spPr>
          <p:txBody>
            <a:bodyPr wrap="none">
              <a:spAutoFit/>
            </a:bodyPr>
            <a:p>
              <a:pPr>
                <a:spcBef>
                  <a:spcPct val="50000"/>
                </a:spcBef>
              </a:pPr>
              <a:r>
                <a:rPr lang="zh-CN" altLang="en-US" sz="1800" b="0" dirty="0">
                  <a:solidFill>
                    <a:schemeClr val="bg1"/>
                  </a:solidFill>
                  <a:latin typeface="隶书" panose="02010509060101010101" pitchFamily="49" charset="-122"/>
                  <a:ea typeface="隶书" panose="02010509060101010101" pitchFamily="49" charset="-122"/>
                </a:rPr>
                <a:t>返 回</a:t>
              </a:r>
              <a:endParaRPr lang="zh-CN" altLang="en-US" sz="1800" b="0" dirty="0">
                <a:solidFill>
                  <a:schemeClr val="bg1"/>
                </a:solidFill>
                <a:latin typeface="隶书" panose="02010509060101010101" pitchFamily="49" charset="-122"/>
                <a:ea typeface="隶书" panose="02010509060101010101" pitchFamily="49" charset="-122"/>
              </a:endParaRP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 presetClass="entr" presetSubtype="10" fill="hold" nodeType="with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blinds(horizontal)">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16" presetClass="entr" presetSubtype="26" fill="hold" grpId="0" nodeType="clickEffect">
                                  <p:stCondLst>
                                    <p:cond delay="0"/>
                                  </p:stCondLst>
                                  <p:childTnLst>
                                    <p:set>
                                      <p:cBhvr>
                                        <p:cTn id="11" dur="1" fill="hold">
                                          <p:stCondLst>
                                            <p:cond delay="0"/>
                                          </p:stCondLst>
                                        </p:cTn>
                                        <p:tgtEl>
                                          <p:spTgt spid="118852"/>
                                        </p:tgtEl>
                                        <p:attrNameLst>
                                          <p:attrName>style.visibility</p:attrName>
                                        </p:attrNameLst>
                                      </p:cBhvr>
                                      <p:to>
                                        <p:strVal val="visible"/>
                                      </p:to>
                                    </p:set>
                                    <p:animEffect transition="in" filter="barn(inHorizontal)">
                                      <p:cBhvr>
                                        <p:cTn id="12" dur="500"/>
                                        <p:tgtEl>
                                          <p:spTgt spid="118852"/>
                                        </p:tgtEl>
                                      </p:cBhvr>
                                    </p:animEffect>
                                  </p:childTnLst>
                                </p:cTn>
                              </p:par>
                            </p:childTnLst>
                          </p:cTn>
                        </p:par>
                        <p:par>
                          <p:cTn id="13" fill="hold">
                            <p:stCondLst>
                              <p:cond delay="500"/>
                            </p:stCondLst>
                            <p:childTnLst>
                              <p:par>
                                <p:cTn id="14" presetID="51" presetClass="entr" presetSubtype="0" fill="hold" nodeType="afterEffect">
                                  <p:stCondLst>
                                    <p:cond delay="0"/>
                                  </p:stCondLst>
                                  <p:childTnLst>
                                    <p:set>
                                      <p:cBhvr>
                                        <p:cTn id="15" dur="1" fill="hold">
                                          <p:stCondLst>
                                            <p:cond delay="0"/>
                                          </p:stCondLst>
                                        </p:cTn>
                                        <p:tgtEl>
                                          <p:spTgt spid="118837"/>
                                        </p:tgtEl>
                                        <p:attrNameLst>
                                          <p:attrName>style.visibility</p:attrName>
                                        </p:attrNameLst>
                                      </p:cBhvr>
                                      <p:to>
                                        <p:strVal val="visible"/>
                                      </p:to>
                                    </p:set>
                                    <p:animEffect transition="in" filter="fade">
                                      <p:cBhvr>
                                        <p:cTn id="16" dur="770" decel="100000"/>
                                        <p:tgtEl>
                                          <p:spTgt spid="118837"/>
                                        </p:tgtEl>
                                      </p:cBhvr>
                                    </p:animEffect>
                                    <p:animScale>
                                      <p:cBhvr>
                                        <p:cTn id="17" dur="770" decel="100000"/>
                                        <p:tgtEl>
                                          <p:spTgt spid="118837"/>
                                        </p:tgtEl>
                                      </p:cBhvr>
                                      <p:from x="10000" y="10000"/>
                                      <p:to x="200000" y="450000"/>
                                    </p:animScale>
                                    <p:animScale>
                                      <p:cBhvr>
                                        <p:cTn id="18" dur="1230" accel="100000" fill="hold">
                                          <p:stCondLst>
                                            <p:cond delay="770"/>
                                          </p:stCondLst>
                                        </p:cTn>
                                        <p:tgtEl>
                                          <p:spTgt spid="118837"/>
                                        </p:tgtEl>
                                      </p:cBhvr>
                                      <p:from x="200000" y="450000"/>
                                      <p:to x="100000" y="100000"/>
                                    </p:animScale>
                                    <p:set>
                                      <p:cBhvr>
                                        <p:cTn id="19" dur="770" fill="hold"/>
                                        <p:tgtEl>
                                          <p:spTgt spid="118837"/>
                                        </p:tgtEl>
                                        <p:attrNameLst>
                                          <p:attrName>ppt_x</p:attrName>
                                        </p:attrNameLst>
                                      </p:cBhvr>
                                      <p:to>
                                        <p:strVal val="(0.5)"/>
                                      </p:to>
                                    </p:set>
                                    <p:anim from="(0.5)" to="(#ppt_x)" calcmode="lin" valueType="num">
                                      <p:cBhvr>
                                        <p:cTn id="20" dur="1230" accel="100000" fill="hold">
                                          <p:stCondLst>
                                            <p:cond delay="770"/>
                                          </p:stCondLst>
                                        </p:cTn>
                                        <p:tgtEl>
                                          <p:spTgt spid="118837"/>
                                        </p:tgtEl>
                                        <p:attrNameLst>
                                          <p:attrName>ppt_x</p:attrName>
                                        </p:attrNameLst>
                                      </p:cBhvr>
                                    </p:anim>
                                    <p:set>
                                      <p:cBhvr>
                                        <p:cTn id="21" dur="770" fill="hold"/>
                                        <p:tgtEl>
                                          <p:spTgt spid="118837"/>
                                        </p:tgtEl>
                                        <p:attrNameLst>
                                          <p:attrName>ppt_y</p:attrName>
                                        </p:attrNameLst>
                                      </p:cBhvr>
                                      <p:to>
                                        <p:strVal val="(#ppt_y+0.4)"/>
                                      </p:to>
                                    </p:set>
                                    <p:anim from="(#ppt_y+0.4)" to="(#ppt_y)" calcmode="lin" valueType="num">
                                      <p:cBhvr>
                                        <p:cTn id="22" dur="1230" accel="100000" fill="hold">
                                          <p:stCondLst>
                                            <p:cond delay="770"/>
                                          </p:stCondLst>
                                        </p:cTn>
                                        <p:tgtEl>
                                          <p:spTgt spid="118837"/>
                                        </p:tgtEl>
                                        <p:attrNameLst>
                                          <p:attrName>ppt_y</p:attrName>
                                        </p:attrNameLst>
                                      </p:cBhvr>
                                    </p:anim>
                                  </p:childTnLst>
                                </p:cTn>
                              </p:par>
                            </p:childTnLst>
                          </p:cTn>
                        </p:par>
                        <p:par>
                          <p:cTn id="23" fill="hold">
                            <p:stCondLst>
                              <p:cond delay="2500"/>
                            </p:stCondLst>
                            <p:childTnLst>
                              <p:par>
                                <p:cTn id="24" presetID="51" presetClass="entr" presetSubtype="0" fill="hold" nodeType="afterEffect">
                                  <p:stCondLst>
                                    <p:cond delay="0"/>
                                  </p:stCondLst>
                                  <p:childTnLst>
                                    <p:set>
                                      <p:cBhvr>
                                        <p:cTn id="25" dur="1" fill="hold">
                                          <p:stCondLst>
                                            <p:cond delay="0"/>
                                          </p:stCondLst>
                                        </p:cTn>
                                        <p:tgtEl>
                                          <p:spTgt spid="118836"/>
                                        </p:tgtEl>
                                        <p:attrNameLst>
                                          <p:attrName>style.visibility</p:attrName>
                                        </p:attrNameLst>
                                      </p:cBhvr>
                                      <p:to>
                                        <p:strVal val="visible"/>
                                      </p:to>
                                    </p:set>
                                    <p:animEffect transition="in" filter="fade">
                                      <p:cBhvr>
                                        <p:cTn id="26" dur="770" decel="100000"/>
                                        <p:tgtEl>
                                          <p:spTgt spid="118836"/>
                                        </p:tgtEl>
                                      </p:cBhvr>
                                    </p:animEffect>
                                    <p:animScale>
                                      <p:cBhvr>
                                        <p:cTn id="27" dur="770" decel="100000"/>
                                        <p:tgtEl>
                                          <p:spTgt spid="118836"/>
                                        </p:tgtEl>
                                      </p:cBhvr>
                                      <p:from x="10000" y="10000"/>
                                      <p:to x="200000" y="450000"/>
                                    </p:animScale>
                                    <p:animScale>
                                      <p:cBhvr>
                                        <p:cTn id="28" dur="1230" accel="100000" fill="hold">
                                          <p:stCondLst>
                                            <p:cond delay="770"/>
                                          </p:stCondLst>
                                        </p:cTn>
                                        <p:tgtEl>
                                          <p:spTgt spid="118836"/>
                                        </p:tgtEl>
                                      </p:cBhvr>
                                      <p:from x="200000" y="450000"/>
                                      <p:to x="100000" y="100000"/>
                                    </p:animScale>
                                    <p:set>
                                      <p:cBhvr>
                                        <p:cTn id="29" dur="770" fill="hold"/>
                                        <p:tgtEl>
                                          <p:spTgt spid="118836"/>
                                        </p:tgtEl>
                                        <p:attrNameLst>
                                          <p:attrName>ppt_x</p:attrName>
                                        </p:attrNameLst>
                                      </p:cBhvr>
                                      <p:to>
                                        <p:strVal val="(0.5)"/>
                                      </p:to>
                                    </p:set>
                                    <p:anim from="(0.5)" to="(#ppt_x)" calcmode="lin" valueType="num">
                                      <p:cBhvr>
                                        <p:cTn id="30" dur="1230" accel="100000" fill="hold">
                                          <p:stCondLst>
                                            <p:cond delay="770"/>
                                          </p:stCondLst>
                                        </p:cTn>
                                        <p:tgtEl>
                                          <p:spTgt spid="118836"/>
                                        </p:tgtEl>
                                        <p:attrNameLst>
                                          <p:attrName>ppt_x</p:attrName>
                                        </p:attrNameLst>
                                      </p:cBhvr>
                                    </p:anim>
                                    <p:set>
                                      <p:cBhvr>
                                        <p:cTn id="31" dur="770" fill="hold"/>
                                        <p:tgtEl>
                                          <p:spTgt spid="118836"/>
                                        </p:tgtEl>
                                        <p:attrNameLst>
                                          <p:attrName>ppt_y</p:attrName>
                                        </p:attrNameLst>
                                      </p:cBhvr>
                                      <p:to>
                                        <p:strVal val="(#ppt_y+0.4)"/>
                                      </p:to>
                                    </p:set>
                                    <p:anim from="(#ppt_y+0.4)" to="(#ppt_y)" calcmode="lin" valueType="num">
                                      <p:cBhvr>
                                        <p:cTn id="32" dur="1230" accel="100000" fill="hold">
                                          <p:stCondLst>
                                            <p:cond delay="770"/>
                                          </p:stCondLst>
                                        </p:cTn>
                                        <p:tgtEl>
                                          <p:spTgt spid="118836"/>
                                        </p:tgtEl>
                                        <p:attrNameLst>
                                          <p:attrName>ppt_y</p:attrName>
                                        </p:attrNameLst>
                                      </p:cBhvr>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8852" grpId="0"/>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3250" name="Text Box 2"/>
          <p:cNvSpPr txBox="1"/>
          <p:nvPr/>
        </p:nvSpPr>
        <p:spPr>
          <a:xfrm>
            <a:off x="468313" y="476250"/>
            <a:ext cx="8243887" cy="579438"/>
          </a:xfrm>
          <a:prstGeom prst="rect">
            <a:avLst/>
          </a:prstGeom>
          <a:noFill/>
          <a:ln w="9525">
            <a:noFill/>
          </a:ln>
        </p:spPr>
        <p:txBody>
          <a:bodyPr>
            <a:spAutoFit/>
          </a:bodyPr>
          <a:p>
            <a:r>
              <a:rPr lang="en-US" altLang="zh-CN" sz="3200" b="0" dirty="0">
                <a:solidFill>
                  <a:schemeClr val="bg1"/>
                </a:solidFill>
                <a:latin typeface="Times New Roman" panose="02020603050405020304" pitchFamily="18" charset="0"/>
              </a:rPr>
              <a:t>6.</a:t>
            </a:r>
            <a:r>
              <a:rPr lang="en-US" altLang="zh-CN" sz="3200" dirty="0">
                <a:solidFill>
                  <a:schemeClr val="bg1"/>
                </a:solidFill>
                <a:latin typeface="楷体_GB2312" pitchFamily="49" charset="-122"/>
              </a:rPr>
              <a:t> </a:t>
            </a:r>
            <a:r>
              <a:rPr lang="zh-CN" altLang="en-US" sz="3200" dirty="0">
                <a:solidFill>
                  <a:schemeClr val="bg1"/>
                </a:solidFill>
                <a:latin typeface="楷体_GB2312" pitchFamily="49" charset="-122"/>
              </a:rPr>
              <a:t>阻抗（导纳）的串联和并联</a:t>
            </a:r>
            <a:endParaRPr lang="zh-CN" altLang="en-US" sz="3200" dirty="0">
              <a:solidFill>
                <a:schemeClr val="bg1"/>
              </a:solidFill>
              <a:latin typeface="楷体_GB2312" pitchFamily="49" charset="-122"/>
            </a:endParaRPr>
          </a:p>
        </p:txBody>
      </p:sp>
      <p:graphicFrame>
        <p:nvGraphicFramePr>
          <p:cNvPr id="53278" name="Object 30"/>
          <p:cNvGraphicFramePr/>
          <p:nvPr/>
        </p:nvGraphicFramePr>
        <p:xfrm>
          <a:off x="611188" y="3933825"/>
          <a:ext cx="7691437" cy="601663"/>
        </p:xfrm>
        <a:graphic>
          <a:graphicData uri="http://schemas.openxmlformats.org/presentationml/2006/ole">
            <mc:AlternateContent xmlns:mc="http://schemas.openxmlformats.org/markup-compatibility/2006">
              <mc:Choice xmlns:v="urn:schemas-microsoft-com:vml" Requires="v">
                <p:oleObj spid="_x0000_s3157" name="" r:id="rId1" imgW="3449955" imgH="266065" progId="Equation.3">
                  <p:embed/>
                </p:oleObj>
              </mc:Choice>
              <mc:Fallback>
                <p:oleObj name="" r:id="rId1" imgW="3449955" imgH="266065" progId="Equation.3">
                  <p:embed/>
                  <p:pic>
                    <p:nvPicPr>
                      <p:cNvPr id="0" name="图片 3156"/>
                      <p:cNvPicPr/>
                      <p:nvPr/>
                    </p:nvPicPr>
                    <p:blipFill>
                      <a:blip r:embed="rId2">
                        <a:clrChange>
                          <a:clrFrom>
                            <a:srgbClr val="000000"/>
                          </a:clrFrom>
                          <a:clrTo>
                            <a:srgbClr val="FFFFFF"/>
                          </a:clrTo>
                        </a:clrChange>
                      </a:blip>
                      <a:stretch>
                        <a:fillRect/>
                      </a:stretch>
                    </p:blipFill>
                    <p:spPr>
                      <a:xfrm>
                        <a:off x="611188" y="3933825"/>
                        <a:ext cx="7691437" cy="601663"/>
                      </a:xfrm>
                      <a:prstGeom prst="rect">
                        <a:avLst/>
                      </a:prstGeom>
                      <a:noFill/>
                      <a:ln w="38100">
                        <a:noFill/>
                        <a:miter/>
                      </a:ln>
                    </p:spPr>
                  </p:pic>
                </p:oleObj>
              </mc:Fallback>
            </mc:AlternateContent>
          </a:graphicData>
        </a:graphic>
      </p:graphicFrame>
      <p:sp>
        <p:nvSpPr>
          <p:cNvPr id="53288" name="Line 40"/>
          <p:cNvSpPr/>
          <p:nvPr/>
        </p:nvSpPr>
        <p:spPr>
          <a:xfrm>
            <a:off x="4859338" y="2852738"/>
            <a:ext cx="720725" cy="0"/>
          </a:xfrm>
          <a:prstGeom prst="line">
            <a:avLst/>
          </a:prstGeom>
          <a:ln w="76200" cap="flat" cmpd="sng">
            <a:solidFill>
              <a:srgbClr val="0066FF"/>
            </a:solidFill>
            <a:prstDash val="solid"/>
            <a:headEnd type="none" w="med" len="med"/>
            <a:tailEnd type="triangle" w="med" len="med"/>
          </a:ln>
        </p:spPr>
      </p:sp>
      <p:graphicFrame>
        <p:nvGraphicFramePr>
          <p:cNvPr id="53291" name="Object 43"/>
          <p:cNvGraphicFramePr/>
          <p:nvPr/>
        </p:nvGraphicFramePr>
        <p:xfrm>
          <a:off x="7164388" y="4724400"/>
          <a:ext cx="1663700" cy="1028700"/>
        </p:xfrm>
        <a:graphic>
          <a:graphicData uri="http://schemas.openxmlformats.org/presentationml/2006/ole">
            <mc:AlternateContent xmlns:mc="http://schemas.openxmlformats.org/markup-compatibility/2006">
              <mc:Choice xmlns:v="urn:schemas-microsoft-com:vml" Requires="v">
                <p:oleObj spid="_x0000_s3158" name="" r:id="rId3" imgW="723900" imgH="444500" progId="Equation.3">
                  <p:embed/>
                </p:oleObj>
              </mc:Choice>
              <mc:Fallback>
                <p:oleObj name="" r:id="rId3" imgW="723900" imgH="444500" progId="Equation.3">
                  <p:embed/>
                  <p:pic>
                    <p:nvPicPr>
                      <p:cNvPr id="0" name="图片 3157"/>
                      <p:cNvPicPr/>
                      <p:nvPr/>
                    </p:nvPicPr>
                    <p:blipFill>
                      <a:blip r:embed="rId4">
                        <a:clrChange>
                          <a:clrFrom>
                            <a:srgbClr val="000000"/>
                          </a:clrFrom>
                          <a:clrTo>
                            <a:srgbClr val="333399"/>
                          </a:clrTo>
                        </a:clrChange>
                      </a:blip>
                      <a:stretch>
                        <a:fillRect/>
                      </a:stretch>
                    </p:blipFill>
                    <p:spPr>
                      <a:xfrm>
                        <a:off x="7164388" y="4724400"/>
                        <a:ext cx="1663700" cy="1028700"/>
                      </a:xfrm>
                      <a:prstGeom prst="rect">
                        <a:avLst/>
                      </a:prstGeom>
                      <a:gradFill rotWithShape="1">
                        <a:gsLst>
                          <a:gs pos="0">
                            <a:srgbClr val="FFCC00"/>
                          </a:gs>
                          <a:gs pos="100000">
                            <a:schemeClr val="bg1"/>
                          </a:gs>
                        </a:gsLst>
                        <a:lin ang="5400000" scaled="1"/>
                        <a:tileRect/>
                      </a:gradFill>
                      <a:ln w="38100">
                        <a:noFill/>
                        <a:miter/>
                      </a:ln>
                    </p:spPr>
                  </p:pic>
                </p:oleObj>
              </mc:Fallback>
            </mc:AlternateContent>
          </a:graphicData>
        </a:graphic>
      </p:graphicFrame>
      <p:grpSp>
        <p:nvGrpSpPr>
          <p:cNvPr id="2" name="Group 46"/>
          <p:cNvGrpSpPr/>
          <p:nvPr/>
        </p:nvGrpSpPr>
        <p:grpSpPr>
          <a:xfrm>
            <a:off x="5076825" y="4868863"/>
            <a:ext cx="2016125" cy="647700"/>
            <a:chOff x="3379" y="2251"/>
            <a:chExt cx="998" cy="408"/>
          </a:xfrm>
        </p:grpSpPr>
        <p:sp>
          <p:nvSpPr>
            <p:cNvPr id="22578" name="Line 44"/>
            <p:cNvSpPr/>
            <p:nvPr/>
          </p:nvSpPr>
          <p:spPr>
            <a:xfrm>
              <a:off x="3379" y="2659"/>
              <a:ext cx="907" cy="0"/>
            </a:xfrm>
            <a:prstGeom prst="line">
              <a:avLst/>
            </a:prstGeom>
            <a:ln w="76200" cap="flat" cmpd="sng">
              <a:solidFill>
                <a:srgbClr val="0066FF"/>
              </a:solidFill>
              <a:prstDash val="solid"/>
              <a:headEnd type="none" w="med" len="med"/>
              <a:tailEnd type="triangle" w="med" len="med"/>
            </a:ln>
          </p:spPr>
        </p:sp>
        <p:sp>
          <p:nvSpPr>
            <p:cNvPr id="22579" name="Text Box 45"/>
            <p:cNvSpPr txBox="1"/>
            <p:nvPr/>
          </p:nvSpPr>
          <p:spPr>
            <a:xfrm>
              <a:off x="3379" y="2251"/>
              <a:ext cx="998" cy="327"/>
            </a:xfrm>
            <a:prstGeom prst="rect">
              <a:avLst/>
            </a:prstGeom>
            <a:noFill/>
            <a:ln w="9525">
              <a:noFill/>
            </a:ln>
          </p:spPr>
          <p:txBody>
            <a:bodyPr>
              <a:spAutoFit/>
            </a:bodyPr>
            <a:p>
              <a:pPr>
                <a:spcBef>
                  <a:spcPct val="50000"/>
                </a:spcBef>
              </a:pPr>
              <a:r>
                <a:rPr lang="zh-CN" altLang="en-US" dirty="0">
                  <a:solidFill>
                    <a:srgbClr val="FF9900"/>
                  </a:solidFill>
                  <a:latin typeface="Arial" panose="020B0604020202020204" pitchFamily="34" charset="0"/>
                </a:rPr>
                <a:t>分压公式</a:t>
              </a:r>
              <a:endParaRPr lang="zh-CN" altLang="en-US" dirty="0">
                <a:solidFill>
                  <a:srgbClr val="FF9900"/>
                </a:solidFill>
                <a:latin typeface="Arial" panose="020B0604020202020204" pitchFamily="34" charset="0"/>
              </a:endParaRPr>
            </a:p>
          </p:txBody>
        </p:sp>
      </p:grpSp>
      <p:graphicFrame>
        <p:nvGraphicFramePr>
          <p:cNvPr id="53296" name="Object 48"/>
          <p:cNvGraphicFramePr/>
          <p:nvPr/>
        </p:nvGraphicFramePr>
        <p:xfrm>
          <a:off x="539750" y="4724400"/>
          <a:ext cx="4392613" cy="1095375"/>
        </p:xfrm>
        <a:graphic>
          <a:graphicData uri="http://schemas.openxmlformats.org/presentationml/2006/ole">
            <mc:AlternateContent xmlns:mc="http://schemas.openxmlformats.org/markup-compatibility/2006">
              <mc:Choice xmlns:v="urn:schemas-microsoft-com:vml" Requires="v">
                <p:oleObj spid="_x0000_s3159" name="" r:id="rId5" imgW="1790065" imgH="444500" progId="Equation.3">
                  <p:embed/>
                </p:oleObj>
              </mc:Choice>
              <mc:Fallback>
                <p:oleObj name="" r:id="rId5" imgW="1790065" imgH="444500" progId="Equation.3">
                  <p:embed/>
                  <p:pic>
                    <p:nvPicPr>
                      <p:cNvPr id="0" name="图片 3158"/>
                      <p:cNvPicPr/>
                      <p:nvPr/>
                    </p:nvPicPr>
                    <p:blipFill>
                      <a:blip r:embed="rId6">
                        <a:clrChange>
                          <a:clrFrom>
                            <a:srgbClr val="000000"/>
                          </a:clrFrom>
                          <a:clrTo>
                            <a:srgbClr val="990033"/>
                          </a:clrTo>
                        </a:clrChange>
                      </a:blip>
                      <a:stretch>
                        <a:fillRect/>
                      </a:stretch>
                    </p:blipFill>
                    <p:spPr>
                      <a:xfrm>
                        <a:off x="539750" y="4724400"/>
                        <a:ext cx="4392613" cy="1095375"/>
                      </a:xfrm>
                      <a:prstGeom prst="rect">
                        <a:avLst/>
                      </a:prstGeom>
                      <a:gradFill rotWithShape="1">
                        <a:gsLst>
                          <a:gs pos="0">
                            <a:srgbClr val="0099FF"/>
                          </a:gs>
                          <a:gs pos="50000">
                            <a:schemeClr val="bg1"/>
                          </a:gs>
                          <a:gs pos="100000">
                            <a:srgbClr val="0099FF"/>
                          </a:gs>
                        </a:gsLst>
                        <a:lin ang="5400000" scaled="1"/>
                        <a:tileRect/>
                      </a:gradFill>
                      <a:ln w="38100">
                        <a:noFill/>
                        <a:miter/>
                      </a:ln>
                    </p:spPr>
                  </p:pic>
                </p:oleObj>
              </mc:Fallback>
            </mc:AlternateContent>
          </a:graphicData>
        </a:graphic>
      </p:graphicFrame>
      <p:sp>
        <p:nvSpPr>
          <p:cNvPr id="53303" name="Text Box 55"/>
          <p:cNvSpPr txBox="1"/>
          <p:nvPr/>
        </p:nvSpPr>
        <p:spPr>
          <a:xfrm>
            <a:off x="684213" y="1196975"/>
            <a:ext cx="2844800" cy="579438"/>
          </a:xfrm>
          <a:prstGeom prst="rect">
            <a:avLst/>
          </a:prstGeom>
          <a:noFill/>
          <a:ln w="9525">
            <a:noFill/>
          </a:ln>
        </p:spPr>
        <p:txBody>
          <a:bodyPr wrap="none" lIns="198000" rIns="198000">
            <a:spAutoFit/>
          </a:bodyPr>
          <a:p>
            <a:pPr marL="342900" indent="-342900">
              <a:buAutoNum type="circleNumDbPlain"/>
            </a:pPr>
            <a:r>
              <a:rPr lang="zh-CN" altLang="en-US" sz="3200" dirty="0">
                <a:solidFill>
                  <a:schemeClr val="bg1"/>
                </a:solidFill>
                <a:latin typeface="楷体_GB2312" pitchFamily="49" charset="-122"/>
              </a:rPr>
              <a:t>阻抗的串联</a:t>
            </a:r>
            <a:endParaRPr lang="zh-CN" altLang="en-US" sz="3200" dirty="0">
              <a:latin typeface="楷体_GB2312" pitchFamily="49" charset="-122"/>
            </a:endParaRPr>
          </a:p>
        </p:txBody>
      </p:sp>
      <p:grpSp>
        <p:nvGrpSpPr>
          <p:cNvPr id="22541" name="Group 60"/>
          <p:cNvGrpSpPr/>
          <p:nvPr/>
        </p:nvGrpSpPr>
        <p:grpSpPr>
          <a:xfrm>
            <a:off x="8316913" y="6446838"/>
            <a:ext cx="792162" cy="366712"/>
            <a:chOff x="5193" y="4020"/>
            <a:chExt cx="499" cy="231"/>
          </a:xfrm>
        </p:grpSpPr>
        <p:pic>
          <p:nvPicPr>
            <p:cNvPr id="22576" name="Picture 61" descr="78900"/>
            <p:cNvPicPr>
              <a:picLocks noChangeAspect="1"/>
            </p:cNvPicPr>
            <p:nvPr/>
          </p:nvPicPr>
          <p:blipFill>
            <a:blip r:embed="rId7"/>
            <a:stretch>
              <a:fillRect/>
            </a:stretch>
          </p:blipFill>
          <p:spPr>
            <a:xfrm>
              <a:off x="5193" y="4066"/>
              <a:ext cx="499" cy="181"/>
            </a:xfrm>
            <a:prstGeom prst="rect">
              <a:avLst/>
            </a:prstGeom>
            <a:noFill/>
            <a:ln w="9525">
              <a:noFill/>
            </a:ln>
          </p:spPr>
        </p:pic>
        <p:sp>
          <p:nvSpPr>
            <p:cNvPr id="22577" name="Text Box 62">
              <a:hlinkClick r:id="" action="ppaction://hlinkshowjump?jump=nextslide"/>
            </p:cNvPr>
            <p:cNvSpPr txBox="1"/>
            <p:nvPr/>
          </p:nvSpPr>
          <p:spPr>
            <a:xfrm>
              <a:off x="5216" y="4020"/>
              <a:ext cx="476" cy="231"/>
            </a:xfrm>
            <a:prstGeom prst="rect">
              <a:avLst/>
            </a:prstGeom>
            <a:noFill/>
            <a:ln w="9525">
              <a:noFill/>
            </a:ln>
          </p:spPr>
          <p:txBody>
            <a:bodyPr wrap="none">
              <a:spAutoFit/>
            </a:bodyPr>
            <a:p>
              <a:pPr>
                <a:spcBef>
                  <a:spcPct val="50000"/>
                </a:spcBef>
              </a:pPr>
              <a:r>
                <a:rPr lang="zh-CN" altLang="en-US" sz="1800" b="0" dirty="0">
                  <a:solidFill>
                    <a:schemeClr val="bg1"/>
                  </a:solidFill>
                  <a:latin typeface="隶书" panose="02010509060101010101" pitchFamily="49" charset="-122"/>
                  <a:ea typeface="隶书" panose="02010509060101010101" pitchFamily="49" charset="-122"/>
                </a:rPr>
                <a:t>下 页</a:t>
              </a:r>
              <a:endParaRPr lang="zh-CN" altLang="en-US" sz="1800" b="0" dirty="0">
                <a:solidFill>
                  <a:schemeClr val="bg1"/>
                </a:solidFill>
                <a:latin typeface="隶书" panose="02010509060101010101" pitchFamily="49" charset="-122"/>
                <a:ea typeface="隶书" panose="02010509060101010101" pitchFamily="49" charset="-122"/>
              </a:endParaRPr>
            </a:p>
          </p:txBody>
        </p:sp>
      </p:grpSp>
      <p:grpSp>
        <p:nvGrpSpPr>
          <p:cNvPr id="22542" name="Group 63"/>
          <p:cNvGrpSpPr/>
          <p:nvPr/>
        </p:nvGrpSpPr>
        <p:grpSpPr>
          <a:xfrm>
            <a:off x="7453313" y="6446838"/>
            <a:ext cx="792162" cy="366712"/>
            <a:chOff x="4649" y="4020"/>
            <a:chExt cx="499" cy="231"/>
          </a:xfrm>
        </p:grpSpPr>
        <p:pic>
          <p:nvPicPr>
            <p:cNvPr id="22574" name="Picture 64" descr="78900"/>
            <p:cNvPicPr>
              <a:picLocks noChangeAspect="1"/>
            </p:cNvPicPr>
            <p:nvPr/>
          </p:nvPicPr>
          <p:blipFill>
            <a:blip r:embed="rId7"/>
            <a:stretch>
              <a:fillRect/>
            </a:stretch>
          </p:blipFill>
          <p:spPr>
            <a:xfrm>
              <a:off x="4649" y="4066"/>
              <a:ext cx="499" cy="181"/>
            </a:xfrm>
            <a:prstGeom prst="rect">
              <a:avLst/>
            </a:prstGeom>
            <a:noFill/>
            <a:ln w="9525">
              <a:noFill/>
            </a:ln>
          </p:spPr>
        </p:pic>
        <p:sp>
          <p:nvSpPr>
            <p:cNvPr id="22575" name="Text Box 65">
              <a:hlinkClick r:id="" action="ppaction://hlinkshowjump?jump=previousslide"/>
            </p:cNvPr>
            <p:cNvSpPr txBox="1"/>
            <p:nvPr/>
          </p:nvSpPr>
          <p:spPr>
            <a:xfrm>
              <a:off x="4672" y="4020"/>
              <a:ext cx="476" cy="231"/>
            </a:xfrm>
            <a:prstGeom prst="rect">
              <a:avLst/>
            </a:prstGeom>
            <a:noFill/>
            <a:ln w="9525">
              <a:noFill/>
            </a:ln>
          </p:spPr>
          <p:txBody>
            <a:bodyPr wrap="none">
              <a:spAutoFit/>
            </a:bodyPr>
            <a:p>
              <a:pPr>
                <a:spcBef>
                  <a:spcPct val="50000"/>
                </a:spcBef>
              </a:pPr>
              <a:r>
                <a:rPr lang="zh-CN" altLang="en-US" sz="1800" b="0" dirty="0">
                  <a:solidFill>
                    <a:schemeClr val="bg1"/>
                  </a:solidFill>
                  <a:latin typeface="隶书" panose="02010509060101010101" pitchFamily="49" charset="-122"/>
                  <a:ea typeface="隶书" panose="02010509060101010101" pitchFamily="49" charset="-122"/>
                </a:rPr>
                <a:t>上 页</a:t>
              </a:r>
              <a:endParaRPr lang="zh-CN" altLang="en-US" sz="1800" b="0" dirty="0">
                <a:solidFill>
                  <a:schemeClr val="bg1"/>
                </a:solidFill>
                <a:latin typeface="隶书" panose="02010509060101010101" pitchFamily="49" charset="-122"/>
                <a:ea typeface="隶书" panose="02010509060101010101" pitchFamily="49" charset="-122"/>
              </a:endParaRPr>
            </a:p>
          </p:txBody>
        </p:sp>
      </p:grpSp>
      <p:grpSp>
        <p:nvGrpSpPr>
          <p:cNvPr id="5" name="Group 124"/>
          <p:cNvGrpSpPr/>
          <p:nvPr/>
        </p:nvGrpSpPr>
        <p:grpSpPr>
          <a:xfrm>
            <a:off x="827088" y="1916113"/>
            <a:ext cx="3887787" cy="1814512"/>
            <a:chOff x="521" y="1207"/>
            <a:chExt cx="2449" cy="1143"/>
          </a:xfrm>
        </p:grpSpPr>
        <p:sp>
          <p:nvSpPr>
            <p:cNvPr id="22558" name="Line 70"/>
            <p:cNvSpPr/>
            <p:nvPr/>
          </p:nvSpPr>
          <p:spPr>
            <a:xfrm>
              <a:off x="611" y="1570"/>
              <a:ext cx="1225" cy="0"/>
            </a:xfrm>
            <a:prstGeom prst="line">
              <a:avLst/>
            </a:prstGeom>
            <a:ln w="28575" cap="flat" cmpd="sng">
              <a:solidFill>
                <a:srgbClr val="FFCC00"/>
              </a:solidFill>
              <a:prstDash val="solid"/>
              <a:headEnd type="none" w="med" len="med"/>
              <a:tailEnd type="none" w="med" len="med"/>
            </a:ln>
          </p:spPr>
        </p:sp>
        <p:sp>
          <p:nvSpPr>
            <p:cNvPr id="22559" name="Line 71"/>
            <p:cNvSpPr/>
            <p:nvPr/>
          </p:nvSpPr>
          <p:spPr>
            <a:xfrm>
              <a:off x="611" y="1570"/>
              <a:ext cx="0" cy="408"/>
            </a:xfrm>
            <a:prstGeom prst="line">
              <a:avLst/>
            </a:prstGeom>
            <a:ln w="28575" cap="flat" cmpd="sng">
              <a:solidFill>
                <a:srgbClr val="FFCC00"/>
              </a:solidFill>
              <a:prstDash val="solid"/>
              <a:headEnd type="none" w="med" len="med"/>
              <a:tailEnd type="none" w="med" len="med"/>
            </a:ln>
          </p:spPr>
        </p:sp>
        <p:sp>
          <p:nvSpPr>
            <p:cNvPr id="22560" name="Line 72"/>
            <p:cNvSpPr/>
            <p:nvPr/>
          </p:nvSpPr>
          <p:spPr>
            <a:xfrm>
              <a:off x="2743" y="1570"/>
              <a:ext cx="0" cy="408"/>
            </a:xfrm>
            <a:prstGeom prst="line">
              <a:avLst/>
            </a:prstGeom>
            <a:ln w="28575" cap="flat" cmpd="sng">
              <a:solidFill>
                <a:srgbClr val="FFCC00"/>
              </a:solidFill>
              <a:prstDash val="solid"/>
              <a:headEnd type="none" w="med" len="med"/>
              <a:tailEnd type="none" w="med" len="med"/>
            </a:ln>
          </p:spPr>
        </p:sp>
        <p:sp>
          <p:nvSpPr>
            <p:cNvPr id="22561" name="Line 73"/>
            <p:cNvSpPr/>
            <p:nvPr/>
          </p:nvSpPr>
          <p:spPr>
            <a:xfrm>
              <a:off x="1836" y="1570"/>
              <a:ext cx="272" cy="0"/>
            </a:xfrm>
            <a:prstGeom prst="line">
              <a:avLst/>
            </a:prstGeom>
            <a:ln w="28575" cap="flat" cmpd="sng">
              <a:solidFill>
                <a:srgbClr val="FFCC00"/>
              </a:solidFill>
              <a:prstDash val="sysDot"/>
              <a:headEnd type="none" w="med" len="med"/>
              <a:tailEnd type="none" w="med" len="med"/>
            </a:ln>
          </p:spPr>
        </p:sp>
        <p:sp>
          <p:nvSpPr>
            <p:cNvPr id="22562" name="Line 74"/>
            <p:cNvSpPr/>
            <p:nvPr/>
          </p:nvSpPr>
          <p:spPr>
            <a:xfrm>
              <a:off x="2108" y="1570"/>
              <a:ext cx="635" cy="0"/>
            </a:xfrm>
            <a:prstGeom prst="line">
              <a:avLst/>
            </a:prstGeom>
            <a:ln w="28575" cap="flat" cmpd="sng">
              <a:solidFill>
                <a:srgbClr val="FFCC00"/>
              </a:solidFill>
              <a:prstDash val="solid"/>
              <a:headEnd type="none" w="med" len="med"/>
              <a:tailEnd type="none" w="med" len="med"/>
            </a:ln>
          </p:spPr>
        </p:sp>
        <p:sp>
          <p:nvSpPr>
            <p:cNvPr id="22563" name="Oval 75"/>
            <p:cNvSpPr/>
            <p:nvPr/>
          </p:nvSpPr>
          <p:spPr>
            <a:xfrm>
              <a:off x="566" y="1978"/>
              <a:ext cx="91" cy="90"/>
            </a:xfrm>
            <a:prstGeom prst="ellipse">
              <a:avLst/>
            </a:prstGeom>
            <a:noFill/>
            <a:ln w="28575" cap="flat" cmpd="sng">
              <a:solidFill>
                <a:srgbClr val="FFCC00"/>
              </a:solidFill>
              <a:prstDash val="solid"/>
              <a:headEnd type="none" w="med" len="med"/>
              <a:tailEnd type="none" w="med" len="med"/>
            </a:ln>
          </p:spPr>
          <p:txBody>
            <a:bodyPr wrap="none" anchor="ctr" anchorCtr="0"/>
            <a:p>
              <a:endParaRPr lang="zh-CN" altLang="en-US" dirty="0">
                <a:latin typeface="楷体_GB2312" pitchFamily="49" charset="-122"/>
              </a:endParaRPr>
            </a:p>
          </p:txBody>
        </p:sp>
        <p:sp>
          <p:nvSpPr>
            <p:cNvPr id="22564" name="Oval 76"/>
            <p:cNvSpPr/>
            <p:nvPr/>
          </p:nvSpPr>
          <p:spPr>
            <a:xfrm>
              <a:off x="2698" y="1979"/>
              <a:ext cx="91" cy="90"/>
            </a:xfrm>
            <a:prstGeom prst="ellipse">
              <a:avLst/>
            </a:prstGeom>
            <a:noFill/>
            <a:ln w="28575" cap="flat" cmpd="sng">
              <a:solidFill>
                <a:srgbClr val="FFCC00"/>
              </a:solidFill>
              <a:prstDash val="solid"/>
              <a:headEnd type="none" w="med" len="med"/>
              <a:tailEnd type="none" w="med" len="med"/>
            </a:ln>
          </p:spPr>
          <p:txBody>
            <a:bodyPr wrap="none" anchor="ctr" anchorCtr="0"/>
            <a:p>
              <a:endParaRPr lang="zh-CN" altLang="en-US" dirty="0">
                <a:latin typeface="楷体_GB2312" pitchFamily="49" charset="-122"/>
              </a:endParaRPr>
            </a:p>
          </p:txBody>
        </p:sp>
        <p:sp>
          <p:nvSpPr>
            <p:cNvPr id="22565" name="Text Box 77"/>
            <p:cNvSpPr txBox="1"/>
            <p:nvPr/>
          </p:nvSpPr>
          <p:spPr>
            <a:xfrm>
              <a:off x="838" y="1207"/>
              <a:ext cx="408" cy="327"/>
            </a:xfrm>
            <a:prstGeom prst="rect">
              <a:avLst/>
            </a:prstGeom>
            <a:noFill/>
            <a:ln w="9525">
              <a:noFill/>
            </a:ln>
          </p:spPr>
          <p:txBody>
            <a:bodyPr>
              <a:spAutoFit/>
            </a:bodyPr>
            <a:p>
              <a:pPr>
                <a:spcBef>
                  <a:spcPct val="50000"/>
                </a:spcBef>
              </a:pPr>
              <a:r>
                <a:rPr lang="en-US" altLang="zh-CN" b="0" i="1" dirty="0">
                  <a:solidFill>
                    <a:schemeClr val="bg1"/>
                  </a:solidFill>
                  <a:latin typeface="Times New Roman" panose="02020603050405020304" pitchFamily="18" charset="0"/>
                  <a:ea typeface="仿宋_GB2312" pitchFamily="49" charset="-122"/>
                </a:rPr>
                <a:t>Z</a:t>
              </a:r>
              <a:r>
                <a:rPr lang="en-US" altLang="zh-CN" b="0" baseline="-25000" dirty="0">
                  <a:solidFill>
                    <a:schemeClr val="bg1"/>
                  </a:solidFill>
                  <a:latin typeface="Times New Roman" panose="02020603050405020304" pitchFamily="18" charset="0"/>
                  <a:ea typeface="仿宋_GB2312" pitchFamily="49" charset="-122"/>
                </a:rPr>
                <a:t>1</a:t>
              </a:r>
              <a:endParaRPr lang="en-US" altLang="zh-CN" b="0" baseline="-25000" dirty="0">
                <a:solidFill>
                  <a:schemeClr val="bg1"/>
                </a:solidFill>
                <a:latin typeface="Times New Roman" panose="02020603050405020304" pitchFamily="18" charset="0"/>
                <a:ea typeface="仿宋_GB2312" pitchFamily="49" charset="-122"/>
              </a:endParaRPr>
            </a:p>
          </p:txBody>
        </p:sp>
        <p:sp>
          <p:nvSpPr>
            <p:cNvPr id="22566" name="Text Box 78"/>
            <p:cNvSpPr txBox="1"/>
            <p:nvPr/>
          </p:nvSpPr>
          <p:spPr>
            <a:xfrm>
              <a:off x="521" y="2023"/>
              <a:ext cx="408" cy="327"/>
            </a:xfrm>
            <a:prstGeom prst="rect">
              <a:avLst/>
            </a:prstGeom>
            <a:noFill/>
            <a:ln w="9525">
              <a:noFill/>
            </a:ln>
          </p:spPr>
          <p:txBody>
            <a:bodyPr>
              <a:spAutoFit/>
            </a:bodyPr>
            <a:p>
              <a:pPr>
                <a:spcBef>
                  <a:spcPct val="50000"/>
                </a:spcBef>
              </a:pPr>
              <a:r>
                <a:rPr lang="en-US" altLang="zh-CN" b="0" dirty="0">
                  <a:solidFill>
                    <a:schemeClr val="bg1"/>
                  </a:solidFill>
                  <a:latin typeface="Times New Roman" panose="02020603050405020304" pitchFamily="18" charset="0"/>
                  <a:ea typeface="仿宋_GB2312" pitchFamily="49" charset="-122"/>
                </a:rPr>
                <a:t>+</a:t>
              </a:r>
              <a:endParaRPr lang="en-US" altLang="zh-CN" b="0" baseline="-25000" dirty="0">
                <a:solidFill>
                  <a:schemeClr val="bg1"/>
                </a:solidFill>
                <a:latin typeface="Times New Roman" panose="02020603050405020304" pitchFamily="18" charset="0"/>
                <a:ea typeface="仿宋_GB2312" pitchFamily="49" charset="-122"/>
              </a:endParaRPr>
            </a:p>
          </p:txBody>
        </p:sp>
        <p:sp>
          <p:nvSpPr>
            <p:cNvPr id="22567" name="Text Box 79"/>
            <p:cNvSpPr txBox="1"/>
            <p:nvPr/>
          </p:nvSpPr>
          <p:spPr>
            <a:xfrm>
              <a:off x="1428" y="1207"/>
              <a:ext cx="408" cy="327"/>
            </a:xfrm>
            <a:prstGeom prst="rect">
              <a:avLst/>
            </a:prstGeom>
            <a:noFill/>
            <a:ln w="9525">
              <a:noFill/>
            </a:ln>
          </p:spPr>
          <p:txBody>
            <a:bodyPr>
              <a:spAutoFit/>
            </a:bodyPr>
            <a:p>
              <a:pPr>
                <a:spcBef>
                  <a:spcPct val="50000"/>
                </a:spcBef>
              </a:pPr>
              <a:r>
                <a:rPr lang="en-US" altLang="zh-CN" b="0" i="1" dirty="0">
                  <a:solidFill>
                    <a:schemeClr val="bg1"/>
                  </a:solidFill>
                  <a:latin typeface="Times New Roman" panose="02020603050405020304" pitchFamily="18" charset="0"/>
                  <a:ea typeface="仿宋_GB2312" pitchFamily="49" charset="-122"/>
                </a:rPr>
                <a:t>Z</a:t>
              </a:r>
              <a:r>
                <a:rPr lang="en-US" altLang="zh-CN" b="0" baseline="-25000" dirty="0">
                  <a:solidFill>
                    <a:schemeClr val="bg1"/>
                  </a:solidFill>
                  <a:latin typeface="Times New Roman" panose="02020603050405020304" pitchFamily="18" charset="0"/>
                  <a:ea typeface="仿宋_GB2312" pitchFamily="49" charset="-122"/>
                </a:rPr>
                <a:t>2</a:t>
              </a:r>
              <a:endParaRPr lang="en-US" altLang="zh-CN" b="0" baseline="-25000" dirty="0">
                <a:solidFill>
                  <a:schemeClr val="bg1"/>
                </a:solidFill>
                <a:latin typeface="Times New Roman" panose="02020603050405020304" pitchFamily="18" charset="0"/>
                <a:ea typeface="仿宋_GB2312" pitchFamily="49" charset="-122"/>
              </a:endParaRPr>
            </a:p>
          </p:txBody>
        </p:sp>
        <p:sp>
          <p:nvSpPr>
            <p:cNvPr id="22568" name="Text Box 80"/>
            <p:cNvSpPr txBox="1"/>
            <p:nvPr/>
          </p:nvSpPr>
          <p:spPr>
            <a:xfrm>
              <a:off x="2199" y="1207"/>
              <a:ext cx="408" cy="327"/>
            </a:xfrm>
            <a:prstGeom prst="rect">
              <a:avLst/>
            </a:prstGeom>
            <a:noFill/>
            <a:ln w="9525">
              <a:noFill/>
            </a:ln>
          </p:spPr>
          <p:txBody>
            <a:bodyPr>
              <a:spAutoFit/>
            </a:bodyPr>
            <a:p>
              <a:pPr>
                <a:spcBef>
                  <a:spcPct val="50000"/>
                </a:spcBef>
              </a:pPr>
              <a:r>
                <a:rPr lang="en-US" altLang="zh-CN" b="0" i="1" dirty="0">
                  <a:solidFill>
                    <a:schemeClr val="bg1"/>
                  </a:solidFill>
                  <a:latin typeface="Times New Roman" panose="02020603050405020304" pitchFamily="18" charset="0"/>
                  <a:ea typeface="仿宋_GB2312" pitchFamily="49" charset="-122"/>
                </a:rPr>
                <a:t>Z</a:t>
              </a:r>
              <a:r>
                <a:rPr lang="en-US" altLang="zh-CN" b="0" i="1" baseline="-25000" dirty="0">
                  <a:solidFill>
                    <a:schemeClr val="bg1"/>
                  </a:solidFill>
                  <a:latin typeface="Times New Roman" panose="02020603050405020304" pitchFamily="18" charset="0"/>
                  <a:ea typeface="仿宋_GB2312" pitchFamily="49" charset="-122"/>
                </a:rPr>
                <a:t>n</a:t>
              </a:r>
              <a:endParaRPr lang="en-US" altLang="zh-CN" b="0" i="1" baseline="-25000" dirty="0">
                <a:solidFill>
                  <a:schemeClr val="bg1"/>
                </a:solidFill>
                <a:latin typeface="Times New Roman" panose="02020603050405020304" pitchFamily="18" charset="0"/>
                <a:ea typeface="仿宋_GB2312" pitchFamily="49" charset="-122"/>
              </a:endParaRPr>
            </a:p>
          </p:txBody>
        </p:sp>
        <p:sp>
          <p:nvSpPr>
            <p:cNvPr id="22569" name="Text Box 81"/>
            <p:cNvSpPr txBox="1"/>
            <p:nvPr/>
          </p:nvSpPr>
          <p:spPr>
            <a:xfrm>
              <a:off x="2562" y="1978"/>
              <a:ext cx="408" cy="327"/>
            </a:xfrm>
            <a:prstGeom prst="rect">
              <a:avLst/>
            </a:prstGeom>
            <a:noFill/>
            <a:ln w="9525">
              <a:noFill/>
            </a:ln>
          </p:spPr>
          <p:txBody>
            <a:bodyPr>
              <a:spAutoFit/>
            </a:bodyPr>
            <a:p>
              <a:pPr>
                <a:spcBef>
                  <a:spcPct val="50000"/>
                </a:spcBef>
              </a:pPr>
              <a:r>
                <a:rPr lang="zh-CN" altLang="en-US" b="0" dirty="0">
                  <a:solidFill>
                    <a:schemeClr val="bg1"/>
                  </a:solidFill>
                  <a:latin typeface="Times New Roman" panose="02020603050405020304" pitchFamily="18" charset="0"/>
                  <a:ea typeface="仿宋_GB2312" pitchFamily="49" charset="-122"/>
                </a:rPr>
                <a:t>－</a:t>
              </a:r>
              <a:endParaRPr lang="zh-CN" altLang="en-US" b="0" baseline="-25000" dirty="0">
                <a:solidFill>
                  <a:schemeClr val="bg1"/>
                </a:solidFill>
                <a:latin typeface="Times New Roman" panose="02020603050405020304" pitchFamily="18" charset="0"/>
                <a:ea typeface="仿宋_GB2312" pitchFamily="49" charset="-122"/>
              </a:endParaRPr>
            </a:p>
          </p:txBody>
        </p:sp>
        <p:sp>
          <p:nvSpPr>
            <p:cNvPr id="22570" name="Line 82"/>
            <p:cNvSpPr/>
            <p:nvPr/>
          </p:nvSpPr>
          <p:spPr>
            <a:xfrm flipV="1">
              <a:off x="612" y="1706"/>
              <a:ext cx="0" cy="226"/>
            </a:xfrm>
            <a:prstGeom prst="line">
              <a:avLst/>
            </a:prstGeom>
            <a:ln w="28575" cap="flat" cmpd="sng">
              <a:solidFill>
                <a:srgbClr val="66FFFF"/>
              </a:solidFill>
              <a:prstDash val="solid"/>
              <a:headEnd type="none" w="med" len="med"/>
              <a:tailEnd type="triangle" w="med" len="med"/>
            </a:ln>
          </p:spPr>
        </p:sp>
        <p:graphicFrame>
          <p:nvGraphicFramePr>
            <p:cNvPr id="22535" name="Object 83"/>
            <p:cNvGraphicFramePr/>
            <p:nvPr/>
          </p:nvGraphicFramePr>
          <p:xfrm>
            <a:off x="1564" y="2023"/>
            <a:ext cx="246" cy="317"/>
          </p:xfrm>
          <a:graphic>
            <a:graphicData uri="http://schemas.openxmlformats.org/presentationml/2006/ole">
              <mc:AlternateContent xmlns:mc="http://schemas.openxmlformats.org/markup-compatibility/2006">
                <mc:Choice xmlns:v="urn:schemas-microsoft-com:vml" Requires="v">
                  <p:oleObj spid="_x0000_s3161" name="" r:id="rId8" imgW="177800" imgH="227965" progId="Equation.3">
                    <p:embed/>
                  </p:oleObj>
                </mc:Choice>
                <mc:Fallback>
                  <p:oleObj name="" r:id="rId8" imgW="177800" imgH="227965" progId="Equation.3">
                    <p:embed/>
                    <p:pic>
                      <p:nvPicPr>
                        <p:cNvPr id="0" name="图片 3160"/>
                        <p:cNvPicPr/>
                        <p:nvPr/>
                      </p:nvPicPr>
                      <p:blipFill>
                        <a:blip r:embed="rId9">
                          <a:clrChange>
                            <a:clrFrom>
                              <a:srgbClr val="000000"/>
                            </a:clrFrom>
                            <a:clrTo>
                              <a:srgbClr val="FFFFFF"/>
                            </a:clrTo>
                          </a:clrChange>
                        </a:blip>
                        <a:stretch>
                          <a:fillRect/>
                        </a:stretch>
                      </p:blipFill>
                      <p:spPr>
                        <a:xfrm>
                          <a:off x="1564" y="2023"/>
                          <a:ext cx="246" cy="317"/>
                        </a:xfrm>
                        <a:prstGeom prst="rect">
                          <a:avLst/>
                        </a:prstGeom>
                        <a:noFill/>
                        <a:ln w="38100">
                          <a:noFill/>
                          <a:miter/>
                        </a:ln>
                      </p:spPr>
                    </p:pic>
                  </p:oleObj>
                </mc:Fallback>
              </mc:AlternateContent>
            </a:graphicData>
          </a:graphic>
        </p:graphicFrame>
        <p:graphicFrame>
          <p:nvGraphicFramePr>
            <p:cNvPr id="22536" name="Object 84"/>
            <p:cNvGraphicFramePr/>
            <p:nvPr/>
          </p:nvGraphicFramePr>
          <p:xfrm>
            <a:off x="612" y="1661"/>
            <a:ext cx="190" cy="326"/>
          </p:xfrm>
          <a:graphic>
            <a:graphicData uri="http://schemas.openxmlformats.org/presentationml/2006/ole">
              <mc:AlternateContent xmlns:mc="http://schemas.openxmlformats.org/markup-compatibility/2006">
                <mc:Choice xmlns:v="urn:schemas-microsoft-com:vml" Requires="v">
                  <p:oleObj spid="_x0000_s3162" name="" r:id="rId10" imgW="127000" imgH="215265" progId="Equation.3">
                    <p:embed/>
                  </p:oleObj>
                </mc:Choice>
                <mc:Fallback>
                  <p:oleObj name="" r:id="rId10" imgW="127000" imgH="215265" progId="Equation.3">
                    <p:embed/>
                    <p:pic>
                      <p:nvPicPr>
                        <p:cNvPr id="0" name="图片 3161"/>
                        <p:cNvPicPr/>
                        <p:nvPr/>
                      </p:nvPicPr>
                      <p:blipFill>
                        <a:blip r:embed="rId11">
                          <a:clrChange>
                            <a:clrFrom>
                              <a:srgbClr val="000000"/>
                            </a:clrFrom>
                            <a:clrTo>
                              <a:srgbClr val="FFFFFF"/>
                            </a:clrTo>
                          </a:clrChange>
                        </a:blip>
                        <a:stretch>
                          <a:fillRect/>
                        </a:stretch>
                      </p:blipFill>
                      <p:spPr>
                        <a:xfrm>
                          <a:off x="612" y="1661"/>
                          <a:ext cx="190" cy="326"/>
                        </a:xfrm>
                        <a:prstGeom prst="rect">
                          <a:avLst/>
                        </a:prstGeom>
                        <a:noFill/>
                        <a:ln w="38100">
                          <a:noFill/>
                          <a:miter/>
                        </a:ln>
                      </p:spPr>
                    </p:pic>
                  </p:oleObj>
                </mc:Fallback>
              </mc:AlternateContent>
            </a:graphicData>
          </a:graphic>
        </p:graphicFrame>
        <p:sp>
          <p:nvSpPr>
            <p:cNvPr id="22571" name="Rectangle 85"/>
            <p:cNvSpPr/>
            <p:nvPr/>
          </p:nvSpPr>
          <p:spPr>
            <a:xfrm>
              <a:off x="2199" y="1524"/>
              <a:ext cx="317" cy="136"/>
            </a:xfrm>
            <a:prstGeom prst="rect">
              <a:avLst/>
            </a:prstGeom>
            <a:gradFill rotWithShape="1">
              <a:gsLst>
                <a:gs pos="0">
                  <a:srgbClr val="764700"/>
                </a:gs>
                <a:gs pos="50000">
                  <a:srgbClr val="FF9900"/>
                </a:gs>
                <a:gs pos="100000">
                  <a:srgbClr val="764700"/>
                </a:gs>
              </a:gsLst>
              <a:lin ang="5400000" scaled="1"/>
              <a:tileRect/>
            </a:gradFill>
            <a:ln w="28575">
              <a:noFill/>
            </a:ln>
          </p:spPr>
          <p:txBody>
            <a:bodyPr wrap="none" anchor="ctr" anchorCtr="0"/>
            <a:p>
              <a:endParaRPr lang="zh-CN" altLang="en-US" dirty="0">
                <a:latin typeface="楷体_GB2312" pitchFamily="49" charset="-122"/>
              </a:endParaRPr>
            </a:p>
          </p:txBody>
        </p:sp>
        <p:sp>
          <p:nvSpPr>
            <p:cNvPr id="22572" name="Rectangle 86"/>
            <p:cNvSpPr/>
            <p:nvPr/>
          </p:nvSpPr>
          <p:spPr>
            <a:xfrm>
              <a:off x="1383" y="1524"/>
              <a:ext cx="317" cy="136"/>
            </a:xfrm>
            <a:prstGeom prst="rect">
              <a:avLst/>
            </a:prstGeom>
            <a:gradFill rotWithShape="1">
              <a:gsLst>
                <a:gs pos="0">
                  <a:srgbClr val="764700"/>
                </a:gs>
                <a:gs pos="50000">
                  <a:srgbClr val="FF9900"/>
                </a:gs>
                <a:gs pos="100000">
                  <a:srgbClr val="764700"/>
                </a:gs>
              </a:gsLst>
              <a:lin ang="5400000" scaled="1"/>
              <a:tileRect/>
            </a:gradFill>
            <a:ln w="28575">
              <a:noFill/>
            </a:ln>
          </p:spPr>
          <p:txBody>
            <a:bodyPr wrap="none" anchor="ctr" anchorCtr="0"/>
            <a:p>
              <a:endParaRPr lang="zh-CN" altLang="en-US" dirty="0">
                <a:latin typeface="楷体_GB2312" pitchFamily="49" charset="-122"/>
              </a:endParaRPr>
            </a:p>
          </p:txBody>
        </p:sp>
        <p:sp>
          <p:nvSpPr>
            <p:cNvPr id="22573" name="Rectangle 87"/>
            <p:cNvSpPr/>
            <p:nvPr/>
          </p:nvSpPr>
          <p:spPr>
            <a:xfrm>
              <a:off x="793" y="1524"/>
              <a:ext cx="317" cy="136"/>
            </a:xfrm>
            <a:prstGeom prst="rect">
              <a:avLst/>
            </a:prstGeom>
            <a:gradFill rotWithShape="1">
              <a:gsLst>
                <a:gs pos="0">
                  <a:srgbClr val="764700"/>
                </a:gs>
                <a:gs pos="50000">
                  <a:srgbClr val="FF9900"/>
                </a:gs>
                <a:gs pos="100000">
                  <a:srgbClr val="764700"/>
                </a:gs>
              </a:gsLst>
              <a:lin ang="5400000" scaled="1"/>
              <a:tileRect/>
            </a:gradFill>
            <a:ln w="28575">
              <a:noFill/>
            </a:ln>
          </p:spPr>
          <p:txBody>
            <a:bodyPr wrap="none" anchor="ctr" anchorCtr="0"/>
            <a:p>
              <a:endParaRPr lang="zh-CN" altLang="en-US" dirty="0">
                <a:latin typeface="楷体_GB2312" pitchFamily="49" charset="-122"/>
              </a:endParaRPr>
            </a:p>
          </p:txBody>
        </p:sp>
      </p:grpSp>
      <p:grpSp>
        <p:nvGrpSpPr>
          <p:cNvPr id="6" name="Group 123"/>
          <p:cNvGrpSpPr/>
          <p:nvPr/>
        </p:nvGrpSpPr>
        <p:grpSpPr>
          <a:xfrm>
            <a:off x="5795963" y="1916113"/>
            <a:ext cx="1603375" cy="1720850"/>
            <a:chOff x="3651" y="1207"/>
            <a:chExt cx="1010" cy="1084"/>
          </a:xfrm>
        </p:grpSpPr>
        <p:sp>
          <p:nvSpPr>
            <p:cNvPr id="22548" name="Line 105"/>
            <p:cNvSpPr/>
            <p:nvPr/>
          </p:nvSpPr>
          <p:spPr>
            <a:xfrm>
              <a:off x="4372" y="1503"/>
              <a:ext cx="0" cy="768"/>
            </a:xfrm>
            <a:prstGeom prst="line">
              <a:avLst/>
            </a:prstGeom>
            <a:ln w="28575" cap="flat" cmpd="sng">
              <a:solidFill>
                <a:srgbClr val="FFCC00"/>
              </a:solidFill>
              <a:prstDash val="solid"/>
              <a:headEnd type="none" w="med" len="med"/>
              <a:tailEnd type="none" w="med" len="med"/>
            </a:ln>
          </p:spPr>
        </p:sp>
        <p:sp>
          <p:nvSpPr>
            <p:cNvPr id="22549" name="Line 106"/>
            <p:cNvSpPr/>
            <p:nvPr/>
          </p:nvSpPr>
          <p:spPr>
            <a:xfrm>
              <a:off x="3796" y="1517"/>
              <a:ext cx="576" cy="0"/>
            </a:xfrm>
            <a:prstGeom prst="line">
              <a:avLst/>
            </a:prstGeom>
            <a:ln w="28575" cap="flat" cmpd="sng">
              <a:solidFill>
                <a:srgbClr val="FFCC00"/>
              </a:solidFill>
              <a:prstDash val="solid"/>
              <a:headEnd type="none" w="med" len="med"/>
              <a:tailEnd type="none" w="med" len="med"/>
            </a:ln>
          </p:spPr>
        </p:sp>
        <p:sp>
          <p:nvSpPr>
            <p:cNvPr id="22550" name="Line 107"/>
            <p:cNvSpPr/>
            <p:nvPr/>
          </p:nvSpPr>
          <p:spPr>
            <a:xfrm>
              <a:off x="3796" y="2259"/>
              <a:ext cx="576" cy="0"/>
            </a:xfrm>
            <a:prstGeom prst="line">
              <a:avLst/>
            </a:prstGeom>
            <a:ln w="28575" cap="flat" cmpd="sng">
              <a:solidFill>
                <a:srgbClr val="FFCC00"/>
              </a:solidFill>
              <a:prstDash val="solid"/>
              <a:headEnd type="none" w="med" len="med"/>
              <a:tailEnd type="none" w="med" len="med"/>
            </a:ln>
          </p:spPr>
        </p:sp>
        <p:sp>
          <p:nvSpPr>
            <p:cNvPr id="22551" name="Line 108"/>
            <p:cNvSpPr/>
            <p:nvPr/>
          </p:nvSpPr>
          <p:spPr>
            <a:xfrm>
              <a:off x="3833" y="1525"/>
              <a:ext cx="384" cy="0"/>
            </a:xfrm>
            <a:prstGeom prst="line">
              <a:avLst/>
            </a:prstGeom>
            <a:ln w="28575" cap="flat" cmpd="sng">
              <a:solidFill>
                <a:srgbClr val="66FFFF"/>
              </a:solidFill>
              <a:prstDash val="solid"/>
              <a:headEnd type="none" w="med" len="med"/>
              <a:tailEnd type="triangle" w="med" len="med"/>
            </a:ln>
          </p:spPr>
        </p:sp>
        <p:sp>
          <p:nvSpPr>
            <p:cNvPr id="22552" name="Text Box 109"/>
            <p:cNvSpPr txBox="1"/>
            <p:nvPr/>
          </p:nvSpPr>
          <p:spPr>
            <a:xfrm>
              <a:off x="4420" y="1711"/>
              <a:ext cx="241" cy="327"/>
            </a:xfrm>
            <a:prstGeom prst="rect">
              <a:avLst/>
            </a:prstGeom>
            <a:noFill/>
            <a:ln w="28575">
              <a:noFill/>
            </a:ln>
          </p:spPr>
          <p:txBody>
            <a:bodyPr wrap="none">
              <a:spAutoFit/>
            </a:bodyPr>
            <a:p>
              <a:r>
                <a:rPr lang="en-US" altLang="zh-CN" b="0" i="1" dirty="0">
                  <a:solidFill>
                    <a:schemeClr val="bg1"/>
                  </a:solidFill>
                  <a:latin typeface="Times New Roman" panose="02020603050405020304" pitchFamily="18" charset="0"/>
                  <a:ea typeface="宋体" panose="02010600030101010101" pitchFamily="2" charset="-122"/>
                </a:rPr>
                <a:t>Z</a:t>
              </a:r>
              <a:endParaRPr lang="en-US" altLang="zh-CN" b="0" i="1" dirty="0">
                <a:solidFill>
                  <a:schemeClr val="bg1"/>
                </a:solidFill>
                <a:latin typeface="Times New Roman" panose="02020603050405020304" pitchFamily="18" charset="0"/>
                <a:ea typeface="宋体" panose="02010600030101010101" pitchFamily="2" charset="-122"/>
              </a:endParaRPr>
            </a:p>
          </p:txBody>
        </p:sp>
        <p:sp>
          <p:nvSpPr>
            <p:cNvPr id="22553" name="Text Box 110"/>
            <p:cNvSpPr txBox="1"/>
            <p:nvPr/>
          </p:nvSpPr>
          <p:spPr>
            <a:xfrm>
              <a:off x="3651" y="1503"/>
              <a:ext cx="225" cy="288"/>
            </a:xfrm>
            <a:prstGeom prst="rect">
              <a:avLst/>
            </a:prstGeom>
            <a:noFill/>
            <a:ln w="28575">
              <a:noFill/>
            </a:ln>
          </p:spPr>
          <p:txBody>
            <a:bodyPr wrap="none">
              <a:spAutoFit/>
            </a:bodyPr>
            <a:p>
              <a:pPr>
                <a:spcBef>
                  <a:spcPct val="50000"/>
                </a:spcBef>
              </a:pPr>
              <a:r>
                <a:rPr lang="en-US" altLang="zh-CN" sz="2400" dirty="0">
                  <a:solidFill>
                    <a:schemeClr val="bg1"/>
                  </a:solidFill>
                  <a:latin typeface="Times New Roman" panose="02020603050405020304" pitchFamily="18" charset="0"/>
                  <a:ea typeface="宋体" panose="02010600030101010101" pitchFamily="2" charset="-122"/>
                </a:rPr>
                <a:t>+</a:t>
              </a:r>
              <a:endParaRPr lang="en-US" altLang="zh-CN" sz="2400" dirty="0">
                <a:solidFill>
                  <a:schemeClr val="bg1"/>
                </a:solidFill>
                <a:latin typeface="Times New Roman" panose="02020603050405020304" pitchFamily="18" charset="0"/>
                <a:ea typeface="宋体" panose="02010600030101010101" pitchFamily="2" charset="-122"/>
              </a:endParaRPr>
            </a:p>
          </p:txBody>
        </p:sp>
        <p:sp>
          <p:nvSpPr>
            <p:cNvPr id="22554" name="Text Box 111"/>
            <p:cNvSpPr txBox="1"/>
            <p:nvPr/>
          </p:nvSpPr>
          <p:spPr>
            <a:xfrm>
              <a:off x="3663" y="1983"/>
              <a:ext cx="212" cy="288"/>
            </a:xfrm>
            <a:prstGeom prst="rect">
              <a:avLst/>
            </a:prstGeom>
            <a:noFill/>
            <a:ln w="28575">
              <a:noFill/>
            </a:ln>
          </p:spPr>
          <p:txBody>
            <a:bodyPr wrap="none">
              <a:spAutoFit/>
            </a:bodyPr>
            <a:p>
              <a:pPr>
                <a:spcBef>
                  <a:spcPct val="50000"/>
                </a:spcBef>
              </a:pPr>
              <a:r>
                <a:rPr lang="en-US" altLang="zh-CN" sz="2400" dirty="0">
                  <a:solidFill>
                    <a:schemeClr val="bg1"/>
                  </a:solidFill>
                  <a:latin typeface="宋体" panose="02010600030101010101" pitchFamily="2" charset="-122"/>
                  <a:ea typeface="宋体" panose="02010600030101010101" pitchFamily="2" charset="-122"/>
                </a:rPr>
                <a:t>-</a:t>
              </a:r>
              <a:endParaRPr lang="en-US" altLang="zh-CN" sz="2400" dirty="0">
                <a:solidFill>
                  <a:schemeClr val="bg1"/>
                </a:solidFill>
                <a:latin typeface="Times New Roman" panose="02020603050405020304" pitchFamily="18" charset="0"/>
                <a:ea typeface="宋体" panose="02010600030101010101" pitchFamily="2" charset="-122"/>
              </a:endParaRPr>
            </a:p>
          </p:txBody>
        </p:sp>
        <p:sp>
          <p:nvSpPr>
            <p:cNvPr id="22555" name="Oval 112"/>
            <p:cNvSpPr/>
            <p:nvPr/>
          </p:nvSpPr>
          <p:spPr>
            <a:xfrm>
              <a:off x="3731" y="1483"/>
              <a:ext cx="68" cy="68"/>
            </a:xfrm>
            <a:prstGeom prst="ellipse">
              <a:avLst/>
            </a:prstGeom>
            <a:noFill/>
            <a:ln w="28575" cap="flat" cmpd="sng">
              <a:solidFill>
                <a:srgbClr val="FFCC00"/>
              </a:solidFill>
              <a:prstDash val="solid"/>
              <a:headEnd type="none" w="med" len="med"/>
              <a:tailEnd type="none" w="med" len="med"/>
            </a:ln>
          </p:spPr>
          <p:txBody>
            <a:bodyPr wrap="none" anchor="ctr" anchorCtr="0"/>
            <a:p>
              <a:endParaRPr lang="zh-CN" altLang="en-US" dirty="0">
                <a:latin typeface="楷体_GB2312" pitchFamily="49" charset="-122"/>
              </a:endParaRPr>
            </a:p>
          </p:txBody>
        </p:sp>
        <p:sp>
          <p:nvSpPr>
            <p:cNvPr id="22556" name="Oval 113"/>
            <p:cNvSpPr/>
            <p:nvPr/>
          </p:nvSpPr>
          <p:spPr>
            <a:xfrm>
              <a:off x="3731" y="2223"/>
              <a:ext cx="68" cy="68"/>
            </a:xfrm>
            <a:prstGeom prst="ellipse">
              <a:avLst/>
            </a:prstGeom>
            <a:noFill/>
            <a:ln w="28575" cap="flat" cmpd="sng">
              <a:solidFill>
                <a:srgbClr val="FFCC00"/>
              </a:solidFill>
              <a:prstDash val="solid"/>
              <a:headEnd type="none" w="med" len="med"/>
              <a:tailEnd type="none" w="med" len="med"/>
            </a:ln>
          </p:spPr>
          <p:txBody>
            <a:bodyPr wrap="none" anchor="ctr" anchorCtr="0"/>
            <a:p>
              <a:endParaRPr lang="zh-CN" altLang="en-US" dirty="0">
                <a:latin typeface="楷体_GB2312" pitchFamily="49" charset="-122"/>
              </a:endParaRPr>
            </a:p>
          </p:txBody>
        </p:sp>
        <p:graphicFrame>
          <p:nvGraphicFramePr>
            <p:cNvPr id="22533" name="Object 114"/>
            <p:cNvGraphicFramePr/>
            <p:nvPr/>
          </p:nvGraphicFramePr>
          <p:xfrm>
            <a:off x="3690" y="1775"/>
            <a:ext cx="227" cy="294"/>
          </p:xfrm>
          <a:graphic>
            <a:graphicData uri="http://schemas.openxmlformats.org/presentationml/2006/ole">
              <mc:AlternateContent xmlns:mc="http://schemas.openxmlformats.org/markup-compatibility/2006">
                <mc:Choice xmlns:v="urn:schemas-microsoft-com:vml" Requires="v">
                  <p:oleObj spid="_x0000_s3166" name="" r:id="rId12" imgW="177800" imgH="227965" progId="Equation.3">
                    <p:embed/>
                  </p:oleObj>
                </mc:Choice>
                <mc:Fallback>
                  <p:oleObj name="" r:id="rId12" imgW="177800" imgH="227965" progId="Equation.3">
                    <p:embed/>
                    <p:pic>
                      <p:nvPicPr>
                        <p:cNvPr id="0" name="图片 3165"/>
                        <p:cNvPicPr/>
                        <p:nvPr/>
                      </p:nvPicPr>
                      <p:blipFill>
                        <a:blip r:embed="rId13">
                          <a:clrChange>
                            <a:clrFrom>
                              <a:srgbClr val="000000"/>
                            </a:clrFrom>
                            <a:clrTo>
                              <a:srgbClr val="FFFFFF"/>
                            </a:clrTo>
                          </a:clrChange>
                        </a:blip>
                        <a:stretch>
                          <a:fillRect/>
                        </a:stretch>
                      </p:blipFill>
                      <p:spPr>
                        <a:xfrm>
                          <a:off x="3690" y="1775"/>
                          <a:ext cx="227" cy="294"/>
                        </a:xfrm>
                        <a:prstGeom prst="rect">
                          <a:avLst/>
                        </a:prstGeom>
                        <a:noFill/>
                        <a:ln w="38100">
                          <a:noFill/>
                          <a:miter/>
                        </a:ln>
                      </p:spPr>
                    </p:pic>
                  </p:oleObj>
                </mc:Fallback>
              </mc:AlternateContent>
            </a:graphicData>
          </a:graphic>
        </p:graphicFrame>
        <p:graphicFrame>
          <p:nvGraphicFramePr>
            <p:cNvPr id="22534" name="Object 115"/>
            <p:cNvGraphicFramePr/>
            <p:nvPr/>
          </p:nvGraphicFramePr>
          <p:xfrm>
            <a:off x="3923" y="1207"/>
            <a:ext cx="167" cy="286"/>
          </p:xfrm>
          <a:graphic>
            <a:graphicData uri="http://schemas.openxmlformats.org/presentationml/2006/ole">
              <mc:AlternateContent xmlns:mc="http://schemas.openxmlformats.org/markup-compatibility/2006">
                <mc:Choice xmlns:v="urn:schemas-microsoft-com:vml" Requires="v">
                  <p:oleObj spid="_x0000_s3170" name="" r:id="rId14" imgW="127000" imgH="215265" progId="Equation.3">
                    <p:embed/>
                  </p:oleObj>
                </mc:Choice>
                <mc:Fallback>
                  <p:oleObj name="" r:id="rId14" imgW="127000" imgH="215265" progId="Equation.3">
                    <p:embed/>
                    <p:pic>
                      <p:nvPicPr>
                        <p:cNvPr id="0" name="图片 3169"/>
                        <p:cNvPicPr/>
                        <p:nvPr/>
                      </p:nvPicPr>
                      <p:blipFill>
                        <a:blip r:embed="rId15">
                          <a:clrChange>
                            <a:clrFrom>
                              <a:srgbClr val="000000"/>
                            </a:clrFrom>
                            <a:clrTo>
                              <a:srgbClr val="FFFFFF"/>
                            </a:clrTo>
                          </a:clrChange>
                        </a:blip>
                        <a:stretch>
                          <a:fillRect/>
                        </a:stretch>
                      </p:blipFill>
                      <p:spPr>
                        <a:xfrm>
                          <a:off x="3923" y="1207"/>
                          <a:ext cx="167" cy="286"/>
                        </a:xfrm>
                        <a:prstGeom prst="rect">
                          <a:avLst/>
                        </a:prstGeom>
                        <a:noFill/>
                        <a:ln w="38100">
                          <a:noFill/>
                          <a:miter/>
                        </a:ln>
                      </p:spPr>
                    </p:pic>
                  </p:oleObj>
                </mc:Fallback>
              </mc:AlternateContent>
            </a:graphicData>
          </a:graphic>
        </p:graphicFrame>
        <p:sp>
          <p:nvSpPr>
            <p:cNvPr id="22557" name="Rectangle 116"/>
            <p:cNvSpPr/>
            <p:nvPr/>
          </p:nvSpPr>
          <p:spPr>
            <a:xfrm>
              <a:off x="4313" y="1706"/>
              <a:ext cx="127" cy="318"/>
            </a:xfrm>
            <a:prstGeom prst="rect">
              <a:avLst/>
            </a:prstGeom>
            <a:gradFill rotWithShape="1">
              <a:gsLst>
                <a:gs pos="0">
                  <a:srgbClr val="764700"/>
                </a:gs>
                <a:gs pos="50000">
                  <a:srgbClr val="FF9900"/>
                </a:gs>
                <a:gs pos="100000">
                  <a:srgbClr val="764700"/>
                </a:gs>
              </a:gsLst>
              <a:lin ang="0" scaled="1"/>
              <a:tileRect/>
            </a:gradFill>
            <a:ln w="28575">
              <a:noFill/>
            </a:ln>
          </p:spPr>
          <p:txBody>
            <a:bodyPr wrap="none" anchor="ctr" anchorCtr="0"/>
            <a:p>
              <a:endParaRPr lang="zh-CN" altLang="en-US" dirty="0">
                <a:latin typeface="楷体_GB2312" pitchFamily="49" charset="-122"/>
              </a:endParaRPr>
            </a:p>
          </p:txBody>
        </p:sp>
      </p:grpSp>
      <p:grpSp>
        <p:nvGrpSpPr>
          <p:cNvPr id="22545" name="Group 120"/>
          <p:cNvGrpSpPr/>
          <p:nvPr/>
        </p:nvGrpSpPr>
        <p:grpSpPr>
          <a:xfrm>
            <a:off x="6588125" y="6446838"/>
            <a:ext cx="792163" cy="366712"/>
            <a:chOff x="4649" y="4020"/>
            <a:chExt cx="499" cy="231"/>
          </a:xfrm>
        </p:grpSpPr>
        <p:pic>
          <p:nvPicPr>
            <p:cNvPr id="22546" name="Picture 121" descr="78900"/>
            <p:cNvPicPr>
              <a:picLocks noChangeAspect="1"/>
            </p:cNvPicPr>
            <p:nvPr/>
          </p:nvPicPr>
          <p:blipFill>
            <a:blip r:embed="rId7"/>
            <a:stretch>
              <a:fillRect/>
            </a:stretch>
          </p:blipFill>
          <p:spPr>
            <a:xfrm>
              <a:off x="4649" y="4066"/>
              <a:ext cx="499" cy="181"/>
            </a:xfrm>
            <a:prstGeom prst="rect">
              <a:avLst/>
            </a:prstGeom>
            <a:noFill/>
            <a:ln w="9525">
              <a:noFill/>
            </a:ln>
          </p:spPr>
        </p:pic>
        <p:sp>
          <p:nvSpPr>
            <p:cNvPr id="22547" name="Text Box 122">
              <a:hlinkClick r:id="" action="ppaction://hlinkshowjump?jump=firstslide"/>
            </p:cNvPr>
            <p:cNvSpPr txBox="1"/>
            <p:nvPr/>
          </p:nvSpPr>
          <p:spPr>
            <a:xfrm>
              <a:off x="4672" y="4020"/>
              <a:ext cx="476" cy="231"/>
            </a:xfrm>
            <a:prstGeom prst="rect">
              <a:avLst/>
            </a:prstGeom>
            <a:noFill/>
            <a:ln w="9525">
              <a:noFill/>
            </a:ln>
          </p:spPr>
          <p:txBody>
            <a:bodyPr wrap="none">
              <a:spAutoFit/>
            </a:bodyPr>
            <a:p>
              <a:pPr>
                <a:spcBef>
                  <a:spcPct val="50000"/>
                </a:spcBef>
              </a:pPr>
              <a:r>
                <a:rPr lang="zh-CN" altLang="en-US" sz="1800" b="0" dirty="0">
                  <a:solidFill>
                    <a:schemeClr val="bg1"/>
                  </a:solidFill>
                  <a:latin typeface="隶书" panose="02010509060101010101" pitchFamily="49" charset="-122"/>
                  <a:ea typeface="隶书" panose="02010509060101010101" pitchFamily="49" charset="-122"/>
                </a:rPr>
                <a:t>返 回</a:t>
              </a:r>
              <a:endParaRPr lang="zh-CN" altLang="en-US" sz="1800" b="0" dirty="0">
                <a:solidFill>
                  <a:schemeClr val="bg1"/>
                </a:solidFill>
                <a:latin typeface="隶书" panose="02010509060101010101" pitchFamily="49" charset="-122"/>
                <a:ea typeface="隶书" panose="02010509060101010101" pitchFamily="49" charset="-122"/>
              </a:endParaRP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grpId="0" nodeType="withEffect">
                                  <p:stCondLst>
                                    <p:cond delay="0"/>
                                  </p:stCondLst>
                                  <p:childTnLst>
                                    <p:set>
                                      <p:cBhvr>
                                        <p:cTn id="6" dur="1" fill="hold">
                                          <p:stCondLst>
                                            <p:cond delay="0"/>
                                          </p:stCondLst>
                                        </p:cTn>
                                        <p:tgtEl>
                                          <p:spTgt spid="53250"/>
                                        </p:tgtEl>
                                        <p:attrNameLst>
                                          <p:attrName>style.visibility</p:attrName>
                                        </p:attrNameLst>
                                      </p:cBhvr>
                                      <p:to>
                                        <p:strVal val="visible"/>
                                      </p:to>
                                    </p:set>
                                    <p:anim calcmode="lin" valueType="num">
                                      <p:cBhvr additive="base">
                                        <p:cTn id="7" dur="500" fill="hold"/>
                                        <p:tgtEl>
                                          <p:spTgt spid="53250"/>
                                        </p:tgtEl>
                                        <p:attrNameLst>
                                          <p:attrName>ppt_x</p:attrName>
                                        </p:attrNameLst>
                                      </p:cBhvr>
                                      <p:tavLst>
                                        <p:tav tm="0">
                                          <p:val>
                                            <p:strVal val="0-#ppt_w/2"/>
                                          </p:val>
                                        </p:tav>
                                        <p:tav tm="100000">
                                          <p:val>
                                            <p:strVal val="#ppt_x"/>
                                          </p:val>
                                        </p:tav>
                                      </p:tavLst>
                                    </p:anim>
                                    <p:anim calcmode="lin" valueType="num">
                                      <p:cBhvr additive="base">
                                        <p:cTn id="8" dur="500" fill="hold"/>
                                        <p:tgtEl>
                                          <p:spTgt spid="53250"/>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53303"/>
                                        </p:tgtEl>
                                        <p:attrNameLst>
                                          <p:attrName>style.visibility</p:attrName>
                                        </p:attrNameLst>
                                      </p:cBhvr>
                                      <p:to>
                                        <p:strVal val="visible"/>
                                      </p:to>
                                    </p:set>
                                    <p:anim calcmode="lin" valueType="num">
                                      <p:cBhvr additive="base">
                                        <p:cTn id="13" dur="500" fill="hold"/>
                                        <p:tgtEl>
                                          <p:spTgt spid="53303"/>
                                        </p:tgtEl>
                                        <p:attrNameLst>
                                          <p:attrName>ppt_x</p:attrName>
                                        </p:attrNameLst>
                                      </p:cBhvr>
                                      <p:tavLst>
                                        <p:tav tm="0">
                                          <p:val>
                                            <p:strVal val="0-#ppt_w/2"/>
                                          </p:val>
                                        </p:tav>
                                        <p:tav tm="100000">
                                          <p:val>
                                            <p:strVal val="#ppt_x"/>
                                          </p:val>
                                        </p:tav>
                                      </p:tavLst>
                                    </p:anim>
                                    <p:anim calcmode="lin" valueType="num">
                                      <p:cBhvr additive="base">
                                        <p:cTn id="14" dur="500" fill="hold"/>
                                        <p:tgtEl>
                                          <p:spTgt spid="53303"/>
                                        </p:tgtEl>
                                        <p:attrNameLst>
                                          <p:attrName>ppt_y</p:attrName>
                                        </p:attrNameLst>
                                      </p:cBhvr>
                                      <p:tavLst>
                                        <p:tav tm="0">
                                          <p:val>
                                            <p:strVal val="#ppt_y"/>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3" presetClass="entr" presetSubtype="10" fill="hold" nodeType="clickEffect">
                                  <p:stCondLst>
                                    <p:cond delay="0"/>
                                  </p:stCondLst>
                                  <p:childTnLst>
                                    <p:set>
                                      <p:cBhvr>
                                        <p:cTn id="18" dur="1" fill="hold">
                                          <p:stCondLst>
                                            <p:cond delay="0"/>
                                          </p:stCondLst>
                                        </p:cTn>
                                        <p:tgtEl>
                                          <p:spTgt spid="5"/>
                                        </p:tgtEl>
                                        <p:attrNameLst>
                                          <p:attrName>style.visibility</p:attrName>
                                        </p:attrNameLst>
                                      </p:cBhvr>
                                      <p:to>
                                        <p:strVal val="visible"/>
                                      </p:to>
                                    </p:set>
                                    <p:animEffect transition="in" filter="blinds(horizontal)">
                                      <p:cBhvr>
                                        <p:cTn id="19" dur="500"/>
                                        <p:tgtEl>
                                          <p:spTgt spid="5"/>
                                        </p:tgtEl>
                                      </p:cBhvr>
                                    </p:animEffect>
                                  </p:childTnLst>
                                </p:cTn>
                              </p:par>
                            </p:childTnLst>
                          </p:cTn>
                        </p:par>
                      </p:childTnLst>
                    </p:cTn>
                  </p:par>
                  <p:par>
                    <p:cTn id="20" fill="hold">
                      <p:stCondLst>
                        <p:cond delay="indefinite"/>
                      </p:stCondLst>
                      <p:childTnLst>
                        <p:par>
                          <p:cTn id="21" fill="hold">
                            <p:stCondLst>
                              <p:cond delay="0"/>
                            </p:stCondLst>
                            <p:childTnLst>
                              <p:par>
                                <p:cTn id="22" presetID="22" presetClass="entr" presetSubtype="8" fill="hold" nodeType="clickEffect">
                                  <p:stCondLst>
                                    <p:cond delay="0"/>
                                  </p:stCondLst>
                                  <p:childTnLst>
                                    <p:set>
                                      <p:cBhvr>
                                        <p:cTn id="23" dur="1" fill="hold">
                                          <p:stCondLst>
                                            <p:cond delay="0"/>
                                          </p:stCondLst>
                                        </p:cTn>
                                        <p:tgtEl>
                                          <p:spTgt spid="53278"/>
                                        </p:tgtEl>
                                        <p:attrNameLst>
                                          <p:attrName>style.visibility</p:attrName>
                                        </p:attrNameLst>
                                      </p:cBhvr>
                                      <p:to>
                                        <p:strVal val="visible"/>
                                      </p:to>
                                    </p:set>
                                    <p:animEffect transition="in" filter="wipe(left)">
                                      <p:cBhvr>
                                        <p:cTn id="24" dur="2000"/>
                                        <p:tgtEl>
                                          <p:spTgt spid="53278"/>
                                        </p:tgtEl>
                                      </p:cBhvr>
                                    </p:animEffect>
                                  </p:childTnLst>
                                </p:cTn>
                              </p:par>
                            </p:childTnLst>
                          </p:cTn>
                        </p:par>
                      </p:childTnLst>
                    </p:cTn>
                  </p:par>
                  <p:par>
                    <p:cTn id="25" fill="hold">
                      <p:stCondLst>
                        <p:cond delay="indefinite"/>
                      </p:stCondLst>
                      <p:childTnLst>
                        <p:par>
                          <p:cTn id="26" fill="hold">
                            <p:stCondLst>
                              <p:cond delay="0"/>
                            </p:stCondLst>
                            <p:childTnLst>
                              <p:par>
                                <p:cTn id="27" presetID="12" presetClass="entr" presetSubtype="8" fill="hold" nodeType="clickEffect">
                                  <p:stCondLst>
                                    <p:cond delay="0"/>
                                  </p:stCondLst>
                                  <p:childTnLst>
                                    <p:set>
                                      <p:cBhvr>
                                        <p:cTn id="28" dur="1" fill="hold">
                                          <p:stCondLst>
                                            <p:cond delay="0"/>
                                          </p:stCondLst>
                                        </p:cTn>
                                        <p:tgtEl>
                                          <p:spTgt spid="53288"/>
                                        </p:tgtEl>
                                        <p:attrNameLst>
                                          <p:attrName>style.visibility</p:attrName>
                                        </p:attrNameLst>
                                      </p:cBhvr>
                                      <p:to>
                                        <p:strVal val="visible"/>
                                      </p:to>
                                    </p:set>
                                    <p:animEffect transition="in" filter="slide(fromLeft)">
                                      <p:cBhvr>
                                        <p:cTn id="29" dur="500"/>
                                        <p:tgtEl>
                                          <p:spTgt spid="53288"/>
                                        </p:tgtEl>
                                      </p:cBhvr>
                                    </p:animEffect>
                                  </p:childTnLst>
                                </p:cTn>
                              </p:par>
                            </p:childTnLst>
                          </p:cTn>
                        </p:par>
                        <p:par>
                          <p:cTn id="30" fill="hold">
                            <p:stCondLst>
                              <p:cond delay="500"/>
                            </p:stCondLst>
                            <p:childTnLst>
                              <p:par>
                                <p:cTn id="31" presetID="3" presetClass="entr" presetSubtype="10" fill="hold" nodeType="afterEffect">
                                  <p:stCondLst>
                                    <p:cond delay="0"/>
                                  </p:stCondLst>
                                  <p:childTnLst>
                                    <p:set>
                                      <p:cBhvr>
                                        <p:cTn id="32" dur="1" fill="hold">
                                          <p:stCondLst>
                                            <p:cond delay="0"/>
                                          </p:stCondLst>
                                        </p:cTn>
                                        <p:tgtEl>
                                          <p:spTgt spid="6"/>
                                        </p:tgtEl>
                                        <p:attrNameLst>
                                          <p:attrName>style.visibility</p:attrName>
                                        </p:attrNameLst>
                                      </p:cBhvr>
                                      <p:to>
                                        <p:strVal val="visible"/>
                                      </p:to>
                                    </p:set>
                                    <p:animEffect transition="in" filter="blinds(horizontal)">
                                      <p:cBhvr>
                                        <p:cTn id="33" dur="500"/>
                                        <p:tgtEl>
                                          <p:spTgt spid="6"/>
                                        </p:tgtEl>
                                      </p:cBhvr>
                                    </p:animEffect>
                                  </p:childTnLst>
                                </p:cTn>
                              </p:par>
                            </p:childTnLst>
                          </p:cTn>
                        </p:par>
                      </p:childTnLst>
                    </p:cTn>
                  </p:par>
                  <p:par>
                    <p:cTn id="34" fill="hold">
                      <p:stCondLst>
                        <p:cond delay="indefinite"/>
                      </p:stCondLst>
                      <p:childTnLst>
                        <p:par>
                          <p:cTn id="35" fill="hold">
                            <p:stCondLst>
                              <p:cond delay="0"/>
                            </p:stCondLst>
                            <p:childTnLst>
                              <p:par>
                                <p:cTn id="36" presetID="18" presetClass="entr" presetSubtype="6" fill="hold" nodeType="clickEffect">
                                  <p:stCondLst>
                                    <p:cond delay="0"/>
                                  </p:stCondLst>
                                  <p:childTnLst>
                                    <p:set>
                                      <p:cBhvr>
                                        <p:cTn id="37" dur="1" fill="hold">
                                          <p:stCondLst>
                                            <p:cond delay="0"/>
                                          </p:stCondLst>
                                        </p:cTn>
                                        <p:tgtEl>
                                          <p:spTgt spid="53296"/>
                                        </p:tgtEl>
                                        <p:attrNameLst>
                                          <p:attrName>style.visibility</p:attrName>
                                        </p:attrNameLst>
                                      </p:cBhvr>
                                      <p:to>
                                        <p:strVal val="visible"/>
                                      </p:to>
                                    </p:set>
                                    <p:animEffect transition="in" filter="strips(downRight)">
                                      <p:cBhvr>
                                        <p:cTn id="38" dur="2000"/>
                                        <p:tgtEl>
                                          <p:spTgt spid="53296"/>
                                        </p:tgtEl>
                                      </p:cBhvr>
                                    </p:animEffect>
                                  </p:childTnLst>
                                </p:cTn>
                              </p:par>
                            </p:childTnLst>
                          </p:cTn>
                        </p:par>
                      </p:childTnLst>
                    </p:cTn>
                  </p:par>
                  <p:par>
                    <p:cTn id="39" fill="hold">
                      <p:stCondLst>
                        <p:cond delay="indefinite"/>
                      </p:stCondLst>
                      <p:childTnLst>
                        <p:par>
                          <p:cTn id="40" fill="hold">
                            <p:stCondLst>
                              <p:cond delay="0"/>
                            </p:stCondLst>
                            <p:childTnLst>
                              <p:par>
                                <p:cTn id="41" presetID="23" presetClass="entr" presetSubtype="16" fill="hold" nodeType="clickEffect">
                                  <p:stCondLst>
                                    <p:cond delay="0"/>
                                  </p:stCondLst>
                                  <p:childTnLst>
                                    <p:set>
                                      <p:cBhvr>
                                        <p:cTn id="42" dur="1" fill="hold">
                                          <p:stCondLst>
                                            <p:cond delay="0"/>
                                          </p:stCondLst>
                                        </p:cTn>
                                        <p:tgtEl>
                                          <p:spTgt spid="2"/>
                                        </p:tgtEl>
                                        <p:attrNameLst>
                                          <p:attrName>style.visibility</p:attrName>
                                        </p:attrNameLst>
                                      </p:cBhvr>
                                      <p:to>
                                        <p:strVal val="visible"/>
                                      </p:to>
                                    </p:set>
                                    <p:anim calcmode="lin" valueType="num">
                                      <p:cBhvr>
                                        <p:cTn id="43" dur="500" fill="hold"/>
                                        <p:tgtEl>
                                          <p:spTgt spid="2"/>
                                        </p:tgtEl>
                                        <p:attrNameLst>
                                          <p:attrName>ppt_w</p:attrName>
                                        </p:attrNameLst>
                                      </p:cBhvr>
                                      <p:tavLst>
                                        <p:tav tm="0">
                                          <p:val>
                                            <p:fltVal val="0.000000"/>
                                          </p:val>
                                        </p:tav>
                                        <p:tav tm="100000">
                                          <p:val>
                                            <p:strVal val="#ppt_w"/>
                                          </p:val>
                                        </p:tav>
                                      </p:tavLst>
                                    </p:anim>
                                    <p:anim calcmode="lin" valueType="num">
                                      <p:cBhvr>
                                        <p:cTn id="44" dur="500" fill="hold"/>
                                        <p:tgtEl>
                                          <p:spTgt spid="2"/>
                                        </p:tgtEl>
                                        <p:attrNameLst>
                                          <p:attrName>ppt_h</p:attrName>
                                        </p:attrNameLst>
                                      </p:cBhvr>
                                      <p:tavLst>
                                        <p:tav tm="0">
                                          <p:val>
                                            <p:fltVal val="0.000000"/>
                                          </p:val>
                                        </p:tav>
                                        <p:tav tm="100000">
                                          <p:val>
                                            <p:strVal val="#ppt_h"/>
                                          </p:val>
                                        </p:tav>
                                      </p:tavLst>
                                    </p:anim>
                                  </p:childTnLst>
                                </p:cTn>
                              </p:par>
                            </p:childTnLst>
                          </p:cTn>
                        </p:par>
                        <p:par>
                          <p:cTn id="45" fill="hold">
                            <p:stCondLst>
                              <p:cond delay="500"/>
                            </p:stCondLst>
                            <p:childTnLst>
                              <p:par>
                                <p:cTn id="46" presetID="55" presetClass="entr" presetSubtype="0" fill="hold" nodeType="afterEffect">
                                  <p:stCondLst>
                                    <p:cond delay="0"/>
                                  </p:stCondLst>
                                  <p:childTnLst>
                                    <p:set>
                                      <p:cBhvr>
                                        <p:cTn id="47" dur="1" fill="hold">
                                          <p:stCondLst>
                                            <p:cond delay="0"/>
                                          </p:stCondLst>
                                        </p:cTn>
                                        <p:tgtEl>
                                          <p:spTgt spid="53291"/>
                                        </p:tgtEl>
                                        <p:attrNameLst>
                                          <p:attrName>style.visibility</p:attrName>
                                        </p:attrNameLst>
                                      </p:cBhvr>
                                      <p:to>
                                        <p:strVal val="visible"/>
                                      </p:to>
                                    </p:set>
                                    <p:anim calcmode="lin" valueType="num">
                                      <p:cBhvr>
                                        <p:cTn id="48" dur="1000" fill="hold"/>
                                        <p:tgtEl>
                                          <p:spTgt spid="53291"/>
                                        </p:tgtEl>
                                        <p:attrNameLst>
                                          <p:attrName>ppt_w</p:attrName>
                                        </p:attrNameLst>
                                      </p:cBhvr>
                                      <p:tavLst>
                                        <p:tav tm="0">
                                          <p:val>
                                            <p:strVal val="#ppt_w*0.70"/>
                                          </p:val>
                                        </p:tav>
                                        <p:tav tm="100000">
                                          <p:val>
                                            <p:strVal val="#ppt_w"/>
                                          </p:val>
                                        </p:tav>
                                      </p:tavLst>
                                    </p:anim>
                                    <p:anim calcmode="lin" valueType="num">
                                      <p:cBhvr>
                                        <p:cTn id="49" dur="1000" fill="hold"/>
                                        <p:tgtEl>
                                          <p:spTgt spid="53291"/>
                                        </p:tgtEl>
                                        <p:attrNameLst>
                                          <p:attrName>ppt_h</p:attrName>
                                        </p:attrNameLst>
                                      </p:cBhvr>
                                      <p:tavLst>
                                        <p:tav tm="0">
                                          <p:val>
                                            <p:strVal val="#ppt_h"/>
                                          </p:val>
                                        </p:tav>
                                        <p:tav tm="100000">
                                          <p:val>
                                            <p:strVal val="#ppt_h"/>
                                          </p:val>
                                        </p:tav>
                                      </p:tavLst>
                                    </p:anim>
                                    <p:animEffect transition="in" filter="fade">
                                      <p:cBhvr>
                                        <p:cTn id="50" dur="1000"/>
                                        <p:tgtEl>
                                          <p:spTgt spid="5329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3250" grpId="0"/>
      <p:bldP spid="53303" grpId="0"/>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graphicFrame>
        <p:nvGraphicFramePr>
          <p:cNvPr id="50178" name="Object 2"/>
          <p:cNvGraphicFramePr/>
          <p:nvPr/>
        </p:nvGraphicFramePr>
        <p:xfrm>
          <a:off x="625475" y="4076700"/>
          <a:ext cx="4003675" cy="1033463"/>
        </p:xfrm>
        <a:graphic>
          <a:graphicData uri="http://schemas.openxmlformats.org/presentationml/2006/ole">
            <mc:AlternateContent xmlns:mc="http://schemas.openxmlformats.org/markup-compatibility/2006">
              <mc:Choice xmlns:v="urn:schemas-microsoft-com:vml" Requires="v">
                <p:oleObj spid="_x0000_s3169" name="" r:id="rId1" imgW="1726565" imgH="444500" progId="Equation.3">
                  <p:embed/>
                </p:oleObj>
              </mc:Choice>
              <mc:Fallback>
                <p:oleObj name="" r:id="rId1" imgW="1726565" imgH="444500" progId="Equation.3">
                  <p:embed/>
                  <p:pic>
                    <p:nvPicPr>
                      <p:cNvPr id="0" name="图片 3168"/>
                      <p:cNvPicPr/>
                      <p:nvPr/>
                    </p:nvPicPr>
                    <p:blipFill>
                      <a:blip r:embed="rId2">
                        <a:clrChange>
                          <a:clrFrom>
                            <a:srgbClr val="000000"/>
                          </a:clrFrom>
                          <a:clrTo>
                            <a:srgbClr val="990033"/>
                          </a:clrTo>
                        </a:clrChange>
                      </a:blip>
                      <a:stretch>
                        <a:fillRect/>
                      </a:stretch>
                    </p:blipFill>
                    <p:spPr>
                      <a:xfrm>
                        <a:off x="625475" y="4076700"/>
                        <a:ext cx="4003675" cy="1033463"/>
                      </a:xfrm>
                      <a:prstGeom prst="rect">
                        <a:avLst/>
                      </a:prstGeom>
                      <a:gradFill rotWithShape="1">
                        <a:gsLst>
                          <a:gs pos="0">
                            <a:srgbClr val="0099FF"/>
                          </a:gs>
                          <a:gs pos="50000">
                            <a:schemeClr val="bg1"/>
                          </a:gs>
                          <a:gs pos="100000">
                            <a:srgbClr val="0099FF"/>
                          </a:gs>
                        </a:gsLst>
                        <a:lin ang="5400000" scaled="1"/>
                        <a:tileRect/>
                      </a:gradFill>
                      <a:ln w="38100">
                        <a:noFill/>
                        <a:miter/>
                      </a:ln>
                    </p:spPr>
                  </p:pic>
                </p:oleObj>
              </mc:Fallback>
            </mc:AlternateContent>
          </a:graphicData>
        </a:graphic>
      </p:graphicFrame>
      <p:grpSp>
        <p:nvGrpSpPr>
          <p:cNvPr id="2" name="Group 4"/>
          <p:cNvGrpSpPr/>
          <p:nvPr/>
        </p:nvGrpSpPr>
        <p:grpSpPr>
          <a:xfrm>
            <a:off x="4859338" y="4076700"/>
            <a:ext cx="2016125" cy="647700"/>
            <a:chOff x="3379" y="2251"/>
            <a:chExt cx="998" cy="408"/>
          </a:xfrm>
        </p:grpSpPr>
        <p:sp>
          <p:nvSpPr>
            <p:cNvPr id="23607" name="Line 5"/>
            <p:cNvSpPr/>
            <p:nvPr/>
          </p:nvSpPr>
          <p:spPr>
            <a:xfrm>
              <a:off x="3379" y="2659"/>
              <a:ext cx="907" cy="0"/>
            </a:xfrm>
            <a:prstGeom prst="line">
              <a:avLst/>
            </a:prstGeom>
            <a:ln w="76200" cap="flat" cmpd="sng">
              <a:solidFill>
                <a:srgbClr val="0066FF"/>
              </a:solidFill>
              <a:prstDash val="solid"/>
              <a:headEnd type="none" w="med" len="med"/>
              <a:tailEnd type="triangle" w="med" len="med"/>
            </a:ln>
          </p:spPr>
        </p:sp>
        <p:sp>
          <p:nvSpPr>
            <p:cNvPr id="23608" name="Text Box 6"/>
            <p:cNvSpPr txBox="1"/>
            <p:nvPr/>
          </p:nvSpPr>
          <p:spPr>
            <a:xfrm>
              <a:off x="3379" y="2251"/>
              <a:ext cx="998" cy="327"/>
            </a:xfrm>
            <a:prstGeom prst="rect">
              <a:avLst/>
            </a:prstGeom>
            <a:noFill/>
            <a:ln w="9525">
              <a:noFill/>
            </a:ln>
          </p:spPr>
          <p:txBody>
            <a:bodyPr>
              <a:spAutoFit/>
            </a:bodyPr>
            <a:p>
              <a:pPr>
                <a:spcBef>
                  <a:spcPct val="50000"/>
                </a:spcBef>
              </a:pPr>
              <a:r>
                <a:rPr lang="zh-CN" altLang="en-US" dirty="0">
                  <a:solidFill>
                    <a:srgbClr val="FF9900"/>
                  </a:solidFill>
                  <a:latin typeface="Arial" panose="020B0604020202020204" pitchFamily="34" charset="0"/>
                </a:rPr>
                <a:t>分流公式</a:t>
              </a:r>
              <a:endParaRPr lang="zh-CN" altLang="en-US" dirty="0">
                <a:solidFill>
                  <a:srgbClr val="FF9900"/>
                </a:solidFill>
                <a:latin typeface="Arial" panose="020B0604020202020204" pitchFamily="34" charset="0"/>
              </a:endParaRPr>
            </a:p>
          </p:txBody>
        </p:sp>
      </p:grpSp>
      <p:graphicFrame>
        <p:nvGraphicFramePr>
          <p:cNvPr id="50183" name="Object 7"/>
          <p:cNvGraphicFramePr/>
          <p:nvPr/>
        </p:nvGraphicFramePr>
        <p:xfrm>
          <a:off x="7092950" y="4005263"/>
          <a:ext cx="1370013" cy="1047750"/>
        </p:xfrm>
        <a:graphic>
          <a:graphicData uri="http://schemas.openxmlformats.org/presentationml/2006/ole">
            <mc:AlternateContent xmlns:mc="http://schemas.openxmlformats.org/markup-compatibility/2006">
              <mc:Choice xmlns:v="urn:schemas-microsoft-com:vml" Requires="v">
                <p:oleObj spid="_x0000_s3167" name="" r:id="rId3" imgW="584200" imgH="444500" progId="Equation.3">
                  <p:embed/>
                </p:oleObj>
              </mc:Choice>
              <mc:Fallback>
                <p:oleObj name="" r:id="rId3" imgW="584200" imgH="444500" progId="Equation.3">
                  <p:embed/>
                  <p:pic>
                    <p:nvPicPr>
                      <p:cNvPr id="0" name="图片 3166"/>
                      <p:cNvPicPr/>
                      <p:nvPr/>
                    </p:nvPicPr>
                    <p:blipFill>
                      <a:blip r:embed="rId4">
                        <a:clrChange>
                          <a:clrFrom>
                            <a:srgbClr val="000000"/>
                          </a:clrFrom>
                          <a:clrTo>
                            <a:srgbClr val="333399"/>
                          </a:clrTo>
                        </a:clrChange>
                      </a:blip>
                      <a:stretch>
                        <a:fillRect/>
                      </a:stretch>
                    </p:blipFill>
                    <p:spPr>
                      <a:xfrm>
                        <a:off x="7092950" y="4005263"/>
                        <a:ext cx="1370013" cy="1047750"/>
                      </a:xfrm>
                      <a:prstGeom prst="rect">
                        <a:avLst/>
                      </a:prstGeom>
                      <a:gradFill rotWithShape="1">
                        <a:gsLst>
                          <a:gs pos="0">
                            <a:srgbClr val="FFCC00"/>
                          </a:gs>
                          <a:gs pos="100000">
                            <a:schemeClr val="bg1"/>
                          </a:gs>
                        </a:gsLst>
                        <a:lin ang="5400000" scaled="1"/>
                        <a:tileRect/>
                      </a:gradFill>
                      <a:ln w="38100">
                        <a:noFill/>
                        <a:miter/>
                      </a:ln>
                    </p:spPr>
                  </p:pic>
                </p:oleObj>
              </mc:Fallback>
            </mc:AlternateContent>
          </a:graphicData>
        </a:graphic>
      </p:graphicFrame>
      <p:sp>
        <p:nvSpPr>
          <p:cNvPr id="50184" name="Text Box 8"/>
          <p:cNvSpPr txBox="1"/>
          <p:nvPr/>
        </p:nvSpPr>
        <p:spPr>
          <a:xfrm>
            <a:off x="611188" y="549275"/>
            <a:ext cx="2844800" cy="579438"/>
          </a:xfrm>
          <a:prstGeom prst="rect">
            <a:avLst/>
          </a:prstGeom>
          <a:noFill/>
          <a:ln w="9525">
            <a:noFill/>
          </a:ln>
        </p:spPr>
        <p:txBody>
          <a:bodyPr wrap="none" lIns="198000" rIns="198000">
            <a:spAutoFit/>
          </a:bodyPr>
          <a:p>
            <a:pPr marL="342900" indent="-342900">
              <a:buAutoNum type="circleNumDbPlain" startAt="2"/>
            </a:pPr>
            <a:r>
              <a:rPr lang="zh-CN" altLang="en-US" sz="3200" dirty="0">
                <a:solidFill>
                  <a:schemeClr val="bg1"/>
                </a:solidFill>
                <a:latin typeface="楷体_GB2312" pitchFamily="49" charset="-122"/>
              </a:rPr>
              <a:t>导纳的并联</a:t>
            </a:r>
            <a:endParaRPr lang="zh-CN" altLang="en-US" sz="3200" dirty="0">
              <a:latin typeface="楷体_GB2312" pitchFamily="49" charset="-122"/>
            </a:endParaRPr>
          </a:p>
        </p:txBody>
      </p:sp>
      <p:sp>
        <p:nvSpPr>
          <p:cNvPr id="50226" name="Line 50"/>
          <p:cNvSpPr/>
          <p:nvPr/>
        </p:nvSpPr>
        <p:spPr>
          <a:xfrm>
            <a:off x="4427538" y="2276475"/>
            <a:ext cx="720725" cy="0"/>
          </a:xfrm>
          <a:prstGeom prst="line">
            <a:avLst/>
          </a:prstGeom>
          <a:ln w="76200" cap="flat" cmpd="sng">
            <a:solidFill>
              <a:srgbClr val="0066FF"/>
            </a:solidFill>
            <a:prstDash val="solid"/>
            <a:headEnd type="none" w="med" len="med"/>
            <a:tailEnd type="triangle" w="med" len="med"/>
          </a:ln>
        </p:spPr>
      </p:sp>
      <p:graphicFrame>
        <p:nvGraphicFramePr>
          <p:cNvPr id="50227" name="Object 51"/>
          <p:cNvGraphicFramePr/>
          <p:nvPr/>
        </p:nvGraphicFramePr>
        <p:xfrm>
          <a:off x="684213" y="3213100"/>
          <a:ext cx="7775575" cy="646113"/>
        </p:xfrm>
        <a:graphic>
          <a:graphicData uri="http://schemas.openxmlformats.org/presentationml/2006/ole">
            <mc:AlternateContent xmlns:mc="http://schemas.openxmlformats.org/markup-compatibility/2006">
              <mc:Choice xmlns:v="urn:schemas-microsoft-com:vml" Requires="v">
                <p:oleObj spid="_x0000_s3168" name="" r:id="rId5" imgW="3246755" imgH="266065" progId="Equation.3">
                  <p:embed/>
                </p:oleObj>
              </mc:Choice>
              <mc:Fallback>
                <p:oleObj name="" r:id="rId5" imgW="3246755" imgH="266065" progId="Equation.3">
                  <p:embed/>
                  <p:pic>
                    <p:nvPicPr>
                      <p:cNvPr id="0" name="图片 3167"/>
                      <p:cNvPicPr/>
                      <p:nvPr/>
                    </p:nvPicPr>
                    <p:blipFill>
                      <a:blip r:embed="rId6">
                        <a:clrChange>
                          <a:clrFrom>
                            <a:srgbClr val="000000"/>
                          </a:clrFrom>
                          <a:clrTo>
                            <a:srgbClr val="FFFFFF"/>
                          </a:clrTo>
                        </a:clrChange>
                      </a:blip>
                      <a:stretch>
                        <a:fillRect/>
                      </a:stretch>
                    </p:blipFill>
                    <p:spPr>
                      <a:xfrm>
                        <a:off x="684213" y="3213100"/>
                        <a:ext cx="7775575" cy="646113"/>
                      </a:xfrm>
                      <a:prstGeom prst="rect">
                        <a:avLst/>
                      </a:prstGeom>
                      <a:noFill/>
                      <a:ln w="38100">
                        <a:noFill/>
                        <a:miter/>
                      </a:ln>
                    </p:spPr>
                  </p:pic>
                </p:oleObj>
              </mc:Fallback>
            </mc:AlternateContent>
          </a:graphicData>
        </a:graphic>
      </p:graphicFrame>
      <p:sp>
        <p:nvSpPr>
          <p:cNvPr id="50229" name="Text Box 53"/>
          <p:cNvSpPr txBox="1"/>
          <p:nvPr/>
        </p:nvSpPr>
        <p:spPr>
          <a:xfrm>
            <a:off x="539750" y="5445125"/>
            <a:ext cx="5903913" cy="519113"/>
          </a:xfrm>
          <a:prstGeom prst="rect">
            <a:avLst/>
          </a:prstGeom>
          <a:noFill/>
          <a:ln w="9525">
            <a:noFill/>
          </a:ln>
        </p:spPr>
        <p:txBody>
          <a:bodyPr>
            <a:spAutoFit/>
          </a:bodyPr>
          <a:p>
            <a:pPr>
              <a:spcBef>
                <a:spcPct val="50000"/>
              </a:spcBef>
            </a:pPr>
            <a:r>
              <a:rPr lang="zh-CN" altLang="en-US" dirty="0">
                <a:latin typeface="楷体_GB2312" pitchFamily="49" charset="-122"/>
              </a:rPr>
              <a:t>两个阻抗</a:t>
            </a:r>
            <a:r>
              <a:rPr lang="en-US" altLang="zh-CN" b="0" i="1" dirty="0">
                <a:solidFill>
                  <a:schemeClr val="bg1"/>
                </a:solidFill>
                <a:latin typeface="Times New Roman" panose="02020603050405020304" pitchFamily="18" charset="0"/>
              </a:rPr>
              <a:t>Z</a:t>
            </a:r>
            <a:r>
              <a:rPr lang="en-US" altLang="zh-CN" b="0" baseline="-25000" dirty="0">
                <a:solidFill>
                  <a:schemeClr val="bg1"/>
                </a:solidFill>
                <a:latin typeface="Times New Roman" panose="02020603050405020304" pitchFamily="18" charset="0"/>
              </a:rPr>
              <a:t>1</a:t>
            </a:r>
            <a:r>
              <a:rPr lang="zh-CN" altLang="en-US" b="0" dirty="0">
                <a:solidFill>
                  <a:schemeClr val="bg1"/>
                </a:solidFill>
                <a:latin typeface="Times New Roman" panose="02020603050405020304" pitchFamily="18" charset="0"/>
              </a:rPr>
              <a:t>、</a:t>
            </a:r>
            <a:r>
              <a:rPr lang="en-US" altLang="zh-CN" b="0" i="1" dirty="0">
                <a:solidFill>
                  <a:schemeClr val="bg1"/>
                </a:solidFill>
                <a:latin typeface="Times New Roman" panose="02020603050405020304" pitchFamily="18" charset="0"/>
              </a:rPr>
              <a:t>Z</a:t>
            </a:r>
            <a:r>
              <a:rPr lang="en-US" altLang="zh-CN" b="0" baseline="-25000" dirty="0">
                <a:solidFill>
                  <a:schemeClr val="bg1"/>
                </a:solidFill>
                <a:latin typeface="Times New Roman" panose="02020603050405020304" pitchFamily="18" charset="0"/>
              </a:rPr>
              <a:t>2</a:t>
            </a:r>
            <a:r>
              <a:rPr lang="zh-CN" altLang="en-US" dirty="0">
                <a:latin typeface="楷体_GB2312" pitchFamily="49" charset="-122"/>
              </a:rPr>
              <a:t>的并联等效阻抗为</a:t>
            </a:r>
            <a:endParaRPr lang="zh-CN" altLang="en-US" dirty="0">
              <a:latin typeface="楷体_GB2312" pitchFamily="49" charset="-122"/>
            </a:endParaRPr>
          </a:p>
        </p:txBody>
      </p:sp>
      <p:graphicFrame>
        <p:nvGraphicFramePr>
          <p:cNvPr id="50230" name="Object 54"/>
          <p:cNvGraphicFramePr/>
          <p:nvPr/>
        </p:nvGraphicFramePr>
        <p:xfrm>
          <a:off x="6443663" y="5157788"/>
          <a:ext cx="1944687" cy="1131887"/>
        </p:xfrm>
        <a:graphic>
          <a:graphicData uri="http://schemas.openxmlformats.org/presentationml/2006/ole">
            <mc:AlternateContent xmlns:mc="http://schemas.openxmlformats.org/markup-compatibility/2006">
              <mc:Choice xmlns:v="urn:schemas-microsoft-com:vml" Requires="v">
                <p:oleObj spid="_x0000_s3171" name="" r:id="rId7" imgW="862965" imgH="495300" progId="Equation.3">
                  <p:embed/>
                </p:oleObj>
              </mc:Choice>
              <mc:Fallback>
                <p:oleObj name="" r:id="rId7" imgW="862965" imgH="495300" progId="Equation.3">
                  <p:embed/>
                  <p:pic>
                    <p:nvPicPr>
                      <p:cNvPr id="0" name="图片 3170"/>
                      <p:cNvPicPr/>
                      <p:nvPr/>
                    </p:nvPicPr>
                    <p:blipFill>
                      <a:blip r:embed="rId8">
                        <a:clrChange>
                          <a:clrFrom>
                            <a:srgbClr val="000000"/>
                          </a:clrFrom>
                          <a:clrTo>
                            <a:srgbClr val="FFFFFF"/>
                          </a:clrTo>
                        </a:clrChange>
                      </a:blip>
                      <a:stretch>
                        <a:fillRect/>
                      </a:stretch>
                    </p:blipFill>
                    <p:spPr>
                      <a:xfrm>
                        <a:off x="6443663" y="5157788"/>
                        <a:ext cx="1944687" cy="1131887"/>
                      </a:xfrm>
                      <a:prstGeom prst="rect">
                        <a:avLst/>
                      </a:prstGeom>
                      <a:noFill/>
                      <a:ln w="38100">
                        <a:noFill/>
                        <a:miter/>
                      </a:ln>
                    </p:spPr>
                  </p:pic>
                </p:oleObj>
              </mc:Fallback>
            </mc:AlternateContent>
          </a:graphicData>
        </a:graphic>
      </p:graphicFrame>
      <p:grpSp>
        <p:nvGrpSpPr>
          <p:cNvPr id="23566" name="Group 60"/>
          <p:cNvGrpSpPr/>
          <p:nvPr/>
        </p:nvGrpSpPr>
        <p:grpSpPr>
          <a:xfrm>
            <a:off x="8316913" y="6446838"/>
            <a:ext cx="792162" cy="366712"/>
            <a:chOff x="5193" y="4020"/>
            <a:chExt cx="499" cy="231"/>
          </a:xfrm>
        </p:grpSpPr>
        <p:pic>
          <p:nvPicPr>
            <p:cNvPr id="23605" name="Picture 61" descr="78900"/>
            <p:cNvPicPr>
              <a:picLocks noChangeAspect="1"/>
            </p:cNvPicPr>
            <p:nvPr/>
          </p:nvPicPr>
          <p:blipFill>
            <a:blip r:embed="rId9"/>
            <a:stretch>
              <a:fillRect/>
            </a:stretch>
          </p:blipFill>
          <p:spPr>
            <a:xfrm>
              <a:off x="5193" y="4066"/>
              <a:ext cx="499" cy="181"/>
            </a:xfrm>
            <a:prstGeom prst="rect">
              <a:avLst/>
            </a:prstGeom>
            <a:noFill/>
            <a:ln w="9525">
              <a:noFill/>
            </a:ln>
          </p:spPr>
        </p:pic>
        <p:sp>
          <p:nvSpPr>
            <p:cNvPr id="23606" name="Text Box 62">
              <a:hlinkClick r:id="" action="ppaction://hlinkshowjump?jump=nextslide"/>
            </p:cNvPr>
            <p:cNvSpPr txBox="1"/>
            <p:nvPr/>
          </p:nvSpPr>
          <p:spPr>
            <a:xfrm>
              <a:off x="5216" y="4020"/>
              <a:ext cx="476" cy="231"/>
            </a:xfrm>
            <a:prstGeom prst="rect">
              <a:avLst/>
            </a:prstGeom>
            <a:noFill/>
            <a:ln w="9525">
              <a:noFill/>
            </a:ln>
          </p:spPr>
          <p:txBody>
            <a:bodyPr wrap="none">
              <a:spAutoFit/>
            </a:bodyPr>
            <a:p>
              <a:pPr>
                <a:spcBef>
                  <a:spcPct val="50000"/>
                </a:spcBef>
              </a:pPr>
              <a:r>
                <a:rPr lang="zh-CN" altLang="en-US" sz="1800" b="0" dirty="0">
                  <a:solidFill>
                    <a:schemeClr val="bg1"/>
                  </a:solidFill>
                  <a:latin typeface="隶书" panose="02010509060101010101" pitchFamily="49" charset="-122"/>
                  <a:ea typeface="隶书" panose="02010509060101010101" pitchFamily="49" charset="-122"/>
                </a:rPr>
                <a:t>下 页</a:t>
              </a:r>
              <a:endParaRPr lang="zh-CN" altLang="en-US" sz="1800" b="0" dirty="0">
                <a:solidFill>
                  <a:schemeClr val="bg1"/>
                </a:solidFill>
                <a:latin typeface="隶书" panose="02010509060101010101" pitchFamily="49" charset="-122"/>
                <a:ea typeface="隶书" panose="02010509060101010101" pitchFamily="49" charset="-122"/>
              </a:endParaRPr>
            </a:p>
          </p:txBody>
        </p:sp>
      </p:grpSp>
      <p:grpSp>
        <p:nvGrpSpPr>
          <p:cNvPr id="23567" name="Group 63"/>
          <p:cNvGrpSpPr/>
          <p:nvPr/>
        </p:nvGrpSpPr>
        <p:grpSpPr>
          <a:xfrm>
            <a:off x="7453313" y="6446838"/>
            <a:ext cx="792162" cy="366712"/>
            <a:chOff x="4649" y="4020"/>
            <a:chExt cx="499" cy="231"/>
          </a:xfrm>
        </p:grpSpPr>
        <p:pic>
          <p:nvPicPr>
            <p:cNvPr id="23603" name="Picture 64" descr="78900"/>
            <p:cNvPicPr>
              <a:picLocks noChangeAspect="1"/>
            </p:cNvPicPr>
            <p:nvPr/>
          </p:nvPicPr>
          <p:blipFill>
            <a:blip r:embed="rId9"/>
            <a:stretch>
              <a:fillRect/>
            </a:stretch>
          </p:blipFill>
          <p:spPr>
            <a:xfrm>
              <a:off x="4649" y="4066"/>
              <a:ext cx="499" cy="181"/>
            </a:xfrm>
            <a:prstGeom prst="rect">
              <a:avLst/>
            </a:prstGeom>
            <a:noFill/>
            <a:ln w="9525">
              <a:noFill/>
            </a:ln>
          </p:spPr>
        </p:pic>
        <p:sp>
          <p:nvSpPr>
            <p:cNvPr id="23604" name="Text Box 65">
              <a:hlinkClick r:id="" action="ppaction://hlinkshowjump?jump=previousslide"/>
            </p:cNvPr>
            <p:cNvSpPr txBox="1"/>
            <p:nvPr/>
          </p:nvSpPr>
          <p:spPr>
            <a:xfrm>
              <a:off x="4672" y="4020"/>
              <a:ext cx="476" cy="231"/>
            </a:xfrm>
            <a:prstGeom prst="rect">
              <a:avLst/>
            </a:prstGeom>
            <a:noFill/>
            <a:ln w="9525">
              <a:noFill/>
            </a:ln>
          </p:spPr>
          <p:txBody>
            <a:bodyPr wrap="none">
              <a:spAutoFit/>
            </a:bodyPr>
            <a:p>
              <a:pPr>
                <a:spcBef>
                  <a:spcPct val="50000"/>
                </a:spcBef>
              </a:pPr>
              <a:r>
                <a:rPr lang="zh-CN" altLang="en-US" sz="1800" b="0" dirty="0">
                  <a:solidFill>
                    <a:schemeClr val="bg1"/>
                  </a:solidFill>
                  <a:latin typeface="隶书" panose="02010509060101010101" pitchFamily="49" charset="-122"/>
                  <a:ea typeface="隶书" panose="02010509060101010101" pitchFamily="49" charset="-122"/>
                </a:rPr>
                <a:t>上 页</a:t>
              </a:r>
              <a:endParaRPr lang="zh-CN" altLang="en-US" sz="1800" b="0" dirty="0">
                <a:solidFill>
                  <a:schemeClr val="bg1"/>
                </a:solidFill>
                <a:latin typeface="隶书" panose="02010509060101010101" pitchFamily="49" charset="-122"/>
                <a:ea typeface="隶书" panose="02010509060101010101" pitchFamily="49" charset="-122"/>
              </a:endParaRPr>
            </a:p>
          </p:txBody>
        </p:sp>
      </p:grpSp>
      <p:grpSp>
        <p:nvGrpSpPr>
          <p:cNvPr id="23568" name="Group 108"/>
          <p:cNvGrpSpPr/>
          <p:nvPr/>
        </p:nvGrpSpPr>
        <p:grpSpPr>
          <a:xfrm>
            <a:off x="6588125" y="6446838"/>
            <a:ext cx="792163" cy="366712"/>
            <a:chOff x="4649" y="4020"/>
            <a:chExt cx="499" cy="231"/>
          </a:xfrm>
        </p:grpSpPr>
        <p:pic>
          <p:nvPicPr>
            <p:cNvPr id="23601" name="Picture 109" descr="78900"/>
            <p:cNvPicPr>
              <a:picLocks noChangeAspect="1"/>
            </p:cNvPicPr>
            <p:nvPr/>
          </p:nvPicPr>
          <p:blipFill>
            <a:blip r:embed="rId9"/>
            <a:stretch>
              <a:fillRect/>
            </a:stretch>
          </p:blipFill>
          <p:spPr>
            <a:xfrm>
              <a:off x="4649" y="4066"/>
              <a:ext cx="499" cy="181"/>
            </a:xfrm>
            <a:prstGeom prst="rect">
              <a:avLst/>
            </a:prstGeom>
            <a:noFill/>
            <a:ln w="9525">
              <a:noFill/>
            </a:ln>
          </p:spPr>
        </p:pic>
        <p:sp>
          <p:nvSpPr>
            <p:cNvPr id="23602" name="Text Box 110">
              <a:hlinkClick r:id="" action="ppaction://hlinkshowjump?jump=firstslide"/>
            </p:cNvPr>
            <p:cNvSpPr txBox="1"/>
            <p:nvPr/>
          </p:nvSpPr>
          <p:spPr>
            <a:xfrm>
              <a:off x="4672" y="4020"/>
              <a:ext cx="476" cy="231"/>
            </a:xfrm>
            <a:prstGeom prst="rect">
              <a:avLst/>
            </a:prstGeom>
            <a:noFill/>
            <a:ln w="9525">
              <a:noFill/>
            </a:ln>
          </p:spPr>
          <p:txBody>
            <a:bodyPr wrap="none">
              <a:spAutoFit/>
            </a:bodyPr>
            <a:p>
              <a:pPr>
                <a:spcBef>
                  <a:spcPct val="50000"/>
                </a:spcBef>
              </a:pPr>
              <a:r>
                <a:rPr lang="zh-CN" altLang="en-US" sz="1800" b="0" dirty="0">
                  <a:solidFill>
                    <a:schemeClr val="bg1"/>
                  </a:solidFill>
                  <a:latin typeface="隶书" panose="02010509060101010101" pitchFamily="49" charset="-122"/>
                  <a:ea typeface="隶书" panose="02010509060101010101" pitchFamily="49" charset="-122"/>
                </a:rPr>
                <a:t>返 回</a:t>
              </a:r>
              <a:endParaRPr lang="zh-CN" altLang="en-US" sz="1800" b="0" dirty="0">
                <a:solidFill>
                  <a:schemeClr val="bg1"/>
                </a:solidFill>
                <a:latin typeface="隶书" panose="02010509060101010101" pitchFamily="49" charset="-122"/>
                <a:ea typeface="隶书" panose="02010509060101010101" pitchFamily="49" charset="-122"/>
              </a:endParaRPr>
            </a:p>
          </p:txBody>
        </p:sp>
      </p:grpSp>
      <p:grpSp>
        <p:nvGrpSpPr>
          <p:cNvPr id="6" name="Group 127"/>
          <p:cNvGrpSpPr/>
          <p:nvPr/>
        </p:nvGrpSpPr>
        <p:grpSpPr>
          <a:xfrm>
            <a:off x="5435600" y="1268413"/>
            <a:ext cx="1603375" cy="1720850"/>
            <a:chOff x="3424" y="799"/>
            <a:chExt cx="1010" cy="1084"/>
          </a:xfrm>
        </p:grpSpPr>
        <p:sp>
          <p:nvSpPr>
            <p:cNvPr id="23591" name="Line 112"/>
            <p:cNvSpPr/>
            <p:nvPr/>
          </p:nvSpPr>
          <p:spPr>
            <a:xfrm>
              <a:off x="4145" y="1095"/>
              <a:ext cx="0" cy="768"/>
            </a:xfrm>
            <a:prstGeom prst="line">
              <a:avLst/>
            </a:prstGeom>
            <a:ln w="28575" cap="flat" cmpd="sng">
              <a:solidFill>
                <a:srgbClr val="FFCC00"/>
              </a:solidFill>
              <a:prstDash val="solid"/>
              <a:headEnd type="none" w="med" len="med"/>
              <a:tailEnd type="none" w="med" len="med"/>
            </a:ln>
          </p:spPr>
        </p:sp>
        <p:sp>
          <p:nvSpPr>
            <p:cNvPr id="23592" name="Line 113"/>
            <p:cNvSpPr/>
            <p:nvPr/>
          </p:nvSpPr>
          <p:spPr>
            <a:xfrm>
              <a:off x="3569" y="1109"/>
              <a:ext cx="576" cy="0"/>
            </a:xfrm>
            <a:prstGeom prst="line">
              <a:avLst/>
            </a:prstGeom>
            <a:ln w="28575" cap="flat" cmpd="sng">
              <a:solidFill>
                <a:srgbClr val="FFCC00"/>
              </a:solidFill>
              <a:prstDash val="solid"/>
              <a:headEnd type="none" w="med" len="med"/>
              <a:tailEnd type="none" w="med" len="med"/>
            </a:ln>
          </p:spPr>
        </p:sp>
        <p:sp>
          <p:nvSpPr>
            <p:cNvPr id="23593" name="Line 114"/>
            <p:cNvSpPr/>
            <p:nvPr/>
          </p:nvSpPr>
          <p:spPr>
            <a:xfrm>
              <a:off x="3569" y="1851"/>
              <a:ext cx="576" cy="0"/>
            </a:xfrm>
            <a:prstGeom prst="line">
              <a:avLst/>
            </a:prstGeom>
            <a:ln w="28575" cap="flat" cmpd="sng">
              <a:solidFill>
                <a:srgbClr val="FFCC00"/>
              </a:solidFill>
              <a:prstDash val="solid"/>
              <a:headEnd type="none" w="med" len="med"/>
              <a:tailEnd type="none" w="med" len="med"/>
            </a:ln>
          </p:spPr>
        </p:sp>
        <p:sp>
          <p:nvSpPr>
            <p:cNvPr id="23594" name="Line 115"/>
            <p:cNvSpPr/>
            <p:nvPr/>
          </p:nvSpPr>
          <p:spPr>
            <a:xfrm>
              <a:off x="3606" y="1117"/>
              <a:ext cx="384" cy="0"/>
            </a:xfrm>
            <a:prstGeom prst="line">
              <a:avLst/>
            </a:prstGeom>
            <a:ln w="28575" cap="flat" cmpd="sng">
              <a:solidFill>
                <a:srgbClr val="66FFFF"/>
              </a:solidFill>
              <a:prstDash val="solid"/>
              <a:headEnd type="none" w="med" len="med"/>
              <a:tailEnd type="triangle" w="med" len="med"/>
            </a:ln>
          </p:spPr>
        </p:sp>
        <p:sp>
          <p:nvSpPr>
            <p:cNvPr id="23595" name="Text Box 116"/>
            <p:cNvSpPr txBox="1"/>
            <p:nvPr/>
          </p:nvSpPr>
          <p:spPr>
            <a:xfrm>
              <a:off x="4193" y="1303"/>
              <a:ext cx="241" cy="327"/>
            </a:xfrm>
            <a:prstGeom prst="rect">
              <a:avLst/>
            </a:prstGeom>
            <a:noFill/>
            <a:ln w="28575">
              <a:noFill/>
            </a:ln>
          </p:spPr>
          <p:txBody>
            <a:bodyPr wrap="none">
              <a:spAutoFit/>
            </a:bodyPr>
            <a:p>
              <a:r>
                <a:rPr lang="en-US" altLang="zh-CN" b="0" i="1" dirty="0">
                  <a:solidFill>
                    <a:schemeClr val="bg1"/>
                  </a:solidFill>
                  <a:latin typeface="Times New Roman" panose="02020603050405020304" pitchFamily="18" charset="0"/>
                  <a:ea typeface="宋体" panose="02010600030101010101" pitchFamily="2" charset="-122"/>
                </a:rPr>
                <a:t>Y</a:t>
              </a:r>
              <a:endParaRPr lang="en-US" altLang="zh-CN" b="0" i="1" dirty="0">
                <a:solidFill>
                  <a:schemeClr val="bg1"/>
                </a:solidFill>
                <a:latin typeface="Times New Roman" panose="02020603050405020304" pitchFamily="18" charset="0"/>
                <a:ea typeface="宋体" panose="02010600030101010101" pitchFamily="2" charset="-122"/>
              </a:endParaRPr>
            </a:p>
          </p:txBody>
        </p:sp>
        <p:sp>
          <p:nvSpPr>
            <p:cNvPr id="23596" name="Text Box 117"/>
            <p:cNvSpPr txBox="1"/>
            <p:nvPr/>
          </p:nvSpPr>
          <p:spPr>
            <a:xfrm>
              <a:off x="3424" y="1095"/>
              <a:ext cx="225" cy="288"/>
            </a:xfrm>
            <a:prstGeom prst="rect">
              <a:avLst/>
            </a:prstGeom>
            <a:noFill/>
            <a:ln w="28575">
              <a:noFill/>
            </a:ln>
          </p:spPr>
          <p:txBody>
            <a:bodyPr wrap="none">
              <a:spAutoFit/>
            </a:bodyPr>
            <a:p>
              <a:pPr>
                <a:spcBef>
                  <a:spcPct val="50000"/>
                </a:spcBef>
              </a:pPr>
              <a:r>
                <a:rPr lang="en-US" altLang="zh-CN" sz="2400" dirty="0">
                  <a:solidFill>
                    <a:schemeClr val="bg1"/>
                  </a:solidFill>
                  <a:latin typeface="Times New Roman" panose="02020603050405020304" pitchFamily="18" charset="0"/>
                  <a:ea typeface="宋体" panose="02010600030101010101" pitchFamily="2" charset="-122"/>
                </a:rPr>
                <a:t>+</a:t>
              </a:r>
              <a:endParaRPr lang="en-US" altLang="zh-CN" sz="2400" dirty="0">
                <a:solidFill>
                  <a:schemeClr val="bg1"/>
                </a:solidFill>
                <a:latin typeface="Times New Roman" panose="02020603050405020304" pitchFamily="18" charset="0"/>
                <a:ea typeface="宋体" panose="02010600030101010101" pitchFamily="2" charset="-122"/>
              </a:endParaRPr>
            </a:p>
          </p:txBody>
        </p:sp>
        <p:sp>
          <p:nvSpPr>
            <p:cNvPr id="23597" name="Text Box 118"/>
            <p:cNvSpPr txBox="1"/>
            <p:nvPr/>
          </p:nvSpPr>
          <p:spPr>
            <a:xfrm>
              <a:off x="3436" y="1575"/>
              <a:ext cx="212" cy="288"/>
            </a:xfrm>
            <a:prstGeom prst="rect">
              <a:avLst/>
            </a:prstGeom>
            <a:noFill/>
            <a:ln w="28575">
              <a:noFill/>
            </a:ln>
          </p:spPr>
          <p:txBody>
            <a:bodyPr wrap="none">
              <a:spAutoFit/>
            </a:bodyPr>
            <a:p>
              <a:pPr>
                <a:spcBef>
                  <a:spcPct val="50000"/>
                </a:spcBef>
              </a:pPr>
              <a:r>
                <a:rPr lang="en-US" altLang="zh-CN" sz="2400" dirty="0">
                  <a:solidFill>
                    <a:schemeClr val="bg1"/>
                  </a:solidFill>
                  <a:latin typeface="宋体" panose="02010600030101010101" pitchFamily="2" charset="-122"/>
                  <a:ea typeface="宋体" panose="02010600030101010101" pitchFamily="2" charset="-122"/>
                </a:rPr>
                <a:t>-</a:t>
              </a:r>
              <a:endParaRPr lang="en-US" altLang="zh-CN" sz="2400" dirty="0">
                <a:solidFill>
                  <a:schemeClr val="bg1"/>
                </a:solidFill>
                <a:latin typeface="Times New Roman" panose="02020603050405020304" pitchFamily="18" charset="0"/>
                <a:ea typeface="宋体" panose="02010600030101010101" pitchFamily="2" charset="-122"/>
              </a:endParaRPr>
            </a:p>
          </p:txBody>
        </p:sp>
        <p:sp>
          <p:nvSpPr>
            <p:cNvPr id="23598" name="Oval 119"/>
            <p:cNvSpPr/>
            <p:nvPr/>
          </p:nvSpPr>
          <p:spPr>
            <a:xfrm>
              <a:off x="3504" y="1075"/>
              <a:ext cx="68" cy="68"/>
            </a:xfrm>
            <a:prstGeom prst="ellipse">
              <a:avLst/>
            </a:prstGeom>
            <a:noFill/>
            <a:ln w="28575" cap="flat" cmpd="sng">
              <a:solidFill>
                <a:srgbClr val="FFCC00"/>
              </a:solidFill>
              <a:prstDash val="solid"/>
              <a:headEnd type="none" w="med" len="med"/>
              <a:tailEnd type="none" w="med" len="med"/>
            </a:ln>
          </p:spPr>
          <p:txBody>
            <a:bodyPr wrap="none" anchor="ctr" anchorCtr="0"/>
            <a:p>
              <a:endParaRPr lang="zh-CN" altLang="en-US" dirty="0">
                <a:latin typeface="楷体_GB2312" pitchFamily="49" charset="-122"/>
              </a:endParaRPr>
            </a:p>
          </p:txBody>
        </p:sp>
        <p:sp>
          <p:nvSpPr>
            <p:cNvPr id="23599" name="Oval 120"/>
            <p:cNvSpPr/>
            <p:nvPr/>
          </p:nvSpPr>
          <p:spPr>
            <a:xfrm>
              <a:off x="3504" y="1815"/>
              <a:ext cx="68" cy="68"/>
            </a:xfrm>
            <a:prstGeom prst="ellipse">
              <a:avLst/>
            </a:prstGeom>
            <a:noFill/>
            <a:ln w="28575" cap="flat" cmpd="sng">
              <a:solidFill>
                <a:srgbClr val="FFCC00"/>
              </a:solidFill>
              <a:prstDash val="solid"/>
              <a:headEnd type="none" w="med" len="med"/>
              <a:tailEnd type="none" w="med" len="med"/>
            </a:ln>
          </p:spPr>
          <p:txBody>
            <a:bodyPr wrap="none" anchor="ctr" anchorCtr="0"/>
            <a:p>
              <a:endParaRPr lang="zh-CN" altLang="en-US" dirty="0">
                <a:latin typeface="楷体_GB2312" pitchFamily="49" charset="-122"/>
              </a:endParaRPr>
            </a:p>
          </p:txBody>
        </p:sp>
        <p:graphicFrame>
          <p:nvGraphicFramePr>
            <p:cNvPr id="23560" name="Object 121"/>
            <p:cNvGraphicFramePr/>
            <p:nvPr/>
          </p:nvGraphicFramePr>
          <p:xfrm>
            <a:off x="3463" y="1367"/>
            <a:ext cx="227" cy="294"/>
          </p:xfrm>
          <a:graphic>
            <a:graphicData uri="http://schemas.openxmlformats.org/presentationml/2006/ole">
              <mc:AlternateContent xmlns:mc="http://schemas.openxmlformats.org/markup-compatibility/2006">
                <mc:Choice xmlns:v="urn:schemas-microsoft-com:vml" Requires="v">
                  <p:oleObj spid="_x0000_s3173" name="" r:id="rId10" imgW="177800" imgH="227965" progId="Equation.3">
                    <p:embed/>
                  </p:oleObj>
                </mc:Choice>
                <mc:Fallback>
                  <p:oleObj name="" r:id="rId10" imgW="177800" imgH="227965" progId="Equation.3">
                    <p:embed/>
                    <p:pic>
                      <p:nvPicPr>
                        <p:cNvPr id="0" name="图片 3172"/>
                        <p:cNvPicPr/>
                        <p:nvPr/>
                      </p:nvPicPr>
                      <p:blipFill>
                        <a:blip r:embed="rId11">
                          <a:clrChange>
                            <a:clrFrom>
                              <a:srgbClr val="000000"/>
                            </a:clrFrom>
                            <a:clrTo>
                              <a:srgbClr val="FFFFFF"/>
                            </a:clrTo>
                          </a:clrChange>
                        </a:blip>
                        <a:stretch>
                          <a:fillRect/>
                        </a:stretch>
                      </p:blipFill>
                      <p:spPr>
                        <a:xfrm>
                          <a:off x="3463" y="1367"/>
                          <a:ext cx="227" cy="294"/>
                        </a:xfrm>
                        <a:prstGeom prst="rect">
                          <a:avLst/>
                        </a:prstGeom>
                        <a:noFill/>
                        <a:ln w="38100">
                          <a:noFill/>
                          <a:miter/>
                        </a:ln>
                      </p:spPr>
                    </p:pic>
                  </p:oleObj>
                </mc:Fallback>
              </mc:AlternateContent>
            </a:graphicData>
          </a:graphic>
        </p:graphicFrame>
        <p:graphicFrame>
          <p:nvGraphicFramePr>
            <p:cNvPr id="23561" name="Object 122"/>
            <p:cNvGraphicFramePr/>
            <p:nvPr/>
          </p:nvGraphicFramePr>
          <p:xfrm>
            <a:off x="3696" y="799"/>
            <a:ext cx="167" cy="286"/>
          </p:xfrm>
          <a:graphic>
            <a:graphicData uri="http://schemas.openxmlformats.org/presentationml/2006/ole">
              <mc:AlternateContent xmlns:mc="http://schemas.openxmlformats.org/markup-compatibility/2006">
                <mc:Choice xmlns:v="urn:schemas-microsoft-com:vml" Requires="v">
                  <p:oleObj spid="_x0000_s3172" name="" r:id="rId12" imgW="127000" imgH="215265" progId="Equation.3">
                    <p:embed/>
                  </p:oleObj>
                </mc:Choice>
                <mc:Fallback>
                  <p:oleObj name="" r:id="rId12" imgW="127000" imgH="215265" progId="Equation.3">
                    <p:embed/>
                    <p:pic>
                      <p:nvPicPr>
                        <p:cNvPr id="0" name="图片 3171"/>
                        <p:cNvPicPr/>
                        <p:nvPr/>
                      </p:nvPicPr>
                      <p:blipFill>
                        <a:blip r:embed="rId13">
                          <a:clrChange>
                            <a:clrFrom>
                              <a:srgbClr val="000000"/>
                            </a:clrFrom>
                            <a:clrTo>
                              <a:srgbClr val="FFFFFF"/>
                            </a:clrTo>
                          </a:clrChange>
                        </a:blip>
                        <a:stretch>
                          <a:fillRect/>
                        </a:stretch>
                      </p:blipFill>
                      <p:spPr>
                        <a:xfrm>
                          <a:off x="3696" y="799"/>
                          <a:ext cx="167" cy="286"/>
                        </a:xfrm>
                        <a:prstGeom prst="rect">
                          <a:avLst/>
                        </a:prstGeom>
                        <a:noFill/>
                        <a:ln w="38100">
                          <a:noFill/>
                          <a:miter/>
                        </a:ln>
                      </p:spPr>
                    </p:pic>
                  </p:oleObj>
                </mc:Fallback>
              </mc:AlternateContent>
            </a:graphicData>
          </a:graphic>
        </p:graphicFrame>
        <p:sp>
          <p:nvSpPr>
            <p:cNvPr id="23600" name="Rectangle 123"/>
            <p:cNvSpPr/>
            <p:nvPr/>
          </p:nvSpPr>
          <p:spPr>
            <a:xfrm>
              <a:off x="4086" y="1298"/>
              <a:ext cx="127" cy="318"/>
            </a:xfrm>
            <a:prstGeom prst="rect">
              <a:avLst/>
            </a:prstGeom>
            <a:gradFill rotWithShape="1">
              <a:gsLst>
                <a:gs pos="0">
                  <a:srgbClr val="764700"/>
                </a:gs>
                <a:gs pos="50000">
                  <a:srgbClr val="FF9900"/>
                </a:gs>
                <a:gs pos="100000">
                  <a:srgbClr val="764700"/>
                </a:gs>
              </a:gsLst>
              <a:lin ang="0" scaled="1"/>
              <a:tileRect/>
            </a:gradFill>
            <a:ln w="28575">
              <a:noFill/>
            </a:ln>
          </p:spPr>
          <p:txBody>
            <a:bodyPr wrap="none" anchor="ctr" anchorCtr="0"/>
            <a:p>
              <a:endParaRPr lang="zh-CN" altLang="en-US" dirty="0">
                <a:latin typeface="楷体_GB2312" pitchFamily="49" charset="-122"/>
              </a:endParaRPr>
            </a:p>
          </p:txBody>
        </p:sp>
      </p:grpSp>
      <p:grpSp>
        <p:nvGrpSpPr>
          <p:cNvPr id="7" name="Group 126"/>
          <p:cNvGrpSpPr/>
          <p:nvPr/>
        </p:nvGrpSpPr>
        <p:grpSpPr>
          <a:xfrm>
            <a:off x="900113" y="1052513"/>
            <a:ext cx="3455987" cy="2079625"/>
            <a:chOff x="567" y="663"/>
            <a:chExt cx="2177" cy="1310"/>
          </a:xfrm>
        </p:grpSpPr>
        <p:sp>
          <p:nvSpPr>
            <p:cNvPr id="23571" name="Line 83"/>
            <p:cNvSpPr/>
            <p:nvPr/>
          </p:nvSpPr>
          <p:spPr>
            <a:xfrm>
              <a:off x="748" y="981"/>
              <a:ext cx="862" cy="0"/>
            </a:xfrm>
            <a:prstGeom prst="line">
              <a:avLst/>
            </a:prstGeom>
            <a:ln w="28575" cap="flat" cmpd="sng">
              <a:solidFill>
                <a:srgbClr val="FFCC00"/>
              </a:solidFill>
              <a:prstDash val="solid"/>
              <a:headEnd type="none" w="med" len="med"/>
              <a:tailEnd type="none" w="med" len="med"/>
            </a:ln>
          </p:spPr>
        </p:sp>
        <p:sp>
          <p:nvSpPr>
            <p:cNvPr id="23572" name="Line 70"/>
            <p:cNvSpPr/>
            <p:nvPr/>
          </p:nvSpPr>
          <p:spPr>
            <a:xfrm>
              <a:off x="2291" y="981"/>
              <a:ext cx="0" cy="907"/>
            </a:xfrm>
            <a:prstGeom prst="line">
              <a:avLst/>
            </a:prstGeom>
            <a:ln w="28575" cap="flat" cmpd="sng">
              <a:solidFill>
                <a:srgbClr val="FFCC00"/>
              </a:solidFill>
              <a:prstDash val="solid"/>
              <a:headEnd type="none" w="med" len="med"/>
              <a:tailEnd type="none" w="med" len="med"/>
            </a:ln>
          </p:spPr>
        </p:sp>
        <p:sp>
          <p:nvSpPr>
            <p:cNvPr id="23573" name="Line 71"/>
            <p:cNvSpPr/>
            <p:nvPr/>
          </p:nvSpPr>
          <p:spPr>
            <a:xfrm>
              <a:off x="1656" y="981"/>
              <a:ext cx="272" cy="0"/>
            </a:xfrm>
            <a:prstGeom prst="line">
              <a:avLst/>
            </a:prstGeom>
            <a:ln w="28575" cap="flat" cmpd="sng">
              <a:solidFill>
                <a:srgbClr val="FFCC00"/>
              </a:solidFill>
              <a:prstDash val="sysDot"/>
              <a:headEnd type="none" w="med" len="med"/>
              <a:tailEnd type="none" w="med" len="med"/>
            </a:ln>
          </p:spPr>
        </p:sp>
        <p:sp>
          <p:nvSpPr>
            <p:cNvPr id="23574" name="Line 72"/>
            <p:cNvSpPr/>
            <p:nvPr/>
          </p:nvSpPr>
          <p:spPr>
            <a:xfrm>
              <a:off x="1928" y="981"/>
              <a:ext cx="363" cy="0"/>
            </a:xfrm>
            <a:prstGeom prst="line">
              <a:avLst/>
            </a:prstGeom>
            <a:ln w="28575" cap="flat" cmpd="sng">
              <a:solidFill>
                <a:srgbClr val="FFCC00"/>
              </a:solidFill>
              <a:prstDash val="solid"/>
              <a:headEnd type="none" w="med" len="med"/>
              <a:tailEnd type="none" w="med" len="med"/>
            </a:ln>
          </p:spPr>
        </p:sp>
        <p:sp>
          <p:nvSpPr>
            <p:cNvPr id="23575" name="Text Box 75"/>
            <p:cNvSpPr txBox="1"/>
            <p:nvPr/>
          </p:nvSpPr>
          <p:spPr>
            <a:xfrm>
              <a:off x="1157" y="1253"/>
              <a:ext cx="408" cy="327"/>
            </a:xfrm>
            <a:prstGeom prst="rect">
              <a:avLst/>
            </a:prstGeom>
            <a:noFill/>
            <a:ln w="9525">
              <a:noFill/>
            </a:ln>
          </p:spPr>
          <p:txBody>
            <a:bodyPr>
              <a:spAutoFit/>
            </a:bodyPr>
            <a:p>
              <a:pPr>
                <a:spcBef>
                  <a:spcPct val="50000"/>
                </a:spcBef>
              </a:pPr>
              <a:r>
                <a:rPr lang="en-US" altLang="zh-CN" b="0" i="1" dirty="0">
                  <a:solidFill>
                    <a:schemeClr val="bg1"/>
                  </a:solidFill>
                  <a:latin typeface="Times New Roman" panose="02020603050405020304" pitchFamily="18" charset="0"/>
                  <a:ea typeface="仿宋_GB2312" pitchFamily="49" charset="-122"/>
                </a:rPr>
                <a:t>Y</a:t>
              </a:r>
              <a:r>
                <a:rPr lang="en-US" altLang="zh-CN" b="0" baseline="-25000" dirty="0">
                  <a:solidFill>
                    <a:schemeClr val="bg1"/>
                  </a:solidFill>
                  <a:latin typeface="Times New Roman" panose="02020603050405020304" pitchFamily="18" charset="0"/>
                  <a:ea typeface="仿宋_GB2312" pitchFamily="49" charset="-122"/>
                </a:rPr>
                <a:t>1</a:t>
              </a:r>
              <a:endParaRPr lang="en-US" altLang="zh-CN" b="0" baseline="-25000" dirty="0">
                <a:solidFill>
                  <a:schemeClr val="bg1"/>
                </a:solidFill>
                <a:latin typeface="Times New Roman" panose="02020603050405020304" pitchFamily="18" charset="0"/>
                <a:ea typeface="仿宋_GB2312" pitchFamily="49" charset="-122"/>
              </a:endParaRPr>
            </a:p>
          </p:txBody>
        </p:sp>
        <p:sp>
          <p:nvSpPr>
            <p:cNvPr id="23576" name="Text Box 76"/>
            <p:cNvSpPr txBox="1"/>
            <p:nvPr/>
          </p:nvSpPr>
          <p:spPr>
            <a:xfrm>
              <a:off x="567" y="981"/>
              <a:ext cx="408" cy="327"/>
            </a:xfrm>
            <a:prstGeom prst="rect">
              <a:avLst/>
            </a:prstGeom>
            <a:noFill/>
            <a:ln w="9525">
              <a:noFill/>
            </a:ln>
          </p:spPr>
          <p:txBody>
            <a:bodyPr>
              <a:spAutoFit/>
            </a:bodyPr>
            <a:p>
              <a:pPr>
                <a:spcBef>
                  <a:spcPct val="50000"/>
                </a:spcBef>
              </a:pPr>
              <a:r>
                <a:rPr lang="en-US" altLang="zh-CN" b="0" dirty="0">
                  <a:solidFill>
                    <a:schemeClr val="bg1"/>
                  </a:solidFill>
                  <a:latin typeface="Times New Roman" panose="02020603050405020304" pitchFamily="18" charset="0"/>
                  <a:ea typeface="仿宋_GB2312" pitchFamily="49" charset="-122"/>
                </a:rPr>
                <a:t>+</a:t>
              </a:r>
              <a:endParaRPr lang="en-US" altLang="zh-CN" b="0" baseline="-25000" dirty="0">
                <a:solidFill>
                  <a:schemeClr val="bg1"/>
                </a:solidFill>
                <a:latin typeface="Times New Roman" panose="02020603050405020304" pitchFamily="18" charset="0"/>
                <a:ea typeface="仿宋_GB2312" pitchFamily="49" charset="-122"/>
              </a:endParaRPr>
            </a:p>
          </p:txBody>
        </p:sp>
        <p:sp>
          <p:nvSpPr>
            <p:cNvPr id="23577" name="Text Box 77"/>
            <p:cNvSpPr txBox="1"/>
            <p:nvPr/>
          </p:nvSpPr>
          <p:spPr>
            <a:xfrm>
              <a:off x="1656" y="1253"/>
              <a:ext cx="408" cy="327"/>
            </a:xfrm>
            <a:prstGeom prst="rect">
              <a:avLst/>
            </a:prstGeom>
            <a:noFill/>
            <a:ln w="9525">
              <a:noFill/>
            </a:ln>
          </p:spPr>
          <p:txBody>
            <a:bodyPr>
              <a:spAutoFit/>
            </a:bodyPr>
            <a:p>
              <a:pPr>
                <a:spcBef>
                  <a:spcPct val="50000"/>
                </a:spcBef>
              </a:pPr>
              <a:r>
                <a:rPr lang="en-US" altLang="zh-CN" b="0" i="1" dirty="0">
                  <a:solidFill>
                    <a:schemeClr val="bg1"/>
                  </a:solidFill>
                  <a:latin typeface="Times New Roman" panose="02020603050405020304" pitchFamily="18" charset="0"/>
                  <a:ea typeface="仿宋_GB2312" pitchFamily="49" charset="-122"/>
                </a:rPr>
                <a:t>Y</a:t>
              </a:r>
              <a:r>
                <a:rPr lang="en-US" altLang="zh-CN" b="0" baseline="-25000" dirty="0">
                  <a:solidFill>
                    <a:schemeClr val="bg1"/>
                  </a:solidFill>
                  <a:latin typeface="Times New Roman" panose="02020603050405020304" pitchFamily="18" charset="0"/>
                  <a:ea typeface="仿宋_GB2312" pitchFamily="49" charset="-122"/>
                </a:rPr>
                <a:t>2</a:t>
              </a:r>
              <a:endParaRPr lang="en-US" altLang="zh-CN" b="0" baseline="-25000" dirty="0">
                <a:solidFill>
                  <a:schemeClr val="bg1"/>
                </a:solidFill>
                <a:latin typeface="Times New Roman" panose="02020603050405020304" pitchFamily="18" charset="0"/>
                <a:ea typeface="仿宋_GB2312" pitchFamily="49" charset="-122"/>
              </a:endParaRPr>
            </a:p>
          </p:txBody>
        </p:sp>
        <p:sp>
          <p:nvSpPr>
            <p:cNvPr id="23578" name="Text Box 78"/>
            <p:cNvSpPr txBox="1"/>
            <p:nvPr/>
          </p:nvSpPr>
          <p:spPr>
            <a:xfrm>
              <a:off x="2336" y="1253"/>
              <a:ext cx="408" cy="327"/>
            </a:xfrm>
            <a:prstGeom prst="rect">
              <a:avLst/>
            </a:prstGeom>
            <a:noFill/>
            <a:ln w="9525">
              <a:noFill/>
            </a:ln>
          </p:spPr>
          <p:txBody>
            <a:bodyPr>
              <a:spAutoFit/>
            </a:bodyPr>
            <a:p>
              <a:pPr>
                <a:spcBef>
                  <a:spcPct val="50000"/>
                </a:spcBef>
              </a:pPr>
              <a:r>
                <a:rPr lang="en-US" altLang="zh-CN" b="0" i="1" dirty="0">
                  <a:solidFill>
                    <a:schemeClr val="bg1"/>
                  </a:solidFill>
                  <a:latin typeface="Times New Roman" panose="02020603050405020304" pitchFamily="18" charset="0"/>
                  <a:ea typeface="仿宋_GB2312" pitchFamily="49" charset="-122"/>
                </a:rPr>
                <a:t>Y</a:t>
              </a:r>
              <a:r>
                <a:rPr lang="en-US" altLang="zh-CN" b="0" i="1" baseline="-25000" dirty="0">
                  <a:solidFill>
                    <a:schemeClr val="bg1"/>
                  </a:solidFill>
                  <a:latin typeface="Times New Roman" panose="02020603050405020304" pitchFamily="18" charset="0"/>
                  <a:ea typeface="仿宋_GB2312" pitchFamily="49" charset="-122"/>
                </a:rPr>
                <a:t>n</a:t>
              </a:r>
              <a:endParaRPr lang="en-US" altLang="zh-CN" b="0" i="1" baseline="-25000" dirty="0">
                <a:solidFill>
                  <a:schemeClr val="bg1"/>
                </a:solidFill>
                <a:latin typeface="Times New Roman" panose="02020603050405020304" pitchFamily="18" charset="0"/>
                <a:ea typeface="仿宋_GB2312" pitchFamily="49" charset="-122"/>
              </a:endParaRPr>
            </a:p>
          </p:txBody>
        </p:sp>
        <p:sp>
          <p:nvSpPr>
            <p:cNvPr id="23579" name="Text Box 79"/>
            <p:cNvSpPr txBox="1"/>
            <p:nvPr/>
          </p:nvSpPr>
          <p:spPr>
            <a:xfrm>
              <a:off x="567" y="1646"/>
              <a:ext cx="408" cy="327"/>
            </a:xfrm>
            <a:prstGeom prst="rect">
              <a:avLst/>
            </a:prstGeom>
            <a:noFill/>
            <a:ln w="9525">
              <a:noFill/>
            </a:ln>
          </p:spPr>
          <p:txBody>
            <a:bodyPr>
              <a:spAutoFit/>
            </a:bodyPr>
            <a:p>
              <a:pPr>
                <a:spcBef>
                  <a:spcPct val="50000"/>
                </a:spcBef>
              </a:pPr>
              <a:r>
                <a:rPr lang="zh-CN" altLang="en-US" b="0" dirty="0">
                  <a:solidFill>
                    <a:schemeClr val="bg1"/>
                  </a:solidFill>
                  <a:latin typeface="Times New Roman" panose="02020603050405020304" pitchFamily="18" charset="0"/>
                  <a:ea typeface="仿宋_GB2312" pitchFamily="49" charset="-122"/>
                </a:rPr>
                <a:t>－</a:t>
              </a:r>
              <a:endParaRPr lang="zh-CN" altLang="en-US" b="0" baseline="-25000" dirty="0">
                <a:solidFill>
                  <a:schemeClr val="bg1"/>
                </a:solidFill>
                <a:latin typeface="Times New Roman" panose="02020603050405020304" pitchFamily="18" charset="0"/>
                <a:ea typeface="仿宋_GB2312" pitchFamily="49" charset="-122"/>
              </a:endParaRPr>
            </a:p>
          </p:txBody>
        </p:sp>
        <p:sp>
          <p:nvSpPr>
            <p:cNvPr id="23580" name="Line 80"/>
            <p:cNvSpPr/>
            <p:nvPr/>
          </p:nvSpPr>
          <p:spPr>
            <a:xfrm flipV="1">
              <a:off x="793" y="981"/>
              <a:ext cx="272" cy="0"/>
            </a:xfrm>
            <a:prstGeom prst="line">
              <a:avLst/>
            </a:prstGeom>
            <a:ln w="28575" cap="flat" cmpd="sng">
              <a:solidFill>
                <a:srgbClr val="66FFFF"/>
              </a:solidFill>
              <a:prstDash val="solid"/>
              <a:headEnd type="none" w="med" len="med"/>
              <a:tailEnd type="triangle" w="med" len="med"/>
            </a:ln>
          </p:spPr>
        </p:sp>
        <p:graphicFrame>
          <p:nvGraphicFramePr>
            <p:cNvPr id="23558" name="Object 81"/>
            <p:cNvGraphicFramePr/>
            <p:nvPr/>
          </p:nvGraphicFramePr>
          <p:xfrm>
            <a:off x="567" y="1299"/>
            <a:ext cx="245" cy="317"/>
          </p:xfrm>
          <a:graphic>
            <a:graphicData uri="http://schemas.openxmlformats.org/presentationml/2006/ole">
              <mc:AlternateContent xmlns:mc="http://schemas.openxmlformats.org/markup-compatibility/2006">
                <mc:Choice xmlns:v="urn:schemas-microsoft-com:vml" Requires="v">
                  <p:oleObj spid="_x0000_s3175" name="" r:id="rId14" imgW="177800" imgH="227965" progId="Equation.3">
                    <p:embed/>
                  </p:oleObj>
                </mc:Choice>
                <mc:Fallback>
                  <p:oleObj name="" r:id="rId14" imgW="177800" imgH="227965" progId="Equation.3">
                    <p:embed/>
                    <p:pic>
                      <p:nvPicPr>
                        <p:cNvPr id="0" name="图片 3174"/>
                        <p:cNvPicPr/>
                        <p:nvPr/>
                      </p:nvPicPr>
                      <p:blipFill>
                        <a:blip r:embed="rId15">
                          <a:clrChange>
                            <a:clrFrom>
                              <a:srgbClr val="000000"/>
                            </a:clrFrom>
                            <a:clrTo>
                              <a:srgbClr val="FFFFFF"/>
                            </a:clrTo>
                          </a:clrChange>
                        </a:blip>
                        <a:stretch>
                          <a:fillRect/>
                        </a:stretch>
                      </p:blipFill>
                      <p:spPr>
                        <a:xfrm>
                          <a:off x="567" y="1299"/>
                          <a:ext cx="245" cy="317"/>
                        </a:xfrm>
                        <a:prstGeom prst="rect">
                          <a:avLst/>
                        </a:prstGeom>
                        <a:noFill/>
                        <a:ln w="38100">
                          <a:noFill/>
                          <a:miter/>
                        </a:ln>
                      </p:spPr>
                    </p:pic>
                  </p:oleObj>
                </mc:Fallback>
              </mc:AlternateContent>
            </a:graphicData>
          </a:graphic>
        </p:graphicFrame>
        <p:graphicFrame>
          <p:nvGraphicFramePr>
            <p:cNvPr id="23559" name="Object 82"/>
            <p:cNvGraphicFramePr/>
            <p:nvPr/>
          </p:nvGraphicFramePr>
          <p:xfrm>
            <a:off x="839" y="663"/>
            <a:ext cx="167" cy="285"/>
          </p:xfrm>
          <a:graphic>
            <a:graphicData uri="http://schemas.openxmlformats.org/presentationml/2006/ole">
              <mc:AlternateContent xmlns:mc="http://schemas.openxmlformats.org/markup-compatibility/2006">
                <mc:Choice xmlns:v="urn:schemas-microsoft-com:vml" Requires="v">
                  <p:oleObj spid="_x0000_s3174" name="" r:id="rId16" imgW="127000" imgH="215265" progId="Equation.3">
                    <p:embed/>
                  </p:oleObj>
                </mc:Choice>
                <mc:Fallback>
                  <p:oleObj name="" r:id="rId16" imgW="127000" imgH="215265" progId="Equation.3">
                    <p:embed/>
                    <p:pic>
                      <p:nvPicPr>
                        <p:cNvPr id="0" name="图片 3173"/>
                        <p:cNvPicPr/>
                        <p:nvPr/>
                      </p:nvPicPr>
                      <p:blipFill>
                        <a:blip r:embed="rId17">
                          <a:clrChange>
                            <a:clrFrom>
                              <a:srgbClr val="000000"/>
                            </a:clrFrom>
                            <a:clrTo>
                              <a:srgbClr val="FFFFFF"/>
                            </a:clrTo>
                          </a:clrChange>
                        </a:blip>
                        <a:stretch>
                          <a:fillRect/>
                        </a:stretch>
                      </p:blipFill>
                      <p:spPr>
                        <a:xfrm>
                          <a:off x="839" y="663"/>
                          <a:ext cx="167" cy="285"/>
                        </a:xfrm>
                        <a:prstGeom prst="rect">
                          <a:avLst/>
                        </a:prstGeom>
                        <a:noFill/>
                        <a:ln w="38100">
                          <a:noFill/>
                          <a:miter/>
                        </a:ln>
                      </p:spPr>
                    </p:pic>
                  </p:oleObj>
                </mc:Fallback>
              </mc:AlternateContent>
            </a:graphicData>
          </a:graphic>
        </p:graphicFrame>
        <p:sp>
          <p:nvSpPr>
            <p:cNvPr id="23581" name="Line 84"/>
            <p:cNvSpPr/>
            <p:nvPr/>
          </p:nvSpPr>
          <p:spPr>
            <a:xfrm>
              <a:off x="749" y="1888"/>
              <a:ext cx="952" cy="0"/>
            </a:xfrm>
            <a:prstGeom prst="line">
              <a:avLst/>
            </a:prstGeom>
            <a:ln w="28575" cap="flat" cmpd="sng">
              <a:solidFill>
                <a:srgbClr val="FFCC00"/>
              </a:solidFill>
              <a:prstDash val="solid"/>
              <a:headEnd type="none" w="med" len="med"/>
              <a:tailEnd type="none" w="med" len="med"/>
            </a:ln>
          </p:spPr>
        </p:sp>
        <p:sp>
          <p:nvSpPr>
            <p:cNvPr id="23582" name="Line 85"/>
            <p:cNvSpPr/>
            <p:nvPr/>
          </p:nvSpPr>
          <p:spPr>
            <a:xfrm>
              <a:off x="1656" y="1888"/>
              <a:ext cx="272" cy="0"/>
            </a:xfrm>
            <a:prstGeom prst="line">
              <a:avLst/>
            </a:prstGeom>
            <a:ln w="28575" cap="flat" cmpd="sng">
              <a:solidFill>
                <a:srgbClr val="FFCC00"/>
              </a:solidFill>
              <a:prstDash val="sysDot"/>
              <a:headEnd type="none" w="med" len="med"/>
              <a:tailEnd type="none" w="med" len="med"/>
            </a:ln>
          </p:spPr>
        </p:sp>
        <p:sp>
          <p:nvSpPr>
            <p:cNvPr id="23583" name="Line 86"/>
            <p:cNvSpPr/>
            <p:nvPr/>
          </p:nvSpPr>
          <p:spPr>
            <a:xfrm>
              <a:off x="1928" y="1888"/>
              <a:ext cx="363" cy="0"/>
            </a:xfrm>
            <a:prstGeom prst="line">
              <a:avLst/>
            </a:prstGeom>
            <a:ln w="28575" cap="flat" cmpd="sng">
              <a:solidFill>
                <a:srgbClr val="FFCC00"/>
              </a:solidFill>
              <a:prstDash val="solid"/>
              <a:headEnd type="none" w="med" len="med"/>
              <a:tailEnd type="none" w="med" len="med"/>
            </a:ln>
          </p:spPr>
        </p:sp>
        <p:sp>
          <p:nvSpPr>
            <p:cNvPr id="23584" name="Line 87"/>
            <p:cNvSpPr/>
            <p:nvPr/>
          </p:nvSpPr>
          <p:spPr>
            <a:xfrm flipH="1">
              <a:off x="1111" y="981"/>
              <a:ext cx="1" cy="907"/>
            </a:xfrm>
            <a:prstGeom prst="line">
              <a:avLst/>
            </a:prstGeom>
            <a:ln w="28575" cap="flat" cmpd="sng">
              <a:solidFill>
                <a:srgbClr val="FFCC00"/>
              </a:solidFill>
              <a:prstDash val="solid"/>
              <a:headEnd type="oval" w="med" len="med"/>
              <a:tailEnd type="oval" w="med" len="med"/>
            </a:ln>
          </p:spPr>
        </p:sp>
        <p:sp>
          <p:nvSpPr>
            <p:cNvPr id="23585" name="Line 88"/>
            <p:cNvSpPr/>
            <p:nvPr/>
          </p:nvSpPr>
          <p:spPr>
            <a:xfrm flipH="1">
              <a:off x="1610" y="981"/>
              <a:ext cx="1" cy="907"/>
            </a:xfrm>
            <a:prstGeom prst="line">
              <a:avLst/>
            </a:prstGeom>
            <a:ln w="28575" cap="flat" cmpd="sng">
              <a:solidFill>
                <a:srgbClr val="FFCC00"/>
              </a:solidFill>
              <a:prstDash val="solid"/>
              <a:headEnd type="oval" w="med" len="med"/>
              <a:tailEnd type="oval" w="med" len="med"/>
            </a:ln>
          </p:spPr>
        </p:sp>
        <p:sp>
          <p:nvSpPr>
            <p:cNvPr id="23586" name="Rectangle 89"/>
            <p:cNvSpPr/>
            <p:nvPr/>
          </p:nvSpPr>
          <p:spPr>
            <a:xfrm>
              <a:off x="1066" y="1253"/>
              <a:ext cx="127" cy="318"/>
            </a:xfrm>
            <a:prstGeom prst="rect">
              <a:avLst/>
            </a:prstGeom>
            <a:gradFill rotWithShape="1">
              <a:gsLst>
                <a:gs pos="0">
                  <a:srgbClr val="764700"/>
                </a:gs>
                <a:gs pos="50000">
                  <a:srgbClr val="FF9900"/>
                </a:gs>
                <a:gs pos="100000">
                  <a:srgbClr val="764700"/>
                </a:gs>
              </a:gsLst>
              <a:lin ang="0" scaled="1"/>
              <a:tileRect/>
            </a:gradFill>
            <a:ln w="28575">
              <a:noFill/>
            </a:ln>
          </p:spPr>
          <p:txBody>
            <a:bodyPr wrap="none" anchor="ctr" anchorCtr="0"/>
            <a:p>
              <a:endParaRPr lang="zh-CN" altLang="en-US" dirty="0">
                <a:latin typeface="楷体_GB2312" pitchFamily="49" charset="-122"/>
              </a:endParaRPr>
            </a:p>
          </p:txBody>
        </p:sp>
        <p:sp>
          <p:nvSpPr>
            <p:cNvPr id="23587" name="Rectangle 90"/>
            <p:cNvSpPr/>
            <p:nvPr/>
          </p:nvSpPr>
          <p:spPr>
            <a:xfrm>
              <a:off x="1565" y="1253"/>
              <a:ext cx="127" cy="318"/>
            </a:xfrm>
            <a:prstGeom prst="rect">
              <a:avLst/>
            </a:prstGeom>
            <a:gradFill rotWithShape="1">
              <a:gsLst>
                <a:gs pos="0">
                  <a:srgbClr val="764700"/>
                </a:gs>
                <a:gs pos="50000">
                  <a:srgbClr val="FF9900"/>
                </a:gs>
                <a:gs pos="100000">
                  <a:srgbClr val="764700"/>
                </a:gs>
              </a:gsLst>
              <a:lin ang="0" scaled="1"/>
              <a:tileRect/>
            </a:gradFill>
            <a:ln w="28575">
              <a:noFill/>
            </a:ln>
          </p:spPr>
          <p:txBody>
            <a:bodyPr wrap="none" anchor="ctr" anchorCtr="0"/>
            <a:p>
              <a:endParaRPr lang="zh-CN" altLang="en-US" dirty="0">
                <a:latin typeface="楷体_GB2312" pitchFamily="49" charset="-122"/>
              </a:endParaRPr>
            </a:p>
          </p:txBody>
        </p:sp>
        <p:sp>
          <p:nvSpPr>
            <p:cNvPr id="23588" name="Rectangle 91"/>
            <p:cNvSpPr/>
            <p:nvPr/>
          </p:nvSpPr>
          <p:spPr>
            <a:xfrm>
              <a:off x="2246" y="1253"/>
              <a:ext cx="127" cy="318"/>
            </a:xfrm>
            <a:prstGeom prst="rect">
              <a:avLst/>
            </a:prstGeom>
            <a:gradFill rotWithShape="1">
              <a:gsLst>
                <a:gs pos="0">
                  <a:srgbClr val="764700"/>
                </a:gs>
                <a:gs pos="50000">
                  <a:srgbClr val="FF9900"/>
                </a:gs>
                <a:gs pos="100000">
                  <a:srgbClr val="764700"/>
                </a:gs>
              </a:gsLst>
              <a:lin ang="0" scaled="1"/>
              <a:tileRect/>
            </a:gradFill>
            <a:ln w="28575">
              <a:noFill/>
            </a:ln>
          </p:spPr>
          <p:txBody>
            <a:bodyPr wrap="none" anchor="ctr" anchorCtr="0"/>
            <a:p>
              <a:endParaRPr lang="zh-CN" altLang="en-US" dirty="0">
                <a:latin typeface="楷体_GB2312" pitchFamily="49" charset="-122"/>
              </a:endParaRPr>
            </a:p>
          </p:txBody>
        </p:sp>
        <p:sp>
          <p:nvSpPr>
            <p:cNvPr id="23589" name="Oval 124"/>
            <p:cNvSpPr/>
            <p:nvPr/>
          </p:nvSpPr>
          <p:spPr>
            <a:xfrm>
              <a:off x="685" y="1851"/>
              <a:ext cx="68" cy="68"/>
            </a:xfrm>
            <a:prstGeom prst="ellipse">
              <a:avLst/>
            </a:prstGeom>
            <a:noFill/>
            <a:ln w="28575" cap="flat" cmpd="sng">
              <a:solidFill>
                <a:srgbClr val="FFCC00"/>
              </a:solidFill>
              <a:prstDash val="solid"/>
              <a:headEnd type="none" w="med" len="med"/>
              <a:tailEnd type="none" w="med" len="med"/>
            </a:ln>
          </p:spPr>
          <p:txBody>
            <a:bodyPr wrap="none" anchor="ctr" anchorCtr="0"/>
            <a:p>
              <a:endParaRPr lang="zh-CN" altLang="en-US" dirty="0">
                <a:latin typeface="楷体_GB2312" pitchFamily="49" charset="-122"/>
              </a:endParaRPr>
            </a:p>
          </p:txBody>
        </p:sp>
        <p:sp>
          <p:nvSpPr>
            <p:cNvPr id="23590" name="Oval 125"/>
            <p:cNvSpPr/>
            <p:nvPr/>
          </p:nvSpPr>
          <p:spPr>
            <a:xfrm>
              <a:off x="666" y="954"/>
              <a:ext cx="68" cy="68"/>
            </a:xfrm>
            <a:prstGeom prst="ellipse">
              <a:avLst/>
            </a:prstGeom>
            <a:noFill/>
            <a:ln w="28575" cap="flat" cmpd="sng">
              <a:solidFill>
                <a:srgbClr val="FFCC00"/>
              </a:solidFill>
              <a:prstDash val="solid"/>
              <a:headEnd type="none" w="med" len="med"/>
              <a:tailEnd type="none" w="med" len="med"/>
            </a:ln>
          </p:spPr>
          <p:txBody>
            <a:bodyPr wrap="none" anchor="ctr" anchorCtr="0"/>
            <a:p>
              <a:endParaRPr lang="zh-CN" altLang="en-US" dirty="0">
                <a:latin typeface="楷体_GB2312" pitchFamily="49" charset="-122"/>
              </a:endParaRP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grpId="0" nodeType="withEffect">
                                  <p:stCondLst>
                                    <p:cond delay="0"/>
                                  </p:stCondLst>
                                  <p:childTnLst>
                                    <p:set>
                                      <p:cBhvr>
                                        <p:cTn id="6" dur="1" fill="hold">
                                          <p:stCondLst>
                                            <p:cond delay="0"/>
                                          </p:stCondLst>
                                        </p:cTn>
                                        <p:tgtEl>
                                          <p:spTgt spid="50184"/>
                                        </p:tgtEl>
                                        <p:attrNameLst>
                                          <p:attrName>style.visibility</p:attrName>
                                        </p:attrNameLst>
                                      </p:cBhvr>
                                      <p:to>
                                        <p:strVal val="visible"/>
                                      </p:to>
                                    </p:set>
                                    <p:anim calcmode="lin" valueType="num">
                                      <p:cBhvr additive="base">
                                        <p:cTn id="7" dur="500" fill="hold"/>
                                        <p:tgtEl>
                                          <p:spTgt spid="50184"/>
                                        </p:tgtEl>
                                        <p:attrNameLst>
                                          <p:attrName>ppt_x</p:attrName>
                                        </p:attrNameLst>
                                      </p:cBhvr>
                                      <p:tavLst>
                                        <p:tav tm="0">
                                          <p:val>
                                            <p:strVal val="0-#ppt_w/2"/>
                                          </p:val>
                                        </p:tav>
                                        <p:tav tm="100000">
                                          <p:val>
                                            <p:strVal val="#ppt_x"/>
                                          </p:val>
                                        </p:tav>
                                      </p:tavLst>
                                    </p:anim>
                                    <p:anim calcmode="lin" valueType="num">
                                      <p:cBhvr additive="base">
                                        <p:cTn id="8" dur="500" fill="hold"/>
                                        <p:tgtEl>
                                          <p:spTgt spid="50184"/>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3" presetClass="entr" presetSubtype="10" fill="hold" nodeType="clickEffect">
                                  <p:stCondLst>
                                    <p:cond delay="0"/>
                                  </p:stCondLst>
                                  <p:childTnLst>
                                    <p:set>
                                      <p:cBhvr>
                                        <p:cTn id="12" dur="1" fill="hold">
                                          <p:stCondLst>
                                            <p:cond delay="0"/>
                                          </p:stCondLst>
                                        </p:cTn>
                                        <p:tgtEl>
                                          <p:spTgt spid="7"/>
                                        </p:tgtEl>
                                        <p:attrNameLst>
                                          <p:attrName>style.visibility</p:attrName>
                                        </p:attrNameLst>
                                      </p:cBhvr>
                                      <p:to>
                                        <p:strVal val="visible"/>
                                      </p:to>
                                    </p:set>
                                    <p:animEffect transition="in" filter="blinds(horizontal)">
                                      <p:cBhvr>
                                        <p:cTn id="13" dur="500"/>
                                        <p:tgtEl>
                                          <p:spTgt spid="7"/>
                                        </p:tgtEl>
                                      </p:cBhvr>
                                    </p:animEffect>
                                  </p:childTnLst>
                                </p:cTn>
                              </p:par>
                            </p:childTnLst>
                          </p:cTn>
                        </p:par>
                      </p:childTnLst>
                    </p:cTn>
                  </p:par>
                  <p:par>
                    <p:cTn id="14" fill="hold">
                      <p:stCondLst>
                        <p:cond delay="indefinite"/>
                      </p:stCondLst>
                      <p:childTnLst>
                        <p:par>
                          <p:cTn id="15" fill="hold">
                            <p:stCondLst>
                              <p:cond delay="0"/>
                            </p:stCondLst>
                            <p:childTnLst>
                              <p:par>
                                <p:cTn id="16" presetID="22" presetClass="entr" presetSubtype="8" fill="hold" nodeType="clickEffect">
                                  <p:stCondLst>
                                    <p:cond delay="0"/>
                                  </p:stCondLst>
                                  <p:childTnLst>
                                    <p:set>
                                      <p:cBhvr>
                                        <p:cTn id="17" dur="1" fill="hold">
                                          <p:stCondLst>
                                            <p:cond delay="0"/>
                                          </p:stCondLst>
                                        </p:cTn>
                                        <p:tgtEl>
                                          <p:spTgt spid="50227"/>
                                        </p:tgtEl>
                                        <p:attrNameLst>
                                          <p:attrName>style.visibility</p:attrName>
                                        </p:attrNameLst>
                                      </p:cBhvr>
                                      <p:to>
                                        <p:strVal val="visible"/>
                                      </p:to>
                                    </p:set>
                                    <p:animEffect transition="in" filter="wipe(left)">
                                      <p:cBhvr>
                                        <p:cTn id="18" dur="2000"/>
                                        <p:tgtEl>
                                          <p:spTgt spid="50227"/>
                                        </p:tgtEl>
                                      </p:cBhvr>
                                    </p:animEffect>
                                  </p:childTnLst>
                                </p:cTn>
                              </p:par>
                            </p:childTnLst>
                          </p:cTn>
                        </p:par>
                      </p:childTnLst>
                    </p:cTn>
                  </p:par>
                  <p:par>
                    <p:cTn id="19" fill="hold">
                      <p:stCondLst>
                        <p:cond delay="indefinite"/>
                      </p:stCondLst>
                      <p:childTnLst>
                        <p:par>
                          <p:cTn id="20" fill="hold">
                            <p:stCondLst>
                              <p:cond delay="0"/>
                            </p:stCondLst>
                            <p:childTnLst>
                              <p:par>
                                <p:cTn id="21" presetID="12" presetClass="entr" presetSubtype="8" fill="hold" nodeType="clickEffect">
                                  <p:stCondLst>
                                    <p:cond delay="0"/>
                                  </p:stCondLst>
                                  <p:childTnLst>
                                    <p:set>
                                      <p:cBhvr>
                                        <p:cTn id="22" dur="1" fill="hold">
                                          <p:stCondLst>
                                            <p:cond delay="0"/>
                                          </p:stCondLst>
                                        </p:cTn>
                                        <p:tgtEl>
                                          <p:spTgt spid="50226"/>
                                        </p:tgtEl>
                                        <p:attrNameLst>
                                          <p:attrName>style.visibility</p:attrName>
                                        </p:attrNameLst>
                                      </p:cBhvr>
                                      <p:to>
                                        <p:strVal val="visible"/>
                                      </p:to>
                                    </p:set>
                                    <p:animEffect transition="in" filter="slide(fromLeft)">
                                      <p:cBhvr>
                                        <p:cTn id="23" dur="500"/>
                                        <p:tgtEl>
                                          <p:spTgt spid="50226"/>
                                        </p:tgtEl>
                                      </p:cBhvr>
                                    </p:animEffect>
                                  </p:childTnLst>
                                </p:cTn>
                              </p:par>
                            </p:childTnLst>
                          </p:cTn>
                        </p:par>
                        <p:par>
                          <p:cTn id="24" fill="hold">
                            <p:stCondLst>
                              <p:cond delay="500"/>
                            </p:stCondLst>
                            <p:childTnLst>
                              <p:par>
                                <p:cTn id="25" presetID="3" presetClass="entr" presetSubtype="10" fill="hold" nodeType="afterEffect">
                                  <p:stCondLst>
                                    <p:cond delay="0"/>
                                  </p:stCondLst>
                                  <p:childTnLst>
                                    <p:set>
                                      <p:cBhvr>
                                        <p:cTn id="26" dur="1" fill="hold">
                                          <p:stCondLst>
                                            <p:cond delay="0"/>
                                          </p:stCondLst>
                                        </p:cTn>
                                        <p:tgtEl>
                                          <p:spTgt spid="6"/>
                                        </p:tgtEl>
                                        <p:attrNameLst>
                                          <p:attrName>style.visibility</p:attrName>
                                        </p:attrNameLst>
                                      </p:cBhvr>
                                      <p:to>
                                        <p:strVal val="visible"/>
                                      </p:to>
                                    </p:set>
                                    <p:animEffect transition="in" filter="blinds(horizontal)">
                                      <p:cBhvr>
                                        <p:cTn id="27" dur="500"/>
                                        <p:tgtEl>
                                          <p:spTgt spid="6"/>
                                        </p:tgtEl>
                                      </p:cBhvr>
                                    </p:animEffect>
                                  </p:childTnLst>
                                </p:cTn>
                              </p:par>
                            </p:childTnLst>
                          </p:cTn>
                        </p:par>
                      </p:childTnLst>
                    </p:cTn>
                  </p:par>
                  <p:par>
                    <p:cTn id="28" fill="hold">
                      <p:stCondLst>
                        <p:cond delay="indefinite"/>
                      </p:stCondLst>
                      <p:childTnLst>
                        <p:par>
                          <p:cTn id="29" fill="hold">
                            <p:stCondLst>
                              <p:cond delay="0"/>
                            </p:stCondLst>
                            <p:childTnLst>
                              <p:par>
                                <p:cTn id="30" presetID="18" presetClass="entr" presetSubtype="6" fill="hold" nodeType="clickEffect">
                                  <p:stCondLst>
                                    <p:cond delay="0"/>
                                  </p:stCondLst>
                                  <p:childTnLst>
                                    <p:set>
                                      <p:cBhvr>
                                        <p:cTn id="31" dur="1" fill="hold">
                                          <p:stCondLst>
                                            <p:cond delay="0"/>
                                          </p:stCondLst>
                                        </p:cTn>
                                        <p:tgtEl>
                                          <p:spTgt spid="50178"/>
                                        </p:tgtEl>
                                        <p:attrNameLst>
                                          <p:attrName>style.visibility</p:attrName>
                                        </p:attrNameLst>
                                      </p:cBhvr>
                                      <p:to>
                                        <p:strVal val="visible"/>
                                      </p:to>
                                    </p:set>
                                    <p:animEffect transition="in" filter="strips(downRight)">
                                      <p:cBhvr>
                                        <p:cTn id="32" dur="2000"/>
                                        <p:tgtEl>
                                          <p:spTgt spid="50178"/>
                                        </p:tgtEl>
                                      </p:cBhvr>
                                    </p:animEffect>
                                  </p:childTnLst>
                                </p:cTn>
                              </p:par>
                            </p:childTnLst>
                          </p:cTn>
                        </p:par>
                      </p:childTnLst>
                    </p:cTn>
                  </p:par>
                  <p:par>
                    <p:cTn id="33" fill="hold">
                      <p:stCondLst>
                        <p:cond delay="indefinite"/>
                      </p:stCondLst>
                      <p:childTnLst>
                        <p:par>
                          <p:cTn id="34" fill="hold">
                            <p:stCondLst>
                              <p:cond delay="0"/>
                            </p:stCondLst>
                            <p:childTnLst>
                              <p:par>
                                <p:cTn id="35" presetID="23" presetClass="entr" presetSubtype="16" fill="hold" nodeType="clickEffect">
                                  <p:stCondLst>
                                    <p:cond delay="0"/>
                                  </p:stCondLst>
                                  <p:childTnLst>
                                    <p:set>
                                      <p:cBhvr>
                                        <p:cTn id="36" dur="1" fill="hold">
                                          <p:stCondLst>
                                            <p:cond delay="0"/>
                                          </p:stCondLst>
                                        </p:cTn>
                                        <p:tgtEl>
                                          <p:spTgt spid="2"/>
                                        </p:tgtEl>
                                        <p:attrNameLst>
                                          <p:attrName>style.visibility</p:attrName>
                                        </p:attrNameLst>
                                      </p:cBhvr>
                                      <p:to>
                                        <p:strVal val="visible"/>
                                      </p:to>
                                    </p:set>
                                    <p:anim calcmode="lin" valueType="num">
                                      <p:cBhvr>
                                        <p:cTn id="37" dur="500" fill="hold"/>
                                        <p:tgtEl>
                                          <p:spTgt spid="2"/>
                                        </p:tgtEl>
                                        <p:attrNameLst>
                                          <p:attrName>ppt_w</p:attrName>
                                        </p:attrNameLst>
                                      </p:cBhvr>
                                      <p:tavLst>
                                        <p:tav tm="0">
                                          <p:val>
                                            <p:fltVal val="0.000000"/>
                                          </p:val>
                                        </p:tav>
                                        <p:tav tm="100000">
                                          <p:val>
                                            <p:strVal val="#ppt_w"/>
                                          </p:val>
                                        </p:tav>
                                      </p:tavLst>
                                    </p:anim>
                                    <p:anim calcmode="lin" valueType="num">
                                      <p:cBhvr>
                                        <p:cTn id="38" dur="500" fill="hold"/>
                                        <p:tgtEl>
                                          <p:spTgt spid="2"/>
                                        </p:tgtEl>
                                        <p:attrNameLst>
                                          <p:attrName>ppt_h</p:attrName>
                                        </p:attrNameLst>
                                      </p:cBhvr>
                                      <p:tavLst>
                                        <p:tav tm="0">
                                          <p:val>
                                            <p:fltVal val="0.000000"/>
                                          </p:val>
                                        </p:tav>
                                        <p:tav tm="100000">
                                          <p:val>
                                            <p:strVal val="#ppt_h"/>
                                          </p:val>
                                        </p:tav>
                                      </p:tavLst>
                                    </p:anim>
                                  </p:childTnLst>
                                </p:cTn>
                              </p:par>
                            </p:childTnLst>
                          </p:cTn>
                        </p:par>
                        <p:par>
                          <p:cTn id="39" fill="hold">
                            <p:stCondLst>
                              <p:cond delay="500"/>
                            </p:stCondLst>
                            <p:childTnLst>
                              <p:par>
                                <p:cTn id="40" presetID="55" presetClass="entr" presetSubtype="0" fill="hold" nodeType="afterEffect">
                                  <p:stCondLst>
                                    <p:cond delay="0"/>
                                  </p:stCondLst>
                                  <p:childTnLst>
                                    <p:set>
                                      <p:cBhvr>
                                        <p:cTn id="41" dur="1" fill="hold">
                                          <p:stCondLst>
                                            <p:cond delay="0"/>
                                          </p:stCondLst>
                                        </p:cTn>
                                        <p:tgtEl>
                                          <p:spTgt spid="50183"/>
                                        </p:tgtEl>
                                        <p:attrNameLst>
                                          <p:attrName>style.visibility</p:attrName>
                                        </p:attrNameLst>
                                      </p:cBhvr>
                                      <p:to>
                                        <p:strVal val="visible"/>
                                      </p:to>
                                    </p:set>
                                    <p:anim calcmode="lin" valueType="num">
                                      <p:cBhvr>
                                        <p:cTn id="42" dur="1000" fill="hold"/>
                                        <p:tgtEl>
                                          <p:spTgt spid="50183"/>
                                        </p:tgtEl>
                                        <p:attrNameLst>
                                          <p:attrName>ppt_w</p:attrName>
                                        </p:attrNameLst>
                                      </p:cBhvr>
                                      <p:tavLst>
                                        <p:tav tm="0">
                                          <p:val>
                                            <p:strVal val="#ppt_w*0.70"/>
                                          </p:val>
                                        </p:tav>
                                        <p:tav tm="100000">
                                          <p:val>
                                            <p:strVal val="#ppt_w"/>
                                          </p:val>
                                        </p:tav>
                                      </p:tavLst>
                                    </p:anim>
                                    <p:anim calcmode="lin" valueType="num">
                                      <p:cBhvr>
                                        <p:cTn id="43" dur="1000" fill="hold"/>
                                        <p:tgtEl>
                                          <p:spTgt spid="50183"/>
                                        </p:tgtEl>
                                        <p:attrNameLst>
                                          <p:attrName>ppt_h</p:attrName>
                                        </p:attrNameLst>
                                      </p:cBhvr>
                                      <p:tavLst>
                                        <p:tav tm="0">
                                          <p:val>
                                            <p:strVal val="#ppt_h"/>
                                          </p:val>
                                        </p:tav>
                                        <p:tav tm="100000">
                                          <p:val>
                                            <p:strVal val="#ppt_h"/>
                                          </p:val>
                                        </p:tav>
                                      </p:tavLst>
                                    </p:anim>
                                    <p:animEffect transition="in" filter="fade">
                                      <p:cBhvr>
                                        <p:cTn id="44" dur="1000"/>
                                        <p:tgtEl>
                                          <p:spTgt spid="50183"/>
                                        </p:tgtEl>
                                      </p:cBhvr>
                                    </p:animEffect>
                                  </p:childTnLst>
                                </p:cTn>
                              </p:par>
                            </p:childTnLst>
                          </p:cTn>
                        </p:par>
                      </p:childTnLst>
                    </p:cTn>
                  </p:par>
                  <p:par>
                    <p:cTn id="45" fill="hold">
                      <p:stCondLst>
                        <p:cond delay="indefinite"/>
                      </p:stCondLst>
                      <p:childTnLst>
                        <p:par>
                          <p:cTn id="46" fill="hold">
                            <p:stCondLst>
                              <p:cond delay="0"/>
                            </p:stCondLst>
                            <p:childTnLst>
                              <p:par>
                                <p:cTn id="47" presetID="2" presetClass="entr" presetSubtype="8" fill="hold" grpId="0" nodeType="clickEffect">
                                  <p:stCondLst>
                                    <p:cond delay="0"/>
                                  </p:stCondLst>
                                  <p:childTnLst>
                                    <p:set>
                                      <p:cBhvr>
                                        <p:cTn id="48" dur="1" fill="hold">
                                          <p:stCondLst>
                                            <p:cond delay="0"/>
                                          </p:stCondLst>
                                        </p:cTn>
                                        <p:tgtEl>
                                          <p:spTgt spid="50229"/>
                                        </p:tgtEl>
                                        <p:attrNameLst>
                                          <p:attrName>style.visibility</p:attrName>
                                        </p:attrNameLst>
                                      </p:cBhvr>
                                      <p:to>
                                        <p:strVal val="visible"/>
                                      </p:to>
                                    </p:set>
                                    <p:anim calcmode="lin" valueType="num">
                                      <p:cBhvr additive="base">
                                        <p:cTn id="49" dur="500" fill="hold"/>
                                        <p:tgtEl>
                                          <p:spTgt spid="50229"/>
                                        </p:tgtEl>
                                        <p:attrNameLst>
                                          <p:attrName>ppt_x</p:attrName>
                                        </p:attrNameLst>
                                      </p:cBhvr>
                                      <p:tavLst>
                                        <p:tav tm="0">
                                          <p:val>
                                            <p:strVal val="0-#ppt_w/2"/>
                                          </p:val>
                                        </p:tav>
                                        <p:tav tm="100000">
                                          <p:val>
                                            <p:strVal val="#ppt_x"/>
                                          </p:val>
                                        </p:tav>
                                      </p:tavLst>
                                    </p:anim>
                                    <p:anim calcmode="lin" valueType="num">
                                      <p:cBhvr additive="base">
                                        <p:cTn id="50" dur="500" fill="hold"/>
                                        <p:tgtEl>
                                          <p:spTgt spid="50229"/>
                                        </p:tgtEl>
                                        <p:attrNameLst>
                                          <p:attrName>ppt_y</p:attrName>
                                        </p:attrNameLst>
                                      </p:cBhvr>
                                      <p:tavLst>
                                        <p:tav tm="0">
                                          <p:val>
                                            <p:strVal val="#ppt_y"/>
                                          </p:val>
                                        </p:tav>
                                        <p:tav tm="100000">
                                          <p:val>
                                            <p:strVal val="#ppt_y"/>
                                          </p:val>
                                        </p:tav>
                                      </p:tavLst>
                                    </p:anim>
                                  </p:childTnLst>
                                </p:cTn>
                              </p:par>
                            </p:childTnLst>
                          </p:cTn>
                        </p:par>
                      </p:childTnLst>
                    </p:cTn>
                  </p:par>
                  <p:par>
                    <p:cTn id="51" fill="hold">
                      <p:stCondLst>
                        <p:cond delay="indefinite"/>
                      </p:stCondLst>
                      <p:childTnLst>
                        <p:par>
                          <p:cTn id="52" fill="hold">
                            <p:stCondLst>
                              <p:cond delay="0"/>
                            </p:stCondLst>
                            <p:childTnLst>
                              <p:par>
                                <p:cTn id="53" presetID="22" presetClass="entr" presetSubtype="8" fill="hold" nodeType="clickEffect">
                                  <p:stCondLst>
                                    <p:cond delay="0"/>
                                  </p:stCondLst>
                                  <p:childTnLst>
                                    <p:set>
                                      <p:cBhvr>
                                        <p:cTn id="54" dur="1" fill="hold">
                                          <p:stCondLst>
                                            <p:cond delay="0"/>
                                          </p:stCondLst>
                                        </p:cTn>
                                        <p:tgtEl>
                                          <p:spTgt spid="50230"/>
                                        </p:tgtEl>
                                        <p:attrNameLst>
                                          <p:attrName>style.visibility</p:attrName>
                                        </p:attrNameLst>
                                      </p:cBhvr>
                                      <p:to>
                                        <p:strVal val="visible"/>
                                      </p:to>
                                    </p:set>
                                    <p:animEffect transition="in" filter="wipe(left)">
                                      <p:cBhvr>
                                        <p:cTn id="55" dur="2000"/>
                                        <p:tgtEl>
                                          <p:spTgt spid="5023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0184" grpId="0"/>
      <p:bldP spid="50229" grpId="0"/>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2226" name="Text Box 2"/>
          <p:cNvSpPr txBox="1"/>
          <p:nvPr/>
        </p:nvSpPr>
        <p:spPr>
          <a:xfrm>
            <a:off x="357188" y="431800"/>
            <a:ext cx="1190625" cy="579438"/>
          </a:xfrm>
          <a:prstGeom prst="rect">
            <a:avLst/>
          </a:prstGeom>
          <a:noFill/>
          <a:ln w="9525">
            <a:noFill/>
          </a:ln>
        </p:spPr>
        <p:txBody>
          <a:bodyPr>
            <a:spAutoFit/>
          </a:bodyPr>
          <a:p>
            <a:pPr>
              <a:spcBef>
                <a:spcPct val="50000"/>
              </a:spcBef>
            </a:pPr>
            <a:r>
              <a:rPr lang="zh-CN" altLang="en-US" sz="3200" dirty="0">
                <a:solidFill>
                  <a:schemeClr val="bg1"/>
                </a:solidFill>
                <a:latin typeface="Times New Roman" panose="02020603050405020304" pitchFamily="18" charset="0"/>
                <a:ea typeface="宋体" panose="02010600030101010101" pitchFamily="2" charset="-122"/>
              </a:rPr>
              <a:t>例</a:t>
            </a:r>
            <a:r>
              <a:rPr lang="en-US" altLang="zh-CN" sz="3200" b="0" dirty="0">
                <a:solidFill>
                  <a:schemeClr val="bg1"/>
                </a:solidFill>
                <a:latin typeface="Times New Roman" panose="02020603050405020304" pitchFamily="18" charset="0"/>
                <a:ea typeface="宋体" panose="02010600030101010101" pitchFamily="2" charset="-122"/>
              </a:rPr>
              <a:t>1-3</a:t>
            </a:r>
            <a:endParaRPr lang="en-US" altLang="zh-CN" sz="3200" b="0" dirty="0">
              <a:solidFill>
                <a:schemeClr val="bg1"/>
              </a:solidFill>
              <a:latin typeface="Times New Roman" panose="02020603050405020304" pitchFamily="18" charset="0"/>
              <a:ea typeface="宋体" panose="02010600030101010101" pitchFamily="2" charset="-122"/>
            </a:endParaRPr>
          </a:p>
        </p:txBody>
      </p:sp>
      <p:sp>
        <p:nvSpPr>
          <p:cNvPr id="52227" name="Text Box 3"/>
          <p:cNvSpPr txBox="1"/>
          <p:nvPr/>
        </p:nvSpPr>
        <p:spPr>
          <a:xfrm>
            <a:off x="1476375" y="476250"/>
            <a:ext cx="6985000" cy="519113"/>
          </a:xfrm>
          <a:prstGeom prst="rect">
            <a:avLst/>
          </a:prstGeom>
          <a:noFill/>
          <a:ln w="9525">
            <a:noFill/>
          </a:ln>
        </p:spPr>
        <p:txBody>
          <a:bodyPr>
            <a:spAutoFit/>
          </a:bodyPr>
          <a:p>
            <a:pPr>
              <a:spcBef>
                <a:spcPct val="50000"/>
              </a:spcBef>
            </a:pPr>
            <a:r>
              <a:rPr lang="zh-CN" altLang="en-US" dirty="0">
                <a:latin typeface="Times New Roman" panose="02020603050405020304" pitchFamily="18" charset="0"/>
              </a:rPr>
              <a:t>求图示电路的等效阻抗，</a:t>
            </a:r>
            <a:r>
              <a:rPr lang="zh-CN" altLang="en-US" dirty="0">
                <a:latin typeface="Times New Roman" panose="02020603050405020304" pitchFamily="18" charset="0"/>
                <a:ea typeface="宋体" panose="02010600030101010101" pitchFamily="2" charset="-122"/>
              </a:rPr>
              <a:t> </a:t>
            </a:r>
            <a:r>
              <a:rPr lang="zh-CN" altLang="en-US" b="0" i="1" dirty="0">
                <a:solidFill>
                  <a:schemeClr val="bg1"/>
                </a:solidFill>
                <a:latin typeface="Times New Roman" panose="02020603050405020304" pitchFamily="18" charset="0"/>
                <a:ea typeface="仿宋_GB2312" pitchFamily="49" charset="-122"/>
                <a:sym typeface="Symbol" panose="05050102010706020507" pitchFamily="18" charset="2"/>
              </a:rPr>
              <a:t></a:t>
            </a:r>
            <a:r>
              <a:rPr lang="zh-CN" altLang="en-US" b="0" dirty="0">
                <a:solidFill>
                  <a:schemeClr val="bg1"/>
                </a:solidFill>
                <a:latin typeface="Times New Roman" panose="02020603050405020304" pitchFamily="18" charset="0"/>
                <a:ea typeface="仿宋_GB2312" pitchFamily="49" charset="-122"/>
                <a:sym typeface="Symbol" panose="05050102010706020507" pitchFamily="18" charset="2"/>
              </a:rPr>
              <a:t>＝</a:t>
            </a:r>
            <a:r>
              <a:rPr lang="en-US" altLang="zh-CN" b="0" dirty="0">
                <a:solidFill>
                  <a:schemeClr val="bg1"/>
                </a:solidFill>
                <a:latin typeface="Times New Roman" panose="02020603050405020304" pitchFamily="18" charset="0"/>
                <a:ea typeface="仿宋_GB2312" pitchFamily="49" charset="-122"/>
              </a:rPr>
              <a:t>10</a:t>
            </a:r>
            <a:r>
              <a:rPr lang="en-US" altLang="zh-CN" b="0" baseline="30000" dirty="0">
                <a:solidFill>
                  <a:schemeClr val="bg1"/>
                </a:solidFill>
                <a:latin typeface="Times New Roman" panose="02020603050405020304" pitchFamily="18" charset="0"/>
                <a:ea typeface="仿宋_GB2312" pitchFamily="49" charset="-122"/>
              </a:rPr>
              <a:t>5 </a:t>
            </a:r>
            <a:r>
              <a:rPr lang="en-US" altLang="zh-CN" b="0" dirty="0">
                <a:solidFill>
                  <a:schemeClr val="bg1"/>
                </a:solidFill>
                <a:latin typeface="Times New Roman" panose="02020603050405020304" pitchFamily="18" charset="0"/>
                <a:ea typeface="仿宋_GB2312" pitchFamily="49" charset="-122"/>
              </a:rPr>
              <a:t>rad/s</a:t>
            </a:r>
            <a:r>
              <a:rPr lang="en-US" altLang="zh-CN" dirty="0">
                <a:solidFill>
                  <a:schemeClr val="bg1"/>
                </a:solidFill>
                <a:latin typeface="Arial" panose="020B0604020202020204" pitchFamily="34" charset="0"/>
                <a:ea typeface="仿宋_GB2312" pitchFamily="49" charset="-122"/>
              </a:rPr>
              <a:t> </a:t>
            </a:r>
            <a:r>
              <a:rPr lang="zh-CN" altLang="en-US" dirty="0">
                <a:solidFill>
                  <a:schemeClr val="bg1"/>
                </a:solidFill>
                <a:latin typeface="Times New Roman" panose="02020603050405020304" pitchFamily="18" charset="0"/>
                <a:ea typeface="宋体" panose="02010600030101010101" pitchFamily="2" charset="-122"/>
              </a:rPr>
              <a:t>。</a:t>
            </a:r>
            <a:endParaRPr lang="zh-CN" altLang="en-US" dirty="0">
              <a:solidFill>
                <a:schemeClr val="bg1"/>
              </a:solidFill>
              <a:latin typeface="Times New Roman" panose="02020603050405020304" pitchFamily="18" charset="0"/>
              <a:ea typeface="宋体" panose="02010600030101010101" pitchFamily="2" charset="-122"/>
            </a:endParaRPr>
          </a:p>
        </p:txBody>
      </p:sp>
      <p:sp>
        <p:nvSpPr>
          <p:cNvPr id="52228" name="Text Box 4"/>
          <p:cNvSpPr txBox="1"/>
          <p:nvPr/>
        </p:nvSpPr>
        <p:spPr>
          <a:xfrm>
            <a:off x="395288" y="1341438"/>
            <a:ext cx="541337" cy="519112"/>
          </a:xfrm>
          <a:prstGeom prst="rect">
            <a:avLst/>
          </a:prstGeom>
          <a:solidFill>
            <a:srgbClr val="990033"/>
          </a:solidFill>
          <a:ln w="9525">
            <a:noFill/>
          </a:ln>
        </p:spPr>
        <p:txBody>
          <a:bodyPr wrap="none">
            <a:spAutoFit/>
          </a:bodyPr>
          <a:p>
            <a:pPr>
              <a:spcBef>
                <a:spcPct val="50000"/>
              </a:spcBef>
            </a:pPr>
            <a:r>
              <a:rPr lang="zh-CN" altLang="en-US" dirty="0">
                <a:solidFill>
                  <a:schemeClr val="bg1"/>
                </a:solidFill>
                <a:latin typeface="Times New Roman" panose="02020603050405020304" pitchFamily="18" charset="0"/>
                <a:ea typeface="宋体" panose="02010600030101010101" pitchFamily="2" charset="-122"/>
              </a:rPr>
              <a:t>解</a:t>
            </a:r>
            <a:endParaRPr lang="zh-CN" altLang="en-US" dirty="0">
              <a:solidFill>
                <a:schemeClr val="bg1"/>
              </a:solidFill>
              <a:latin typeface="Times New Roman" panose="02020603050405020304" pitchFamily="18" charset="0"/>
              <a:ea typeface="宋体" panose="02010600030101010101" pitchFamily="2" charset="-122"/>
            </a:endParaRPr>
          </a:p>
        </p:txBody>
      </p:sp>
      <p:sp>
        <p:nvSpPr>
          <p:cNvPr id="52229" name="Text Box 5"/>
          <p:cNvSpPr txBox="1"/>
          <p:nvPr/>
        </p:nvSpPr>
        <p:spPr>
          <a:xfrm>
            <a:off x="1187450" y="1341438"/>
            <a:ext cx="2881313" cy="519112"/>
          </a:xfrm>
          <a:prstGeom prst="rect">
            <a:avLst/>
          </a:prstGeom>
          <a:noFill/>
          <a:ln w="9525">
            <a:noFill/>
          </a:ln>
        </p:spPr>
        <p:txBody>
          <a:bodyPr>
            <a:spAutoFit/>
          </a:bodyPr>
          <a:p>
            <a:pPr>
              <a:spcBef>
                <a:spcPct val="50000"/>
              </a:spcBef>
            </a:pPr>
            <a:r>
              <a:rPr lang="zh-CN" altLang="en-US" dirty="0">
                <a:latin typeface="Times New Roman" panose="02020603050405020304" pitchFamily="18" charset="0"/>
              </a:rPr>
              <a:t>感抗和容抗为</a:t>
            </a:r>
            <a:endParaRPr lang="zh-CN" altLang="en-US" dirty="0">
              <a:latin typeface="Times New Roman" panose="02020603050405020304" pitchFamily="18" charset="0"/>
            </a:endParaRPr>
          </a:p>
        </p:txBody>
      </p:sp>
      <p:graphicFrame>
        <p:nvGraphicFramePr>
          <p:cNvPr id="52230" name="Object 6"/>
          <p:cNvGraphicFramePr/>
          <p:nvPr/>
        </p:nvGraphicFramePr>
        <p:xfrm>
          <a:off x="352425" y="4076700"/>
          <a:ext cx="8150225" cy="1627188"/>
        </p:xfrm>
        <a:graphic>
          <a:graphicData uri="http://schemas.openxmlformats.org/presentationml/2006/ole">
            <mc:AlternateContent xmlns:mc="http://schemas.openxmlformats.org/markup-compatibility/2006">
              <mc:Choice xmlns:v="urn:schemas-microsoft-com:vml" Requires="v">
                <p:oleObj spid="_x0000_s3164" name="" r:id="rId1" imgW="3810000" imgH="749300" progId="Equation.3">
                  <p:embed/>
                </p:oleObj>
              </mc:Choice>
              <mc:Fallback>
                <p:oleObj name="" r:id="rId1" imgW="3810000" imgH="749300" progId="Equation.3">
                  <p:embed/>
                  <p:pic>
                    <p:nvPicPr>
                      <p:cNvPr id="0" name="图片 3163"/>
                      <p:cNvPicPr/>
                      <p:nvPr/>
                    </p:nvPicPr>
                    <p:blipFill>
                      <a:blip r:embed="rId2">
                        <a:clrChange>
                          <a:clrFrom>
                            <a:srgbClr val="000000"/>
                          </a:clrFrom>
                          <a:clrTo>
                            <a:srgbClr val="FFFFFF"/>
                          </a:clrTo>
                        </a:clrChange>
                      </a:blip>
                      <a:stretch>
                        <a:fillRect/>
                      </a:stretch>
                    </p:blipFill>
                    <p:spPr>
                      <a:xfrm>
                        <a:off x="352425" y="4076700"/>
                        <a:ext cx="8150225" cy="1627188"/>
                      </a:xfrm>
                      <a:prstGeom prst="rect">
                        <a:avLst/>
                      </a:prstGeom>
                      <a:noFill/>
                      <a:ln w="38100">
                        <a:noFill/>
                        <a:miter/>
                      </a:ln>
                    </p:spPr>
                  </p:pic>
                </p:oleObj>
              </mc:Fallback>
            </mc:AlternateContent>
          </a:graphicData>
        </a:graphic>
      </p:graphicFrame>
      <p:graphicFrame>
        <p:nvGraphicFramePr>
          <p:cNvPr id="52231" name="Object 7"/>
          <p:cNvGraphicFramePr/>
          <p:nvPr/>
        </p:nvGraphicFramePr>
        <p:xfrm>
          <a:off x="609600" y="2060575"/>
          <a:ext cx="4622800" cy="503238"/>
        </p:xfrm>
        <a:graphic>
          <a:graphicData uri="http://schemas.openxmlformats.org/presentationml/2006/ole">
            <mc:AlternateContent xmlns:mc="http://schemas.openxmlformats.org/markup-compatibility/2006">
              <mc:Choice xmlns:v="urn:schemas-microsoft-com:vml" Requires="v">
                <p:oleObj spid="_x0000_s3163" name="" r:id="rId3" imgW="2347595" imgH="254000" progId="Equation.3">
                  <p:embed/>
                </p:oleObj>
              </mc:Choice>
              <mc:Fallback>
                <p:oleObj name="" r:id="rId3" imgW="2347595" imgH="254000" progId="Equation.3">
                  <p:embed/>
                  <p:pic>
                    <p:nvPicPr>
                      <p:cNvPr id="0" name="图片 3162"/>
                      <p:cNvPicPr/>
                      <p:nvPr/>
                    </p:nvPicPr>
                    <p:blipFill>
                      <a:blip r:embed="rId4">
                        <a:clrChange>
                          <a:clrFrom>
                            <a:srgbClr val="000000"/>
                          </a:clrFrom>
                          <a:clrTo>
                            <a:srgbClr val="FFFFFF"/>
                          </a:clrTo>
                        </a:clrChange>
                      </a:blip>
                      <a:stretch>
                        <a:fillRect/>
                      </a:stretch>
                    </p:blipFill>
                    <p:spPr>
                      <a:xfrm>
                        <a:off x="609600" y="2060575"/>
                        <a:ext cx="4622800" cy="503238"/>
                      </a:xfrm>
                      <a:prstGeom prst="rect">
                        <a:avLst/>
                      </a:prstGeom>
                      <a:noFill/>
                      <a:ln w="38100">
                        <a:noFill/>
                        <a:miter/>
                      </a:ln>
                    </p:spPr>
                  </p:pic>
                </p:oleObj>
              </mc:Fallback>
            </mc:AlternateContent>
          </a:graphicData>
        </a:graphic>
      </p:graphicFrame>
      <p:graphicFrame>
        <p:nvGraphicFramePr>
          <p:cNvPr id="52257" name="Object 33"/>
          <p:cNvGraphicFramePr/>
          <p:nvPr/>
        </p:nvGraphicFramePr>
        <p:xfrm>
          <a:off x="539750" y="2997200"/>
          <a:ext cx="5845175" cy="903288"/>
        </p:xfrm>
        <a:graphic>
          <a:graphicData uri="http://schemas.openxmlformats.org/presentationml/2006/ole">
            <mc:AlternateContent xmlns:mc="http://schemas.openxmlformats.org/markup-compatibility/2006">
              <mc:Choice xmlns:v="urn:schemas-microsoft-com:vml" Requires="v">
                <p:oleObj spid="_x0000_s3165" name="" r:id="rId5" imgW="2971800" imgH="457200" progId="Equation.3">
                  <p:embed/>
                </p:oleObj>
              </mc:Choice>
              <mc:Fallback>
                <p:oleObj name="" r:id="rId5" imgW="2971800" imgH="457200" progId="Equation.3">
                  <p:embed/>
                  <p:pic>
                    <p:nvPicPr>
                      <p:cNvPr id="0" name="图片 3164"/>
                      <p:cNvPicPr/>
                      <p:nvPr/>
                    </p:nvPicPr>
                    <p:blipFill>
                      <a:blip r:embed="rId6">
                        <a:clrChange>
                          <a:clrFrom>
                            <a:srgbClr val="000000"/>
                          </a:clrFrom>
                          <a:clrTo>
                            <a:srgbClr val="FFFFFF"/>
                          </a:clrTo>
                        </a:clrChange>
                      </a:blip>
                      <a:stretch>
                        <a:fillRect/>
                      </a:stretch>
                    </p:blipFill>
                    <p:spPr>
                      <a:xfrm>
                        <a:off x="539750" y="2997200"/>
                        <a:ext cx="5845175" cy="903288"/>
                      </a:xfrm>
                      <a:prstGeom prst="rect">
                        <a:avLst/>
                      </a:prstGeom>
                      <a:noFill/>
                      <a:ln w="38100">
                        <a:noFill/>
                        <a:miter/>
                      </a:ln>
                    </p:spPr>
                  </p:pic>
                </p:oleObj>
              </mc:Fallback>
            </mc:AlternateContent>
          </a:graphicData>
        </a:graphic>
      </p:graphicFrame>
      <p:grpSp>
        <p:nvGrpSpPr>
          <p:cNvPr id="24585" name="Group 42"/>
          <p:cNvGrpSpPr/>
          <p:nvPr/>
        </p:nvGrpSpPr>
        <p:grpSpPr>
          <a:xfrm>
            <a:off x="8316913" y="6446838"/>
            <a:ext cx="792162" cy="366712"/>
            <a:chOff x="5193" y="4020"/>
            <a:chExt cx="499" cy="231"/>
          </a:xfrm>
        </p:grpSpPr>
        <p:pic>
          <p:nvPicPr>
            <p:cNvPr id="24617" name="Picture 43" descr="78900"/>
            <p:cNvPicPr>
              <a:picLocks noChangeAspect="1"/>
            </p:cNvPicPr>
            <p:nvPr/>
          </p:nvPicPr>
          <p:blipFill>
            <a:blip r:embed="rId7"/>
            <a:stretch>
              <a:fillRect/>
            </a:stretch>
          </p:blipFill>
          <p:spPr>
            <a:xfrm>
              <a:off x="5193" y="4066"/>
              <a:ext cx="499" cy="181"/>
            </a:xfrm>
            <a:prstGeom prst="rect">
              <a:avLst/>
            </a:prstGeom>
            <a:noFill/>
            <a:ln w="9525">
              <a:noFill/>
            </a:ln>
          </p:spPr>
        </p:pic>
        <p:sp>
          <p:nvSpPr>
            <p:cNvPr id="24618" name="Text Box 44">
              <a:hlinkClick r:id="" action="ppaction://hlinkshowjump?jump=nextslide"/>
            </p:cNvPr>
            <p:cNvSpPr txBox="1"/>
            <p:nvPr/>
          </p:nvSpPr>
          <p:spPr>
            <a:xfrm>
              <a:off x="5216" y="4020"/>
              <a:ext cx="476" cy="231"/>
            </a:xfrm>
            <a:prstGeom prst="rect">
              <a:avLst/>
            </a:prstGeom>
            <a:noFill/>
            <a:ln w="9525">
              <a:noFill/>
            </a:ln>
          </p:spPr>
          <p:txBody>
            <a:bodyPr wrap="none">
              <a:spAutoFit/>
            </a:bodyPr>
            <a:p>
              <a:pPr>
                <a:spcBef>
                  <a:spcPct val="50000"/>
                </a:spcBef>
              </a:pPr>
              <a:r>
                <a:rPr lang="zh-CN" altLang="en-US" sz="1800" b="0" dirty="0">
                  <a:solidFill>
                    <a:schemeClr val="bg1"/>
                  </a:solidFill>
                  <a:latin typeface="隶书" panose="02010509060101010101" pitchFamily="49" charset="-122"/>
                  <a:ea typeface="隶书" panose="02010509060101010101" pitchFamily="49" charset="-122"/>
                </a:rPr>
                <a:t>下 页</a:t>
              </a:r>
              <a:endParaRPr lang="zh-CN" altLang="en-US" sz="1800" b="0" dirty="0">
                <a:solidFill>
                  <a:schemeClr val="bg1"/>
                </a:solidFill>
                <a:latin typeface="隶书" panose="02010509060101010101" pitchFamily="49" charset="-122"/>
                <a:ea typeface="隶书" panose="02010509060101010101" pitchFamily="49" charset="-122"/>
              </a:endParaRPr>
            </a:p>
          </p:txBody>
        </p:sp>
      </p:grpSp>
      <p:grpSp>
        <p:nvGrpSpPr>
          <p:cNvPr id="24586" name="Group 45"/>
          <p:cNvGrpSpPr/>
          <p:nvPr/>
        </p:nvGrpSpPr>
        <p:grpSpPr>
          <a:xfrm>
            <a:off x="7453313" y="6446838"/>
            <a:ext cx="792162" cy="366712"/>
            <a:chOff x="4649" y="4020"/>
            <a:chExt cx="499" cy="231"/>
          </a:xfrm>
        </p:grpSpPr>
        <p:pic>
          <p:nvPicPr>
            <p:cNvPr id="24615" name="Picture 46" descr="78900"/>
            <p:cNvPicPr>
              <a:picLocks noChangeAspect="1"/>
            </p:cNvPicPr>
            <p:nvPr/>
          </p:nvPicPr>
          <p:blipFill>
            <a:blip r:embed="rId7"/>
            <a:stretch>
              <a:fillRect/>
            </a:stretch>
          </p:blipFill>
          <p:spPr>
            <a:xfrm>
              <a:off x="4649" y="4066"/>
              <a:ext cx="499" cy="181"/>
            </a:xfrm>
            <a:prstGeom prst="rect">
              <a:avLst/>
            </a:prstGeom>
            <a:noFill/>
            <a:ln w="9525">
              <a:noFill/>
            </a:ln>
          </p:spPr>
        </p:pic>
        <p:sp>
          <p:nvSpPr>
            <p:cNvPr id="24616" name="Text Box 47">
              <a:hlinkClick r:id="" action="ppaction://hlinkshowjump?jump=previousslide"/>
            </p:cNvPr>
            <p:cNvSpPr txBox="1"/>
            <p:nvPr/>
          </p:nvSpPr>
          <p:spPr>
            <a:xfrm>
              <a:off x="4672" y="4020"/>
              <a:ext cx="476" cy="231"/>
            </a:xfrm>
            <a:prstGeom prst="rect">
              <a:avLst/>
            </a:prstGeom>
            <a:noFill/>
            <a:ln w="9525">
              <a:noFill/>
            </a:ln>
          </p:spPr>
          <p:txBody>
            <a:bodyPr wrap="none">
              <a:spAutoFit/>
            </a:bodyPr>
            <a:p>
              <a:pPr>
                <a:spcBef>
                  <a:spcPct val="50000"/>
                </a:spcBef>
              </a:pPr>
              <a:r>
                <a:rPr lang="zh-CN" altLang="en-US" sz="1800" b="0" dirty="0">
                  <a:solidFill>
                    <a:schemeClr val="bg1"/>
                  </a:solidFill>
                  <a:latin typeface="隶书" panose="02010509060101010101" pitchFamily="49" charset="-122"/>
                  <a:ea typeface="隶书" panose="02010509060101010101" pitchFamily="49" charset="-122"/>
                </a:rPr>
                <a:t>上 页</a:t>
              </a:r>
              <a:endParaRPr lang="zh-CN" altLang="en-US" sz="1800" b="0" dirty="0">
                <a:solidFill>
                  <a:schemeClr val="bg1"/>
                </a:solidFill>
                <a:latin typeface="隶书" panose="02010509060101010101" pitchFamily="49" charset="-122"/>
                <a:ea typeface="隶书" panose="02010509060101010101" pitchFamily="49" charset="-122"/>
              </a:endParaRPr>
            </a:p>
          </p:txBody>
        </p:sp>
      </p:grpSp>
      <p:grpSp>
        <p:nvGrpSpPr>
          <p:cNvPr id="24587" name="Group 78"/>
          <p:cNvGrpSpPr/>
          <p:nvPr/>
        </p:nvGrpSpPr>
        <p:grpSpPr>
          <a:xfrm>
            <a:off x="6588125" y="6446838"/>
            <a:ext cx="792163" cy="366712"/>
            <a:chOff x="4649" y="4020"/>
            <a:chExt cx="499" cy="231"/>
          </a:xfrm>
        </p:grpSpPr>
        <p:pic>
          <p:nvPicPr>
            <p:cNvPr id="24613" name="Picture 79" descr="78900"/>
            <p:cNvPicPr>
              <a:picLocks noChangeAspect="1"/>
            </p:cNvPicPr>
            <p:nvPr/>
          </p:nvPicPr>
          <p:blipFill>
            <a:blip r:embed="rId7"/>
            <a:stretch>
              <a:fillRect/>
            </a:stretch>
          </p:blipFill>
          <p:spPr>
            <a:xfrm>
              <a:off x="4649" y="4066"/>
              <a:ext cx="499" cy="181"/>
            </a:xfrm>
            <a:prstGeom prst="rect">
              <a:avLst/>
            </a:prstGeom>
            <a:noFill/>
            <a:ln w="9525">
              <a:noFill/>
            </a:ln>
          </p:spPr>
        </p:pic>
        <p:sp>
          <p:nvSpPr>
            <p:cNvPr id="24614" name="Text Box 80">
              <a:hlinkClick r:id="" action="ppaction://hlinkshowjump?jump=firstslide"/>
            </p:cNvPr>
            <p:cNvSpPr txBox="1"/>
            <p:nvPr/>
          </p:nvSpPr>
          <p:spPr>
            <a:xfrm>
              <a:off x="4672" y="4020"/>
              <a:ext cx="476" cy="231"/>
            </a:xfrm>
            <a:prstGeom prst="rect">
              <a:avLst/>
            </a:prstGeom>
            <a:noFill/>
            <a:ln w="9525">
              <a:noFill/>
            </a:ln>
          </p:spPr>
          <p:txBody>
            <a:bodyPr wrap="none">
              <a:spAutoFit/>
            </a:bodyPr>
            <a:p>
              <a:pPr>
                <a:spcBef>
                  <a:spcPct val="50000"/>
                </a:spcBef>
              </a:pPr>
              <a:r>
                <a:rPr lang="zh-CN" altLang="en-US" sz="1800" b="0" dirty="0">
                  <a:solidFill>
                    <a:schemeClr val="bg1"/>
                  </a:solidFill>
                  <a:latin typeface="隶书" panose="02010509060101010101" pitchFamily="49" charset="-122"/>
                  <a:ea typeface="隶书" panose="02010509060101010101" pitchFamily="49" charset="-122"/>
                </a:rPr>
                <a:t>返 回</a:t>
              </a:r>
              <a:endParaRPr lang="zh-CN" altLang="en-US" sz="1800" b="0" dirty="0">
                <a:solidFill>
                  <a:schemeClr val="bg1"/>
                </a:solidFill>
                <a:latin typeface="隶书" panose="02010509060101010101" pitchFamily="49" charset="-122"/>
                <a:ea typeface="隶书" panose="02010509060101010101" pitchFamily="49" charset="-122"/>
              </a:endParaRPr>
            </a:p>
          </p:txBody>
        </p:sp>
      </p:grpSp>
      <p:grpSp>
        <p:nvGrpSpPr>
          <p:cNvPr id="5" name="Group 86"/>
          <p:cNvGrpSpPr/>
          <p:nvPr/>
        </p:nvGrpSpPr>
        <p:grpSpPr>
          <a:xfrm>
            <a:off x="5364163" y="908050"/>
            <a:ext cx="3552825" cy="2268538"/>
            <a:chOff x="3379" y="572"/>
            <a:chExt cx="2238" cy="1429"/>
          </a:xfrm>
        </p:grpSpPr>
        <p:sp>
          <p:nvSpPr>
            <p:cNvPr id="24589" name="Line 52"/>
            <p:cNvSpPr/>
            <p:nvPr/>
          </p:nvSpPr>
          <p:spPr>
            <a:xfrm>
              <a:off x="4195" y="1570"/>
              <a:ext cx="1" cy="404"/>
            </a:xfrm>
            <a:prstGeom prst="line">
              <a:avLst/>
            </a:prstGeom>
            <a:ln w="28575" cap="flat" cmpd="sng">
              <a:solidFill>
                <a:srgbClr val="FFCC00"/>
              </a:solidFill>
              <a:prstDash val="solid"/>
              <a:headEnd type="none" w="med" len="med"/>
              <a:tailEnd type="oval" w="med" len="med"/>
            </a:ln>
          </p:spPr>
        </p:sp>
        <p:sp>
          <p:nvSpPr>
            <p:cNvPr id="24590" name="Line 53"/>
            <p:cNvSpPr/>
            <p:nvPr/>
          </p:nvSpPr>
          <p:spPr>
            <a:xfrm>
              <a:off x="4196" y="935"/>
              <a:ext cx="0" cy="272"/>
            </a:xfrm>
            <a:prstGeom prst="line">
              <a:avLst/>
            </a:prstGeom>
            <a:ln w="28575" cap="flat" cmpd="sng">
              <a:solidFill>
                <a:srgbClr val="FFCC00"/>
              </a:solidFill>
              <a:prstDash val="solid"/>
              <a:headEnd type="oval" w="med" len="med"/>
              <a:tailEnd type="none" w="med" len="med"/>
            </a:ln>
          </p:spPr>
        </p:sp>
        <p:sp>
          <p:nvSpPr>
            <p:cNvPr id="24591" name="Text Box 54"/>
            <p:cNvSpPr txBox="1"/>
            <p:nvPr/>
          </p:nvSpPr>
          <p:spPr>
            <a:xfrm>
              <a:off x="3606" y="1298"/>
              <a:ext cx="564" cy="327"/>
            </a:xfrm>
            <a:prstGeom prst="rect">
              <a:avLst/>
            </a:prstGeom>
            <a:noFill/>
            <a:ln w="28575">
              <a:noFill/>
            </a:ln>
          </p:spPr>
          <p:txBody>
            <a:bodyPr wrap="none">
              <a:spAutoFit/>
            </a:bodyPr>
            <a:p>
              <a:r>
                <a:rPr lang="en-US" altLang="zh-CN" b="0" dirty="0">
                  <a:solidFill>
                    <a:schemeClr val="bg1"/>
                  </a:solidFill>
                  <a:latin typeface="Times New Roman" panose="02020603050405020304" pitchFamily="18" charset="0"/>
                  <a:ea typeface="宋体" panose="02010600030101010101" pitchFamily="2" charset="-122"/>
                </a:rPr>
                <a:t>1mH</a:t>
              </a:r>
              <a:endParaRPr lang="en-US" altLang="zh-CN" b="0" dirty="0">
                <a:solidFill>
                  <a:schemeClr val="bg1"/>
                </a:solidFill>
                <a:latin typeface="Times New Roman" panose="02020603050405020304" pitchFamily="18" charset="0"/>
                <a:ea typeface="宋体" panose="02010600030101010101" pitchFamily="2" charset="-122"/>
              </a:endParaRPr>
            </a:p>
          </p:txBody>
        </p:sp>
        <p:sp>
          <p:nvSpPr>
            <p:cNvPr id="24592" name="Oval 55"/>
            <p:cNvSpPr/>
            <p:nvPr/>
          </p:nvSpPr>
          <p:spPr>
            <a:xfrm>
              <a:off x="3379" y="890"/>
              <a:ext cx="68" cy="68"/>
            </a:xfrm>
            <a:prstGeom prst="ellipse">
              <a:avLst/>
            </a:prstGeom>
            <a:noFill/>
            <a:ln w="38100" cap="flat" cmpd="sng">
              <a:solidFill>
                <a:srgbClr val="FFCC00"/>
              </a:solidFill>
              <a:prstDash val="solid"/>
              <a:headEnd type="none" w="med" len="med"/>
              <a:tailEnd type="none" w="med" len="med"/>
            </a:ln>
          </p:spPr>
          <p:txBody>
            <a:bodyPr wrap="none" anchor="ctr" anchorCtr="0"/>
            <a:p>
              <a:endParaRPr lang="zh-CN" altLang="en-US" dirty="0">
                <a:latin typeface="楷体_GB2312" pitchFamily="49" charset="-122"/>
              </a:endParaRPr>
            </a:p>
          </p:txBody>
        </p:sp>
        <p:sp>
          <p:nvSpPr>
            <p:cNvPr id="24593" name="Oval 56"/>
            <p:cNvSpPr/>
            <p:nvPr/>
          </p:nvSpPr>
          <p:spPr>
            <a:xfrm>
              <a:off x="3379" y="1933"/>
              <a:ext cx="68" cy="68"/>
            </a:xfrm>
            <a:prstGeom prst="ellipse">
              <a:avLst/>
            </a:prstGeom>
            <a:noFill/>
            <a:ln w="38100" cap="flat" cmpd="sng">
              <a:solidFill>
                <a:srgbClr val="FFCC00"/>
              </a:solidFill>
              <a:prstDash val="solid"/>
              <a:headEnd type="none" w="med" len="med"/>
              <a:tailEnd type="none" w="med" len="med"/>
            </a:ln>
          </p:spPr>
          <p:txBody>
            <a:bodyPr wrap="none" anchor="ctr" anchorCtr="0"/>
            <a:p>
              <a:endParaRPr lang="zh-CN" altLang="en-US" dirty="0">
                <a:latin typeface="楷体_GB2312" pitchFamily="49" charset="-122"/>
              </a:endParaRPr>
            </a:p>
          </p:txBody>
        </p:sp>
        <p:sp>
          <p:nvSpPr>
            <p:cNvPr id="24594" name="Text Box 57"/>
            <p:cNvSpPr txBox="1"/>
            <p:nvPr/>
          </p:nvSpPr>
          <p:spPr>
            <a:xfrm>
              <a:off x="3606" y="980"/>
              <a:ext cx="512" cy="327"/>
            </a:xfrm>
            <a:prstGeom prst="rect">
              <a:avLst/>
            </a:prstGeom>
            <a:noFill/>
            <a:ln w="28575">
              <a:noFill/>
            </a:ln>
          </p:spPr>
          <p:txBody>
            <a:bodyPr wrap="none">
              <a:spAutoFit/>
            </a:bodyPr>
            <a:p>
              <a:r>
                <a:rPr lang="en-US" altLang="zh-CN" b="0" dirty="0">
                  <a:solidFill>
                    <a:schemeClr val="bg1"/>
                  </a:solidFill>
                  <a:latin typeface="Times New Roman" panose="02020603050405020304" pitchFamily="18" charset="0"/>
                  <a:ea typeface="宋体" panose="02010600030101010101" pitchFamily="2" charset="-122"/>
                </a:rPr>
                <a:t>30</a:t>
              </a:r>
              <a:r>
                <a:rPr lang="en-US" altLang="zh-CN" b="0" dirty="0">
                  <a:solidFill>
                    <a:schemeClr val="bg1"/>
                  </a:solidFill>
                  <a:latin typeface="Times New Roman" panose="02020603050405020304" pitchFamily="18" charset="0"/>
                  <a:ea typeface="宋体" panose="02010600030101010101" pitchFamily="2" charset="-122"/>
                  <a:sym typeface="Symbol" panose="05050102010706020507" pitchFamily="18" charset="2"/>
                </a:rPr>
                <a:t></a:t>
              </a:r>
              <a:endParaRPr lang="en-US" altLang="zh-CN" b="0" dirty="0">
                <a:solidFill>
                  <a:schemeClr val="bg1"/>
                </a:solidFill>
                <a:latin typeface="Times New Roman" panose="02020603050405020304" pitchFamily="18" charset="0"/>
                <a:ea typeface="宋体" panose="02010600030101010101" pitchFamily="2" charset="-122"/>
                <a:sym typeface="Symbol" panose="05050102010706020507" pitchFamily="18" charset="2"/>
              </a:endParaRPr>
            </a:p>
          </p:txBody>
        </p:sp>
        <p:sp>
          <p:nvSpPr>
            <p:cNvPr id="24595" name="Line 58"/>
            <p:cNvSpPr/>
            <p:nvPr/>
          </p:nvSpPr>
          <p:spPr>
            <a:xfrm>
              <a:off x="3425" y="935"/>
              <a:ext cx="1451" cy="0"/>
            </a:xfrm>
            <a:prstGeom prst="line">
              <a:avLst/>
            </a:prstGeom>
            <a:ln w="28575" cap="flat" cmpd="sng">
              <a:solidFill>
                <a:srgbClr val="FFCC00"/>
              </a:solidFill>
              <a:prstDash val="solid"/>
              <a:headEnd type="none" w="med" len="med"/>
              <a:tailEnd type="none" w="med" len="med"/>
            </a:ln>
          </p:spPr>
        </p:sp>
        <p:sp>
          <p:nvSpPr>
            <p:cNvPr id="24596" name="Line 59"/>
            <p:cNvSpPr/>
            <p:nvPr/>
          </p:nvSpPr>
          <p:spPr>
            <a:xfrm>
              <a:off x="4876" y="935"/>
              <a:ext cx="0" cy="634"/>
            </a:xfrm>
            <a:prstGeom prst="line">
              <a:avLst/>
            </a:prstGeom>
            <a:ln w="28575" cap="flat" cmpd="sng">
              <a:solidFill>
                <a:srgbClr val="FFCC00"/>
              </a:solidFill>
              <a:prstDash val="solid"/>
              <a:headEnd type="none" w="med" len="med"/>
              <a:tailEnd type="none" w="med" len="med"/>
            </a:ln>
          </p:spPr>
        </p:sp>
        <p:sp>
          <p:nvSpPr>
            <p:cNvPr id="24597" name="Line 60"/>
            <p:cNvSpPr/>
            <p:nvPr/>
          </p:nvSpPr>
          <p:spPr>
            <a:xfrm>
              <a:off x="4876" y="1661"/>
              <a:ext cx="0" cy="318"/>
            </a:xfrm>
            <a:prstGeom prst="line">
              <a:avLst/>
            </a:prstGeom>
            <a:ln w="28575" cap="flat" cmpd="sng">
              <a:solidFill>
                <a:srgbClr val="FFCC00"/>
              </a:solidFill>
              <a:prstDash val="solid"/>
              <a:headEnd type="none" w="med" len="med"/>
              <a:tailEnd type="none" w="med" len="med"/>
            </a:ln>
          </p:spPr>
        </p:sp>
        <p:sp>
          <p:nvSpPr>
            <p:cNvPr id="24598" name="Line 61"/>
            <p:cNvSpPr/>
            <p:nvPr/>
          </p:nvSpPr>
          <p:spPr>
            <a:xfrm>
              <a:off x="3425" y="1979"/>
              <a:ext cx="1451" cy="0"/>
            </a:xfrm>
            <a:prstGeom prst="line">
              <a:avLst/>
            </a:prstGeom>
            <a:ln w="28575" cap="flat" cmpd="sng">
              <a:solidFill>
                <a:srgbClr val="FFCC00"/>
              </a:solidFill>
              <a:prstDash val="solid"/>
              <a:headEnd type="none" w="med" len="med"/>
              <a:tailEnd type="none" w="med" len="med"/>
            </a:ln>
          </p:spPr>
        </p:sp>
        <p:sp>
          <p:nvSpPr>
            <p:cNvPr id="24599" name="Text Box 62"/>
            <p:cNvSpPr txBox="1"/>
            <p:nvPr/>
          </p:nvSpPr>
          <p:spPr>
            <a:xfrm>
              <a:off x="4921" y="1071"/>
              <a:ext cx="624" cy="327"/>
            </a:xfrm>
            <a:prstGeom prst="rect">
              <a:avLst/>
            </a:prstGeom>
            <a:noFill/>
            <a:ln w="28575">
              <a:noFill/>
            </a:ln>
          </p:spPr>
          <p:txBody>
            <a:bodyPr wrap="none">
              <a:spAutoFit/>
            </a:bodyPr>
            <a:p>
              <a:r>
                <a:rPr lang="en-US" altLang="zh-CN" b="0" dirty="0">
                  <a:solidFill>
                    <a:schemeClr val="bg1"/>
                  </a:solidFill>
                  <a:latin typeface="Times New Roman" panose="02020603050405020304" pitchFamily="18" charset="0"/>
                  <a:ea typeface="宋体" panose="02010600030101010101" pitchFamily="2" charset="-122"/>
                </a:rPr>
                <a:t>100</a:t>
              </a:r>
              <a:r>
                <a:rPr lang="en-US" altLang="zh-CN" b="0" dirty="0">
                  <a:solidFill>
                    <a:schemeClr val="bg1"/>
                  </a:solidFill>
                  <a:latin typeface="Times New Roman" panose="02020603050405020304" pitchFamily="18" charset="0"/>
                  <a:ea typeface="宋体" panose="02010600030101010101" pitchFamily="2" charset="-122"/>
                  <a:sym typeface="Symbol" panose="05050102010706020507" pitchFamily="18" charset="2"/>
                </a:rPr>
                <a:t></a:t>
              </a:r>
              <a:endParaRPr lang="en-US" altLang="zh-CN" b="0" dirty="0">
                <a:solidFill>
                  <a:schemeClr val="bg1"/>
                </a:solidFill>
                <a:latin typeface="Times New Roman" panose="02020603050405020304" pitchFamily="18" charset="0"/>
                <a:ea typeface="宋体" panose="02010600030101010101" pitchFamily="2" charset="-122"/>
                <a:sym typeface="Symbol" panose="05050102010706020507" pitchFamily="18" charset="2"/>
              </a:endParaRPr>
            </a:p>
          </p:txBody>
        </p:sp>
        <p:sp>
          <p:nvSpPr>
            <p:cNvPr id="24600" name="Text Box 63"/>
            <p:cNvSpPr txBox="1"/>
            <p:nvPr/>
          </p:nvSpPr>
          <p:spPr>
            <a:xfrm>
              <a:off x="4967" y="1525"/>
              <a:ext cx="650" cy="327"/>
            </a:xfrm>
            <a:prstGeom prst="rect">
              <a:avLst/>
            </a:prstGeom>
            <a:noFill/>
            <a:ln w="28575">
              <a:noFill/>
            </a:ln>
          </p:spPr>
          <p:txBody>
            <a:bodyPr wrap="none">
              <a:spAutoFit/>
            </a:bodyPr>
            <a:p>
              <a:r>
                <a:rPr lang="en-US" altLang="zh-CN" b="0" dirty="0">
                  <a:solidFill>
                    <a:schemeClr val="bg1"/>
                  </a:solidFill>
                  <a:latin typeface="Times New Roman" panose="02020603050405020304" pitchFamily="18" charset="0"/>
                  <a:ea typeface="宋体" panose="02010600030101010101" pitchFamily="2" charset="-122"/>
                </a:rPr>
                <a:t>0.1</a:t>
              </a:r>
              <a:r>
                <a:rPr lang="en-US" altLang="zh-CN" b="0" dirty="0">
                  <a:solidFill>
                    <a:schemeClr val="bg1"/>
                  </a:solidFill>
                  <a:latin typeface="Times New Roman" panose="02020603050405020304" pitchFamily="18" charset="0"/>
                  <a:ea typeface="宋体" panose="02010600030101010101" pitchFamily="2" charset="-122"/>
                  <a:sym typeface="Symbol" panose="05050102010706020507" pitchFamily="18" charset="2"/>
                </a:rPr>
                <a:t>F</a:t>
              </a:r>
              <a:endParaRPr lang="en-US" altLang="zh-CN" b="0" dirty="0">
                <a:solidFill>
                  <a:schemeClr val="bg1"/>
                </a:solidFill>
                <a:latin typeface="Times New Roman" panose="02020603050405020304" pitchFamily="18" charset="0"/>
                <a:ea typeface="宋体" panose="02010600030101010101" pitchFamily="2" charset="-122"/>
                <a:sym typeface="Symbol" panose="05050102010706020507" pitchFamily="18" charset="2"/>
              </a:endParaRPr>
            </a:p>
          </p:txBody>
        </p:sp>
        <p:sp>
          <p:nvSpPr>
            <p:cNvPr id="24601" name="Text Box 64"/>
            <p:cNvSpPr txBox="1"/>
            <p:nvPr/>
          </p:nvSpPr>
          <p:spPr>
            <a:xfrm>
              <a:off x="3651" y="572"/>
              <a:ext cx="453" cy="327"/>
            </a:xfrm>
            <a:prstGeom prst="rect">
              <a:avLst/>
            </a:prstGeom>
            <a:noFill/>
            <a:ln w="9525">
              <a:noFill/>
            </a:ln>
          </p:spPr>
          <p:txBody>
            <a:bodyPr>
              <a:spAutoFit/>
            </a:bodyPr>
            <a:p>
              <a:pPr>
                <a:spcBef>
                  <a:spcPct val="50000"/>
                </a:spcBef>
              </a:pPr>
              <a:r>
                <a:rPr lang="en-US" altLang="zh-CN" b="0" i="1" dirty="0">
                  <a:solidFill>
                    <a:schemeClr val="bg1"/>
                  </a:solidFill>
                  <a:latin typeface="Times New Roman" panose="02020603050405020304" pitchFamily="18" charset="0"/>
                  <a:ea typeface="仿宋_GB2312" pitchFamily="49" charset="-122"/>
                </a:rPr>
                <a:t>R</a:t>
              </a:r>
              <a:r>
                <a:rPr lang="en-US" altLang="zh-CN" b="0" baseline="-25000" dirty="0">
                  <a:solidFill>
                    <a:schemeClr val="bg1"/>
                  </a:solidFill>
                  <a:latin typeface="Times New Roman" panose="02020603050405020304" pitchFamily="18" charset="0"/>
                  <a:ea typeface="仿宋_GB2312" pitchFamily="49" charset="-122"/>
                </a:rPr>
                <a:t>1</a:t>
              </a:r>
              <a:endParaRPr lang="en-US" altLang="zh-CN" b="0" baseline="-25000" dirty="0">
                <a:solidFill>
                  <a:schemeClr val="bg1"/>
                </a:solidFill>
                <a:latin typeface="Times New Roman" panose="02020603050405020304" pitchFamily="18" charset="0"/>
                <a:ea typeface="仿宋_GB2312" pitchFamily="49" charset="-122"/>
              </a:endParaRPr>
            </a:p>
          </p:txBody>
        </p:sp>
        <p:sp>
          <p:nvSpPr>
            <p:cNvPr id="24602" name="Text Box 65"/>
            <p:cNvSpPr txBox="1"/>
            <p:nvPr/>
          </p:nvSpPr>
          <p:spPr>
            <a:xfrm>
              <a:off x="4513" y="1026"/>
              <a:ext cx="453" cy="327"/>
            </a:xfrm>
            <a:prstGeom prst="rect">
              <a:avLst/>
            </a:prstGeom>
            <a:noFill/>
            <a:ln w="9525">
              <a:noFill/>
            </a:ln>
          </p:spPr>
          <p:txBody>
            <a:bodyPr>
              <a:spAutoFit/>
            </a:bodyPr>
            <a:p>
              <a:pPr>
                <a:spcBef>
                  <a:spcPct val="50000"/>
                </a:spcBef>
              </a:pPr>
              <a:r>
                <a:rPr lang="en-US" altLang="zh-CN" b="0" i="1" dirty="0">
                  <a:solidFill>
                    <a:schemeClr val="bg1"/>
                  </a:solidFill>
                  <a:latin typeface="Times New Roman" panose="02020603050405020304" pitchFamily="18" charset="0"/>
                  <a:ea typeface="仿宋_GB2312" pitchFamily="49" charset="-122"/>
                </a:rPr>
                <a:t>R</a:t>
              </a:r>
              <a:r>
                <a:rPr lang="en-US" altLang="zh-CN" b="0" baseline="-25000" dirty="0">
                  <a:solidFill>
                    <a:schemeClr val="bg1"/>
                  </a:solidFill>
                  <a:latin typeface="Times New Roman" panose="02020603050405020304" pitchFamily="18" charset="0"/>
                  <a:ea typeface="仿宋_GB2312" pitchFamily="49" charset="-122"/>
                </a:rPr>
                <a:t>2</a:t>
              </a:r>
              <a:endParaRPr lang="en-US" altLang="zh-CN" b="0" baseline="-25000" dirty="0">
                <a:solidFill>
                  <a:schemeClr val="bg1"/>
                </a:solidFill>
                <a:latin typeface="Times New Roman" panose="02020603050405020304" pitchFamily="18" charset="0"/>
                <a:ea typeface="仿宋_GB2312" pitchFamily="49" charset="-122"/>
              </a:endParaRPr>
            </a:p>
          </p:txBody>
        </p:sp>
        <p:sp>
          <p:nvSpPr>
            <p:cNvPr id="24603" name="Rectangle 66"/>
            <p:cNvSpPr/>
            <p:nvPr/>
          </p:nvSpPr>
          <p:spPr>
            <a:xfrm>
              <a:off x="3697" y="881"/>
              <a:ext cx="317" cy="136"/>
            </a:xfrm>
            <a:prstGeom prst="rect">
              <a:avLst/>
            </a:prstGeom>
            <a:gradFill rotWithShape="1">
              <a:gsLst>
                <a:gs pos="0">
                  <a:srgbClr val="764700"/>
                </a:gs>
                <a:gs pos="50000">
                  <a:srgbClr val="FF9900"/>
                </a:gs>
                <a:gs pos="100000">
                  <a:srgbClr val="764700"/>
                </a:gs>
              </a:gsLst>
              <a:lin ang="5400000" scaled="1"/>
              <a:tileRect/>
            </a:gradFill>
            <a:ln w="28575">
              <a:noFill/>
            </a:ln>
          </p:spPr>
          <p:txBody>
            <a:bodyPr wrap="none" anchor="ctr" anchorCtr="0"/>
            <a:p>
              <a:endParaRPr lang="zh-CN" altLang="en-US" dirty="0">
                <a:latin typeface="楷体_GB2312" pitchFamily="49" charset="-122"/>
              </a:endParaRPr>
            </a:p>
          </p:txBody>
        </p:sp>
        <p:sp>
          <p:nvSpPr>
            <p:cNvPr id="24604" name="Rectangle 67"/>
            <p:cNvSpPr/>
            <p:nvPr/>
          </p:nvSpPr>
          <p:spPr>
            <a:xfrm>
              <a:off x="4813" y="1070"/>
              <a:ext cx="127" cy="318"/>
            </a:xfrm>
            <a:prstGeom prst="rect">
              <a:avLst/>
            </a:prstGeom>
            <a:gradFill rotWithShape="1">
              <a:gsLst>
                <a:gs pos="0">
                  <a:srgbClr val="764700"/>
                </a:gs>
                <a:gs pos="50000">
                  <a:srgbClr val="FF9900"/>
                </a:gs>
                <a:gs pos="100000">
                  <a:srgbClr val="764700"/>
                </a:gs>
              </a:gsLst>
              <a:lin ang="0" scaled="1"/>
              <a:tileRect/>
            </a:gradFill>
            <a:ln w="28575">
              <a:noFill/>
            </a:ln>
          </p:spPr>
          <p:txBody>
            <a:bodyPr wrap="none" anchor="ctr" anchorCtr="0"/>
            <a:p>
              <a:endParaRPr lang="zh-CN" altLang="en-US" dirty="0">
                <a:latin typeface="楷体_GB2312" pitchFamily="49" charset="-122"/>
              </a:endParaRPr>
            </a:p>
          </p:txBody>
        </p:sp>
        <p:grpSp>
          <p:nvGrpSpPr>
            <p:cNvPr id="24605" name="Group 68"/>
            <p:cNvGrpSpPr/>
            <p:nvPr/>
          </p:nvGrpSpPr>
          <p:grpSpPr>
            <a:xfrm>
              <a:off x="4758" y="1570"/>
              <a:ext cx="240" cy="93"/>
              <a:chOff x="3787" y="2478"/>
              <a:chExt cx="240" cy="93"/>
            </a:xfrm>
          </p:grpSpPr>
          <p:sp>
            <p:nvSpPr>
              <p:cNvPr id="24611" name="Line 69"/>
              <p:cNvSpPr/>
              <p:nvPr/>
            </p:nvSpPr>
            <p:spPr>
              <a:xfrm flipV="1">
                <a:off x="3787" y="2568"/>
                <a:ext cx="240" cy="3"/>
              </a:xfrm>
              <a:prstGeom prst="line">
                <a:avLst/>
              </a:prstGeom>
              <a:ln w="57150" cap="flat" cmpd="sng">
                <a:solidFill>
                  <a:srgbClr val="FF9900"/>
                </a:solidFill>
                <a:prstDash val="solid"/>
                <a:headEnd type="none" w="med" len="med"/>
                <a:tailEnd type="none" w="med" len="med"/>
              </a:ln>
            </p:spPr>
          </p:sp>
          <p:sp>
            <p:nvSpPr>
              <p:cNvPr id="24612" name="Line 70"/>
              <p:cNvSpPr/>
              <p:nvPr/>
            </p:nvSpPr>
            <p:spPr>
              <a:xfrm>
                <a:off x="3787" y="2478"/>
                <a:ext cx="240" cy="1"/>
              </a:xfrm>
              <a:prstGeom prst="line">
                <a:avLst/>
              </a:prstGeom>
              <a:ln w="57150" cap="flat" cmpd="sng">
                <a:solidFill>
                  <a:srgbClr val="FF9900"/>
                </a:solidFill>
                <a:prstDash val="solid"/>
                <a:headEnd type="none" w="med" len="med"/>
                <a:tailEnd type="none" w="med" len="med"/>
              </a:ln>
            </p:spPr>
          </p:sp>
        </p:grpSp>
        <p:grpSp>
          <p:nvGrpSpPr>
            <p:cNvPr id="24606" name="Group 81"/>
            <p:cNvGrpSpPr/>
            <p:nvPr/>
          </p:nvGrpSpPr>
          <p:grpSpPr>
            <a:xfrm rot="10800000">
              <a:off x="4195" y="1207"/>
              <a:ext cx="90" cy="363"/>
              <a:chOff x="1565" y="2614"/>
              <a:chExt cx="90" cy="486"/>
            </a:xfrm>
          </p:grpSpPr>
          <p:sp>
            <p:nvSpPr>
              <p:cNvPr id="24607" name="Arc 82"/>
              <p:cNvSpPr/>
              <p:nvPr/>
            </p:nvSpPr>
            <p:spPr>
              <a:xfrm flipH="1" flipV="1">
                <a:off x="1565" y="2860"/>
                <a:ext cx="90" cy="116"/>
              </a:xfrm>
              <a:custGeom>
                <a:avLst/>
                <a:gdLst>
                  <a:gd name="txL" fmla="*/ 0 w 22723"/>
                  <a:gd name="txT" fmla="*/ 0 h 43200"/>
                  <a:gd name="txR" fmla="*/ 22723 w 22723"/>
                  <a:gd name="txB" fmla="*/ 43200 h 43200"/>
                </a:gdLst>
                <a:ahLst/>
                <a:cxnLst>
                  <a:cxn ang="0">
                    <a:pos x="1122" y="0"/>
                  </a:cxn>
                  <a:cxn ang="0">
                    <a:pos x="22723" y="21600"/>
                  </a:cxn>
                  <a:cxn ang="0">
                    <a:pos x="1123" y="43200"/>
                  </a:cxn>
                  <a:cxn ang="0">
                    <a:pos x="0" y="43170"/>
                  </a:cxn>
                  <a:cxn ang="0">
                    <a:pos x="1122" y="0"/>
                  </a:cxn>
                  <a:cxn ang="0">
                    <a:pos x="22723" y="21600"/>
                  </a:cxn>
                  <a:cxn ang="0">
                    <a:pos x="1123" y="43200"/>
                  </a:cxn>
                  <a:cxn ang="0">
                    <a:pos x="0" y="43170"/>
                  </a:cxn>
                  <a:cxn ang="0">
                    <a:pos x="1123" y="21600"/>
                  </a:cxn>
                </a:cxnLst>
                <a:rect l="txL" t="txT" r="txR" b="txB"/>
                <a:pathLst>
                  <a:path w="22723" h="43200" fill="none">
                    <a:moveTo>
                      <a:pt x="1122" y="0"/>
                    </a:moveTo>
                    <a:cubicBezTo>
                      <a:pt x="13052" y="0"/>
                      <a:pt x="22723" y="9670"/>
                      <a:pt x="22723" y="21600"/>
                    </a:cubicBezTo>
                    <a:cubicBezTo>
                      <a:pt x="22723" y="33529"/>
                      <a:pt x="13052" y="43200"/>
                      <a:pt x="1123" y="43200"/>
                    </a:cubicBezTo>
                    <a:cubicBezTo>
                      <a:pt x="748" y="43200"/>
                      <a:pt x="374" y="43190"/>
                      <a:pt x="0" y="43170"/>
                    </a:cubicBezTo>
                  </a:path>
                  <a:path w="22723" h="43200" stroke="0">
                    <a:moveTo>
                      <a:pt x="1122" y="0"/>
                    </a:moveTo>
                    <a:cubicBezTo>
                      <a:pt x="13052" y="0"/>
                      <a:pt x="22723" y="9670"/>
                      <a:pt x="22723" y="21600"/>
                    </a:cubicBezTo>
                    <a:cubicBezTo>
                      <a:pt x="22723" y="33529"/>
                      <a:pt x="13052" y="43200"/>
                      <a:pt x="1123" y="43200"/>
                    </a:cubicBezTo>
                    <a:cubicBezTo>
                      <a:pt x="748" y="43200"/>
                      <a:pt x="374" y="43190"/>
                      <a:pt x="0" y="43170"/>
                    </a:cubicBezTo>
                    <a:lnTo>
                      <a:pt x="1123" y="21600"/>
                    </a:lnTo>
                    <a:close/>
                  </a:path>
                </a:pathLst>
              </a:custGeom>
              <a:noFill/>
              <a:ln w="28575" cap="flat" cmpd="sng">
                <a:solidFill>
                  <a:srgbClr val="FF9900"/>
                </a:solidFill>
                <a:prstDash val="solid"/>
                <a:round/>
                <a:headEnd type="none" w="med" len="med"/>
                <a:tailEnd type="none" w="med" len="med"/>
              </a:ln>
            </p:spPr>
            <p:txBody>
              <a:bodyPr wrap="none" anchor="ctr" anchorCtr="0"/>
              <a:p>
                <a:endParaRPr lang="zh-CN" altLang="en-US" dirty="0">
                  <a:latin typeface="楷体_GB2312" pitchFamily="49" charset="-122"/>
                </a:endParaRPr>
              </a:p>
            </p:txBody>
          </p:sp>
          <p:sp>
            <p:nvSpPr>
              <p:cNvPr id="24608" name="Arc 83"/>
              <p:cNvSpPr/>
              <p:nvPr/>
            </p:nvSpPr>
            <p:spPr>
              <a:xfrm flipH="1" flipV="1">
                <a:off x="1565" y="2737"/>
                <a:ext cx="90" cy="116"/>
              </a:xfrm>
              <a:custGeom>
                <a:avLst/>
                <a:gdLst>
                  <a:gd name="txL" fmla="*/ 0 w 22723"/>
                  <a:gd name="txT" fmla="*/ 0 h 43200"/>
                  <a:gd name="txR" fmla="*/ 22723 w 22723"/>
                  <a:gd name="txB" fmla="*/ 43200 h 43200"/>
                </a:gdLst>
                <a:ahLst/>
                <a:cxnLst>
                  <a:cxn ang="0">
                    <a:pos x="1122" y="0"/>
                  </a:cxn>
                  <a:cxn ang="0">
                    <a:pos x="22723" y="21600"/>
                  </a:cxn>
                  <a:cxn ang="0">
                    <a:pos x="1123" y="43200"/>
                  </a:cxn>
                  <a:cxn ang="0">
                    <a:pos x="0" y="43170"/>
                  </a:cxn>
                  <a:cxn ang="0">
                    <a:pos x="1122" y="0"/>
                  </a:cxn>
                  <a:cxn ang="0">
                    <a:pos x="22723" y="21600"/>
                  </a:cxn>
                  <a:cxn ang="0">
                    <a:pos x="1123" y="43200"/>
                  </a:cxn>
                  <a:cxn ang="0">
                    <a:pos x="0" y="43170"/>
                  </a:cxn>
                  <a:cxn ang="0">
                    <a:pos x="1123" y="21600"/>
                  </a:cxn>
                </a:cxnLst>
                <a:rect l="txL" t="txT" r="txR" b="txB"/>
                <a:pathLst>
                  <a:path w="22723" h="43200" fill="none">
                    <a:moveTo>
                      <a:pt x="1122" y="0"/>
                    </a:moveTo>
                    <a:cubicBezTo>
                      <a:pt x="13052" y="0"/>
                      <a:pt x="22723" y="9670"/>
                      <a:pt x="22723" y="21600"/>
                    </a:cubicBezTo>
                    <a:cubicBezTo>
                      <a:pt x="22723" y="33529"/>
                      <a:pt x="13052" y="43200"/>
                      <a:pt x="1123" y="43200"/>
                    </a:cubicBezTo>
                    <a:cubicBezTo>
                      <a:pt x="748" y="43200"/>
                      <a:pt x="374" y="43190"/>
                      <a:pt x="0" y="43170"/>
                    </a:cubicBezTo>
                  </a:path>
                  <a:path w="22723" h="43200" stroke="0">
                    <a:moveTo>
                      <a:pt x="1122" y="0"/>
                    </a:moveTo>
                    <a:cubicBezTo>
                      <a:pt x="13052" y="0"/>
                      <a:pt x="22723" y="9670"/>
                      <a:pt x="22723" y="21600"/>
                    </a:cubicBezTo>
                    <a:cubicBezTo>
                      <a:pt x="22723" y="33529"/>
                      <a:pt x="13052" y="43200"/>
                      <a:pt x="1123" y="43200"/>
                    </a:cubicBezTo>
                    <a:cubicBezTo>
                      <a:pt x="748" y="43200"/>
                      <a:pt x="374" y="43190"/>
                      <a:pt x="0" y="43170"/>
                    </a:cubicBezTo>
                    <a:lnTo>
                      <a:pt x="1123" y="21600"/>
                    </a:lnTo>
                    <a:close/>
                  </a:path>
                </a:pathLst>
              </a:custGeom>
              <a:noFill/>
              <a:ln w="28575" cap="flat" cmpd="sng">
                <a:solidFill>
                  <a:srgbClr val="FF9900"/>
                </a:solidFill>
                <a:prstDash val="solid"/>
                <a:round/>
                <a:headEnd type="none" w="med" len="med"/>
                <a:tailEnd type="none" w="med" len="med"/>
              </a:ln>
            </p:spPr>
            <p:txBody>
              <a:bodyPr wrap="none" anchor="ctr" anchorCtr="0"/>
              <a:p>
                <a:endParaRPr lang="zh-CN" altLang="en-US" dirty="0">
                  <a:latin typeface="楷体_GB2312" pitchFamily="49" charset="-122"/>
                </a:endParaRPr>
              </a:p>
            </p:txBody>
          </p:sp>
          <p:sp>
            <p:nvSpPr>
              <p:cNvPr id="24609" name="Arc 84"/>
              <p:cNvSpPr/>
              <p:nvPr/>
            </p:nvSpPr>
            <p:spPr>
              <a:xfrm flipH="1" flipV="1">
                <a:off x="1565" y="2614"/>
                <a:ext cx="90" cy="116"/>
              </a:xfrm>
              <a:custGeom>
                <a:avLst/>
                <a:gdLst>
                  <a:gd name="txL" fmla="*/ 0 w 22723"/>
                  <a:gd name="txT" fmla="*/ 0 h 43200"/>
                  <a:gd name="txR" fmla="*/ 22723 w 22723"/>
                  <a:gd name="txB" fmla="*/ 43200 h 43200"/>
                </a:gdLst>
                <a:ahLst/>
                <a:cxnLst>
                  <a:cxn ang="0">
                    <a:pos x="1122" y="0"/>
                  </a:cxn>
                  <a:cxn ang="0">
                    <a:pos x="22723" y="21600"/>
                  </a:cxn>
                  <a:cxn ang="0">
                    <a:pos x="1123" y="43200"/>
                  </a:cxn>
                  <a:cxn ang="0">
                    <a:pos x="0" y="43170"/>
                  </a:cxn>
                  <a:cxn ang="0">
                    <a:pos x="1122" y="0"/>
                  </a:cxn>
                  <a:cxn ang="0">
                    <a:pos x="22723" y="21600"/>
                  </a:cxn>
                  <a:cxn ang="0">
                    <a:pos x="1123" y="43200"/>
                  </a:cxn>
                  <a:cxn ang="0">
                    <a:pos x="0" y="43170"/>
                  </a:cxn>
                  <a:cxn ang="0">
                    <a:pos x="1123" y="21600"/>
                  </a:cxn>
                </a:cxnLst>
                <a:rect l="txL" t="txT" r="txR" b="txB"/>
                <a:pathLst>
                  <a:path w="22723" h="43200" fill="none">
                    <a:moveTo>
                      <a:pt x="1122" y="0"/>
                    </a:moveTo>
                    <a:cubicBezTo>
                      <a:pt x="13052" y="0"/>
                      <a:pt x="22723" y="9670"/>
                      <a:pt x="22723" y="21600"/>
                    </a:cubicBezTo>
                    <a:cubicBezTo>
                      <a:pt x="22723" y="33529"/>
                      <a:pt x="13052" y="43200"/>
                      <a:pt x="1123" y="43200"/>
                    </a:cubicBezTo>
                    <a:cubicBezTo>
                      <a:pt x="748" y="43200"/>
                      <a:pt x="374" y="43190"/>
                      <a:pt x="0" y="43170"/>
                    </a:cubicBezTo>
                  </a:path>
                  <a:path w="22723" h="43200" stroke="0">
                    <a:moveTo>
                      <a:pt x="1122" y="0"/>
                    </a:moveTo>
                    <a:cubicBezTo>
                      <a:pt x="13052" y="0"/>
                      <a:pt x="22723" y="9670"/>
                      <a:pt x="22723" y="21600"/>
                    </a:cubicBezTo>
                    <a:cubicBezTo>
                      <a:pt x="22723" y="33529"/>
                      <a:pt x="13052" y="43200"/>
                      <a:pt x="1123" y="43200"/>
                    </a:cubicBezTo>
                    <a:cubicBezTo>
                      <a:pt x="748" y="43200"/>
                      <a:pt x="374" y="43190"/>
                      <a:pt x="0" y="43170"/>
                    </a:cubicBezTo>
                    <a:lnTo>
                      <a:pt x="1123" y="21600"/>
                    </a:lnTo>
                    <a:close/>
                  </a:path>
                </a:pathLst>
              </a:custGeom>
              <a:noFill/>
              <a:ln w="28575" cap="flat" cmpd="sng">
                <a:solidFill>
                  <a:srgbClr val="FF9900"/>
                </a:solidFill>
                <a:prstDash val="solid"/>
                <a:round/>
                <a:headEnd type="none" w="med" len="med"/>
                <a:tailEnd type="none" w="med" len="med"/>
              </a:ln>
            </p:spPr>
            <p:txBody>
              <a:bodyPr wrap="none" anchor="ctr" anchorCtr="0"/>
              <a:p>
                <a:endParaRPr lang="zh-CN" altLang="en-US" dirty="0">
                  <a:latin typeface="楷体_GB2312" pitchFamily="49" charset="-122"/>
                </a:endParaRPr>
              </a:p>
            </p:txBody>
          </p:sp>
          <p:sp>
            <p:nvSpPr>
              <p:cNvPr id="24610" name="Arc 85"/>
              <p:cNvSpPr/>
              <p:nvPr/>
            </p:nvSpPr>
            <p:spPr>
              <a:xfrm flipH="1" flipV="1">
                <a:off x="1565" y="2984"/>
                <a:ext cx="90" cy="116"/>
              </a:xfrm>
              <a:custGeom>
                <a:avLst/>
                <a:gdLst>
                  <a:gd name="txL" fmla="*/ 0 w 22723"/>
                  <a:gd name="txT" fmla="*/ 0 h 43200"/>
                  <a:gd name="txR" fmla="*/ 22723 w 22723"/>
                  <a:gd name="txB" fmla="*/ 43200 h 43200"/>
                </a:gdLst>
                <a:ahLst/>
                <a:cxnLst>
                  <a:cxn ang="0">
                    <a:pos x="1122" y="0"/>
                  </a:cxn>
                  <a:cxn ang="0">
                    <a:pos x="22723" y="21600"/>
                  </a:cxn>
                  <a:cxn ang="0">
                    <a:pos x="1123" y="43200"/>
                  </a:cxn>
                  <a:cxn ang="0">
                    <a:pos x="0" y="43170"/>
                  </a:cxn>
                  <a:cxn ang="0">
                    <a:pos x="1122" y="0"/>
                  </a:cxn>
                  <a:cxn ang="0">
                    <a:pos x="22723" y="21600"/>
                  </a:cxn>
                  <a:cxn ang="0">
                    <a:pos x="1123" y="43200"/>
                  </a:cxn>
                  <a:cxn ang="0">
                    <a:pos x="0" y="43170"/>
                  </a:cxn>
                  <a:cxn ang="0">
                    <a:pos x="1123" y="21600"/>
                  </a:cxn>
                </a:cxnLst>
                <a:rect l="txL" t="txT" r="txR" b="txB"/>
                <a:pathLst>
                  <a:path w="22723" h="43200" fill="none">
                    <a:moveTo>
                      <a:pt x="1122" y="0"/>
                    </a:moveTo>
                    <a:cubicBezTo>
                      <a:pt x="13052" y="0"/>
                      <a:pt x="22723" y="9670"/>
                      <a:pt x="22723" y="21600"/>
                    </a:cubicBezTo>
                    <a:cubicBezTo>
                      <a:pt x="22723" y="33529"/>
                      <a:pt x="13052" y="43200"/>
                      <a:pt x="1123" y="43200"/>
                    </a:cubicBezTo>
                    <a:cubicBezTo>
                      <a:pt x="748" y="43200"/>
                      <a:pt x="374" y="43190"/>
                      <a:pt x="0" y="43170"/>
                    </a:cubicBezTo>
                  </a:path>
                  <a:path w="22723" h="43200" stroke="0">
                    <a:moveTo>
                      <a:pt x="1122" y="0"/>
                    </a:moveTo>
                    <a:cubicBezTo>
                      <a:pt x="13052" y="0"/>
                      <a:pt x="22723" y="9670"/>
                      <a:pt x="22723" y="21600"/>
                    </a:cubicBezTo>
                    <a:cubicBezTo>
                      <a:pt x="22723" y="33529"/>
                      <a:pt x="13052" y="43200"/>
                      <a:pt x="1123" y="43200"/>
                    </a:cubicBezTo>
                    <a:cubicBezTo>
                      <a:pt x="748" y="43200"/>
                      <a:pt x="374" y="43190"/>
                      <a:pt x="0" y="43170"/>
                    </a:cubicBezTo>
                    <a:lnTo>
                      <a:pt x="1123" y="21600"/>
                    </a:lnTo>
                    <a:close/>
                  </a:path>
                </a:pathLst>
              </a:custGeom>
              <a:noFill/>
              <a:ln w="28575" cap="flat" cmpd="sng">
                <a:solidFill>
                  <a:srgbClr val="FF9900"/>
                </a:solidFill>
                <a:prstDash val="solid"/>
                <a:round/>
                <a:headEnd type="none" w="med" len="med"/>
                <a:tailEnd type="none" w="med" len="med"/>
              </a:ln>
            </p:spPr>
            <p:txBody>
              <a:bodyPr wrap="none" anchor="ctr" anchorCtr="0"/>
              <a:p>
                <a:endParaRPr lang="zh-CN" altLang="en-US" dirty="0">
                  <a:latin typeface="楷体_GB2312" pitchFamily="49" charset="-122"/>
                </a:endParaRPr>
              </a:p>
            </p:txBody>
          </p:sp>
        </p:gr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5" presetClass="entr" presetSubtype="0" fill="hold" grpId="0" nodeType="withEffect">
                                  <p:stCondLst>
                                    <p:cond delay="0"/>
                                  </p:stCondLst>
                                  <p:childTnLst>
                                    <p:set>
                                      <p:cBhvr>
                                        <p:cTn id="6" dur="1" fill="hold">
                                          <p:stCondLst>
                                            <p:cond delay="0"/>
                                          </p:stCondLst>
                                        </p:cTn>
                                        <p:tgtEl>
                                          <p:spTgt spid="52226"/>
                                        </p:tgtEl>
                                        <p:attrNameLst>
                                          <p:attrName>style.visibility</p:attrName>
                                        </p:attrNameLst>
                                      </p:cBhvr>
                                      <p:to>
                                        <p:strVal val="visible"/>
                                      </p:to>
                                    </p:set>
                                    <p:anim calcmode="lin" valueType="num">
                                      <p:cBhvr>
                                        <p:cTn id="7" dur="1000" fill="hold"/>
                                        <p:tgtEl>
                                          <p:spTgt spid="52226"/>
                                        </p:tgtEl>
                                        <p:attrNameLst>
                                          <p:attrName>ppt_w</p:attrName>
                                        </p:attrNameLst>
                                      </p:cBhvr>
                                      <p:tavLst>
                                        <p:tav tm="0">
                                          <p:val>
                                            <p:fltVal val="0.000000"/>
                                          </p:val>
                                        </p:tav>
                                        <p:tav tm="100000">
                                          <p:val>
                                            <p:strVal val="#ppt_w"/>
                                          </p:val>
                                        </p:tav>
                                      </p:tavLst>
                                    </p:anim>
                                    <p:anim calcmode="lin" valueType="num">
                                      <p:cBhvr>
                                        <p:cTn id="8" dur="1000" fill="hold"/>
                                        <p:tgtEl>
                                          <p:spTgt spid="52226"/>
                                        </p:tgtEl>
                                        <p:attrNameLst>
                                          <p:attrName>ppt_h</p:attrName>
                                        </p:attrNameLst>
                                      </p:cBhvr>
                                      <p:tavLst>
                                        <p:tav tm="0">
                                          <p:val>
                                            <p:fltVal val="0.000000"/>
                                          </p:val>
                                        </p:tav>
                                        <p:tav tm="100000">
                                          <p:val>
                                            <p:strVal val="#ppt_h"/>
                                          </p:val>
                                        </p:tav>
                                      </p:tavLst>
                                    </p:anim>
                                    <p:anim calcmode="lin" valueType="num">
                                      <p:cBhvr>
                                        <p:cTn id="9" dur="1000" fill="hold"/>
                                        <p:tgtEl>
                                          <p:spTgt spid="52226"/>
                                        </p:tgtEl>
                                        <p:attrNameLst>
                                          <p:attrName>ppt_x</p:attrName>
                                        </p:attrNameLst>
                                      </p:cBhvr>
                                      <p:tavLst>
                                        <p:tav tm="0" fmla="#ppt_x+(cos(-2*pi*(1-$))*-#ppt_x-sin(-2*pi*(1-$))*(1-#ppt_y))*(1-$)">
                                          <p:val>
                                            <p:fltVal val="0.000000"/>
                                          </p:val>
                                        </p:tav>
                                        <p:tav tm="100000">
                                          <p:val>
                                            <p:fltVal val="1.000000"/>
                                          </p:val>
                                        </p:tav>
                                      </p:tavLst>
                                    </p:anim>
                                    <p:anim calcmode="lin" valueType="num">
                                      <p:cBhvr>
                                        <p:cTn id="10" dur="1000" fill="hold"/>
                                        <p:tgtEl>
                                          <p:spTgt spid="52226"/>
                                        </p:tgtEl>
                                        <p:attrNameLst>
                                          <p:attrName>ppt_y</p:attrName>
                                        </p:attrNameLst>
                                      </p:cBhvr>
                                      <p:tavLst>
                                        <p:tav tm="0" fmla="#ppt_y+(sin(-2*pi*(1-$))*-#ppt_x+cos(-2*pi*(1-$))*(1-#ppt_y))*(1-$)">
                                          <p:val>
                                            <p:fltVal val="0.000000"/>
                                          </p:val>
                                        </p:tav>
                                        <p:tav tm="100000">
                                          <p:val>
                                            <p:fltVal val="1.000000"/>
                                          </p:val>
                                        </p:tav>
                                      </p:tavLst>
                                    </p:anim>
                                  </p:childTnLst>
                                </p:cTn>
                              </p:par>
                            </p:childTnLst>
                          </p:cTn>
                        </p:par>
                        <p:par>
                          <p:cTn id="11" fill="hold">
                            <p:stCondLst>
                              <p:cond delay="1000"/>
                            </p:stCondLst>
                            <p:childTnLst>
                              <p:par>
                                <p:cTn id="12" presetID="3" presetClass="entr" presetSubtype="10" fill="hold" nodeType="afterEffect">
                                  <p:stCondLst>
                                    <p:cond delay="0"/>
                                  </p:stCondLst>
                                  <p:childTnLst>
                                    <p:set>
                                      <p:cBhvr>
                                        <p:cTn id="13" dur="1" fill="hold">
                                          <p:stCondLst>
                                            <p:cond delay="0"/>
                                          </p:stCondLst>
                                        </p:cTn>
                                        <p:tgtEl>
                                          <p:spTgt spid="5"/>
                                        </p:tgtEl>
                                        <p:attrNameLst>
                                          <p:attrName>style.visibility</p:attrName>
                                        </p:attrNameLst>
                                      </p:cBhvr>
                                      <p:to>
                                        <p:strVal val="visible"/>
                                      </p:to>
                                    </p:set>
                                    <p:animEffect transition="in" filter="blinds(horizontal)">
                                      <p:cBhvr>
                                        <p:cTn id="14" dur="500"/>
                                        <p:tgtEl>
                                          <p:spTgt spid="5"/>
                                        </p:tgtEl>
                                      </p:cBhvr>
                                    </p:animEffect>
                                  </p:childTnLst>
                                </p:cTn>
                              </p:par>
                            </p:childTnLst>
                          </p:cTn>
                        </p:par>
                        <p:par>
                          <p:cTn id="15" fill="hold">
                            <p:stCondLst>
                              <p:cond delay="1500"/>
                            </p:stCondLst>
                            <p:childTnLst>
                              <p:par>
                                <p:cTn id="16" presetID="3" presetClass="entr" presetSubtype="10" fill="hold" grpId="0" nodeType="afterEffect">
                                  <p:stCondLst>
                                    <p:cond delay="0"/>
                                  </p:stCondLst>
                                  <p:childTnLst>
                                    <p:set>
                                      <p:cBhvr>
                                        <p:cTn id="17" dur="1" fill="hold">
                                          <p:stCondLst>
                                            <p:cond delay="0"/>
                                          </p:stCondLst>
                                        </p:cTn>
                                        <p:tgtEl>
                                          <p:spTgt spid="52227"/>
                                        </p:tgtEl>
                                        <p:attrNameLst>
                                          <p:attrName>style.visibility</p:attrName>
                                        </p:attrNameLst>
                                      </p:cBhvr>
                                      <p:to>
                                        <p:strVal val="visible"/>
                                      </p:to>
                                    </p:set>
                                    <p:animEffect transition="in" filter="blinds(horizontal)">
                                      <p:cBhvr>
                                        <p:cTn id="18" dur="500"/>
                                        <p:tgtEl>
                                          <p:spTgt spid="52227"/>
                                        </p:tgtEl>
                                      </p:cBhvr>
                                    </p:animEffect>
                                  </p:childTnLst>
                                </p:cTn>
                              </p:par>
                            </p:childTnLst>
                          </p:cTn>
                        </p:par>
                      </p:childTnLst>
                    </p:cTn>
                  </p:par>
                  <p:par>
                    <p:cTn id="19" fill="hold">
                      <p:stCondLst>
                        <p:cond delay="indefinite"/>
                      </p:stCondLst>
                      <p:childTnLst>
                        <p:par>
                          <p:cTn id="20" fill="hold">
                            <p:stCondLst>
                              <p:cond delay="0"/>
                            </p:stCondLst>
                            <p:childTnLst>
                              <p:par>
                                <p:cTn id="21" presetID="15" presetClass="entr" presetSubtype="0" fill="hold" grpId="0" nodeType="clickEffect">
                                  <p:stCondLst>
                                    <p:cond delay="0"/>
                                  </p:stCondLst>
                                  <p:childTnLst>
                                    <p:set>
                                      <p:cBhvr>
                                        <p:cTn id="22" dur="1" fill="hold">
                                          <p:stCondLst>
                                            <p:cond delay="0"/>
                                          </p:stCondLst>
                                        </p:cTn>
                                        <p:tgtEl>
                                          <p:spTgt spid="52228"/>
                                        </p:tgtEl>
                                        <p:attrNameLst>
                                          <p:attrName>style.visibility</p:attrName>
                                        </p:attrNameLst>
                                      </p:cBhvr>
                                      <p:to>
                                        <p:strVal val="visible"/>
                                      </p:to>
                                    </p:set>
                                    <p:anim calcmode="lin" valueType="num">
                                      <p:cBhvr>
                                        <p:cTn id="23" dur="1000" fill="hold"/>
                                        <p:tgtEl>
                                          <p:spTgt spid="52228"/>
                                        </p:tgtEl>
                                        <p:attrNameLst>
                                          <p:attrName>ppt_w</p:attrName>
                                        </p:attrNameLst>
                                      </p:cBhvr>
                                      <p:tavLst>
                                        <p:tav tm="0">
                                          <p:val>
                                            <p:fltVal val="0.000000"/>
                                          </p:val>
                                        </p:tav>
                                        <p:tav tm="100000">
                                          <p:val>
                                            <p:strVal val="#ppt_w"/>
                                          </p:val>
                                        </p:tav>
                                      </p:tavLst>
                                    </p:anim>
                                    <p:anim calcmode="lin" valueType="num">
                                      <p:cBhvr>
                                        <p:cTn id="24" dur="1000" fill="hold"/>
                                        <p:tgtEl>
                                          <p:spTgt spid="52228"/>
                                        </p:tgtEl>
                                        <p:attrNameLst>
                                          <p:attrName>ppt_h</p:attrName>
                                        </p:attrNameLst>
                                      </p:cBhvr>
                                      <p:tavLst>
                                        <p:tav tm="0">
                                          <p:val>
                                            <p:fltVal val="0.000000"/>
                                          </p:val>
                                        </p:tav>
                                        <p:tav tm="100000">
                                          <p:val>
                                            <p:strVal val="#ppt_h"/>
                                          </p:val>
                                        </p:tav>
                                      </p:tavLst>
                                    </p:anim>
                                    <p:anim calcmode="lin" valueType="num">
                                      <p:cBhvr>
                                        <p:cTn id="25" dur="1000" fill="hold"/>
                                        <p:tgtEl>
                                          <p:spTgt spid="52228"/>
                                        </p:tgtEl>
                                        <p:attrNameLst>
                                          <p:attrName>ppt_x</p:attrName>
                                        </p:attrNameLst>
                                      </p:cBhvr>
                                      <p:tavLst>
                                        <p:tav tm="0" fmla="#ppt_x+(cos(-2*pi*(1-$))*-#ppt_x-sin(-2*pi*(1-$))*(1-#ppt_y))*(1-$)">
                                          <p:val>
                                            <p:fltVal val="0.000000"/>
                                          </p:val>
                                        </p:tav>
                                        <p:tav tm="100000">
                                          <p:val>
                                            <p:fltVal val="1.000000"/>
                                          </p:val>
                                        </p:tav>
                                      </p:tavLst>
                                    </p:anim>
                                    <p:anim calcmode="lin" valueType="num">
                                      <p:cBhvr>
                                        <p:cTn id="26" dur="1000" fill="hold"/>
                                        <p:tgtEl>
                                          <p:spTgt spid="52228"/>
                                        </p:tgtEl>
                                        <p:attrNameLst>
                                          <p:attrName>ppt_y</p:attrName>
                                        </p:attrNameLst>
                                      </p:cBhvr>
                                      <p:tavLst>
                                        <p:tav tm="0" fmla="#ppt_y+(sin(-2*pi*(1-$))*-#ppt_x+cos(-2*pi*(1-$))*(1-#ppt_y))*(1-$)">
                                          <p:val>
                                            <p:fltVal val="0.000000"/>
                                          </p:val>
                                        </p:tav>
                                        <p:tav tm="100000">
                                          <p:val>
                                            <p:fltVal val="1.000000"/>
                                          </p:val>
                                        </p:tav>
                                      </p:tavLst>
                                    </p:anim>
                                  </p:childTnLst>
                                </p:cTn>
                              </p:par>
                            </p:childTnLst>
                          </p:cTn>
                        </p:par>
                        <p:par>
                          <p:cTn id="27" fill="hold">
                            <p:stCondLst>
                              <p:cond delay="1000"/>
                            </p:stCondLst>
                            <p:childTnLst>
                              <p:par>
                                <p:cTn id="28" presetID="22" presetClass="entr" presetSubtype="8" fill="hold" grpId="0" nodeType="afterEffect">
                                  <p:stCondLst>
                                    <p:cond delay="0"/>
                                  </p:stCondLst>
                                  <p:childTnLst>
                                    <p:set>
                                      <p:cBhvr>
                                        <p:cTn id="29" dur="1" fill="hold">
                                          <p:stCondLst>
                                            <p:cond delay="0"/>
                                          </p:stCondLst>
                                        </p:cTn>
                                        <p:tgtEl>
                                          <p:spTgt spid="52229"/>
                                        </p:tgtEl>
                                        <p:attrNameLst>
                                          <p:attrName>style.visibility</p:attrName>
                                        </p:attrNameLst>
                                      </p:cBhvr>
                                      <p:to>
                                        <p:strVal val="visible"/>
                                      </p:to>
                                    </p:set>
                                    <p:animEffect transition="in" filter="wipe(left)">
                                      <p:cBhvr>
                                        <p:cTn id="30" dur="500"/>
                                        <p:tgtEl>
                                          <p:spTgt spid="52229"/>
                                        </p:tgtEl>
                                      </p:cBhvr>
                                    </p:animEffect>
                                  </p:childTnLst>
                                </p:cTn>
                              </p:par>
                            </p:childTnLst>
                          </p:cTn>
                        </p:par>
                      </p:childTnLst>
                    </p:cTn>
                  </p:par>
                  <p:par>
                    <p:cTn id="31" fill="hold">
                      <p:stCondLst>
                        <p:cond delay="indefinite"/>
                      </p:stCondLst>
                      <p:childTnLst>
                        <p:par>
                          <p:cTn id="32" fill="hold">
                            <p:stCondLst>
                              <p:cond delay="0"/>
                            </p:stCondLst>
                            <p:childTnLst>
                              <p:par>
                                <p:cTn id="33" presetID="22" presetClass="entr" presetSubtype="8" fill="hold" nodeType="clickEffect">
                                  <p:stCondLst>
                                    <p:cond delay="0"/>
                                  </p:stCondLst>
                                  <p:childTnLst>
                                    <p:set>
                                      <p:cBhvr>
                                        <p:cTn id="34" dur="1" fill="hold">
                                          <p:stCondLst>
                                            <p:cond delay="0"/>
                                          </p:stCondLst>
                                        </p:cTn>
                                        <p:tgtEl>
                                          <p:spTgt spid="52231"/>
                                        </p:tgtEl>
                                        <p:attrNameLst>
                                          <p:attrName>style.visibility</p:attrName>
                                        </p:attrNameLst>
                                      </p:cBhvr>
                                      <p:to>
                                        <p:strVal val="visible"/>
                                      </p:to>
                                    </p:set>
                                    <p:animEffect transition="in" filter="wipe(left)">
                                      <p:cBhvr>
                                        <p:cTn id="35" dur="2000"/>
                                        <p:tgtEl>
                                          <p:spTgt spid="52231"/>
                                        </p:tgtEl>
                                      </p:cBhvr>
                                    </p:animEffect>
                                  </p:childTnLst>
                                </p:cTn>
                              </p:par>
                            </p:childTnLst>
                          </p:cTn>
                        </p:par>
                      </p:childTnLst>
                    </p:cTn>
                  </p:par>
                  <p:par>
                    <p:cTn id="36" fill="hold">
                      <p:stCondLst>
                        <p:cond delay="indefinite"/>
                      </p:stCondLst>
                      <p:childTnLst>
                        <p:par>
                          <p:cTn id="37" fill="hold">
                            <p:stCondLst>
                              <p:cond delay="0"/>
                            </p:stCondLst>
                            <p:childTnLst>
                              <p:par>
                                <p:cTn id="38" presetID="22" presetClass="entr" presetSubtype="8" fill="hold" nodeType="clickEffect">
                                  <p:stCondLst>
                                    <p:cond delay="0"/>
                                  </p:stCondLst>
                                  <p:childTnLst>
                                    <p:set>
                                      <p:cBhvr>
                                        <p:cTn id="39" dur="1" fill="hold">
                                          <p:stCondLst>
                                            <p:cond delay="0"/>
                                          </p:stCondLst>
                                        </p:cTn>
                                        <p:tgtEl>
                                          <p:spTgt spid="52257"/>
                                        </p:tgtEl>
                                        <p:attrNameLst>
                                          <p:attrName>style.visibility</p:attrName>
                                        </p:attrNameLst>
                                      </p:cBhvr>
                                      <p:to>
                                        <p:strVal val="visible"/>
                                      </p:to>
                                    </p:set>
                                    <p:animEffect transition="in" filter="wipe(left)">
                                      <p:cBhvr>
                                        <p:cTn id="40" dur="2000"/>
                                        <p:tgtEl>
                                          <p:spTgt spid="52257"/>
                                        </p:tgtEl>
                                      </p:cBhvr>
                                    </p:animEffect>
                                  </p:childTnLst>
                                </p:cTn>
                              </p:par>
                            </p:childTnLst>
                          </p:cTn>
                        </p:par>
                      </p:childTnLst>
                    </p:cTn>
                  </p:par>
                  <p:par>
                    <p:cTn id="41" fill="hold">
                      <p:stCondLst>
                        <p:cond delay="indefinite"/>
                      </p:stCondLst>
                      <p:childTnLst>
                        <p:par>
                          <p:cTn id="42" fill="hold">
                            <p:stCondLst>
                              <p:cond delay="0"/>
                            </p:stCondLst>
                            <p:childTnLst>
                              <p:par>
                                <p:cTn id="43" presetID="22" presetClass="entr" presetSubtype="8" fill="hold" nodeType="clickEffect">
                                  <p:stCondLst>
                                    <p:cond delay="0"/>
                                  </p:stCondLst>
                                  <p:childTnLst>
                                    <p:set>
                                      <p:cBhvr>
                                        <p:cTn id="44" dur="1" fill="hold">
                                          <p:stCondLst>
                                            <p:cond delay="0"/>
                                          </p:stCondLst>
                                        </p:cTn>
                                        <p:tgtEl>
                                          <p:spTgt spid="52230"/>
                                        </p:tgtEl>
                                        <p:attrNameLst>
                                          <p:attrName>style.visibility</p:attrName>
                                        </p:attrNameLst>
                                      </p:cBhvr>
                                      <p:to>
                                        <p:strVal val="visible"/>
                                      </p:to>
                                    </p:set>
                                    <p:animEffect transition="in" filter="wipe(left)">
                                      <p:cBhvr>
                                        <p:cTn id="45" dur="2000"/>
                                        <p:tgtEl>
                                          <p:spTgt spid="5223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2226" grpId="0"/>
      <p:bldP spid="52227" grpId="0"/>
      <p:bldP spid="52228" grpId="0" animBg="1"/>
      <p:bldP spid="52229" grpId="0"/>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2946" name="Text Box 2"/>
          <p:cNvSpPr txBox="1"/>
          <p:nvPr/>
        </p:nvSpPr>
        <p:spPr>
          <a:xfrm>
            <a:off x="395288" y="476250"/>
            <a:ext cx="1296987" cy="579438"/>
          </a:xfrm>
          <a:prstGeom prst="rect">
            <a:avLst/>
          </a:prstGeom>
          <a:noFill/>
          <a:ln w="9525">
            <a:noFill/>
          </a:ln>
        </p:spPr>
        <p:txBody>
          <a:bodyPr>
            <a:spAutoFit/>
          </a:bodyPr>
          <a:p>
            <a:pPr>
              <a:spcBef>
                <a:spcPct val="50000"/>
              </a:spcBef>
            </a:pPr>
            <a:r>
              <a:rPr lang="zh-CN" altLang="en-US" sz="3200" dirty="0">
                <a:solidFill>
                  <a:schemeClr val="bg1"/>
                </a:solidFill>
                <a:latin typeface="Times New Roman" panose="02020603050405020304" pitchFamily="18" charset="0"/>
                <a:ea typeface="宋体" panose="02010600030101010101" pitchFamily="2" charset="-122"/>
              </a:rPr>
              <a:t>例</a:t>
            </a:r>
            <a:r>
              <a:rPr lang="en-US" altLang="zh-CN" sz="3200" b="0" dirty="0">
                <a:solidFill>
                  <a:schemeClr val="bg1"/>
                </a:solidFill>
                <a:latin typeface="Times New Roman" panose="02020603050405020304" pitchFamily="18" charset="0"/>
                <a:ea typeface="宋体" panose="02010600030101010101" pitchFamily="2" charset="-122"/>
              </a:rPr>
              <a:t>1-4</a:t>
            </a:r>
            <a:endParaRPr lang="en-US" altLang="zh-CN" sz="3200" b="0" dirty="0">
              <a:solidFill>
                <a:schemeClr val="bg1"/>
              </a:solidFill>
              <a:latin typeface="Times New Roman" panose="02020603050405020304" pitchFamily="18" charset="0"/>
              <a:ea typeface="宋体" panose="02010600030101010101" pitchFamily="2" charset="-122"/>
            </a:endParaRPr>
          </a:p>
        </p:txBody>
      </p:sp>
      <p:sp>
        <p:nvSpPr>
          <p:cNvPr id="82947" name="Text Box 3"/>
          <p:cNvSpPr txBox="1"/>
          <p:nvPr/>
        </p:nvSpPr>
        <p:spPr>
          <a:xfrm>
            <a:off x="1476375" y="549275"/>
            <a:ext cx="6985000" cy="519113"/>
          </a:xfrm>
          <a:prstGeom prst="rect">
            <a:avLst/>
          </a:prstGeom>
          <a:noFill/>
          <a:ln w="9525">
            <a:noFill/>
          </a:ln>
        </p:spPr>
        <p:txBody>
          <a:bodyPr>
            <a:spAutoFit/>
          </a:bodyPr>
          <a:p>
            <a:pPr>
              <a:spcBef>
                <a:spcPct val="50000"/>
              </a:spcBef>
            </a:pPr>
            <a:r>
              <a:rPr lang="zh-CN" altLang="en-US" dirty="0">
                <a:latin typeface="楷体_GB2312" pitchFamily="49" charset="-122"/>
              </a:rPr>
              <a:t>图示电路对外呈现感性还是容性？</a:t>
            </a:r>
            <a:endParaRPr lang="zh-CN" altLang="en-US" dirty="0">
              <a:latin typeface="楷体_GB2312" pitchFamily="49" charset="-122"/>
            </a:endParaRPr>
          </a:p>
        </p:txBody>
      </p:sp>
      <p:sp>
        <p:nvSpPr>
          <p:cNvPr id="82948" name="Text Box 4"/>
          <p:cNvSpPr txBox="1"/>
          <p:nvPr/>
        </p:nvSpPr>
        <p:spPr>
          <a:xfrm>
            <a:off x="539750" y="1341438"/>
            <a:ext cx="647700" cy="519112"/>
          </a:xfrm>
          <a:prstGeom prst="rect">
            <a:avLst/>
          </a:prstGeom>
          <a:solidFill>
            <a:srgbClr val="990033"/>
          </a:solidFill>
          <a:ln w="9525">
            <a:noFill/>
          </a:ln>
        </p:spPr>
        <p:txBody>
          <a:bodyPr>
            <a:spAutoFit/>
          </a:bodyPr>
          <a:p>
            <a:pPr>
              <a:spcBef>
                <a:spcPct val="50000"/>
              </a:spcBef>
            </a:pPr>
            <a:r>
              <a:rPr lang="zh-CN" altLang="en-US" dirty="0">
                <a:solidFill>
                  <a:schemeClr val="bg1"/>
                </a:solidFill>
                <a:latin typeface="Times New Roman" panose="02020603050405020304" pitchFamily="18" charset="0"/>
                <a:ea typeface="宋体" panose="02010600030101010101" pitchFamily="2" charset="-122"/>
              </a:rPr>
              <a:t>解</a:t>
            </a:r>
            <a:endParaRPr lang="zh-CN" altLang="en-US" b="0" dirty="0">
              <a:solidFill>
                <a:schemeClr val="bg1"/>
              </a:solidFill>
              <a:latin typeface="Times New Roman" panose="02020603050405020304" pitchFamily="18" charset="0"/>
              <a:ea typeface="宋体" panose="02010600030101010101" pitchFamily="2" charset="-122"/>
            </a:endParaRPr>
          </a:p>
        </p:txBody>
      </p:sp>
      <p:sp>
        <p:nvSpPr>
          <p:cNvPr id="82949" name="Text Box 5"/>
          <p:cNvSpPr txBox="1"/>
          <p:nvPr/>
        </p:nvSpPr>
        <p:spPr>
          <a:xfrm>
            <a:off x="1403350" y="1341438"/>
            <a:ext cx="2881313" cy="519112"/>
          </a:xfrm>
          <a:prstGeom prst="rect">
            <a:avLst/>
          </a:prstGeom>
          <a:noFill/>
          <a:ln w="9525">
            <a:noFill/>
          </a:ln>
        </p:spPr>
        <p:txBody>
          <a:bodyPr>
            <a:spAutoFit/>
          </a:bodyPr>
          <a:p>
            <a:pPr>
              <a:spcBef>
                <a:spcPct val="50000"/>
              </a:spcBef>
            </a:pPr>
            <a:r>
              <a:rPr lang="zh-CN" altLang="en-US" dirty="0">
                <a:latin typeface="Times New Roman" panose="02020603050405020304" pitchFamily="18" charset="0"/>
              </a:rPr>
              <a:t>等效阻抗为</a:t>
            </a:r>
            <a:endParaRPr lang="zh-CN" altLang="en-US" dirty="0">
              <a:latin typeface="Times New Roman" panose="02020603050405020304" pitchFamily="18" charset="0"/>
            </a:endParaRPr>
          </a:p>
        </p:txBody>
      </p:sp>
      <p:grpSp>
        <p:nvGrpSpPr>
          <p:cNvPr id="25607" name="Group 52"/>
          <p:cNvGrpSpPr/>
          <p:nvPr/>
        </p:nvGrpSpPr>
        <p:grpSpPr>
          <a:xfrm>
            <a:off x="8316913" y="6446838"/>
            <a:ext cx="792162" cy="366712"/>
            <a:chOff x="5193" y="4020"/>
            <a:chExt cx="499" cy="231"/>
          </a:xfrm>
        </p:grpSpPr>
        <p:pic>
          <p:nvPicPr>
            <p:cNvPr id="25642" name="Picture 53" descr="78900"/>
            <p:cNvPicPr>
              <a:picLocks noChangeAspect="1"/>
            </p:cNvPicPr>
            <p:nvPr/>
          </p:nvPicPr>
          <p:blipFill>
            <a:blip r:embed="rId1"/>
            <a:stretch>
              <a:fillRect/>
            </a:stretch>
          </p:blipFill>
          <p:spPr>
            <a:xfrm>
              <a:off x="5193" y="4066"/>
              <a:ext cx="499" cy="181"/>
            </a:xfrm>
            <a:prstGeom prst="rect">
              <a:avLst/>
            </a:prstGeom>
            <a:noFill/>
            <a:ln w="9525">
              <a:noFill/>
            </a:ln>
          </p:spPr>
        </p:pic>
        <p:sp>
          <p:nvSpPr>
            <p:cNvPr id="25643" name="Text Box 54">
              <a:hlinkClick r:id="" action="ppaction://hlinkshowjump?jump=nextslide"/>
            </p:cNvPr>
            <p:cNvSpPr txBox="1"/>
            <p:nvPr/>
          </p:nvSpPr>
          <p:spPr>
            <a:xfrm>
              <a:off x="5216" y="4020"/>
              <a:ext cx="476" cy="231"/>
            </a:xfrm>
            <a:prstGeom prst="rect">
              <a:avLst/>
            </a:prstGeom>
            <a:noFill/>
            <a:ln w="9525">
              <a:noFill/>
            </a:ln>
          </p:spPr>
          <p:txBody>
            <a:bodyPr wrap="none">
              <a:spAutoFit/>
            </a:bodyPr>
            <a:p>
              <a:pPr>
                <a:spcBef>
                  <a:spcPct val="50000"/>
                </a:spcBef>
              </a:pPr>
              <a:r>
                <a:rPr lang="zh-CN" altLang="en-US" sz="1800" b="0" dirty="0">
                  <a:solidFill>
                    <a:schemeClr val="bg1"/>
                  </a:solidFill>
                  <a:latin typeface="隶书" panose="02010509060101010101" pitchFamily="49" charset="-122"/>
                  <a:ea typeface="隶书" panose="02010509060101010101" pitchFamily="49" charset="-122"/>
                </a:rPr>
                <a:t>下 页</a:t>
              </a:r>
              <a:endParaRPr lang="zh-CN" altLang="en-US" sz="1800" b="0" dirty="0">
                <a:solidFill>
                  <a:schemeClr val="bg1"/>
                </a:solidFill>
                <a:latin typeface="隶书" panose="02010509060101010101" pitchFamily="49" charset="-122"/>
                <a:ea typeface="隶书" panose="02010509060101010101" pitchFamily="49" charset="-122"/>
              </a:endParaRPr>
            </a:p>
          </p:txBody>
        </p:sp>
      </p:grpSp>
      <p:grpSp>
        <p:nvGrpSpPr>
          <p:cNvPr id="25608" name="Group 55"/>
          <p:cNvGrpSpPr/>
          <p:nvPr/>
        </p:nvGrpSpPr>
        <p:grpSpPr>
          <a:xfrm>
            <a:off x="7453313" y="6446838"/>
            <a:ext cx="792162" cy="366712"/>
            <a:chOff x="4649" y="4020"/>
            <a:chExt cx="499" cy="231"/>
          </a:xfrm>
        </p:grpSpPr>
        <p:pic>
          <p:nvPicPr>
            <p:cNvPr id="25640" name="Picture 56" descr="78900"/>
            <p:cNvPicPr>
              <a:picLocks noChangeAspect="1"/>
            </p:cNvPicPr>
            <p:nvPr/>
          </p:nvPicPr>
          <p:blipFill>
            <a:blip r:embed="rId1"/>
            <a:stretch>
              <a:fillRect/>
            </a:stretch>
          </p:blipFill>
          <p:spPr>
            <a:xfrm>
              <a:off x="4649" y="4066"/>
              <a:ext cx="499" cy="181"/>
            </a:xfrm>
            <a:prstGeom prst="rect">
              <a:avLst/>
            </a:prstGeom>
            <a:noFill/>
            <a:ln w="9525">
              <a:noFill/>
            </a:ln>
          </p:spPr>
        </p:pic>
        <p:sp>
          <p:nvSpPr>
            <p:cNvPr id="25641" name="Text Box 57">
              <a:hlinkClick r:id="" action="ppaction://hlinkshowjump?jump=previousslide"/>
            </p:cNvPr>
            <p:cNvSpPr txBox="1"/>
            <p:nvPr/>
          </p:nvSpPr>
          <p:spPr>
            <a:xfrm>
              <a:off x="4672" y="4020"/>
              <a:ext cx="476" cy="231"/>
            </a:xfrm>
            <a:prstGeom prst="rect">
              <a:avLst/>
            </a:prstGeom>
            <a:noFill/>
            <a:ln w="9525">
              <a:noFill/>
            </a:ln>
          </p:spPr>
          <p:txBody>
            <a:bodyPr wrap="none">
              <a:spAutoFit/>
            </a:bodyPr>
            <a:p>
              <a:pPr>
                <a:spcBef>
                  <a:spcPct val="50000"/>
                </a:spcBef>
              </a:pPr>
              <a:r>
                <a:rPr lang="zh-CN" altLang="en-US" sz="1800" b="0" dirty="0">
                  <a:solidFill>
                    <a:schemeClr val="bg1"/>
                  </a:solidFill>
                  <a:latin typeface="隶书" panose="02010509060101010101" pitchFamily="49" charset="-122"/>
                  <a:ea typeface="隶书" panose="02010509060101010101" pitchFamily="49" charset="-122"/>
                </a:rPr>
                <a:t>上 页</a:t>
              </a:r>
              <a:endParaRPr lang="zh-CN" altLang="en-US" sz="1800" b="0" dirty="0">
                <a:solidFill>
                  <a:schemeClr val="bg1"/>
                </a:solidFill>
                <a:latin typeface="隶书" panose="02010509060101010101" pitchFamily="49" charset="-122"/>
                <a:ea typeface="隶书" panose="02010509060101010101" pitchFamily="49" charset="-122"/>
              </a:endParaRPr>
            </a:p>
          </p:txBody>
        </p:sp>
      </p:grpSp>
      <p:sp>
        <p:nvSpPr>
          <p:cNvPr id="83028" name="Rectangle 84"/>
          <p:cNvSpPr/>
          <p:nvPr/>
        </p:nvSpPr>
        <p:spPr>
          <a:xfrm>
            <a:off x="1331913" y="4652963"/>
            <a:ext cx="3398837" cy="519112"/>
          </a:xfrm>
          <a:prstGeom prst="rect">
            <a:avLst/>
          </a:prstGeom>
          <a:noFill/>
          <a:ln w="9525">
            <a:noFill/>
          </a:ln>
        </p:spPr>
        <p:txBody>
          <a:bodyPr wrap="none">
            <a:spAutoFit/>
          </a:bodyPr>
          <a:p>
            <a:r>
              <a:rPr lang="zh-CN" altLang="en-US" dirty="0">
                <a:latin typeface="Arial" panose="020B0604020202020204" pitchFamily="34" charset="0"/>
              </a:rPr>
              <a:t>电路对外呈现容性。</a:t>
            </a:r>
            <a:endParaRPr lang="zh-CN" altLang="en-US" dirty="0">
              <a:latin typeface="Arial" panose="020B0604020202020204" pitchFamily="34" charset="0"/>
            </a:endParaRPr>
          </a:p>
        </p:txBody>
      </p:sp>
      <p:grpSp>
        <p:nvGrpSpPr>
          <p:cNvPr id="25610" name="Group 88"/>
          <p:cNvGrpSpPr/>
          <p:nvPr/>
        </p:nvGrpSpPr>
        <p:grpSpPr>
          <a:xfrm>
            <a:off x="6588125" y="6446838"/>
            <a:ext cx="792163" cy="366712"/>
            <a:chOff x="4649" y="4020"/>
            <a:chExt cx="499" cy="231"/>
          </a:xfrm>
        </p:grpSpPr>
        <p:pic>
          <p:nvPicPr>
            <p:cNvPr id="25638" name="Picture 89" descr="78900"/>
            <p:cNvPicPr>
              <a:picLocks noChangeAspect="1"/>
            </p:cNvPicPr>
            <p:nvPr/>
          </p:nvPicPr>
          <p:blipFill>
            <a:blip r:embed="rId1"/>
            <a:stretch>
              <a:fillRect/>
            </a:stretch>
          </p:blipFill>
          <p:spPr>
            <a:xfrm>
              <a:off x="4649" y="4066"/>
              <a:ext cx="499" cy="181"/>
            </a:xfrm>
            <a:prstGeom prst="rect">
              <a:avLst/>
            </a:prstGeom>
            <a:noFill/>
            <a:ln w="9525">
              <a:noFill/>
            </a:ln>
          </p:spPr>
        </p:pic>
        <p:sp>
          <p:nvSpPr>
            <p:cNvPr id="25639" name="Text Box 90">
              <a:hlinkClick r:id="" action="ppaction://hlinkshowjump?jump=firstslide"/>
            </p:cNvPr>
            <p:cNvSpPr txBox="1"/>
            <p:nvPr/>
          </p:nvSpPr>
          <p:spPr>
            <a:xfrm>
              <a:off x="4672" y="4020"/>
              <a:ext cx="476" cy="231"/>
            </a:xfrm>
            <a:prstGeom prst="rect">
              <a:avLst/>
            </a:prstGeom>
            <a:noFill/>
            <a:ln w="9525">
              <a:noFill/>
            </a:ln>
          </p:spPr>
          <p:txBody>
            <a:bodyPr wrap="none">
              <a:spAutoFit/>
            </a:bodyPr>
            <a:p>
              <a:pPr>
                <a:spcBef>
                  <a:spcPct val="50000"/>
                </a:spcBef>
              </a:pPr>
              <a:r>
                <a:rPr lang="zh-CN" altLang="en-US" sz="1800" b="0" dirty="0">
                  <a:solidFill>
                    <a:schemeClr val="bg1"/>
                  </a:solidFill>
                  <a:latin typeface="隶书" panose="02010509060101010101" pitchFamily="49" charset="-122"/>
                  <a:ea typeface="隶书" panose="02010509060101010101" pitchFamily="49" charset="-122"/>
                </a:rPr>
                <a:t>返 回</a:t>
              </a:r>
              <a:endParaRPr lang="zh-CN" altLang="en-US" sz="1800" b="0" dirty="0">
                <a:solidFill>
                  <a:schemeClr val="bg1"/>
                </a:solidFill>
                <a:latin typeface="隶书" panose="02010509060101010101" pitchFamily="49" charset="-122"/>
                <a:ea typeface="隶书" panose="02010509060101010101" pitchFamily="49" charset="-122"/>
              </a:endParaRPr>
            </a:p>
          </p:txBody>
        </p:sp>
      </p:grpSp>
      <p:grpSp>
        <p:nvGrpSpPr>
          <p:cNvPr id="5" name="Group 100"/>
          <p:cNvGrpSpPr/>
          <p:nvPr/>
        </p:nvGrpSpPr>
        <p:grpSpPr>
          <a:xfrm>
            <a:off x="5205413" y="981075"/>
            <a:ext cx="2808287" cy="2405063"/>
            <a:chOff x="3279" y="618"/>
            <a:chExt cx="1769" cy="1515"/>
          </a:xfrm>
        </p:grpSpPr>
        <p:sp>
          <p:nvSpPr>
            <p:cNvPr id="25614" name="Oval 62"/>
            <p:cNvSpPr/>
            <p:nvPr/>
          </p:nvSpPr>
          <p:spPr>
            <a:xfrm>
              <a:off x="3279" y="1022"/>
              <a:ext cx="68" cy="68"/>
            </a:xfrm>
            <a:prstGeom prst="ellipse">
              <a:avLst/>
            </a:prstGeom>
            <a:noFill/>
            <a:ln w="28575" cap="flat" cmpd="sng">
              <a:solidFill>
                <a:srgbClr val="FFCC00"/>
              </a:solidFill>
              <a:prstDash val="solid"/>
              <a:headEnd type="none" w="med" len="med"/>
              <a:tailEnd type="none" w="med" len="med"/>
            </a:ln>
          </p:spPr>
          <p:txBody>
            <a:bodyPr wrap="none" anchor="ctr" anchorCtr="0"/>
            <a:p>
              <a:endParaRPr lang="zh-CN" altLang="en-US" dirty="0">
                <a:latin typeface="楷体_GB2312" pitchFamily="49" charset="-122"/>
              </a:endParaRPr>
            </a:p>
          </p:txBody>
        </p:sp>
        <p:sp>
          <p:nvSpPr>
            <p:cNvPr id="25615" name="Oval 63"/>
            <p:cNvSpPr/>
            <p:nvPr/>
          </p:nvSpPr>
          <p:spPr>
            <a:xfrm>
              <a:off x="3279" y="2065"/>
              <a:ext cx="68" cy="68"/>
            </a:xfrm>
            <a:prstGeom prst="ellipse">
              <a:avLst/>
            </a:prstGeom>
            <a:noFill/>
            <a:ln w="28575" cap="flat" cmpd="sng">
              <a:solidFill>
                <a:srgbClr val="FFCC00"/>
              </a:solidFill>
              <a:prstDash val="solid"/>
              <a:headEnd type="none" w="med" len="med"/>
              <a:tailEnd type="none" w="med" len="med"/>
            </a:ln>
          </p:spPr>
          <p:txBody>
            <a:bodyPr wrap="none" anchor="ctr" anchorCtr="0"/>
            <a:p>
              <a:endParaRPr lang="zh-CN" altLang="en-US" dirty="0">
                <a:latin typeface="楷体_GB2312" pitchFamily="49" charset="-122"/>
              </a:endParaRPr>
            </a:p>
          </p:txBody>
        </p:sp>
        <p:sp>
          <p:nvSpPr>
            <p:cNvPr id="25616" name="Text Box 64"/>
            <p:cNvSpPr txBox="1"/>
            <p:nvPr/>
          </p:nvSpPr>
          <p:spPr>
            <a:xfrm>
              <a:off x="3424" y="1058"/>
              <a:ext cx="400" cy="327"/>
            </a:xfrm>
            <a:prstGeom prst="rect">
              <a:avLst/>
            </a:prstGeom>
            <a:noFill/>
            <a:ln w="28575">
              <a:noFill/>
            </a:ln>
          </p:spPr>
          <p:txBody>
            <a:bodyPr wrap="none">
              <a:spAutoFit/>
            </a:bodyPr>
            <a:p>
              <a:r>
                <a:rPr lang="en-US" altLang="zh-CN" b="0" dirty="0">
                  <a:solidFill>
                    <a:schemeClr val="bg1"/>
                  </a:solidFill>
                  <a:latin typeface="Times New Roman" panose="02020603050405020304" pitchFamily="18" charset="0"/>
                  <a:ea typeface="宋体" panose="02010600030101010101" pitchFamily="2" charset="-122"/>
                </a:rPr>
                <a:t>3</a:t>
              </a:r>
              <a:r>
                <a:rPr lang="en-US" altLang="zh-CN" b="0" dirty="0">
                  <a:solidFill>
                    <a:schemeClr val="bg1"/>
                  </a:solidFill>
                  <a:latin typeface="Times New Roman" panose="02020603050405020304" pitchFamily="18" charset="0"/>
                  <a:ea typeface="宋体" panose="02010600030101010101" pitchFamily="2" charset="-122"/>
                  <a:sym typeface="Symbol" panose="05050102010706020507" pitchFamily="18" charset="2"/>
                </a:rPr>
                <a:t></a:t>
              </a:r>
              <a:endParaRPr lang="en-US" altLang="zh-CN" b="0" dirty="0">
                <a:solidFill>
                  <a:schemeClr val="bg1"/>
                </a:solidFill>
                <a:latin typeface="Times New Roman" panose="02020603050405020304" pitchFamily="18" charset="0"/>
                <a:ea typeface="宋体" panose="02010600030101010101" pitchFamily="2" charset="-122"/>
                <a:sym typeface="Symbol" panose="05050102010706020507" pitchFamily="18" charset="2"/>
              </a:endParaRPr>
            </a:p>
          </p:txBody>
        </p:sp>
        <p:sp>
          <p:nvSpPr>
            <p:cNvPr id="25617" name="Text Box 67"/>
            <p:cNvSpPr txBox="1"/>
            <p:nvPr/>
          </p:nvSpPr>
          <p:spPr>
            <a:xfrm>
              <a:off x="4513" y="1661"/>
              <a:ext cx="400" cy="327"/>
            </a:xfrm>
            <a:prstGeom prst="rect">
              <a:avLst/>
            </a:prstGeom>
            <a:noFill/>
            <a:ln w="28575">
              <a:noFill/>
            </a:ln>
          </p:spPr>
          <p:txBody>
            <a:bodyPr wrap="none">
              <a:spAutoFit/>
            </a:bodyPr>
            <a:p>
              <a:r>
                <a:rPr lang="en-US" altLang="zh-CN" b="0" dirty="0">
                  <a:solidFill>
                    <a:schemeClr val="bg1"/>
                  </a:solidFill>
                  <a:latin typeface="Times New Roman" panose="02020603050405020304" pitchFamily="18" charset="0"/>
                  <a:ea typeface="宋体" panose="02010600030101010101" pitchFamily="2" charset="-122"/>
                </a:rPr>
                <a:t>3</a:t>
              </a:r>
              <a:r>
                <a:rPr lang="en-US" altLang="zh-CN" b="0" dirty="0">
                  <a:solidFill>
                    <a:schemeClr val="bg1"/>
                  </a:solidFill>
                  <a:latin typeface="Times New Roman" panose="02020603050405020304" pitchFamily="18" charset="0"/>
                  <a:ea typeface="宋体" panose="02010600030101010101" pitchFamily="2" charset="-122"/>
                  <a:sym typeface="Symbol" panose="05050102010706020507" pitchFamily="18" charset="2"/>
                </a:rPr>
                <a:t></a:t>
              </a:r>
              <a:endParaRPr lang="en-US" altLang="zh-CN" b="0" dirty="0">
                <a:solidFill>
                  <a:schemeClr val="bg1"/>
                </a:solidFill>
                <a:latin typeface="Times New Roman" panose="02020603050405020304" pitchFamily="18" charset="0"/>
                <a:ea typeface="宋体" panose="02010600030101010101" pitchFamily="2" charset="-122"/>
                <a:sym typeface="Symbol" panose="05050102010706020507" pitchFamily="18" charset="2"/>
              </a:endParaRPr>
            </a:p>
          </p:txBody>
        </p:sp>
        <p:sp>
          <p:nvSpPr>
            <p:cNvPr id="25618" name="Line 68"/>
            <p:cNvSpPr/>
            <p:nvPr/>
          </p:nvSpPr>
          <p:spPr>
            <a:xfrm>
              <a:off x="3334" y="1058"/>
              <a:ext cx="680" cy="0"/>
            </a:xfrm>
            <a:prstGeom prst="line">
              <a:avLst/>
            </a:prstGeom>
            <a:ln w="28575" cap="flat" cmpd="sng">
              <a:solidFill>
                <a:srgbClr val="FFCC00"/>
              </a:solidFill>
              <a:prstDash val="solid"/>
              <a:headEnd type="none" w="med" len="med"/>
              <a:tailEnd type="none" w="med" len="med"/>
            </a:ln>
          </p:spPr>
        </p:sp>
        <p:sp>
          <p:nvSpPr>
            <p:cNvPr id="25619" name="Line 69"/>
            <p:cNvSpPr/>
            <p:nvPr/>
          </p:nvSpPr>
          <p:spPr>
            <a:xfrm>
              <a:off x="4105" y="1058"/>
              <a:ext cx="862" cy="0"/>
            </a:xfrm>
            <a:prstGeom prst="line">
              <a:avLst/>
            </a:prstGeom>
            <a:ln w="28575" cap="flat" cmpd="sng">
              <a:solidFill>
                <a:srgbClr val="FFCC00"/>
              </a:solidFill>
              <a:prstDash val="solid"/>
              <a:headEnd type="none" w="med" len="med"/>
              <a:tailEnd type="none" w="med" len="med"/>
            </a:ln>
          </p:spPr>
        </p:sp>
        <p:sp>
          <p:nvSpPr>
            <p:cNvPr id="25620" name="Line 70"/>
            <p:cNvSpPr/>
            <p:nvPr/>
          </p:nvSpPr>
          <p:spPr>
            <a:xfrm flipH="1">
              <a:off x="4966" y="1058"/>
              <a:ext cx="1" cy="136"/>
            </a:xfrm>
            <a:prstGeom prst="line">
              <a:avLst/>
            </a:prstGeom>
            <a:ln w="28575" cap="flat" cmpd="sng">
              <a:solidFill>
                <a:srgbClr val="FFCC00"/>
              </a:solidFill>
              <a:prstDash val="solid"/>
              <a:headEnd type="none" w="med" len="med"/>
              <a:tailEnd type="none" w="med" len="med"/>
            </a:ln>
          </p:spPr>
        </p:sp>
        <p:sp>
          <p:nvSpPr>
            <p:cNvPr id="25621" name="Line 71"/>
            <p:cNvSpPr/>
            <p:nvPr/>
          </p:nvSpPr>
          <p:spPr>
            <a:xfrm>
              <a:off x="4967" y="1570"/>
              <a:ext cx="0" cy="531"/>
            </a:xfrm>
            <a:prstGeom prst="line">
              <a:avLst/>
            </a:prstGeom>
            <a:ln w="28575" cap="flat" cmpd="sng">
              <a:solidFill>
                <a:srgbClr val="FFCC00"/>
              </a:solidFill>
              <a:prstDash val="solid"/>
              <a:headEnd type="none" w="med" len="med"/>
              <a:tailEnd type="none" w="med" len="med"/>
            </a:ln>
          </p:spPr>
        </p:sp>
        <p:sp>
          <p:nvSpPr>
            <p:cNvPr id="25622" name="Line 72"/>
            <p:cNvSpPr/>
            <p:nvPr/>
          </p:nvSpPr>
          <p:spPr>
            <a:xfrm>
              <a:off x="3334" y="2101"/>
              <a:ext cx="1633" cy="0"/>
            </a:xfrm>
            <a:prstGeom prst="line">
              <a:avLst/>
            </a:prstGeom>
            <a:ln w="28575" cap="flat" cmpd="sng">
              <a:solidFill>
                <a:srgbClr val="FFCC00"/>
              </a:solidFill>
              <a:prstDash val="solid"/>
              <a:headEnd type="none" w="med" len="med"/>
              <a:tailEnd type="none" w="med" len="med"/>
            </a:ln>
          </p:spPr>
        </p:sp>
        <p:sp>
          <p:nvSpPr>
            <p:cNvPr id="25623" name="Text Box 73"/>
            <p:cNvSpPr txBox="1"/>
            <p:nvPr/>
          </p:nvSpPr>
          <p:spPr>
            <a:xfrm>
              <a:off x="3742" y="618"/>
              <a:ext cx="686" cy="327"/>
            </a:xfrm>
            <a:prstGeom prst="rect">
              <a:avLst/>
            </a:prstGeom>
            <a:noFill/>
            <a:ln w="28575">
              <a:noFill/>
            </a:ln>
          </p:spPr>
          <p:txBody>
            <a:bodyPr wrap="none">
              <a:spAutoFit/>
            </a:bodyPr>
            <a:p>
              <a:r>
                <a:rPr lang="zh-CN" altLang="en-US" b="0" dirty="0">
                  <a:solidFill>
                    <a:schemeClr val="bg1"/>
                  </a:solidFill>
                  <a:latin typeface="Times New Roman" panose="02020603050405020304" pitchFamily="18" charset="0"/>
                  <a:ea typeface="宋体" panose="02010600030101010101" pitchFamily="2" charset="-122"/>
                </a:rPr>
                <a:t>－</a:t>
              </a:r>
              <a:r>
                <a:rPr lang="en-US" altLang="zh-CN" b="0" dirty="0">
                  <a:solidFill>
                    <a:schemeClr val="bg1"/>
                  </a:solidFill>
                  <a:latin typeface="Times New Roman" panose="02020603050405020304" pitchFamily="18" charset="0"/>
                  <a:ea typeface="宋体" panose="02010600030101010101" pitchFamily="2" charset="-122"/>
                </a:rPr>
                <a:t>j6</a:t>
              </a:r>
              <a:r>
                <a:rPr lang="en-US" altLang="zh-CN" b="0" dirty="0">
                  <a:solidFill>
                    <a:schemeClr val="bg1"/>
                  </a:solidFill>
                  <a:latin typeface="Times New Roman" panose="02020603050405020304" pitchFamily="18" charset="0"/>
                  <a:ea typeface="宋体" panose="02010600030101010101" pitchFamily="2" charset="-122"/>
                  <a:sym typeface="Symbol" panose="05050102010706020507" pitchFamily="18" charset="2"/>
                </a:rPr>
                <a:t></a:t>
              </a:r>
              <a:endParaRPr lang="en-US" altLang="zh-CN" b="0" dirty="0">
                <a:solidFill>
                  <a:schemeClr val="bg1"/>
                </a:solidFill>
                <a:latin typeface="Times New Roman" panose="02020603050405020304" pitchFamily="18" charset="0"/>
                <a:ea typeface="宋体" panose="02010600030101010101" pitchFamily="2" charset="-122"/>
                <a:sym typeface="Symbol" panose="05050102010706020507" pitchFamily="18" charset="2"/>
              </a:endParaRPr>
            </a:p>
          </p:txBody>
        </p:sp>
        <p:sp>
          <p:nvSpPr>
            <p:cNvPr id="25624" name="Text Box 74"/>
            <p:cNvSpPr txBox="1"/>
            <p:nvPr/>
          </p:nvSpPr>
          <p:spPr>
            <a:xfrm>
              <a:off x="4513" y="1162"/>
              <a:ext cx="462" cy="327"/>
            </a:xfrm>
            <a:prstGeom prst="rect">
              <a:avLst/>
            </a:prstGeom>
            <a:noFill/>
            <a:ln w="28575">
              <a:noFill/>
            </a:ln>
          </p:spPr>
          <p:txBody>
            <a:bodyPr wrap="none">
              <a:spAutoFit/>
            </a:bodyPr>
            <a:p>
              <a:r>
                <a:rPr lang="en-US" altLang="zh-CN" b="0" dirty="0">
                  <a:solidFill>
                    <a:schemeClr val="bg1"/>
                  </a:solidFill>
                  <a:latin typeface="Times New Roman" panose="02020603050405020304" pitchFamily="18" charset="0"/>
                  <a:ea typeface="宋体" panose="02010600030101010101" pitchFamily="2" charset="-122"/>
                </a:rPr>
                <a:t>j4</a:t>
              </a:r>
              <a:r>
                <a:rPr lang="en-US" altLang="zh-CN" b="0" dirty="0">
                  <a:solidFill>
                    <a:schemeClr val="bg1"/>
                  </a:solidFill>
                  <a:latin typeface="Times New Roman" panose="02020603050405020304" pitchFamily="18" charset="0"/>
                  <a:ea typeface="宋体" panose="02010600030101010101" pitchFamily="2" charset="-122"/>
                  <a:sym typeface="Symbol" panose="05050102010706020507" pitchFamily="18" charset="2"/>
                </a:rPr>
                <a:t></a:t>
              </a:r>
              <a:endParaRPr lang="en-US" altLang="zh-CN" b="0" dirty="0">
                <a:solidFill>
                  <a:schemeClr val="bg1"/>
                </a:solidFill>
                <a:latin typeface="Times New Roman" panose="02020603050405020304" pitchFamily="18" charset="0"/>
                <a:ea typeface="宋体" panose="02010600030101010101" pitchFamily="2" charset="-122"/>
                <a:sym typeface="Symbol" panose="05050102010706020507" pitchFamily="18" charset="2"/>
              </a:endParaRPr>
            </a:p>
          </p:txBody>
        </p:sp>
        <p:sp>
          <p:nvSpPr>
            <p:cNvPr id="25625" name="Line 75"/>
            <p:cNvSpPr/>
            <p:nvPr/>
          </p:nvSpPr>
          <p:spPr>
            <a:xfrm>
              <a:off x="4286" y="1058"/>
              <a:ext cx="0" cy="1043"/>
            </a:xfrm>
            <a:prstGeom prst="line">
              <a:avLst/>
            </a:prstGeom>
            <a:ln w="28575" cap="flat" cmpd="sng">
              <a:solidFill>
                <a:srgbClr val="FFCC00"/>
              </a:solidFill>
              <a:prstDash val="solid"/>
              <a:headEnd type="oval" w="med" len="med"/>
              <a:tailEnd type="oval" w="med" len="med"/>
            </a:ln>
          </p:spPr>
        </p:sp>
        <p:sp>
          <p:nvSpPr>
            <p:cNvPr id="25626" name="Text Box 76"/>
            <p:cNvSpPr txBox="1"/>
            <p:nvPr/>
          </p:nvSpPr>
          <p:spPr>
            <a:xfrm>
              <a:off x="3832" y="1421"/>
              <a:ext cx="400" cy="327"/>
            </a:xfrm>
            <a:prstGeom prst="rect">
              <a:avLst/>
            </a:prstGeom>
            <a:noFill/>
            <a:ln w="28575">
              <a:noFill/>
            </a:ln>
          </p:spPr>
          <p:txBody>
            <a:bodyPr wrap="none">
              <a:spAutoFit/>
            </a:bodyPr>
            <a:p>
              <a:r>
                <a:rPr lang="en-US" altLang="zh-CN" b="0" dirty="0">
                  <a:solidFill>
                    <a:schemeClr val="bg1"/>
                  </a:solidFill>
                  <a:latin typeface="Times New Roman" panose="02020603050405020304" pitchFamily="18" charset="0"/>
                  <a:ea typeface="宋体" panose="02010600030101010101" pitchFamily="2" charset="-122"/>
                </a:rPr>
                <a:t>5</a:t>
              </a:r>
              <a:r>
                <a:rPr lang="en-US" altLang="zh-CN" b="0" dirty="0">
                  <a:solidFill>
                    <a:schemeClr val="bg1"/>
                  </a:solidFill>
                  <a:latin typeface="Times New Roman" panose="02020603050405020304" pitchFamily="18" charset="0"/>
                  <a:ea typeface="宋体" panose="02010600030101010101" pitchFamily="2" charset="-122"/>
                  <a:sym typeface="Symbol" panose="05050102010706020507" pitchFamily="18" charset="2"/>
                </a:rPr>
                <a:t></a:t>
              </a:r>
              <a:endParaRPr lang="en-US" altLang="zh-CN" b="0" dirty="0">
                <a:solidFill>
                  <a:schemeClr val="bg1"/>
                </a:solidFill>
                <a:latin typeface="Times New Roman" panose="02020603050405020304" pitchFamily="18" charset="0"/>
                <a:ea typeface="宋体" panose="02010600030101010101" pitchFamily="2" charset="-122"/>
                <a:sym typeface="Symbol" panose="05050102010706020507" pitchFamily="18" charset="2"/>
              </a:endParaRPr>
            </a:p>
          </p:txBody>
        </p:sp>
        <p:sp>
          <p:nvSpPr>
            <p:cNvPr id="25627" name="Rectangle 78"/>
            <p:cNvSpPr/>
            <p:nvPr/>
          </p:nvSpPr>
          <p:spPr>
            <a:xfrm>
              <a:off x="4223" y="1421"/>
              <a:ext cx="127" cy="318"/>
            </a:xfrm>
            <a:prstGeom prst="rect">
              <a:avLst/>
            </a:prstGeom>
            <a:gradFill rotWithShape="1">
              <a:gsLst>
                <a:gs pos="0">
                  <a:srgbClr val="764700"/>
                </a:gs>
                <a:gs pos="50000">
                  <a:srgbClr val="FF9900"/>
                </a:gs>
                <a:gs pos="100000">
                  <a:srgbClr val="764700"/>
                </a:gs>
              </a:gsLst>
              <a:lin ang="0" scaled="1"/>
              <a:tileRect/>
            </a:gradFill>
            <a:ln w="28575">
              <a:noFill/>
            </a:ln>
          </p:spPr>
          <p:txBody>
            <a:bodyPr wrap="none" anchor="ctr" anchorCtr="0"/>
            <a:p>
              <a:endParaRPr lang="zh-CN" altLang="en-US" dirty="0">
                <a:latin typeface="楷体_GB2312" pitchFamily="49" charset="-122"/>
              </a:endParaRPr>
            </a:p>
          </p:txBody>
        </p:sp>
        <p:sp>
          <p:nvSpPr>
            <p:cNvPr id="25628" name="Rectangle 79"/>
            <p:cNvSpPr/>
            <p:nvPr/>
          </p:nvSpPr>
          <p:spPr>
            <a:xfrm>
              <a:off x="4903" y="1648"/>
              <a:ext cx="127" cy="318"/>
            </a:xfrm>
            <a:prstGeom prst="rect">
              <a:avLst/>
            </a:prstGeom>
            <a:gradFill rotWithShape="1">
              <a:gsLst>
                <a:gs pos="0">
                  <a:srgbClr val="764700"/>
                </a:gs>
                <a:gs pos="50000">
                  <a:srgbClr val="FF9900"/>
                </a:gs>
                <a:gs pos="100000">
                  <a:srgbClr val="764700"/>
                </a:gs>
              </a:gsLst>
              <a:lin ang="0" scaled="1"/>
              <a:tileRect/>
            </a:gradFill>
            <a:ln w="28575">
              <a:noFill/>
            </a:ln>
          </p:spPr>
          <p:txBody>
            <a:bodyPr wrap="none" anchor="ctr" anchorCtr="0"/>
            <a:p>
              <a:endParaRPr lang="zh-CN" altLang="en-US" dirty="0">
                <a:latin typeface="楷体_GB2312" pitchFamily="49" charset="-122"/>
              </a:endParaRPr>
            </a:p>
          </p:txBody>
        </p:sp>
        <p:grpSp>
          <p:nvGrpSpPr>
            <p:cNvPr id="25629" name="Group 91"/>
            <p:cNvGrpSpPr/>
            <p:nvPr/>
          </p:nvGrpSpPr>
          <p:grpSpPr>
            <a:xfrm rot="10800000">
              <a:off x="4958" y="1207"/>
              <a:ext cx="90" cy="363"/>
              <a:chOff x="1565" y="2614"/>
              <a:chExt cx="90" cy="486"/>
            </a:xfrm>
          </p:grpSpPr>
          <p:sp>
            <p:nvSpPr>
              <p:cNvPr id="25634" name="Arc 92"/>
              <p:cNvSpPr/>
              <p:nvPr/>
            </p:nvSpPr>
            <p:spPr>
              <a:xfrm flipH="1" flipV="1">
                <a:off x="1565" y="2860"/>
                <a:ext cx="90" cy="116"/>
              </a:xfrm>
              <a:custGeom>
                <a:avLst/>
                <a:gdLst>
                  <a:gd name="txL" fmla="*/ 0 w 22723"/>
                  <a:gd name="txT" fmla="*/ 0 h 43200"/>
                  <a:gd name="txR" fmla="*/ 22723 w 22723"/>
                  <a:gd name="txB" fmla="*/ 43200 h 43200"/>
                </a:gdLst>
                <a:ahLst/>
                <a:cxnLst>
                  <a:cxn ang="0">
                    <a:pos x="1122" y="0"/>
                  </a:cxn>
                  <a:cxn ang="0">
                    <a:pos x="22723" y="21600"/>
                  </a:cxn>
                  <a:cxn ang="0">
                    <a:pos x="1123" y="43200"/>
                  </a:cxn>
                  <a:cxn ang="0">
                    <a:pos x="0" y="43170"/>
                  </a:cxn>
                  <a:cxn ang="0">
                    <a:pos x="1122" y="0"/>
                  </a:cxn>
                  <a:cxn ang="0">
                    <a:pos x="22723" y="21600"/>
                  </a:cxn>
                  <a:cxn ang="0">
                    <a:pos x="1123" y="43200"/>
                  </a:cxn>
                  <a:cxn ang="0">
                    <a:pos x="0" y="43170"/>
                  </a:cxn>
                  <a:cxn ang="0">
                    <a:pos x="1123" y="21600"/>
                  </a:cxn>
                </a:cxnLst>
                <a:rect l="txL" t="txT" r="txR" b="txB"/>
                <a:pathLst>
                  <a:path w="22723" h="43200" fill="none">
                    <a:moveTo>
                      <a:pt x="1122" y="0"/>
                    </a:moveTo>
                    <a:cubicBezTo>
                      <a:pt x="13052" y="0"/>
                      <a:pt x="22723" y="9670"/>
                      <a:pt x="22723" y="21600"/>
                    </a:cubicBezTo>
                    <a:cubicBezTo>
                      <a:pt x="22723" y="33529"/>
                      <a:pt x="13052" y="43200"/>
                      <a:pt x="1123" y="43200"/>
                    </a:cubicBezTo>
                    <a:cubicBezTo>
                      <a:pt x="748" y="43200"/>
                      <a:pt x="374" y="43190"/>
                      <a:pt x="0" y="43170"/>
                    </a:cubicBezTo>
                  </a:path>
                  <a:path w="22723" h="43200" stroke="0">
                    <a:moveTo>
                      <a:pt x="1122" y="0"/>
                    </a:moveTo>
                    <a:cubicBezTo>
                      <a:pt x="13052" y="0"/>
                      <a:pt x="22723" y="9670"/>
                      <a:pt x="22723" y="21600"/>
                    </a:cubicBezTo>
                    <a:cubicBezTo>
                      <a:pt x="22723" y="33529"/>
                      <a:pt x="13052" y="43200"/>
                      <a:pt x="1123" y="43200"/>
                    </a:cubicBezTo>
                    <a:cubicBezTo>
                      <a:pt x="748" y="43200"/>
                      <a:pt x="374" y="43190"/>
                      <a:pt x="0" y="43170"/>
                    </a:cubicBezTo>
                    <a:lnTo>
                      <a:pt x="1123" y="21600"/>
                    </a:lnTo>
                    <a:close/>
                  </a:path>
                </a:pathLst>
              </a:custGeom>
              <a:noFill/>
              <a:ln w="28575" cap="flat" cmpd="sng">
                <a:solidFill>
                  <a:srgbClr val="FF9900"/>
                </a:solidFill>
                <a:prstDash val="solid"/>
                <a:round/>
                <a:headEnd type="none" w="med" len="med"/>
                <a:tailEnd type="none" w="med" len="med"/>
              </a:ln>
            </p:spPr>
            <p:txBody>
              <a:bodyPr wrap="none" anchor="ctr" anchorCtr="0"/>
              <a:p>
                <a:endParaRPr lang="zh-CN" altLang="en-US" dirty="0">
                  <a:latin typeface="楷体_GB2312" pitchFamily="49" charset="-122"/>
                </a:endParaRPr>
              </a:p>
            </p:txBody>
          </p:sp>
          <p:sp>
            <p:nvSpPr>
              <p:cNvPr id="25635" name="Arc 93"/>
              <p:cNvSpPr/>
              <p:nvPr/>
            </p:nvSpPr>
            <p:spPr>
              <a:xfrm flipH="1" flipV="1">
                <a:off x="1565" y="2737"/>
                <a:ext cx="90" cy="116"/>
              </a:xfrm>
              <a:custGeom>
                <a:avLst/>
                <a:gdLst>
                  <a:gd name="txL" fmla="*/ 0 w 22723"/>
                  <a:gd name="txT" fmla="*/ 0 h 43200"/>
                  <a:gd name="txR" fmla="*/ 22723 w 22723"/>
                  <a:gd name="txB" fmla="*/ 43200 h 43200"/>
                </a:gdLst>
                <a:ahLst/>
                <a:cxnLst>
                  <a:cxn ang="0">
                    <a:pos x="1122" y="0"/>
                  </a:cxn>
                  <a:cxn ang="0">
                    <a:pos x="22723" y="21600"/>
                  </a:cxn>
                  <a:cxn ang="0">
                    <a:pos x="1123" y="43200"/>
                  </a:cxn>
                  <a:cxn ang="0">
                    <a:pos x="0" y="43170"/>
                  </a:cxn>
                  <a:cxn ang="0">
                    <a:pos x="1122" y="0"/>
                  </a:cxn>
                  <a:cxn ang="0">
                    <a:pos x="22723" y="21600"/>
                  </a:cxn>
                  <a:cxn ang="0">
                    <a:pos x="1123" y="43200"/>
                  </a:cxn>
                  <a:cxn ang="0">
                    <a:pos x="0" y="43170"/>
                  </a:cxn>
                  <a:cxn ang="0">
                    <a:pos x="1123" y="21600"/>
                  </a:cxn>
                </a:cxnLst>
                <a:rect l="txL" t="txT" r="txR" b="txB"/>
                <a:pathLst>
                  <a:path w="22723" h="43200" fill="none">
                    <a:moveTo>
                      <a:pt x="1122" y="0"/>
                    </a:moveTo>
                    <a:cubicBezTo>
                      <a:pt x="13052" y="0"/>
                      <a:pt x="22723" y="9670"/>
                      <a:pt x="22723" y="21600"/>
                    </a:cubicBezTo>
                    <a:cubicBezTo>
                      <a:pt x="22723" y="33529"/>
                      <a:pt x="13052" y="43200"/>
                      <a:pt x="1123" y="43200"/>
                    </a:cubicBezTo>
                    <a:cubicBezTo>
                      <a:pt x="748" y="43200"/>
                      <a:pt x="374" y="43190"/>
                      <a:pt x="0" y="43170"/>
                    </a:cubicBezTo>
                  </a:path>
                  <a:path w="22723" h="43200" stroke="0">
                    <a:moveTo>
                      <a:pt x="1122" y="0"/>
                    </a:moveTo>
                    <a:cubicBezTo>
                      <a:pt x="13052" y="0"/>
                      <a:pt x="22723" y="9670"/>
                      <a:pt x="22723" y="21600"/>
                    </a:cubicBezTo>
                    <a:cubicBezTo>
                      <a:pt x="22723" y="33529"/>
                      <a:pt x="13052" y="43200"/>
                      <a:pt x="1123" y="43200"/>
                    </a:cubicBezTo>
                    <a:cubicBezTo>
                      <a:pt x="748" y="43200"/>
                      <a:pt x="374" y="43190"/>
                      <a:pt x="0" y="43170"/>
                    </a:cubicBezTo>
                    <a:lnTo>
                      <a:pt x="1123" y="21600"/>
                    </a:lnTo>
                    <a:close/>
                  </a:path>
                </a:pathLst>
              </a:custGeom>
              <a:noFill/>
              <a:ln w="28575" cap="flat" cmpd="sng">
                <a:solidFill>
                  <a:srgbClr val="FF9900"/>
                </a:solidFill>
                <a:prstDash val="solid"/>
                <a:round/>
                <a:headEnd type="none" w="med" len="med"/>
                <a:tailEnd type="none" w="med" len="med"/>
              </a:ln>
            </p:spPr>
            <p:txBody>
              <a:bodyPr wrap="none" anchor="ctr" anchorCtr="0"/>
              <a:p>
                <a:endParaRPr lang="zh-CN" altLang="en-US" dirty="0">
                  <a:latin typeface="楷体_GB2312" pitchFamily="49" charset="-122"/>
                </a:endParaRPr>
              </a:p>
            </p:txBody>
          </p:sp>
          <p:sp>
            <p:nvSpPr>
              <p:cNvPr id="25636" name="Arc 94"/>
              <p:cNvSpPr/>
              <p:nvPr/>
            </p:nvSpPr>
            <p:spPr>
              <a:xfrm flipH="1" flipV="1">
                <a:off x="1565" y="2614"/>
                <a:ext cx="90" cy="116"/>
              </a:xfrm>
              <a:custGeom>
                <a:avLst/>
                <a:gdLst>
                  <a:gd name="txL" fmla="*/ 0 w 22723"/>
                  <a:gd name="txT" fmla="*/ 0 h 43200"/>
                  <a:gd name="txR" fmla="*/ 22723 w 22723"/>
                  <a:gd name="txB" fmla="*/ 43200 h 43200"/>
                </a:gdLst>
                <a:ahLst/>
                <a:cxnLst>
                  <a:cxn ang="0">
                    <a:pos x="1122" y="0"/>
                  </a:cxn>
                  <a:cxn ang="0">
                    <a:pos x="22723" y="21600"/>
                  </a:cxn>
                  <a:cxn ang="0">
                    <a:pos x="1123" y="43200"/>
                  </a:cxn>
                  <a:cxn ang="0">
                    <a:pos x="0" y="43170"/>
                  </a:cxn>
                  <a:cxn ang="0">
                    <a:pos x="1122" y="0"/>
                  </a:cxn>
                  <a:cxn ang="0">
                    <a:pos x="22723" y="21600"/>
                  </a:cxn>
                  <a:cxn ang="0">
                    <a:pos x="1123" y="43200"/>
                  </a:cxn>
                  <a:cxn ang="0">
                    <a:pos x="0" y="43170"/>
                  </a:cxn>
                  <a:cxn ang="0">
                    <a:pos x="1123" y="21600"/>
                  </a:cxn>
                </a:cxnLst>
                <a:rect l="txL" t="txT" r="txR" b="txB"/>
                <a:pathLst>
                  <a:path w="22723" h="43200" fill="none">
                    <a:moveTo>
                      <a:pt x="1122" y="0"/>
                    </a:moveTo>
                    <a:cubicBezTo>
                      <a:pt x="13052" y="0"/>
                      <a:pt x="22723" y="9670"/>
                      <a:pt x="22723" y="21600"/>
                    </a:cubicBezTo>
                    <a:cubicBezTo>
                      <a:pt x="22723" y="33529"/>
                      <a:pt x="13052" y="43200"/>
                      <a:pt x="1123" y="43200"/>
                    </a:cubicBezTo>
                    <a:cubicBezTo>
                      <a:pt x="748" y="43200"/>
                      <a:pt x="374" y="43190"/>
                      <a:pt x="0" y="43170"/>
                    </a:cubicBezTo>
                  </a:path>
                  <a:path w="22723" h="43200" stroke="0">
                    <a:moveTo>
                      <a:pt x="1122" y="0"/>
                    </a:moveTo>
                    <a:cubicBezTo>
                      <a:pt x="13052" y="0"/>
                      <a:pt x="22723" y="9670"/>
                      <a:pt x="22723" y="21600"/>
                    </a:cubicBezTo>
                    <a:cubicBezTo>
                      <a:pt x="22723" y="33529"/>
                      <a:pt x="13052" y="43200"/>
                      <a:pt x="1123" y="43200"/>
                    </a:cubicBezTo>
                    <a:cubicBezTo>
                      <a:pt x="748" y="43200"/>
                      <a:pt x="374" y="43190"/>
                      <a:pt x="0" y="43170"/>
                    </a:cubicBezTo>
                    <a:lnTo>
                      <a:pt x="1123" y="21600"/>
                    </a:lnTo>
                    <a:close/>
                  </a:path>
                </a:pathLst>
              </a:custGeom>
              <a:noFill/>
              <a:ln w="28575" cap="flat" cmpd="sng">
                <a:solidFill>
                  <a:srgbClr val="FF9900"/>
                </a:solidFill>
                <a:prstDash val="solid"/>
                <a:round/>
                <a:headEnd type="none" w="med" len="med"/>
                <a:tailEnd type="none" w="med" len="med"/>
              </a:ln>
            </p:spPr>
            <p:txBody>
              <a:bodyPr wrap="none" anchor="ctr" anchorCtr="0"/>
              <a:p>
                <a:endParaRPr lang="zh-CN" altLang="en-US" dirty="0">
                  <a:latin typeface="楷体_GB2312" pitchFamily="49" charset="-122"/>
                </a:endParaRPr>
              </a:p>
            </p:txBody>
          </p:sp>
          <p:sp>
            <p:nvSpPr>
              <p:cNvPr id="25637" name="Arc 95"/>
              <p:cNvSpPr/>
              <p:nvPr/>
            </p:nvSpPr>
            <p:spPr>
              <a:xfrm flipH="1" flipV="1">
                <a:off x="1565" y="2984"/>
                <a:ext cx="90" cy="116"/>
              </a:xfrm>
              <a:custGeom>
                <a:avLst/>
                <a:gdLst>
                  <a:gd name="txL" fmla="*/ 0 w 22723"/>
                  <a:gd name="txT" fmla="*/ 0 h 43200"/>
                  <a:gd name="txR" fmla="*/ 22723 w 22723"/>
                  <a:gd name="txB" fmla="*/ 43200 h 43200"/>
                </a:gdLst>
                <a:ahLst/>
                <a:cxnLst>
                  <a:cxn ang="0">
                    <a:pos x="1122" y="0"/>
                  </a:cxn>
                  <a:cxn ang="0">
                    <a:pos x="22723" y="21600"/>
                  </a:cxn>
                  <a:cxn ang="0">
                    <a:pos x="1123" y="43200"/>
                  </a:cxn>
                  <a:cxn ang="0">
                    <a:pos x="0" y="43170"/>
                  </a:cxn>
                  <a:cxn ang="0">
                    <a:pos x="1122" y="0"/>
                  </a:cxn>
                  <a:cxn ang="0">
                    <a:pos x="22723" y="21600"/>
                  </a:cxn>
                  <a:cxn ang="0">
                    <a:pos x="1123" y="43200"/>
                  </a:cxn>
                  <a:cxn ang="0">
                    <a:pos x="0" y="43170"/>
                  </a:cxn>
                  <a:cxn ang="0">
                    <a:pos x="1123" y="21600"/>
                  </a:cxn>
                </a:cxnLst>
                <a:rect l="txL" t="txT" r="txR" b="txB"/>
                <a:pathLst>
                  <a:path w="22723" h="43200" fill="none">
                    <a:moveTo>
                      <a:pt x="1122" y="0"/>
                    </a:moveTo>
                    <a:cubicBezTo>
                      <a:pt x="13052" y="0"/>
                      <a:pt x="22723" y="9670"/>
                      <a:pt x="22723" y="21600"/>
                    </a:cubicBezTo>
                    <a:cubicBezTo>
                      <a:pt x="22723" y="33529"/>
                      <a:pt x="13052" y="43200"/>
                      <a:pt x="1123" y="43200"/>
                    </a:cubicBezTo>
                    <a:cubicBezTo>
                      <a:pt x="748" y="43200"/>
                      <a:pt x="374" y="43190"/>
                      <a:pt x="0" y="43170"/>
                    </a:cubicBezTo>
                  </a:path>
                  <a:path w="22723" h="43200" stroke="0">
                    <a:moveTo>
                      <a:pt x="1122" y="0"/>
                    </a:moveTo>
                    <a:cubicBezTo>
                      <a:pt x="13052" y="0"/>
                      <a:pt x="22723" y="9670"/>
                      <a:pt x="22723" y="21600"/>
                    </a:cubicBezTo>
                    <a:cubicBezTo>
                      <a:pt x="22723" y="33529"/>
                      <a:pt x="13052" y="43200"/>
                      <a:pt x="1123" y="43200"/>
                    </a:cubicBezTo>
                    <a:cubicBezTo>
                      <a:pt x="748" y="43200"/>
                      <a:pt x="374" y="43190"/>
                      <a:pt x="0" y="43170"/>
                    </a:cubicBezTo>
                    <a:lnTo>
                      <a:pt x="1123" y="21600"/>
                    </a:lnTo>
                    <a:close/>
                  </a:path>
                </a:pathLst>
              </a:custGeom>
              <a:noFill/>
              <a:ln w="28575" cap="flat" cmpd="sng">
                <a:solidFill>
                  <a:srgbClr val="FF9900"/>
                </a:solidFill>
                <a:prstDash val="solid"/>
                <a:round/>
                <a:headEnd type="none" w="med" len="med"/>
                <a:tailEnd type="none" w="med" len="med"/>
              </a:ln>
            </p:spPr>
            <p:txBody>
              <a:bodyPr wrap="none" anchor="ctr" anchorCtr="0"/>
              <a:p>
                <a:endParaRPr lang="zh-CN" altLang="en-US" dirty="0">
                  <a:latin typeface="楷体_GB2312" pitchFamily="49" charset="-122"/>
                </a:endParaRPr>
              </a:p>
            </p:txBody>
          </p:sp>
        </p:grpSp>
        <p:sp>
          <p:nvSpPr>
            <p:cNvPr id="25630" name="Rectangle 96"/>
            <p:cNvSpPr/>
            <p:nvPr/>
          </p:nvSpPr>
          <p:spPr>
            <a:xfrm>
              <a:off x="3470" y="990"/>
              <a:ext cx="317" cy="136"/>
            </a:xfrm>
            <a:prstGeom prst="rect">
              <a:avLst/>
            </a:prstGeom>
            <a:gradFill rotWithShape="1">
              <a:gsLst>
                <a:gs pos="0">
                  <a:srgbClr val="764700"/>
                </a:gs>
                <a:gs pos="50000">
                  <a:srgbClr val="FF9900"/>
                </a:gs>
                <a:gs pos="100000">
                  <a:srgbClr val="764700"/>
                </a:gs>
              </a:gsLst>
              <a:lin ang="5400000" scaled="1"/>
              <a:tileRect/>
            </a:gradFill>
            <a:ln w="28575">
              <a:noFill/>
            </a:ln>
          </p:spPr>
          <p:txBody>
            <a:bodyPr wrap="none" anchor="ctr" anchorCtr="0"/>
            <a:p>
              <a:endParaRPr lang="zh-CN" altLang="en-US" dirty="0">
                <a:latin typeface="楷体_GB2312" pitchFamily="49" charset="-122"/>
              </a:endParaRPr>
            </a:p>
          </p:txBody>
        </p:sp>
        <p:grpSp>
          <p:nvGrpSpPr>
            <p:cNvPr id="25631" name="Group 97"/>
            <p:cNvGrpSpPr/>
            <p:nvPr/>
          </p:nvGrpSpPr>
          <p:grpSpPr>
            <a:xfrm rot="5400000">
              <a:off x="3948" y="1017"/>
              <a:ext cx="240" cy="93"/>
              <a:chOff x="3787" y="2478"/>
              <a:chExt cx="240" cy="93"/>
            </a:xfrm>
          </p:grpSpPr>
          <p:sp>
            <p:nvSpPr>
              <p:cNvPr id="25632" name="Line 98"/>
              <p:cNvSpPr/>
              <p:nvPr/>
            </p:nvSpPr>
            <p:spPr>
              <a:xfrm flipV="1">
                <a:off x="3787" y="2568"/>
                <a:ext cx="240" cy="3"/>
              </a:xfrm>
              <a:prstGeom prst="line">
                <a:avLst/>
              </a:prstGeom>
              <a:ln w="38100" cap="flat" cmpd="sng">
                <a:solidFill>
                  <a:srgbClr val="FF9900"/>
                </a:solidFill>
                <a:prstDash val="solid"/>
                <a:headEnd type="none" w="med" len="med"/>
                <a:tailEnd type="none" w="med" len="med"/>
              </a:ln>
            </p:spPr>
          </p:sp>
          <p:sp>
            <p:nvSpPr>
              <p:cNvPr id="25633" name="Line 99"/>
              <p:cNvSpPr/>
              <p:nvPr/>
            </p:nvSpPr>
            <p:spPr>
              <a:xfrm>
                <a:off x="3787" y="2478"/>
                <a:ext cx="240" cy="1"/>
              </a:xfrm>
              <a:prstGeom prst="line">
                <a:avLst/>
              </a:prstGeom>
              <a:ln w="38100" cap="flat" cmpd="sng">
                <a:solidFill>
                  <a:srgbClr val="FF9900"/>
                </a:solidFill>
                <a:prstDash val="solid"/>
                <a:headEnd type="none" w="med" len="med"/>
                <a:tailEnd type="none" w="med" len="med"/>
              </a:ln>
            </p:spPr>
          </p:sp>
        </p:grpSp>
      </p:grpSp>
      <p:grpSp>
        <p:nvGrpSpPr>
          <p:cNvPr id="8" name="Group 102"/>
          <p:cNvGrpSpPr/>
          <p:nvPr/>
        </p:nvGrpSpPr>
        <p:grpSpPr>
          <a:xfrm>
            <a:off x="539750" y="2276475"/>
            <a:ext cx="6380163" cy="2139950"/>
            <a:chOff x="340" y="1434"/>
            <a:chExt cx="4019" cy="1348"/>
          </a:xfrm>
        </p:grpSpPr>
        <p:graphicFrame>
          <p:nvGraphicFramePr>
            <p:cNvPr id="25602" name="Object 7"/>
            <p:cNvGraphicFramePr/>
            <p:nvPr/>
          </p:nvGraphicFramePr>
          <p:xfrm>
            <a:off x="340" y="1434"/>
            <a:ext cx="4019" cy="1348"/>
          </p:xfrm>
          <a:graphic>
            <a:graphicData uri="http://schemas.openxmlformats.org/presentationml/2006/ole">
              <mc:AlternateContent xmlns:mc="http://schemas.openxmlformats.org/markup-compatibility/2006">
                <mc:Choice xmlns:v="urn:schemas-microsoft-com:vml" Requires="v">
                  <p:oleObj spid="_x0000_s3181" name="" r:id="rId2" imgW="3008630" imgH="1002665" progId="Equation.3">
                    <p:embed/>
                  </p:oleObj>
                </mc:Choice>
                <mc:Fallback>
                  <p:oleObj name="" r:id="rId2" imgW="3008630" imgH="1002665" progId="Equation.3">
                    <p:embed/>
                    <p:pic>
                      <p:nvPicPr>
                        <p:cNvPr id="0" name="图片 3180"/>
                        <p:cNvPicPr/>
                        <p:nvPr/>
                      </p:nvPicPr>
                      <p:blipFill>
                        <a:blip r:embed="rId3">
                          <a:clrChange>
                            <a:clrFrom>
                              <a:srgbClr val="000000"/>
                            </a:clrFrom>
                            <a:clrTo>
                              <a:srgbClr val="FFFFFF"/>
                            </a:clrTo>
                          </a:clrChange>
                        </a:blip>
                        <a:stretch>
                          <a:fillRect/>
                        </a:stretch>
                      </p:blipFill>
                      <p:spPr>
                        <a:xfrm>
                          <a:off x="340" y="1434"/>
                          <a:ext cx="4019" cy="1348"/>
                        </a:xfrm>
                        <a:prstGeom prst="rect">
                          <a:avLst/>
                        </a:prstGeom>
                        <a:noFill/>
                        <a:ln w="38100">
                          <a:noFill/>
                          <a:miter/>
                        </a:ln>
                      </p:spPr>
                    </p:pic>
                  </p:oleObj>
                </mc:Fallback>
              </mc:AlternateContent>
            </a:graphicData>
          </a:graphic>
        </p:graphicFrame>
        <p:sp>
          <p:nvSpPr>
            <p:cNvPr id="25613" name="Line 101"/>
            <p:cNvSpPr/>
            <p:nvPr/>
          </p:nvSpPr>
          <p:spPr>
            <a:xfrm>
              <a:off x="1918" y="2405"/>
              <a:ext cx="499" cy="0"/>
            </a:xfrm>
            <a:prstGeom prst="line">
              <a:avLst/>
            </a:prstGeom>
            <a:ln w="9525" cap="flat" cmpd="sng">
              <a:solidFill>
                <a:schemeClr val="bg1"/>
              </a:solidFill>
              <a:prstDash val="solid"/>
              <a:headEnd type="none" w="med" len="med"/>
              <a:tailEnd type="none" w="med" len="med"/>
            </a:ln>
          </p:spPr>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5" presetClass="entr" presetSubtype="0" fill="hold" grpId="0" nodeType="withEffect">
                                  <p:stCondLst>
                                    <p:cond delay="0"/>
                                  </p:stCondLst>
                                  <p:childTnLst>
                                    <p:set>
                                      <p:cBhvr>
                                        <p:cTn id="6" dur="1" fill="hold">
                                          <p:stCondLst>
                                            <p:cond delay="0"/>
                                          </p:stCondLst>
                                        </p:cTn>
                                        <p:tgtEl>
                                          <p:spTgt spid="82946"/>
                                        </p:tgtEl>
                                        <p:attrNameLst>
                                          <p:attrName>style.visibility</p:attrName>
                                        </p:attrNameLst>
                                      </p:cBhvr>
                                      <p:to>
                                        <p:strVal val="visible"/>
                                      </p:to>
                                    </p:set>
                                    <p:anim calcmode="lin" valueType="num">
                                      <p:cBhvr>
                                        <p:cTn id="7" dur="1000" fill="hold"/>
                                        <p:tgtEl>
                                          <p:spTgt spid="82946"/>
                                        </p:tgtEl>
                                        <p:attrNameLst>
                                          <p:attrName>ppt_w</p:attrName>
                                        </p:attrNameLst>
                                      </p:cBhvr>
                                      <p:tavLst>
                                        <p:tav tm="0">
                                          <p:val>
                                            <p:fltVal val="0.000000"/>
                                          </p:val>
                                        </p:tav>
                                        <p:tav tm="100000">
                                          <p:val>
                                            <p:strVal val="#ppt_w"/>
                                          </p:val>
                                        </p:tav>
                                      </p:tavLst>
                                    </p:anim>
                                    <p:anim calcmode="lin" valueType="num">
                                      <p:cBhvr>
                                        <p:cTn id="8" dur="1000" fill="hold"/>
                                        <p:tgtEl>
                                          <p:spTgt spid="82946"/>
                                        </p:tgtEl>
                                        <p:attrNameLst>
                                          <p:attrName>ppt_h</p:attrName>
                                        </p:attrNameLst>
                                      </p:cBhvr>
                                      <p:tavLst>
                                        <p:tav tm="0">
                                          <p:val>
                                            <p:fltVal val="0.000000"/>
                                          </p:val>
                                        </p:tav>
                                        <p:tav tm="100000">
                                          <p:val>
                                            <p:strVal val="#ppt_h"/>
                                          </p:val>
                                        </p:tav>
                                      </p:tavLst>
                                    </p:anim>
                                    <p:anim calcmode="lin" valueType="num">
                                      <p:cBhvr>
                                        <p:cTn id="9" dur="1000" fill="hold"/>
                                        <p:tgtEl>
                                          <p:spTgt spid="82946"/>
                                        </p:tgtEl>
                                        <p:attrNameLst>
                                          <p:attrName>ppt_x</p:attrName>
                                        </p:attrNameLst>
                                      </p:cBhvr>
                                      <p:tavLst>
                                        <p:tav tm="0" fmla="#ppt_x+(cos(-2*pi*(1-$))*-#ppt_x-sin(-2*pi*(1-$))*(1-#ppt_y))*(1-$)">
                                          <p:val>
                                            <p:fltVal val="0.000000"/>
                                          </p:val>
                                        </p:tav>
                                        <p:tav tm="100000">
                                          <p:val>
                                            <p:fltVal val="1.000000"/>
                                          </p:val>
                                        </p:tav>
                                      </p:tavLst>
                                    </p:anim>
                                    <p:anim calcmode="lin" valueType="num">
                                      <p:cBhvr>
                                        <p:cTn id="10" dur="1000" fill="hold"/>
                                        <p:tgtEl>
                                          <p:spTgt spid="82946"/>
                                        </p:tgtEl>
                                        <p:attrNameLst>
                                          <p:attrName>ppt_y</p:attrName>
                                        </p:attrNameLst>
                                      </p:cBhvr>
                                      <p:tavLst>
                                        <p:tav tm="0" fmla="#ppt_y+(sin(-2*pi*(1-$))*-#ppt_x+cos(-2*pi*(1-$))*(1-#ppt_y))*(1-$)">
                                          <p:val>
                                            <p:fltVal val="0.000000"/>
                                          </p:val>
                                        </p:tav>
                                        <p:tav tm="100000">
                                          <p:val>
                                            <p:fltVal val="1.000000"/>
                                          </p:val>
                                        </p:tav>
                                      </p:tavLst>
                                    </p:anim>
                                  </p:childTnLst>
                                </p:cTn>
                              </p:par>
                            </p:childTnLst>
                          </p:cTn>
                        </p:par>
                        <p:par>
                          <p:cTn id="11" fill="hold">
                            <p:stCondLst>
                              <p:cond delay="1000"/>
                            </p:stCondLst>
                            <p:childTnLst>
                              <p:par>
                                <p:cTn id="12" presetID="3" presetClass="entr" presetSubtype="10" fill="hold" nodeType="afterEffect">
                                  <p:stCondLst>
                                    <p:cond delay="0"/>
                                  </p:stCondLst>
                                  <p:childTnLst>
                                    <p:set>
                                      <p:cBhvr>
                                        <p:cTn id="13" dur="1" fill="hold">
                                          <p:stCondLst>
                                            <p:cond delay="0"/>
                                          </p:stCondLst>
                                        </p:cTn>
                                        <p:tgtEl>
                                          <p:spTgt spid="5"/>
                                        </p:tgtEl>
                                        <p:attrNameLst>
                                          <p:attrName>style.visibility</p:attrName>
                                        </p:attrNameLst>
                                      </p:cBhvr>
                                      <p:to>
                                        <p:strVal val="visible"/>
                                      </p:to>
                                    </p:set>
                                    <p:animEffect transition="in" filter="blinds(horizontal)">
                                      <p:cBhvr>
                                        <p:cTn id="14" dur="500"/>
                                        <p:tgtEl>
                                          <p:spTgt spid="5"/>
                                        </p:tgtEl>
                                      </p:cBhvr>
                                    </p:animEffect>
                                  </p:childTnLst>
                                </p:cTn>
                              </p:par>
                            </p:childTnLst>
                          </p:cTn>
                        </p:par>
                        <p:par>
                          <p:cTn id="15" fill="hold">
                            <p:stCondLst>
                              <p:cond delay="1500"/>
                            </p:stCondLst>
                            <p:childTnLst>
                              <p:par>
                                <p:cTn id="16" presetID="12" presetClass="entr" presetSubtype="2" fill="hold" grpId="0" nodeType="afterEffect">
                                  <p:stCondLst>
                                    <p:cond delay="0"/>
                                  </p:stCondLst>
                                  <p:childTnLst>
                                    <p:set>
                                      <p:cBhvr>
                                        <p:cTn id="17" dur="1" fill="hold">
                                          <p:stCondLst>
                                            <p:cond delay="0"/>
                                          </p:stCondLst>
                                        </p:cTn>
                                        <p:tgtEl>
                                          <p:spTgt spid="82947"/>
                                        </p:tgtEl>
                                        <p:attrNameLst>
                                          <p:attrName>style.visibility</p:attrName>
                                        </p:attrNameLst>
                                      </p:cBhvr>
                                      <p:to>
                                        <p:strVal val="visible"/>
                                      </p:to>
                                    </p:set>
                                    <p:animEffect transition="in" filter="slide(fromRight)">
                                      <p:cBhvr>
                                        <p:cTn id="18" dur="500"/>
                                        <p:tgtEl>
                                          <p:spTgt spid="82947"/>
                                        </p:tgtEl>
                                      </p:cBhvr>
                                    </p:animEffect>
                                  </p:childTnLst>
                                </p:cTn>
                              </p:par>
                            </p:childTnLst>
                          </p:cTn>
                        </p:par>
                      </p:childTnLst>
                    </p:cTn>
                  </p:par>
                  <p:par>
                    <p:cTn id="19" fill="hold">
                      <p:stCondLst>
                        <p:cond delay="indefinite"/>
                      </p:stCondLst>
                      <p:childTnLst>
                        <p:par>
                          <p:cTn id="20" fill="hold">
                            <p:stCondLst>
                              <p:cond delay="0"/>
                            </p:stCondLst>
                            <p:childTnLst>
                              <p:par>
                                <p:cTn id="21" presetID="15" presetClass="entr" presetSubtype="0" fill="hold" grpId="0" nodeType="clickEffect">
                                  <p:stCondLst>
                                    <p:cond delay="0"/>
                                  </p:stCondLst>
                                  <p:childTnLst>
                                    <p:set>
                                      <p:cBhvr>
                                        <p:cTn id="22" dur="1" fill="hold">
                                          <p:stCondLst>
                                            <p:cond delay="0"/>
                                          </p:stCondLst>
                                        </p:cTn>
                                        <p:tgtEl>
                                          <p:spTgt spid="82948"/>
                                        </p:tgtEl>
                                        <p:attrNameLst>
                                          <p:attrName>style.visibility</p:attrName>
                                        </p:attrNameLst>
                                      </p:cBhvr>
                                      <p:to>
                                        <p:strVal val="visible"/>
                                      </p:to>
                                    </p:set>
                                    <p:anim calcmode="lin" valueType="num">
                                      <p:cBhvr>
                                        <p:cTn id="23" dur="1000" fill="hold"/>
                                        <p:tgtEl>
                                          <p:spTgt spid="82948"/>
                                        </p:tgtEl>
                                        <p:attrNameLst>
                                          <p:attrName>ppt_w</p:attrName>
                                        </p:attrNameLst>
                                      </p:cBhvr>
                                      <p:tavLst>
                                        <p:tav tm="0">
                                          <p:val>
                                            <p:fltVal val="0.000000"/>
                                          </p:val>
                                        </p:tav>
                                        <p:tav tm="100000">
                                          <p:val>
                                            <p:strVal val="#ppt_w"/>
                                          </p:val>
                                        </p:tav>
                                      </p:tavLst>
                                    </p:anim>
                                    <p:anim calcmode="lin" valueType="num">
                                      <p:cBhvr>
                                        <p:cTn id="24" dur="1000" fill="hold"/>
                                        <p:tgtEl>
                                          <p:spTgt spid="82948"/>
                                        </p:tgtEl>
                                        <p:attrNameLst>
                                          <p:attrName>ppt_h</p:attrName>
                                        </p:attrNameLst>
                                      </p:cBhvr>
                                      <p:tavLst>
                                        <p:tav tm="0">
                                          <p:val>
                                            <p:fltVal val="0.000000"/>
                                          </p:val>
                                        </p:tav>
                                        <p:tav tm="100000">
                                          <p:val>
                                            <p:strVal val="#ppt_h"/>
                                          </p:val>
                                        </p:tav>
                                      </p:tavLst>
                                    </p:anim>
                                    <p:anim calcmode="lin" valueType="num">
                                      <p:cBhvr>
                                        <p:cTn id="25" dur="1000" fill="hold"/>
                                        <p:tgtEl>
                                          <p:spTgt spid="82948"/>
                                        </p:tgtEl>
                                        <p:attrNameLst>
                                          <p:attrName>ppt_x</p:attrName>
                                        </p:attrNameLst>
                                      </p:cBhvr>
                                      <p:tavLst>
                                        <p:tav tm="0" fmla="#ppt_x+(cos(-2*pi*(1-$))*-#ppt_x-sin(-2*pi*(1-$))*(1-#ppt_y))*(1-$)">
                                          <p:val>
                                            <p:fltVal val="0.000000"/>
                                          </p:val>
                                        </p:tav>
                                        <p:tav tm="100000">
                                          <p:val>
                                            <p:fltVal val="1.000000"/>
                                          </p:val>
                                        </p:tav>
                                      </p:tavLst>
                                    </p:anim>
                                    <p:anim calcmode="lin" valueType="num">
                                      <p:cBhvr>
                                        <p:cTn id="26" dur="1000" fill="hold"/>
                                        <p:tgtEl>
                                          <p:spTgt spid="82948"/>
                                        </p:tgtEl>
                                        <p:attrNameLst>
                                          <p:attrName>ppt_y</p:attrName>
                                        </p:attrNameLst>
                                      </p:cBhvr>
                                      <p:tavLst>
                                        <p:tav tm="0" fmla="#ppt_y+(sin(-2*pi*(1-$))*-#ppt_x+cos(-2*pi*(1-$))*(1-#ppt_y))*(1-$)">
                                          <p:val>
                                            <p:fltVal val="0.000000"/>
                                          </p:val>
                                        </p:tav>
                                        <p:tav tm="100000">
                                          <p:val>
                                            <p:fltVal val="1.000000"/>
                                          </p:val>
                                        </p:tav>
                                      </p:tavLst>
                                    </p:anim>
                                  </p:childTnLst>
                                </p:cTn>
                              </p:par>
                            </p:childTnLst>
                          </p:cTn>
                        </p:par>
                        <p:par>
                          <p:cTn id="27" fill="hold">
                            <p:stCondLst>
                              <p:cond delay="1000"/>
                            </p:stCondLst>
                            <p:childTnLst>
                              <p:par>
                                <p:cTn id="28" presetID="12" presetClass="entr" presetSubtype="1" fill="hold" grpId="0" nodeType="afterEffect">
                                  <p:stCondLst>
                                    <p:cond delay="0"/>
                                  </p:stCondLst>
                                  <p:childTnLst>
                                    <p:set>
                                      <p:cBhvr>
                                        <p:cTn id="29" dur="1" fill="hold">
                                          <p:stCondLst>
                                            <p:cond delay="0"/>
                                          </p:stCondLst>
                                        </p:cTn>
                                        <p:tgtEl>
                                          <p:spTgt spid="82949"/>
                                        </p:tgtEl>
                                        <p:attrNameLst>
                                          <p:attrName>style.visibility</p:attrName>
                                        </p:attrNameLst>
                                      </p:cBhvr>
                                      <p:to>
                                        <p:strVal val="visible"/>
                                      </p:to>
                                    </p:set>
                                    <p:animEffect transition="in" filter="slide(fromTop)">
                                      <p:cBhvr>
                                        <p:cTn id="30" dur="500"/>
                                        <p:tgtEl>
                                          <p:spTgt spid="82949"/>
                                        </p:tgtEl>
                                      </p:cBhvr>
                                    </p:animEffect>
                                  </p:childTnLst>
                                </p:cTn>
                              </p:par>
                            </p:childTnLst>
                          </p:cTn>
                        </p:par>
                      </p:childTnLst>
                    </p:cTn>
                  </p:par>
                  <p:par>
                    <p:cTn id="31" fill="hold">
                      <p:stCondLst>
                        <p:cond delay="indefinite"/>
                      </p:stCondLst>
                      <p:childTnLst>
                        <p:par>
                          <p:cTn id="32" fill="hold">
                            <p:stCondLst>
                              <p:cond delay="0"/>
                            </p:stCondLst>
                            <p:childTnLst>
                              <p:par>
                                <p:cTn id="33" presetID="12" presetClass="entr" presetSubtype="4" fill="hold" nodeType="clickEffect">
                                  <p:stCondLst>
                                    <p:cond delay="0"/>
                                  </p:stCondLst>
                                  <p:childTnLst>
                                    <p:set>
                                      <p:cBhvr>
                                        <p:cTn id="34" dur="1" fill="hold">
                                          <p:stCondLst>
                                            <p:cond delay="0"/>
                                          </p:stCondLst>
                                        </p:cTn>
                                        <p:tgtEl>
                                          <p:spTgt spid="8"/>
                                        </p:tgtEl>
                                        <p:attrNameLst>
                                          <p:attrName>style.visibility</p:attrName>
                                        </p:attrNameLst>
                                      </p:cBhvr>
                                      <p:to>
                                        <p:strVal val="visible"/>
                                      </p:to>
                                    </p:set>
                                    <p:animEffect transition="in" filter="slide(fromBottom)">
                                      <p:cBhvr>
                                        <p:cTn id="35" dur="1000"/>
                                        <p:tgtEl>
                                          <p:spTgt spid="8"/>
                                        </p:tgtEl>
                                      </p:cBhvr>
                                    </p:animEffect>
                                  </p:childTnLst>
                                </p:cTn>
                              </p:par>
                            </p:childTnLst>
                          </p:cTn>
                        </p:par>
                      </p:childTnLst>
                    </p:cTn>
                  </p:par>
                  <p:par>
                    <p:cTn id="36" fill="hold">
                      <p:stCondLst>
                        <p:cond delay="indefinite"/>
                      </p:stCondLst>
                      <p:childTnLst>
                        <p:par>
                          <p:cTn id="37" fill="hold">
                            <p:stCondLst>
                              <p:cond delay="0"/>
                            </p:stCondLst>
                            <p:childTnLst>
                              <p:par>
                                <p:cTn id="38" presetID="3" presetClass="entr" presetSubtype="10" fill="hold" grpId="0" nodeType="clickEffect">
                                  <p:stCondLst>
                                    <p:cond delay="0"/>
                                  </p:stCondLst>
                                  <p:childTnLst>
                                    <p:set>
                                      <p:cBhvr>
                                        <p:cTn id="39" dur="1" fill="hold">
                                          <p:stCondLst>
                                            <p:cond delay="0"/>
                                          </p:stCondLst>
                                        </p:cTn>
                                        <p:tgtEl>
                                          <p:spTgt spid="83028"/>
                                        </p:tgtEl>
                                        <p:attrNameLst>
                                          <p:attrName>style.visibility</p:attrName>
                                        </p:attrNameLst>
                                      </p:cBhvr>
                                      <p:to>
                                        <p:strVal val="visible"/>
                                      </p:to>
                                    </p:set>
                                    <p:animEffect transition="in" filter="blinds(horizontal)">
                                      <p:cBhvr>
                                        <p:cTn id="40" dur="500"/>
                                        <p:tgtEl>
                                          <p:spTgt spid="8302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2946" grpId="0"/>
      <p:bldP spid="82947" grpId="0"/>
      <p:bldP spid="82948" grpId="0" animBg="1"/>
      <p:bldP spid="82949" grpId="0"/>
      <p:bldP spid="83028" grpId="0"/>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1202" name="Text Box 2"/>
          <p:cNvSpPr txBox="1"/>
          <p:nvPr/>
        </p:nvSpPr>
        <p:spPr>
          <a:xfrm>
            <a:off x="250825" y="549275"/>
            <a:ext cx="1296988" cy="579438"/>
          </a:xfrm>
          <a:prstGeom prst="rect">
            <a:avLst/>
          </a:prstGeom>
          <a:noFill/>
          <a:ln w="9525">
            <a:noFill/>
          </a:ln>
        </p:spPr>
        <p:txBody>
          <a:bodyPr>
            <a:spAutoFit/>
          </a:bodyPr>
          <a:p>
            <a:pPr>
              <a:spcBef>
                <a:spcPct val="50000"/>
              </a:spcBef>
            </a:pPr>
            <a:r>
              <a:rPr lang="zh-CN" altLang="en-US" sz="3200" dirty="0">
                <a:solidFill>
                  <a:schemeClr val="bg1"/>
                </a:solidFill>
                <a:latin typeface="宋体" panose="02010600030101010101" pitchFamily="2" charset="-122"/>
                <a:ea typeface="宋体" panose="02010600030101010101" pitchFamily="2" charset="-122"/>
              </a:rPr>
              <a:t>例</a:t>
            </a:r>
            <a:r>
              <a:rPr lang="en-US" altLang="zh-CN" sz="3200" b="0" dirty="0">
                <a:solidFill>
                  <a:schemeClr val="bg1"/>
                </a:solidFill>
                <a:latin typeface="Times New Roman" panose="02020603050405020304" pitchFamily="18" charset="0"/>
                <a:ea typeface="宋体" panose="02010600030101010101" pitchFamily="2" charset="-122"/>
              </a:rPr>
              <a:t>1-5</a:t>
            </a:r>
            <a:endParaRPr lang="en-US" altLang="zh-CN" sz="3200" b="0" dirty="0">
              <a:solidFill>
                <a:schemeClr val="bg1"/>
              </a:solidFill>
              <a:latin typeface="Times New Roman" panose="02020603050405020304" pitchFamily="18" charset="0"/>
              <a:ea typeface="宋体" panose="02010600030101010101" pitchFamily="2" charset="-122"/>
            </a:endParaRPr>
          </a:p>
        </p:txBody>
      </p:sp>
      <p:grpSp>
        <p:nvGrpSpPr>
          <p:cNvPr id="2" name="Group 60"/>
          <p:cNvGrpSpPr/>
          <p:nvPr/>
        </p:nvGrpSpPr>
        <p:grpSpPr>
          <a:xfrm>
            <a:off x="1262063" y="404813"/>
            <a:ext cx="7881937" cy="976312"/>
            <a:chOff x="612" y="119"/>
            <a:chExt cx="4965" cy="615"/>
          </a:xfrm>
        </p:grpSpPr>
        <p:sp>
          <p:nvSpPr>
            <p:cNvPr id="26678" name="Text Box 4"/>
            <p:cNvSpPr txBox="1"/>
            <p:nvPr/>
          </p:nvSpPr>
          <p:spPr>
            <a:xfrm>
              <a:off x="612" y="196"/>
              <a:ext cx="4491" cy="381"/>
            </a:xfrm>
            <a:prstGeom prst="rect">
              <a:avLst/>
            </a:prstGeom>
            <a:noFill/>
            <a:ln w="9525">
              <a:noFill/>
            </a:ln>
          </p:spPr>
          <p:txBody>
            <a:bodyPr>
              <a:spAutoFit/>
            </a:bodyPr>
            <a:p>
              <a:pPr>
                <a:lnSpc>
                  <a:spcPct val="120000"/>
                </a:lnSpc>
                <a:spcBef>
                  <a:spcPct val="50000"/>
                </a:spcBef>
              </a:pPr>
              <a:r>
                <a:rPr lang="zh-CN" altLang="en-US" dirty="0">
                  <a:latin typeface="楷体_GB2312" pitchFamily="49" charset="-122"/>
                </a:rPr>
                <a:t>图为</a:t>
              </a:r>
              <a:r>
                <a:rPr lang="en-US" altLang="zh-CN" b="0" i="1" dirty="0">
                  <a:solidFill>
                    <a:schemeClr val="bg1"/>
                  </a:solidFill>
                  <a:latin typeface="Times New Roman" panose="02020603050405020304" pitchFamily="18" charset="0"/>
                </a:rPr>
                <a:t>RC</a:t>
              </a:r>
              <a:r>
                <a:rPr lang="zh-CN" altLang="en-US" dirty="0">
                  <a:latin typeface="楷体_GB2312" pitchFamily="49" charset="-122"/>
                </a:rPr>
                <a:t>选频网络，求</a:t>
              </a:r>
              <a:r>
                <a:rPr lang="en-US" altLang="zh-CN" b="0" i="1" dirty="0">
                  <a:solidFill>
                    <a:schemeClr val="bg1"/>
                  </a:solidFill>
                  <a:latin typeface="Times New Roman" panose="02020603050405020304" pitchFamily="18" charset="0"/>
                </a:rPr>
                <a:t>u</a:t>
              </a:r>
              <a:r>
                <a:rPr lang="en-US" altLang="zh-CN" b="0" baseline="-25000" dirty="0">
                  <a:solidFill>
                    <a:schemeClr val="bg1"/>
                  </a:solidFill>
                  <a:latin typeface="Times New Roman" panose="02020603050405020304" pitchFamily="18" charset="0"/>
                </a:rPr>
                <a:t>1</a:t>
              </a:r>
              <a:r>
                <a:rPr lang="zh-CN" altLang="en-US" dirty="0">
                  <a:latin typeface="楷体_GB2312" pitchFamily="49" charset="-122"/>
                </a:rPr>
                <a:t>和</a:t>
              </a:r>
              <a:r>
                <a:rPr lang="en-US" altLang="zh-CN" b="0" i="1" dirty="0">
                  <a:solidFill>
                    <a:schemeClr val="bg1"/>
                  </a:solidFill>
                  <a:latin typeface="Times New Roman" panose="02020603050405020304" pitchFamily="18" charset="0"/>
                </a:rPr>
                <a:t>u</a:t>
              </a:r>
              <a:r>
                <a:rPr lang="en-US" altLang="zh-CN" b="0" baseline="-25000" dirty="0">
                  <a:solidFill>
                    <a:schemeClr val="bg1"/>
                  </a:solidFill>
                  <a:latin typeface="Times New Roman" panose="02020603050405020304" pitchFamily="18" charset="0"/>
                </a:rPr>
                <a:t>2</a:t>
              </a:r>
              <a:r>
                <a:rPr lang="zh-CN" altLang="en-US" dirty="0">
                  <a:latin typeface="楷体_GB2312" pitchFamily="49" charset="-122"/>
                </a:rPr>
                <a:t>同相位的条件及</a:t>
              </a:r>
              <a:endParaRPr lang="zh-CN" altLang="en-US" dirty="0">
                <a:latin typeface="楷体_GB2312" pitchFamily="49" charset="-122"/>
              </a:endParaRPr>
            </a:p>
          </p:txBody>
        </p:sp>
        <p:graphicFrame>
          <p:nvGraphicFramePr>
            <p:cNvPr id="26631" name="Object 5"/>
            <p:cNvGraphicFramePr/>
            <p:nvPr/>
          </p:nvGraphicFramePr>
          <p:xfrm>
            <a:off x="4967" y="119"/>
            <a:ext cx="610" cy="615"/>
          </p:xfrm>
          <a:graphic>
            <a:graphicData uri="http://schemas.openxmlformats.org/presentationml/2006/ole">
              <mc:AlternateContent xmlns:mc="http://schemas.openxmlformats.org/markup-compatibility/2006">
                <mc:Choice xmlns:v="urn:schemas-microsoft-com:vml" Requires="v">
                  <p:oleObj spid="_x0000_s3180" name="" r:id="rId1" imgW="508000" imgH="508000" progId="Equation.3">
                    <p:embed/>
                  </p:oleObj>
                </mc:Choice>
                <mc:Fallback>
                  <p:oleObj name="" r:id="rId1" imgW="508000" imgH="508000" progId="Equation.3">
                    <p:embed/>
                    <p:pic>
                      <p:nvPicPr>
                        <p:cNvPr id="0" name="图片 3179"/>
                        <p:cNvPicPr/>
                        <p:nvPr/>
                      </p:nvPicPr>
                      <p:blipFill>
                        <a:blip r:embed="rId2">
                          <a:clrChange>
                            <a:clrFrom>
                              <a:srgbClr val="000000"/>
                            </a:clrFrom>
                            <a:clrTo>
                              <a:srgbClr val="FFFFFF"/>
                            </a:clrTo>
                          </a:clrChange>
                        </a:blip>
                        <a:stretch>
                          <a:fillRect/>
                        </a:stretch>
                      </p:blipFill>
                      <p:spPr>
                        <a:xfrm>
                          <a:off x="4967" y="119"/>
                          <a:ext cx="610" cy="615"/>
                        </a:xfrm>
                        <a:prstGeom prst="rect">
                          <a:avLst/>
                        </a:prstGeom>
                        <a:noFill/>
                        <a:ln w="38100">
                          <a:noFill/>
                          <a:miter/>
                        </a:ln>
                      </p:spPr>
                    </p:pic>
                  </p:oleObj>
                </mc:Fallback>
              </mc:AlternateContent>
            </a:graphicData>
          </a:graphic>
        </p:graphicFrame>
      </p:grpSp>
      <p:sp>
        <p:nvSpPr>
          <p:cNvPr id="51237" name="Text Box 37"/>
          <p:cNvSpPr txBox="1"/>
          <p:nvPr/>
        </p:nvSpPr>
        <p:spPr>
          <a:xfrm>
            <a:off x="250825" y="1196975"/>
            <a:ext cx="541338" cy="519113"/>
          </a:xfrm>
          <a:prstGeom prst="rect">
            <a:avLst/>
          </a:prstGeom>
          <a:solidFill>
            <a:srgbClr val="990033"/>
          </a:solidFill>
          <a:ln w="9525">
            <a:noFill/>
          </a:ln>
        </p:spPr>
        <p:txBody>
          <a:bodyPr wrap="none">
            <a:spAutoFit/>
          </a:bodyPr>
          <a:p>
            <a:pPr>
              <a:spcBef>
                <a:spcPct val="50000"/>
              </a:spcBef>
            </a:pPr>
            <a:r>
              <a:rPr lang="zh-CN" altLang="en-US" dirty="0">
                <a:solidFill>
                  <a:schemeClr val="bg1"/>
                </a:solidFill>
                <a:latin typeface="Times New Roman" panose="02020603050405020304" pitchFamily="18" charset="0"/>
                <a:ea typeface="宋体" panose="02010600030101010101" pitchFamily="2" charset="-122"/>
              </a:rPr>
              <a:t>解</a:t>
            </a:r>
            <a:endParaRPr lang="zh-CN" altLang="en-US" dirty="0">
              <a:solidFill>
                <a:schemeClr val="bg1"/>
              </a:solidFill>
              <a:latin typeface="Times New Roman" panose="02020603050405020304" pitchFamily="18" charset="0"/>
              <a:ea typeface="宋体" panose="02010600030101010101" pitchFamily="2" charset="-122"/>
            </a:endParaRPr>
          </a:p>
        </p:txBody>
      </p:sp>
      <p:sp>
        <p:nvSpPr>
          <p:cNvPr id="51238" name="Text Box 38"/>
          <p:cNvSpPr txBox="1"/>
          <p:nvPr/>
        </p:nvSpPr>
        <p:spPr>
          <a:xfrm>
            <a:off x="900113" y="1125538"/>
            <a:ext cx="4679950" cy="579437"/>
          </a:xfrm>
          <a:prstGeom prst="rect">
            <a:avLst/>
          </a:prstGeom>
          <a:noFill/>
          <a:ln w="9525">
            <a:noFill/>
          </a:ln>
        </p:spPr>
        <p:txBody>
          <a:bodyPr>
            <a:spAutoFit/>
          </a:bodyPr>
          <a:p>
            <a:pPr>
              <a:spcBef>
                <a:spcPct val="50000"/>
              </a:spcBef>
            </a:pPr>
            <a:r>
              <a:rPr lang="zh-CN" altLang="en-US" dirty="0">
                <a:latin typeface="Times New Roman" panose="02020603050405020304" pitchFamily="18" charset="0"/>
              </a:rPr>
              <a:t>设</a:t>
            </a:r>
            <a:r>
              <a:rPr lang="zh-CN" altLang="en-US" sz="2400" dirty="0">
                <a:latin typeface="Times New Roman" panose="02020603050405020304" pitchFamily="18" charset="0"/>
                <a:ea typeface="宋体" panose="02010600030101010101" pitchFamily="2" charset="-122"/>
              </a:rPr>
              <a:t>：</a:t>
            </a:r>
            <a:r>
              <a:rPr lang="en-US" altLang="zh-CN" sz="3200" b="0" i="1" dirty="0">
                <a:solidFill>
                  <a:schemeClr val="bg1"/>
                </a:solidFill>
                <a:latin typeface="Times New Roman" panose="02020603050405020304" pitchFamily="18" charset="0"/>
                <a:ea typeface="宋体" panose="02010600030101010101" pitchFamily="2" charset="-122"/>
              </a:rPr>
              <a:t>Z</a:t>
            </a:r>
            <a:r>
              <a:rPr lang="en-US" altLang="zh-CN" sz="3200" b="0" baseline="-25000" dirty="0">
                <a:solidFill>
                  <a:schemeClr val="bg1"/>
                </a:solidFill>
                <a:latin typeface="Times New Roman" panose="02020603050405020304" pitchFamily="18" charset="0"/>
                <a:ea typeface="宋体" panose="02010600030101010101" pitchFamily="2" charset="-122"/>
              </a:rPr>
              <a:t>1</a:t>
            </a:r>
            <a:r>
              <a:rPr lang="en-US" altLang="zh-CN" sz="3200" b="0" dirty="0">
                <a:solidFill>
                  <a:schemeClr val="bg1"/>
                </a:solidFill>
                <a:latin typeface="Times New Roman" panose="02020603050405020304" pitchFamily="18" charset="0"/>
                <a:ea typeface="宋体" panose="02010600030101010101" pitchFamily="2" charset="-122"/>
              </a:rPr>
              <a:t>=</a:t>
            </a:r>
            <a:r>
              <a:rPr lang="en-US" altLang="zh-CN" sz="3200" b="0" i="1" dirty="0">
                <a:solidFill>
                  <a:schemeClr val="bg1"/>
                </a:solidFill>
                <a:latin typeface="Times New Roman" panose="02020603050405020304" pitchFamily="18" charset="0"/>
                <a:ea typeface="宋体" panose="02010600030101010101" pitchFamily="2" charset="-122"/>
              </a:rPr>
              <a:t>R</a:t>
            </a:r>
            <a:r>
              <a:rPr lang="en-US" altLang="zh-CN" sz="3200" b="0" dirty="0">
                <a:solidFill>
                  <a:schemeClr val="bg1"/>
                </a:solidFill>
                <a:latin typeface="Times New Roman" panose="02020603050405020304" pitchFamily="18" charset="0"/>
                <a:ea typeface="宋体" panose="02010600030101010101" pitchFamily="2" charset="-122"/>
              </a:rPr>
              <a:t>+j</a:t>
            </a:r>
            <a:r>
              <a:rPr lang="en-US" altLang="zh-CN" sz="3200" b="0" i="1" dirty="0">
                <a:solidFill>
                  <a:schemeClr val="bg1"/>
                </a:solidFill>
                <a:latin typeface="Times New Roman" panose="02020603050405020304" pitchFamily="18" charset="0"/>
                <a:ea typeface="宋体" panose="02010600030101010101" pitchFamily="2" charset="-122"/>
              </a:rPr>
              <a:t>X</a:t>
            </a:r>
            <a:r>
              <a:rPr lang="en-US" altLang="zh-CN" sz="3200" b="0" i="1" baseline="-25000" dirty="0">
                <a:solidFill>
                  <a:schemeClr val="bg1"/>
                </a:solidFill>
                <a:latin typeface="Times New Roman" panose="02020603050405020304" pitchFamily="18" charset="0"/>
                <a:ea typeface="宋体" panose="02010600030101010101" pitchFamily="2" charset="-122"/>
              </a:rPr>
              <a:t>C</a:t>
            </a:r>
            <a:r>
              <a:rPr lang="en-US" altLang="zh-CN" sz="3200" b="0" dirty="0">
                <a:solidFill>
                  <a:schemeClr val="bg1"/>
                </a:solidFill>
                <a:latin typeface="Times New Roman" panose="02020603050405020304" pitchFamily="18" charset="0"/>
                <a:ea typeface="宋体" panose="02010600030101010101" pitchFamily="2" charset="-122"/>
              </a:rPr>
              <a:t>, </a:t>
            </a:r>
            <a:r>
              <a:rPr lang="en-US" altLang="zh-CN" sz="3200" b="0" i="1" dirty="0">
                <a:solidFill>
                  <a:schemeClr val="bg1"/>
                </a:solidFill>
                <a:latin typeface="Times New Roman" panose="02020603050405020304" pitchFamily="18" charset="0"/>
                <a:ea typeface="宋体" panose="02010600030101010101" pitchFamily="2" charset="-122"/>
              </a:rPr>
              <a:t>Z</a:t>
            </a:r>
            <a:r>
              <a:rPr lang="en-US" altLang="zh-CN" sz="3200" b="0" baseline="-25000" dirty="0">
                <a:solidFill>
                  <a:schemeClr val="bg1"/>
                </a:solidFill>
                <a:latin typeface="Times New Roman" panose="02020603050405020304" pitchFamily="18" charset="0"/>
                <a:ea typeface="宋体" panose="02010600030101010101" pitchFamily="2" charset="-122"/>
              </a:rPr>
              <a:t>2</a:t>
            </a:r>
            <a:r>
              <a:rPr lang="en-US" altLang="zh-CN" sz="3200" b="0" dirty="0">
                <a:solidFill>
                  <a:schemeClr val="bg1"/>
                </a:solidFill>
                <a:latin typeface="Times New Roman" panose="02020603050405020304" pitchFamily="18" charset="0"/>
                <a:ea typeface="宋体" panose="02010600030101010101" pitchFamily="2" charset="-122"/>
              </a:rPr>
              <a:t>=</a:t>
            </a:r>
            <a:r>
              <a:rPr lang="en-US" altLang="zh-CN" sz="3200" b="0" i="1" dirty="0">
                <a:solidFill>
                  <a:schemeClr val="bg1"/>
                </a:solidFill>
                <a:latin typeface="Times New Roman" panose="02020603050405020304" pitchFamily="18" charset="0"/>
                <a:ea typeface="宋体" panose="02010600030101010101" pitchFamily="2" charset="-122"/>
              </a:rPr>
              <a:t>R</a:t>
            </a:r>
            <a:r>
              <a:rPr lang="en-US" altLang="zh-CN" sz="3200" b="0" dirty="0">
                <a:solidFill>
                  <a:schemeClr val="bg1"/>
                </a:solidFill>
                <a:latin typeface="Times New Roman" panose="02020603050405020304" pitchFamily="18" charset="0"/>
                <a:ea typeface="宋体" panose="02010600030101010101" pitchFamily="2" charset="-122"/>
              </a:rPr>
              <a:t>//j</a:t>
            </a:r>
            <a:r>
              <a:rPr lang="en-US" altLang="zh-CN" sz="3200" b="0" i="1" dirty="0">
                <a:solidFill>
                  <a:schemeClr val="bg1"/>
                </a:solidFill>
                <a:latin typeface="Times New Roman" panose="02020603050405020304" pitchFamily="18" charset="0"/>
                <a:ea typeface="宋体" panose="02010600030101010101" pitchFamily="2" charset="-122"/>
              </a:rPr>
              <a:t>X</a:t>
            </a:r>
            <a:r>
              <a:rPr lang="en-US" altLang="zh-CN" sz="3200" b="0" i="1" baseline="-25000" dirty="0">
                <a:solidFill>
                  <a:schemeClr val="bg1"/>
                </a:solidFill>
                <a:latin typeface="Times New Roman" panose="02020603050405020304" pitchFamily="18" charset="0"/>
                <a:ea typeface="宋体" panose="02010600030101010101" pitchFamily="2" charset="-122"/>
              </a:rPr>
              <a:t>C</a:t>
            </a:r>
            <a:endParaRPr lang="en-US" altLang="zh-CN" sz="3200" b="0" i="1" baseline="-25000" dirty="0">
              <a:solidFill>
                <a:schemeClr val="bg1"/>
              </a:solidFill>
              <a:latin typeface="Times New Roman" panose="02020603050405020304" pitchFamily="18" charset="0"/>
              <a:ea typeface="宋体" panose="02010600030101010101" pitchFamily="2" charset="-122"/>
            </a:endParaRPr>
          </a:p>
        </p:txBody>
      </p:sp>
      <p:graphicFrame>
        <p:nvGraphicFramePr>
          <p:cNvPr id="51239" name="Object 39"/>
          <p:cNvGraphicFramePr/>
          <p:nvPr/>
        </p:nvGraphicFramePr>
        <p:xfrm>
          <a:off x="1116013" y="1773238"/>
          <a:ext cx="1944687" cy="1069975"/>
        </p:xfrm>
        <a:graphic>
          <a:graphicData uri="http://schemas.openxmlformats.org/presentationml/2006/ole">
            <mc:AlternateContent xmlns:mc="http://schemas.openxmlformats.org/markup-compatibility/2006">
              <mc:Choice xmlns:v="urn:schemas-microsoft-com:vml" Requires="v">
                <p:oleObj spid="_x0000_s3182" name="" r:id="rId3" imgW="927100" imgH="508000" progId="Equation.3">
                  <p:embed/>
                </p:oleObj>
              </mc:Choice>
              <mc:Fallback>
                <p:oleObj name="" r:id="rId3" imgW="927100" imgH="508000" progId="Equation.3">
                  <p:embed/>
                  <p:pic>
                    <p:nvPicPr>
                      <p:cNvPr id="0" name="图片 3181"/>
                      <p:cNvPicPr/>
                      <p:nvPr/>
                    </p:nvPicPr>
                    <p:blipFill>
                      <a:blip r:embed="rId4">
                        <a:clrChange>
                          <a:clrFrom>
                            <a:srgbClr val="000000"/>
                          </a:clrFrom>
                          <a:clrTo>
                            <a:srgbClr val="FFFFFF"/>
                          </a:clrTo>
                        </a:clrChange>
                      </a:blip>
                      <a:stretch>
                        <a:fillRect/>
                      </a:stretch>
                    </p:blipFill>
                    <p:spPr>
                      <a:xfrm>
                        <a:off x="1116013" y="1773238"/>
                        <a:ext cx="1944687" cy="1069975"/>
                      </a:xfrm>
                      <a:prstGeom prst="rect">
                        <a:avLst/>
                      </a:prstGeom>
                      <a:noFill/>
                      <a:ln w="38100">
                        <a:noFill/>
                        <a:miter/>
                      </a:ln>
                    </p:spPr>
                  </p:pic>
                </p:oleObj>
              </mc:Fallback>
            </mc:AlternateContent>
          </a:graphicData>
        </a:graphic>
      </p:graphicFrame>
      <p:sp>
        <p:nvSpPr>
          <p:cNvPr id="51240" name="Line 40"/>
          <p:cNvSpPr/>
          <p:nvPr/>
        </p:nvSpPr>
        <p:spPr>
          <a:xfrm>
            <a:off x="468313" y="3141663"/>
            <a:ext cx="504825" cy="0"/>
          </a:xfrm>
          <a:prstGeom prst="line">
            <a:avLst/>
          </a:prstGeom>
          <a:ln w="76200" cap="flat" cmpd="sng">
            <a:solidFill>
              <a:srgbClr val="0066FF"/>
            </a:solidFill>
            <a:prstDash val="solid"/>
            <a:headEnd type="none" w="med" len="med"/>
            <a:tailEnd type="triangle" w="med" len="med"/>
          </a:ln>
        </p:spPr>
      </p:sp>
      <p:graphicFrame>
        <p:nvGraphicFramePr>
          <p:cNvPr id="51241" name="Object 41"/>
          <p:cNvGraphicFramePr/>
          <p:nvPr/>
        </p:nvGraphicFramePr>
        <p:xfrm>
          <a:off x="1042988" y="2852738"/>
          <a:ext cx="3384550" cy="1114425"/>
        </p:xfrm>
        <a:graphic>
          <a:graphicData uri="http://schemas.openxmlformats.org/presentationml/2006/ole">
            <mc:AlternateContent xmlns:mc="http://schemas.openxmlformats.org/markup-compatibility/2006">
              <mc:Choice xmlns:v="urn:schemas-microsoft-com:vml" Requires="v">
                <p:oleObj spid="_x0000_s3176" name="" r:id="rId5" imgW="1549400" imgH="508000" progId="Equation.3">
                  <p:embed/>
                </p:oleObj>
              </mc:Choice>
              <mc:Fallback>
                <p:oleObj name="" r:id="rId5" imgW="1549400" imgH="508000" progId="Equation.3">
                  <p:embed/>
                  <p:pic>
                    <p:nvPicPr>
                      <p:cNvPr id="0" name="图片 3175"/>
                      <p:cNvPicPr/>
                      <p:nvPr/>
                    </p:nvPicPr>
                    <p:blipFill>
                      <a:blip r:embed="rId6">
                        <a:clrChange>
                          <a:clrFrom>
                            <a:srgbClr val="000000"/>
                          </a:clrFrom>
                          <a:clrTo>
                            <a:srgbClr val="FFFFFF"/>
                          </a:clrTo>
                        </a:clrChange>
                      </a:blip>
                      <a:stretch>
                        <a:fillRect/>
                      </a:stretch>
                    </p:blipFill>
                    <p:spPr>
                      <a:xfrm>
                        <a:off x="1042988" y="2852738"/>
                        <a:ext cx="3384550" cy="1114425"/>
                      </a:xfrm>
                      <a:prstGeom prst="rect">
                        <a:avLst/>
                      </a:prstGeom>
                      <a:noFill/>
                      <a:ln w="38100">
                        <a:noFill/>
                        <a:miter/>
                      </a:ln>
                    </p:spPr>
                  </p:pic>
                </p:oleObj>
              </mc:Fallback>
            </mc:AlternateContent>
          </a:graphicData>
        </a:graphic>
      </p:graphicFrame>
      <p:graphicFrame>
        <p:nvGraphicFramePr>
          <p:cNvPr id="51242" name="Object 42"/>
          <p:cNvGraphicFramePr/>
          <p:nvPr/>
        </p:nvGraphicFramePr>
        <p:xfrm>
          <a:off x="539750" y="4029075"/>
          <a:ext cx="5832475" cy="2063750"/>
        </p:xfrm>
        <a:graphic>
          <a:graphicData uri="http://schemas.openxmlformats.org/presentationml/2006/ole">
            <mc:AlternateContent xmlns:mc="http://schemas.openxmlformats.org/markup-compatibility/2006">
              <mc:Choice xmlns:v="urn:schemas-microsoft-com:vml" Requires="v">
                <p:oleObj spid="_x0000_s3177" name="" r:id="rId7" imgW="3048000" imgH="1079500" progId="Equation.3">
                  <p:embed/>
                </p:oleObj>
              </mc:Choice>
              <mc:Fallback>
                <p:oleObj name="" r:id="rId7" imgW="3048000" imgH="1079500" progId="Equation.3">
                  <p:embed/>
                  <p:pic>
                    <p:nvPicPr>
                      <p:cNvPr id="0" name="图片 3176"/>
                      <p:cNvPicPr/>
                      <p:nvPr/>
                    </p:nvPicPr>
                    <p:blipFill>
                      <a:blip r:embed="rId8">
                        <a:clrChange>
                          <a:clrFrom>
                            <a:srgbClr val="000000"/>
                          </a:clrFrom>
                          <a:clrTo>
                            <a:srgbClr val="FFFFFF"/>
                          </a:clrTo>
                        </a:clrChange>
                      </a:blip>
                      <a:stretch>
                        <a:fillRect/>
                      </a:stretch>
                    </p:blipFill>
                    <p:spPr>
                      <a:xfrm>
                        <a:off x="539750" y="4029075"/>
                        <a:ext cx="5832475" cy="2063750"/>
                      </a:xfrm>
                      <a:prstGeom prst="rect">
                        <a:avLst/>
                      </a:prstGeom>
                      <a:noFill/>
                      <a:ln w="38100">
                        <a:noFill/>
                        <a:miter/>
                      </a:ln>
                    </p:spPr>
                  </p:pic>
                </p:oleObj>
              </mc:Fallback>
            </mc:AlternateContent>
          </a:graphicData>
        </a:graphic>
      </p:graphicFrame>
      <p:sp>
        <p:nvSpPr>
          <p:cNvPr id="51243" name="Line 43"/>
          <p:cNvSpPr/>
          <p:nvPr/>
        </p:nvSpPr>
        <p:spPr>
          <a:xfrm>
            <a:off x="6227763" y="4437063"/>
            <a:ext cx="647700" cy="0"/>
          </a:xfrm>
          <a:prstGeom prst="line">
            <a:avLst/>
          </a:prstGeom>
          <a:ln w="76200" cap="flat" cmpd="sng">
            <a:solidFill>
              <a:srgbClr val="0066FF"/>
            </a:solidFill>
            <a:prstDash val="solid"/>
            <a:headEnd type="none" w="med" len="med"/>
            <a:tailEnd type="triangle" w="med" len="med"/>
          </a:ln>
        </p:spPr>
      </p:sp>
      <p:graphicFrame>
        <p:nvGraphicFramePr>
          <p:cNvPr id="51245" name="Object 45"/>
          <p:cNvGraphicFramePr/>
          <p:nvPr/>
        </p:nvGraphicFramePr>
        <p:xfrm>
          <a:off x="6948488" y="4221163"/>
          <a:ext cx="1222375" cy="538162"/>
        </p:xfrm>
        <a:graphic>
          <a:graphicData uri="http://schemas.openxmlformats.org/presentationml/2006/ole">
            <mc:AlternateContent xmlns:mc="http://schemas.openxmlformats.org/markup-compatibility/2006">
              <mc:Choice xmlns:v="urn:schemas-microsoft-com:vml" Requires="v">
                <p:oleObj spid="_x0000_s3178" name="" r:id="rId9" imgW="608965" imgH="266065" progId="Equation.3">
                  <p:embed/>
                </p:oleObj>
              </mc:Choice>
              <mc:Fallback>
                <p:oleObj name="" r:id="rId9" imgW="608965" imgH="266065" progId="Equation.3">
                  <p:embed/>
                  <p:pic>
                    <p:nvPicPr>
                      <p:cNvPr id="0" name="图片 3177"/>
                      <p:cNvPicPr/>
                      <p:nvPr/>
                    </p:nvPicPr>
                    <p:blipFill>
                      <a:blip r:embed="rId10">
                        <a:clrChange>
                          <a:clrFrom>
                            <a:srgbClr val="000000"/>
                          </a:clrFrom>
                          <a:clrTo>
                            <a:srgbClr val="FFFFFF"/>
                          </a:clrTo>
                        </a:clrChange>
                      </a:blip>
                      <a:stretch>
                        <a:fillRect/>
                      </a:stretch>
                    </p:blipFill>
                    <p:spPr>
                      <a:xfrm>
                        <a:off x="6948488" y="4221163"/>
                        <a:ext cx="1222375" cy="538162"/>
                      </a:xfrm>
                      <a:prstGeom prst="rect">
                        <a:avLst/>
                      </a:prstGeom>
                      <a:noFill/>
                      <a:ln w="38100">
                        <a:noFill/>
                        <a:miter/>
                      </a:ln>
                    </p:spPr>
                  </p:pic>
                </p:oleObj>
              </mc:Fallback>
            </mc:AlternateContent>
          </a:graphicData>
        </a:graphic>
      </p:graphicFrame>
      <p:graphicFrame>
        <p:nvGraphicFramePr>
          <p:cNvPr id="51246" name="Object 46"/>
          <p:cNvGraphicFramePr/>
          <p:nvPr/>
        </p:nvGraphicFramePr>
        <p:xfrm>
          <a:off x="6732588" y="4941888"/>
          <a:ext cx="1871662" cy="963612"/>
        </p:xfrm>
        <a:graphic>
          <a:graphicData uri="http://schemas.openxmlformats.org/presentationml/2006/ole">
            <mc:AlternateContent xmlns:mc="http://schemas.openxmlformats.org/markup-compatibility/2006">
              <mc:Choice xmlns:v="urn:schemas-microsoft-com:vml" Requires="v">
                <p:oleObj spid="_x0000_s3179" name="" r:id="rId11" imgW="989965" imgH="508000" progId="Equation.3">
                  <p:embed/>
                </p:oleObj>
              </mc:Choice>
              <mc:Fallback>
                <p:oleObj name="" r:id="rId11" imgW="989965" imgH="508000" progId="Equation.3">
                  <p:embed/>
                  <p:pic>
                    <p:nvPicPr>
                      <p:cNvPr id="0" name="图片 3178"/>
                      <p:cNvPicPr/>
                      <p:nvPr/>
                    </p:nvPicPr>
                    <p:blipFill>
                      <a:blip r:embed="rId12">
                        <a:clrChange>
                          <a:clrFrom>
                            <a:srgbClr val="000000"/>
                          </a:clrFrom>
                          <a:clrTo>
                            <a:srgbClr val="FFFFFF"/>
                          </a:clrTo>
                        </a:clrChange>
                      </a:blip>
                      <a:stretch>
                        <a:fillRect/>
                      </a:stretch>
                    </p:blipFill>
                    <p:spPr>
                      <a:xfrm>
                        <a:off x="6732588" y="4941888"/>
                        <a:ext cx="1871662" cy="963612"/>
                      </a:xfrm>
                      <a:prstGeom prst="rect">
                        <a:avLst/>
                      </a:prstGeom>
                      <a:noFill/>
                      <a:ln w="38100">
                        <a:noFill/>
                        <a:miter/>
                      </a:ln>
                    </p:spPr>
                  </p:pic>
                </p:oleObj>
              </mc:Fallback>
            </mc:AlternateContent>
          </a:graphicData>
        </a:graphic>
      </p:graphicFrame>
      <p:grpSp>
        <p:nvGrpSpPr>
          <p:cNvPr id="26638" name="Group 51"/>
          <p:cNvGrpSpPr/>
          <p:nvPr/>
        </p:nvGrpSpPr>
        <p:grpSpPr>
          <a:xfrm>
            <a:off x="8316913" y="6446838"/>
            <a:ext cx="792162" cy="366712"/>
            <a:chOff x="5193" y="4020"/>
            <a:chExt cx="499" cy="231"/>
          </a:xfrm>
        </p:grpSpPr>
        <p:pic>
          <p:nvPicPr>
            <p:cNvPr id="26676" name="Picture 52" descr="78900"/>
            <p:cNvPicPr>
              <a:picLocks noChangeAspect="1"/>
            </p:cNvPicPr>
            <p:nvPr/>
          </p:nvPicPr>
          <p:blipFill>
            <a:blip r:embed="rId13"/>
            <a:stretch>
              <a:fillRect/>
            </a:stretch>
          </p:blipFill>
          <p:spPr>
            <a:xfrm>
              <a:off x="5193" y="4066"/>
              <a:ext cx="499" cy="181"/>
            </a:xfrm>
            <a:prstGeom prst="rect">
              <a:avLst/>
            </a:prstGeom>
            <a:noFill/>
            <a:ln w="9525">
              <a:noFill/>
            </a:ln>
          </p:spPr>
        </p:pic>
        <p:sp>
          <p:nvSpPr>
            <p:cNvPr id="26677" name="Text Box 53">
              <a:hlinkClick r:id="" action="ppaction://hlinkshowjump?jump=nextslide"/>
            </p:cNvPr>
            <p:cNvSpPr txBox="1"/>
            <p:nvPr/>
          </p:nvSpPr>
          <p:spPr>
            <a:xfrm>
              <a:off x="5216" y="4020"/>
              <a:ext cx="476" cy="231"/>
            </a:xfrm>
            <a:prstGeom prst="rect">
              <a:avLst/>
            </a:prstGeom>
            <a:noFill/>
            <a:ln w="9525">
              <a:noFill/>
            </a:ln>
          </p:spPr>
          <p:txBody>
            <a:bodyPr wrap="none">
              <a:spAutoFit/>
            </a:bodyPr>
            <a:p>
              <a:pPr>
                <a:spcBef>
                  <a:spcPct val="50000"/>
                </a:spcBef>
              </a:pPr>
              <a:r>
                <a:rPr lang="zh-CN" altLang="en-US" sz="1800" b="0" dirty="0">
                  <a:solidFill>
                    <a:schemeClr val="bg1"/>
                  </a:solidFill>
                  <a:latin typeface="隶书" panose="02010509060101010101" pitchFamily="49" charset="-122"/>
                  <a:ea typeface="隶书" panose="02010509060101010101" pitchFamily="49" charset="-122"/>
                </a:rPr>
                <a:t>下 页</a:t>
              </a:r>
              <a:endParaRPr lang="zh-CN" altLang="en-US" sz="1800" b="0" dirty="0">
                <a:solidFill>
                  <a:schemeClr val="bg1"/>
                </a:solidFill>
                <a:latin typeface="隶书" panose="02010509060101010101" pitchFamily="49" charset="-122"/>
                <a:ea typeface="隶书" panose="02010509060101010101" pitchFamily="49" charset="-122"/>
              </a:endParaRPr>
            </a:p>
          </p:txBody>
        </p:sp>
      </p:grpSp>
      <p:grpSp>
        <p:nvGrpSpPr>
          <p:cNvPr id="26639" name="Group 54"/>
          <p:cNvGrpSpPr/>
          <p:nvPr/>
        </p:nvGrpSpPr>
        <p:grpSpPr>
          <a:xfrm>
            <a:off x="7453313" y="6446838"/>
            <a:ext cx="792162" cy="366712"/>
            <a:chOff x="4649" y="4020"/>
            <a:chExt cx="499" cy="231"/>
          </a:xfrm>
        </p:grpSpPr>
        <p:pic>
          <p:nvPicPr>
            <p:cNvPr id="26674" name="Picture 55" descr="78900"/>
            <p:cNvPicPr>
              <a:picLocks noChangeAspect="1"/>
            </p:cNvPicPr>
            <p:nvPr/>
          </p:nvPicPr>
          <p:blipFill>
            <a:blip r:embed="rId13"/>
            <a:stretch>
              <a:fillRect/>
            </a:stretch>
          </p:blipFill>
          <p:spPr>
            <a:xfrm>
              <a:off x="4649" y="4066"/>
              <a:ext cx="499" cy="181"/>
            </a:xfrm>
            <a:prstGeom prst="rect">
              <a:avLst/>
            </a:prstGeom>
            <a:noFill/>
            <a:ln w="9525">
              <a:noFill/>
            </a:ln>
          </p:spPr>
        </p:pic>
        <p:sp>
          <p:nvSpPr>
            <p:cNvPr id="26675" name="Text Box 56">
              <a:hlinkClick r:id="" action="ppaction://hlinkshowjump?jump=previousslide"/>
            </p:cNvPr>
            <p:cNvSpPr txBox="1"/>
            <p:nvPr/>
          </p:nvSpPr>
          <p:spPr>
            <a:xfrm>
              <a:off x="4672" y="4020"/>
              <a:ext cx="476" cy="231"/>
            </a:xfrm>
            <a:prstGeom prst="rect">
              <a:avLst/>
            </a:prstGeom>
            <a:noFill/>
            <a:ln w="9525">
              <a:noFill/>
            </a:ln>
          </p:spPr>
          <p:txBody>
            <a:bodyPr wrap="none">
              <a:spAutoFit/>
            </a:bodyPr>
            <a:p>
              <a:pPr>
                <a:spcBef>
                  <a:spcPct val="50000"/>
                </a:spcBef>
              </a:pPr>
              <a:r>
                <a:rPr lang="zh-CN" altLang="en-US" sz="1800" b="0" dirty="0">
                  <a:solidFill>
                    <a:schemeClr val="bg1"/>
                  </a:solidFill>
                  <a:latin typeface="隶书" panose="02010509060101010101" pitchFamily="49" charset="-122"/>
                  <a:ea typeface="隶书" panose="02010509060101010101" pitchFamily="49" charset="-122"/>
                </a:rPr>
                <a:t>上 页</a:t>
              </a:r>
              <a:endParaRPr lang="zh-CN" altLang="en-US" sz="1800" b="0" dirty="0">
                <a:solidFill>
                  <a:schemeClr val="bg1"/>
                </a:solidFill>
                <a:latin typeface="隶书" panose="02010509060101010101" pitchFamily="49" charset="-122"/>
                <a:ea typeface="隶书" panose="02010509060101010101" pitchFamily="49" charset="-122"/>
              </a:endParaRPr>
            </a:p>
          </p:txBody>
        </p:sp>
      </p:grpSp>
      <p:grpSp>
        <p:nvGrpSpPr>
          <p:cNvPr id="5" name="Group 61"/>
          <p:cNvGrpSpPr/>
          <p:nvPr/>
        </p:nvGrpSpPr>
        <p:grpSpPr>
          <a:xfrm>
            <a:off x="5580063" y="1341438"/>
            <a:ext cx="3095625" cy="2665412"/>
            <a:chOff x="3288" y="436"/>
            <a:chExt cx="1950" cy="1679"/>
          </a:xfrm>
        </p:grpSpPr>
        <p:sp>
          <p:nvSpPr>
            <p:cNvPr id="26644" name="Text Box 62"/>
            <p:cNvSpPr txBox="1"/>
            <p:nvPr/>
          </p:nvSpPr>
          <p:spPr>
            <a:xfrm>
              <a:off x="4460" y="845"/>
              <a:ext cx="416" cy="327"/>
            </a:xfrm>
            <a:prstGeom prst="rect">
              <a:avLst/>
            </a:prstGeom>
            <a:noFill/>
            <a:ln w="28575">
              <a:noFill/>
            </a:ln>
          </p:spPr>
          <p:txBody>
            <a:bodyPr wrap="none" anchor="ctr" anchorCtr="0">
              <a:spAutoFit/>
            </a:bodyPr>
            <a:p>
              <a:pPr algn="ctr"/>
              <a:r>
                <a:rPr lang="en-US" altLang="zh-CN" b="0" dirty="0">
                  <a:solidFill>
                    <a:schemeClr val="bg1"/>
                  </a:solidFill>
                  <a:latin typeface="Times New Roman" panose="02020603050405020304" pitchFamily="18" charset="0"/>
                  <a:ea typeface="宋体" panose="02010600030101010101" pitchFamily="2" charset="-122"/>
                </a:rPr>
                <a:t>j</a:t>
              </a:r>
              <a:r>
                <a:rPr lang="en-US" altLang="zh-CN" b="0" i="1" dirty="0">
                  <a:solidFill>
                    <a:schemeClr val="bg1"/>
                  </a:solidFill>
                  <a:latin typeface="Times New Roman" panose="02020603050405020304" pitchFamily="18" charset="0"/>
                  <a:ea typeface="宋体" panose="02010600030101010101" pitchFamily="2" charset="-122"/>
                </a:rPr>
                <a:t>X</a:t>
              </a:r>
              <a:r>
                <a:rPr lang="en-US" altLang="zh-CN" b="0" i="1" baseline="-25000" dirty="0">
                  <a:solidFill>
                    <a:schemeClr val="bg1"/>
                  </a:solidFill>
                  <a:latin typeface="Times New Roman" panose="02020603050405020304" pitchFamily="18" charset="0"/>
                  <a:ea typeface="宋体" panose="02010600030101010101" pitchFamily="2" charset="-122"/>
                </a:rPr>
                <a:t>C</a:t>
              </a:r>
              <a:endParaRPr lang="en-US" altLang="zh-CN" b="0" i="1" baseline="-25000" dirty="0">
                <a:solidFill>
                  <a:schemeClr val="bg1"/>
                </a:solidFill>
                <a:latin typeface="Times New Roman" panose="02020603050405020304" pitchFamily="18" charset="0"/>
                <a:ea typeface="宋体" panose="02010600030101010101" pitchFamily="2" charset="-122"/>
              </a:endParaRPr>
            </a:p>
          </p:txBody>
        </p:sp>
        <p:sp>
          <p:nvSpPr>
            <p:cNvPr id="26645" name="Text Box 63"/>
            <p:cNvSpPr txBox="1"/>
            <p:nvPr/>
          </p:nvSpPr>
          <p:spPr>
            <a:xfrm>
              <a:off x="4876" y="1827"/>
              <a:ext cx="308" cy="288"/>
            </a:xfrm>
            <a:prstGeom prst="rect">
              <a:avLst/>
            </a:prstGeom>
            <a:noFill/>
            <a:ln w="28575">
              <a:noFill/>
            </a:ln>
          </p:spPr>
          <p:txBody>
            <a:bodyPr wrap="none" anchor="ctr" anchorCtr="0">
              <a:spAutoFit/>
            </a:bodyPr>
            <a:p>
              <a:pPr algn="ctr"/>
              <a:r>
                <a:rPr lang="zh-CN" altLang="en-US" sz="2400" b="0" dirty="0">
                  <a:solidFill>
                    <a:schemeClr val="bg1"/>
                  </a:solidFill>
                  <a:latin typeface="Times New Roman" panose="02020603050405020304" pitchFamily="18" charset="0"/>
                  <a:ea typeface="宋体" panose="02010600030101010101" pitchFamily="2" charset="-122"/>
                </a:rPr>
                <a:t>－</a:t>
              </a:r>
              <a:endParaRPr lang="zh-CN" altLang="en-US" sz="2400" b="0" baseline="-25000" dirty="0">
                <a:solidFill>
                  <a:schemeClr val="bg1"/>
                </a:solidFill>
                <a:latin typeface="Times New Roman" panose="02020603050405020304" pitchFamily="18" charset="0"/>
                <a:ea typeface="宋体" panose="02010600030101010101" pitchFamily="2" charset="-122"/>
              </a:endParaRPr>
            </a:p>
          </p:txBody>
        </p:sp>
        <p:sp>
          <p:nvSpPr>
            <p:cNvPr id="26646" name="Text Box 64"/>
            <p:cNvSpPr txBox="1"/>
            <p:nvPr/>
          </p:nvSpPr>
          <p:spPr>
            <a:xfrm>
              <a:off x="4422" y="482"/>
              <a:ext cx="253" cy="327"/>
            </a:xfrm>
            <a:prstGeom prst="rect">
              <a:avLst/>
            </a:prstGeom>
            <a:noFill/>
            <a:ln w="28575">
              <a:noFill/>
            </a:ln>
          </p:spPr>
          <p:txBody>
            <a:bodyPr wrap="none" anchor="ctr" anchorCtr="0">
              <a:spAutoFit/>
            </a:bodyPr>
            <a:p>
              <a:pPr algn="ctr"/>
              <a:r>
                <a:rPr lang="en-US" altLang="zh-CN" b="0" i="1" dirty="0">
                  <a:solidFill>
                    <a:schemeClr val="bg1"/>
                  </a:solidFill>
                  <a:latin typeface="Times New Roman" panose="02020603050405020304" pitchFamily="18" charset="0"/>
                  <a:ea typeface="宋体" panose="02010600030101010101" pitchFamily="2" charset="-122"/>
                </a:rPr>
                <a:t>R</a:t>
              </a:r>
              <a:endParaRPr lang="en-US" altLang="zh-CN" b="0" i="1" dirty="0">
                <a:solidFill>
                  <a:schemeClr val="bg1"/>
                </a:solidFill>
                <a:latin typeface="Times New Roman" panose="02020603050405020304" pitchFamily="18" charset="0"/>
                <a:ea typeface="宋体" panose="02010600030101010101" pitchFamily="2" charset="-122"/>
              </a:endParaRPr>
            </a:p>
          </p:txBody>
        </p:sp>
        <p:sp>
          <p:nvSpPr>
            <p:cNvPr id="26647" name="Line 65"/>
            <p:cNvSpPr/>
            <p:nvPr/>
          </p:nvSpPr>
          <p:spPr>
            <a:xfrm flipV="1">
              <a:off x="3470" y="482"/>
              <a:ext cx="816" cy="0"/>
            </a:xfrm>
            <a:prstGeom prst="line">
              <a:avLst/>
            </a:prstGeom>
            <a:ln w="28575" cap="flat" cmpd="sng">
              <a:solidFill>
                <a:srgbClr val="FFCC00"/>
              </a:solidFill>
              <a:prstDash val="solid"/>
              <a:headEnd type="none" w="med" len="med"/>
              <a:tailEnd type="none" w="med" len="med"/>
            </a:ln>
          </p:spPr>
        </p:sp>
        <p:sp>
          <p:nvSpPr>
            <p:cNvPr id="26648" name="Line 66"/>
            <p:cNvSpPr/>
            <p:nvPr/>
          </p:nvSpPr>
          <p:spPr>
            <a:xfrm>
              <a:off x="3469" y="2024"/>
              <a:ext cx="1678" cy="0"/>
            </a:xfrm>
            <a:prstGeom prst="line">
              <a:avLst/>
            </a:prstGeom>
            <a:ln w="28575" cap="flat" cmpd="sng">
              <a:solidFill>
                <a:srgbClr val="FFCC00"/>
              </a:solidFill>
              <a:prstDash val="solid"/>
              <a:headEnd type="none" w="med" len="med"/>
              <a:tailEnd type="none" w="med" len="med"/>
            </a:ln>
          </p:spPr>
        </p:sp>
        <p:sp>
          <p:nvSpPr>
            <p:cNvPr id="26649" name="Oval 67"/>
            <p:cNvSpPr/>
            <p:nvPr/>
          </p:nvSpPr>
          <p:spPr>
            <a:xfrm>
              <a:off x="3379" y="436"/>
              <a:ext cx="91" cy="91"/>
            </a:xfrm>
            <a:prstGeom prst="ellipse">
              <a:avLst/>
            </a:prstGeom>
            <a:noFill/>
            <a:ln w="28575" cap="flat" cmpd="sng">
              <a:solidFill>
                <a:srgbClr val="FFCC00"/>
              </a:solidFill>
              <a:prstDash val="solid"/>
              <a:headEnd type="none" w="med" len="med"/>
              <a:tailEnd type="none" w="med" len="med"/>
            </a:ln>
          </p:spPr>
          <p:txBody>
            <a:bodyPr wrap="none" anchor="ctr" anchorCtr="0"/>
            <a:p>
              <a:endParaRPr lang="zh-CN" altLang="en-US" dirty="0">
                <a:latin typeface="楷体_GB2312" pitchFamily="49" charset="-122"/>
              </a:endParaRPr>
            </a:p>
          </p:txBody>
        </p:sp>
        <p:sp>
          <p:nvSpPr>
            <p:cNvPr id="26650" name="Oval 68"/>
            <p:cNvSpPr/>
            <p:nvPr/>
          </p:nvSpPr>
          <p:spPr>
            <a:xfrm>
              <a:off x="3378" y="1979"/>
              <a:ext cx="92" cy="90"/>
            </a:xfrm>
            <a:prstGeom prst="ellipse">
              <a:avLst/>
            </a:prstGeom>
            <a:noFill/>
            <a:ln w="28575" cap="flat" cmpd="sng">
              <a:solidFill>
                <a:srgbClr val="FFCC00"/>
              </a:solidFill>
              <a:prstDash val="solid"/>
              <a:headEnd type="none" w="med" len="med"/>
              <a:tailEnd type="none" w="med" len="med"/>
            </a:ln>
          </p:spPr>
          <p:txBody>
            <a:bodyPr wrap="none" anchor="ctr" anchorCtr="0"/>
            <a:p>
              <a:endParaRPr lang="zh-CN" altLang="en-US" dirty="0">
                <a:latin typeface="楷体_GB2312" pitchFamily="49" charset="-122"/>
              </a:endParaRPr>
            </a:p>
          </p:txBody>
        </p:sp>
        <p:sp>
          <p:nvSpPr>
            <p:cNvPr id="26651" name="Text Box 69"/>
            <p:cNvSpPr txBox="1"/>
            <p:nvPr/>
          </p:nvSpPr>
          <p:spPr>
            <a:xfrm>
              <a:off x="3288" y="1706"/>
              <a:ext cx="308" cy="288"/>
            </a:xfrm>
            <a:prstGeom prst="rect">
              <a:avLst/>
            </a:prstGeom>
            <a:noFill/>
            <a:ln w="28575">
              <a:noFill/>
            </a:ln>
          </p:spPr>
          <p:txBody>
            <a:bodyPr wrap="none" anchor="ctr" anchorCtr="0">
              <a:spAutoFit/>
            </a:bodyPr>
            <a:p>
              <a:pPr algn="ctr"/>
              <a:r>
                <a:rPr lang="zh-CN" altLang="en-US" sz="2400" b="0" dirty="0">
                  <a:solidFill>
                    <a:schemeClr val="bg1"/>
                  </a:solidFill>
                  <a:latin typeface="Times New Roman" panose="02020603050405020304" pitchFamily="18" charset="0"/>
                  <a:ea typeface="宋体" panose="02010600030101010101" pitchFamily="2" charset="-122"/>
                </a:rPr>
                <a:t>－</a:t>
              </a:r>
              <a:endParaRPr lang="zh-CN" altLang="en-US" sz="2400" b="0" dirty="0">
                <a:solidFill>
                  <a:schemeClr val="bg1"/>
                </a:solidFill>
                <a:latin typeface="Times New Roman" panose="02020603050405020304" pitchFamily="18" charset="0"/>
                <a:ea typeface="宋体" panose="02010600030101010101" pitchFamily="2" charset="-122"/>
              </a:endParaRPr>
            </a:p>
          </p:txBody>
        </p:sp>
        <p:sp>
          <p:nvSpPr>
            <p:cNvPr id="26652" name="Text Box 70"/>
            <p:cNvSpPr txBox="1"/>
            <p:nvPr/>
          </p:nvSpPr>
          <p:spPr>
            <a:xfrm>
              <a:off x="4876" y="1344"/>
              <a:ext cx="308" cy="288"/>
            </a:xfrm>
            <a:prstGeom prst="rect">
              <a:avLst/>
            </a:prstGeom>
            <a:noFill/>
            <a:ln w="28575">
              <a:noFill/>
            </a:ln>
          </p:spPr>
          <p:txBody>
            <a:bodyPr wrap="none" anchor="ctr" anchorCtr="0">
              <a:spAutoFit/>
            </a:bodyPr>
            <a:p>
              <a:pPr algn="ctr"/>
              <a:r>
                <a:rPr lang="zh-CN" altLang="en-US" sz="2400" b="0" dirty="0">
                  <a:solidFill>
                    <a:schemeClr val="bg1"/>
                  </a:solidFill>
                  <a:latin typeface="Times New Roman" panose="02020603050405020304" pitchFamily="18" charset="0"/>
                  <a:ea typeface="宋体" panose="02010600030101010101" pitchFamily="2" charset="-122"/>
                </a:rPr>
                <a:t>＋</a:t>
              </a:r>
              <a:endParaRPr lang="zh-CN" altLang="en-US" sz="2400" b="0" dirty="0">
                <a:solidFill>
                  <a:schemeClr val="bg1"/>
                </a:solidFill>
                <a:latin typeface="Times New Roman" panose="02020603050405020304" pitchFamily="18" charset="0"/>
                <a:ea typeface="宋体" panose="02010600030101010101" pitchFamily="2" charset="-122"/>
              </a:endParaRPr>
            </a:p>
          </p:txBody>
        </p:sp>
        <p:sp>
          <p:nvSpPr>
            <p:cNvPr id="26653" name="Text Box 71"/>
            <p:cNvSpPr txBox="1"/>
            <p:nvPr/>
          </p:nvSpPr>
          <p:spPr>
            <a:xfrm>
              <a:off x="3288" y="527"/>
              <a:ext cx="308" cy="288"/>
            </a:xfrm>
            <a:prstGeom prst="rect">
              <a:avLst/>
            </a:prstGeom>
            <a:noFill/>
            <a:ln w="28575">
              <a:noFill/>
            </a:ln>
          </p:spPr>
          <p:txBody>
            <a:bodyPr wrap="none" anchor="ctr" anchorCtr="0">
              <a:spAutoFit/>
            </a:bodyPr>
            <a:p>
              <a:pPr algn="ctr"/>
              <a:r>
                <a:rPr lang="zh-CN" altLang="en-US" sz="2400" b="0" dirty="0">
                  <a:solidFill>
                    <a:schemeClr val="bg1"/>
                  </a:solidFill>
                  <a:latin typeface="Times New Roman" panose="02020603050405020304" pitchFamily="18" charset="0"/>
                  <a:ea typeface="宋体" panose="02010600030101010101" pitchFamily="2" charset="-122"/>
                </a:rPr>
                <a:t>＋</a:t>
              </a:r>
              <a:endParaRPr lang="zh-CN" altLang="en-US" sz="2400" b="0" dirty="0">
                <a:solidFill>
                  <a:schemeClr val="bg1"/>
                </a:solidFill>
                <a:latin typeface="Times New Roman" panose="02020603050405020304" pitchFamily="18" charset="0"/>
                <a:ea typeface="宋体" panose="02010600030101010101" pitchFamily="2" charset="-122"/>
              </a:endParaRPr>
            </a:p>
          </p:txBody>
        </p:sp>
        <p:sp>
          <p:nvSpPr>
            <p:cNvPr id="26654" name="Line 72"/>
            <p:cNvSpPr/>
            <p:nvPr/>
          </p:nvSpPr>
          <p:spPr>
            <a:xfrm>
              <a:off x="4286" y="482"/>
              <a:ext cx="0" cy="590"/>
            </a:xfrm>
            <a:prstGeom prst="line">
              <a:avLst/>
            </a:prstGeom>
            <a:ln w="28575" cap="flat" cmpd="sng">
              <a:solidFill>
                <a:srgbClr val="FFCC00"/>
              </a:solidFill>
              <a:prstDash val="solid"/>
              <a:headEnd type="none" w="med" len="med"/>
              <a:tailEnd type="none" w="med" len="med"/>
            </a:ln>
          </p:spPr>
        </p:sp>
        <p:grpSp>
          <p:nvGrpSpPr>
            <p:cNvPr id="26655" name="Group 73"/>
            <p:cNvGrpSpPr/>
            <p:nvPr/>
          </p:nvGrpSpPr>
          <p:grpSpPr>
            <a:xfrm>
              <a:off x="4150" y="1071"/>
              <a:ext cx="228" cy="91"/>
              <a:chOff x="3560" y="1752"/>
              <a:chExt cx="363" cy="90"/>
            </a:xfrm>
          </p:grpSpPr>
          <p:sp>
            <p:nvSpPr>
              <p:cNvPr id="26672" name="Line 74"/>
              <p:cNvSpPr/>
              <p:nvPr/>
            </p:nvSpPr>
            <p:spPr>
              <a:xfrm>
                <a:off x="3560" y="1752"/>
                <a:ext cx="363" cy="0"/>
              </a:xfrm>
              <a:prstGeom prst="line">
                <a:avLst/>
              </a:prstGeom>
              <a:ln w="57150" cap="flat" cmpd="sng">
                <a:solidFill>
                  <a:srgbClr val="FF9900"/>
                </a:solidFill>
                <a:prstDash val="solid"/>
                <a:headEnd type="none" w="med" len="med"/>
                <a:tailEnd type="none" w="med" len="med"/>
              </a:ln>
            </p:spPr>
          </p:sp>
          <p:sp>
            <p:nvSpPr>
              <p:cNvPr id="26673" name="Line 75"/>
              <p:cNvSpPr/>
              <p:nvPr/>
            </p:nvSpPr>
            <p:spPr>
              <a:xfrm>
                <a:off x="3560" y="1842"/>
                <a:ext cx="363" cy="0"/>
              </a:xfrm>
              <a:prstGeom prst="line">
                <a:avLst/>
              </a:prstGeom>
              <a:ln w="57150" cap="flat" cmpd="sng">
                <a:solidFill>
                  <a:srgbClr val="FF9900"/>
                </a:solidFill>
                <a:prstDash val="solid"/>
                <a:headEnd type="none" w="med" len="med"/>
                <a:tailEnd type="none" w="med" len="med"/>
              </a:ln>
            </p:spPr>
          </p:sp>
        </p:grpSp>
        <p:sp>
          <p:nvSpPr>
            <p:cNvPr id="26656" name="Line 76"/>
            <p:cNvSpPr/>
            <p:nvPr/>
          </p:nvSpPr>
          <p:spPr>
            <a:xfrm>
              <a:off x="4286" y="1163"/>
              <a:ext cx="0" cy="181"/>
            </a:xfrm>
            <a:prstGeom prst="line">
              <a:avLst/>
            </a:prstGeom>
            <a:ln w="28575" cap="flat" cmpd="sng">
              <a:solidFill>
                <a:srgbClr val="FFCC00"/>
              </a:solidFill>
              <a:prstDash val="solid"/>
              <a:headEnd type="none" w="med" len="med"/>
              <a:tailEnd type="oval" w="med" len="med"/>
            </a:ln>
          </p:spPr>
        </p:sp>
        <p:sp>
          <p:nvSpPr>
            <p:cNvPr id="26657" name="Line 77"/>
            <p:cNvSpPr/>
            <p:nvPr/>
          </p:nvSpPr>
          <p:spPr>
            <a:xfrm>
              <a:off x="3968" y="1344"/>
              <a:ext cx="1134" cy="0"/>
            </a:xfrm>
            <a:prstGeom prst="line">
              <a:avLst/>
            </a:prstGeom>
            <a:ln w="28575" cap="flat" cmpd="sng">
              <a:solidFill>
                <a:srgbClr val="FFCC00"/>
              </a:solidFill>
              <a:prstDash val="solid"/>
              <a:headEnd type="none" w="med" len="med"/>
              <a:tailEnd type="none" w="med" len="med"/>
            </a:ln>
          </p:spPr>
        </p:sp>
        <p:sp>
          <p:nvSpPr>
            <p:cNvPr id="26658" name="Line 78"/>
            <p:cNvSpPr/>
            <p:nvPr/>
          </p:nvSpPr>
          <p:spPr>
            <a:xfrm>
              <a:off x="3968" y="1344"/>
              <a:ext cx="0" cy="227"/>
            </a:xfrm>
            <a:prstGeom prst="line">
              <a:avLst/>
            </a:prstGeom>
            <a:ln w="28575" cap="flat" cmpd="sng">
              <a:solidFill>
                <a:srgbClr val="FFCC00"/>
              </a:solidFill>
              <a:prstDash val="solid"/>
              <a:headEnd type="none" w="med" len="med"/>
              <a:tailEnd type="none" w="med" len="med"/>
            </a:ln>
          </p:spPr>
        </p:sp>
        <p:grpSp>
          <p:nvGrpSpPr>
            <p:cNvPr id="26659" name="Group 79"/>
            <p:cNvGrpSpPr/>
            <p:nvPr/>
          </p:nvGrpSpPr>
          <p:grpSpPr>
            <a:xfrm>
              <a:off x="3833" y="1570"/>
              <a:ext cx="226" cy="91"/>
              <a:chOff x="3560" y="1752"/>
              <a:chExt cx="363" cy="90"/>
            </a:xfrm>
          </p:grpSpPr>
          <p:sp>
            <p:nvSpPr>
              <p:cNvPr id="26670" name="Line 80"/>
              <p:cNvSpPr/>
              <p:nvPr/>
            </p:nvSpPr>
            <p:spPr>
              <a:xfrm>
                <a:off x="3560" y="1752"/>
                <a:ext cx="363" cy="0"/>
              </a:xfrm>
              <a:prstGeom prst="line">
                <a:avLst/>
              </a:prstGeom>
              <a:ln w="57150" cap="flat" cmpd="sng">
                <a:solidFill>
                  <a:srgbClr val="FF9900"/>
                </a:solidFill>
                <a:prstDash val="solid"/>
                <a:headEnd type="none" w="med" len="med"/>
                <a:tailEnd type="none" w="med" len="med"/>
              </a:ln>
            </p:spPr>
          </p:sp>
          <p:sp>
            <p:nvSpPr>
              <p:cNvPr id="26671" name="Line 81"/>
              <p:cNvSpPr/>
              <p:nvPr/>
            </p:nvSpPr>
            <p:spPr>
              <a:xfrm>
                <a:off x="3560" y="1842"/>
                <a:ext cx="363" cy="0"/>
              </a:xfrm>
              <a:prstGeom prst="line">
                <a:avLst/>
              </a:prstGeom>
              <a:ln w="57150" cap="flat" cmpd="sng">
                <a:solidFill>
                  <a:srgbClr val="FF9900"/>
                </a:solidFill>
                <a:prstDash val="solid"/>
                <a:headEnd type="none" w="med" len="med"/>
                <a:tailEnd type="none" w="med" len="med"/>
              </a:ln>
            </p:spPr>
          </p:sp>
        </p:grpSp>
        <p:sp>
          <p:nvSpPr>
            <p:cNvPr id="26660" name="Line 82"/>
            <p:cNvSpPr/>
            <p:nvPr/>
          </p:nvSpPr>
          <p:spPr>
            <a:xfrm>
              <a:off x="3968" y="1661"/>
              <a:ext cx="1" cy="363"/>
            </a:xfrm>
            <a:prstGeom prst="line">
              <a:avLst/>
            </a:prstGeom>
            <a:ln w="28575" cap="flat" cmpd="sng">
              <a:solidFill>
                <a:srgbClr val="FFCC00"/>
              </a:solidFill>
              <a:prstDash val="solid"/>
              <a:headEnd type="none" w="med" len="med"/>
              <a:tailEnd type="oval" w="med" len="med"/>
            </a:ln>
          </p:spPr>
        </p:sp>
        <p:sp>
          <p:nvSpPr>
            <p:cNvPr id="26661" name="Line 83"/>
            <p:cNvSpPr/>
            <p:nvPr/>
          </p:nvSpPr>
          <p:spPr>
            <a:xfrm>
              <a:off x="4603" y="1344"/>
              <a:ext cx="1" cy="680"/>
            </a:xfrm>
            <a:prstGeom prst="line">
              <a:avLst/>
            </a:prstGeom>
            <a:ln w="28575" cap="flat" cmpd="sng">
              <a:solidFill>
                <a:srgbClr val="FFCC00"/>
              </a:solidFill>
              <a:prstDash val="solid"/>
              <a:headEnd type="oval" w="med" len="med"/>
              <a:tailEnd type="oval" w="med" len="med"/>
            </a:ln>
          </p:spPr>
        </p:sp>
        <p:sp>
          <p:nvSpPr>
            <p:cNvPr id="26662" name="Oval 84"/>
            <p:cNvSpPr/>
            <p:nvPr/>
          </p:nvSpPr>
          <p:spPr>
            <a:xfrm>
              <a:off x="5147" y="1978"/>
              <a:ext cx="91" cy="91"/>
            </a:xfrm>
            <a:prstGeom prst="ellipse">
              <a:avLst/>
            </a:prstGeom>
            <a:noFill/>
            <a:ln w="28575" cap="flat" cmpd="sng">
              <a:solidFill>
                <a:srgbClr val="FFCC00"/>
              </a:solidFill>
              <a:prstDash val="solid"/>
              <a:headEnd type="none" w="med" len="med"/>
              <a:tailEnd type="none" w="med" len="med"/>
            </a:ln>
          </p:spPr>
          <p:txBody>
            <a:bodyPr wrap="none" anchor="ctr" anchorCtr="0"/>
            <a:p>
              <a:endParaRPr lang="zh-CN" altLang="en-US" dirty="0">
                <a:latin typeface="楷体_GB2312" pitchFamily="49" charset="-122"/>
              </a:endParaRPr>
            </a:p>
          </p:txBody>
        </p:sp>
        <p:sp>
          <p:nvSpPr>
            <p:cNvPr id="26663" name="Oval 85"/>
            <p:cNvSpPr/>
            <p:nvPr/>
          </p:nvSpPr>
          <p:spPr>
            <a:xfrm>
              <a:off x="5102" y="1299"/>
              <a:ext cx="91" cy="91"/>
            </a:xfrm>
            <a:prstGeom prst="ellipse">
              <a:avLst/>
            </a:prstGeom>
            <a:noFill/>
            <a:ln w="28575" cap="flat" cmpd="sng">
              <a:solidFill>
                <a:srgbClr val="FFCC00"/>
              </a:solidFill>
              <a:prstDash val="solid"/>
              <a:headEnd type="none" w="med" len="med"/>
              <a:tailEnd type="none" w="med" len="med"/>
            </a:ln>
          </p:spPr>
          <p:txBody>
            <a:bodyPr wrap="none" anchor="ctr" anchorCtr="0"/>
            <a:p>
              <a:endParaRPr lang="zh-CN" altLang="en-US" dirty="0">
                <a:latin typeface="楷体_GB2312" pitchFamily="49" charset="-122"/>
              </a:endParaRPr>
            </a:p>
          </p:txBody>
        </p:sp>
        <p:sp>
          <p:nvSpPr>
            <p:cNvPr id="26664" name="Text Box 86"/>
            <p:cNvSpPr txBox="1"/>
            <p:nvPr/>
          </p:nvSpPr>
          <p:spPr>
            <a:xfrm>
              <a:off x="4303" y="1461"/>
              <a:ext cx="253" cy="327"/>
            </a:xfrm>
            <a:prstGeom prst="rect">
              <a:avLst/>
            </a:prstGeom>
            <a:noFill/>
            <a:ln w="28575">
              <a:noFill/>
            </a:ln>
          </p:spPr>
          <p:txBody>
            <a:bodyPr wrap="none" anchor="ctr" anchorCtr="0">
              <a:spAutoFit/>
            </a:bodyPr>
            <a:p>
              <a:pPr algn="ctr"/>
              <a:r>
                <a:rPr lang="en-US" altLang="zh-CN" b="0" i="1" dirty="0">
                  <a:solidFill>
                    <a:schemeClr val="bg1"/>
                  </a:solidFill>
                  <a:latin typeface="Times New Roman" panose="02020603050405020304" pitchFamily="18" charset="0"/>
                  <a:ea typeface="宋体" panose="02010600030101010101" pitchFamily="2" charset="-122"/>
                </a:rPr>
                <a:t>R</a:t>
              </a:r>
              <a:endParaRPr lang="en-US" altLang="zh-CN" b="0" i="1" dirty="0">
                <a:solidFill>
                  <a:schemeClr val="bg1"/>
                </a:solidFill>
                <a:latin typeface="Times New Roman" panose="02020603050405020304" pitchFamily="18" charset="0"/>
                <a:ea typeface="宋体" panose="02010600030101010101" pitchFamily="2" charset="-122"/>
              </a:endParaRPr>
            </a:p>
          </p:txBody>
        </p:sp>
        <p:sp>
          <p:nvSpPr>
            <p:cNvPr id="26665" name="Text Box 87"/>
            <p:cNvSpPr txBox="1"/>
            <p:nvPr/>
          </p:nvSpPr>
          <p:spPr>
            <a:xfrm>
              <a:off x="4876" y="1570"/>
              <a:ext cx="304" cy="327"/>
            </a:xfrm>
            <a:prstGeom prst="rect">
              <a:avLst/>
            </a:prstGeom>
            <a:noFill/>
            <a:ln w="28575">
              <a:noFill/>
            </a:ln>
          </p:spPr>
          <p:txBody>
            <a:bodyPr wrap="none" anchor="ctr" anchorCtr="0">
              <a:spAutoFit/>
            </a:bodyPr>
            <a:p>
              <a:pPr algn="ctr"/>
              <a:r>
                <a:rPr lang="en-US" altLang="zh-CN" b="0" i="1" dirty="0">
                  <a:solidFill>
                    <a:schemeClr val="bg1"/>
                  </a:solidFill>
                  <a:latin typeface="Times New Roman" panose="02020603050405020304" pitchFamily="18" charset="0"/>
                  <a:ea typeface="宋体" panose="02010600030101010101" pitchFamily="2" charset="-122"/>
                </a:rPr>
                <a:t>u</a:t>
              </a:r>
              <a:r>
                <a:rPr lang="en-US" altLang="zh-CN" b="0" baseline="-25000" dirty="0">
                  <a:solidFill>
                    <a:schemeClr val="bg1"/>
                  </a:solidFill>
                  <a:latin typeface="Times New Roman" panose="02020603050405020304" pitchFamily="18" charset="0"/>
                  <a:ea typeface="宋体" panose="02010600030101010101" pitchFamily="2" charset="-122"/>
                </a:rPr>
                <a:t>2</a:t>
              </a:r>
              <a:endParaRPr lang="en-US" altLang="zh-CN" b="0" baseline="-25000" dirty="0">
                <a:solidFill>
                  <a:schemeClr val="bg1"/>
                </a:solidFill>
                <a:latin typeface="Times New Roman" panose="02020603050405020304" pitchFamily="18" charset="0"/>
                <a:ea typeface="宋体" panose="02010600030101010101" pitchFamily="2" charset="-122"/>
              </a:endParaRPr>
            </a:p>
          </p:txBody>
        </p:sp>
        <p:sp>
          <p:nvSpPr>
            <p:cNvPr id="26666" name="Text Box 88"/>
            <p:cNvSpPr txBox="1"/>
            <p:nvPr/>
          </p:nvSpPr>
          <p:spPr>
            <a:xfrm>
              <a:off x="3288" y="890"/>
              <a:ext cx="304" cy="327"/>
            </a:xfrm>
            <a:prstGeom prst="rect">
              <a:avLst/>
            </a:prstGeom>
            <a:noFill/>
            <a:ln w="28575">
              <a:noFill/>
            </a:ln>
          </p:spPr>
          <p:txBody>
            <a:bodyPr wrap="none" anchor="ctr" anchorCtr="0">
              <a:spAutoFit/>
            </a:bodyPr>
            <a:p>
              <a:pPr algn="ctr"/>
              <a:r>
                <a:rPr lang="en-US" altLang="zh-CN" b="0" i="1" dirty="0">
                  <a:solidFill>
                    <a:schemeClr val="bg1"/>
                  </a:solidFill>
                  <a:latin typeface="Times New Roman" panose="02020603050405020304" pitchFamily="18" charset="0"/>
                  <a:ea typeface="宋体" panose="02010600030101010101" pitchFamily="2" charset="-122"/>
                </a:rPr>
                <a:t>u</a:t>
              </a:r>
              <a:r>
                <a:rPr lang="en-US" altLang="zh-CN" b="0" baseline="-25000" dirty="0">
                  <a:solidFill>
                    <a:schemeClr val="bg1"/>
                  </a:solidFill>
                  <a:latin typeface="Times New Roman" panose="02020603050405020304" pitchFamily="18" charset="0"/>
                  <a:ea typeface="宋体" panose="02010600030101010101" pitchFamily="2" charset="-122"/>
                </a:rPr>
                <a:t>1</a:t>
              </a:r>
              <a:endParaRPr lang="en-US" altLang="zh-CN" b="0" baseline="-25000" dirty="0">
                <a:solidFill>
                  <a:schemeClr val="bg1"/>
                </a:solidFill>
                <a:latin typeface="Times New Roman" panose="02020603050405020304" pitchFamily="18" charset="0"/>
                <a:ea typeface="宋体" panose="02010600030101010101" pitchFamily="2" charset="-122"/>
              </a:endParaRPr>
            </a:p>
          </p:txBody>
        </p:sp>
        <p:sp>
          <p:nvSpPr>
            <p:cNvPr id="26667" name="Text Box 89"/>
            <p:cNvSpPr txBox="1"/>
            <p:nvPr/>
          </p:nvSpPr>
          <p:spPr>
            <a:xfrm>
              <a:off x="3390" y="1434"/>
              <a:ext cx="416" cy="327"/>
            </a:xfrm>
            <a:prstGeom prst="rect">
              <a:avLst/>
            </a:prstGeom>
            <a:noFill/>
            <a:ln w="28575">
              <a:noFill/>
            </a:ln>
          </p:spPr>
          <p:txBody>
            <a:bodyPr wrap="none" anchor="ctr" anchorCtr="0">
              <a:spAutoFit/>
            </a:bodyPr>
            <a:p>
              <a:pPr algn="ctr"/>
              <a:r>
                <a:rPr lang="en-US" altLang="zh-CN" b="0" dirty="0">
                  <a:solidFill>
                    <a:schemeClr val="bg1"/>
                  </a:solidFill>
                  <a:latin typeface="Times New Roman" panose="02020603050405020304" pitchFamily="18" charset="0"/>
                  <a:ea typeface="宋体" panose="02010600030101010101" pitchFamily="2" charset="-122"/>
                </a:rPr>
                <a:t>j</a:t>
              </a:r>
              <a:r>
                <a:rPr lang="en-US" altLang="zh-CN" b="0" i="1" dirty="0">
                  <a:solidFill>
                    <a:schemeClr val="bg1"/>
                  </a:solidFill>
                  <a:latin typeface="Times New Roman" panose="02020603050405020304" pitchFamily="18" charset="0"/>
                  <a:ea typeface="宋体" panose="02010600030101010101" pitchFamily="2" charset="-122"/>
                </a:rPr>
                <a:t>X</a:t>
              </a:r>
              <a:r>
                <a:rPr lang="en-US" altLang="zh-CN" b="0" i="1" baseline="-25000" dirty="0">
                  <a:solidFill>
                    <a:schemeClr val="bg1"/>
                  </a:solidFill>
                  <a:latin typeface="Times New Roman" panose="02020603050405020304" pitchFamily="18" charset="0"/>
                  <a:ea typeface="宋体" panose="02010600030101010101" pitchFamily="2" charset="-122"/>
                </a:rPr>
                <a:t>C</a:t>
              </a:r>
              <a:endParaRPr lang="en-US" altLang="zh-CN" b="0" i="1" baseline="-25000" dirty="0">
                <a:solidFill>
                  <a:schemeClr val="bg1"/>
                </a:solidFill>
                <a:latin typeface="Times New Roman" panose="02020603050405020304" pitchFamily="18" charset="0"/>
                <a:ea typeface="宋体" panose="02010600030101010101" pitchFamily="2" charset="-122"/>
              </a:endParaRPr>
            </a:p>
          </p:txBody>
        </p:sp>
        <p:sp>
          <p:nvSpPr>
            <p:cNvPr id="26668" name="Rectangle 90"/>
            <p:cNvSpPr/>
            <p:nvPr/>
          </p:nvSpPr>
          <p:spPr>
            <a:xfrm>
              <a:off x="4241" y="572"/>
              <a:ext cx="127" cy="318"/>
            </a:xfrm>
            <a:prstGeom prst="rect">
              <a:avLst/>
            </a:prstGeom>
            <a:gradFill rotWithShape="1">
              <a:gsLst>
                <a:gs pos="0">
                  <a:srgbClr val="764700"/>
                </a:gs>
                <a:gs pos="50000">
                  <a:srgbClr val="FF9900"/>
                </a:gs>
                <a:gs pos="100000">
                  <a:srgbClr val="764700"/>
                </a:gs>
              </a:gsLst>
              <a:lin ang="0" scaled="1"/>
              <a:tileRect/>
            </a:gradFill>
            <a:ln w="28575">
              <a:noFill/>
            </a:ln>
          </p:spPr>
          <p:txBody>
            <a:bodyPr wrap="none" anchor="ctr" anchorCtr="0"/>
            <a:p>
              <a:endParaRPr lang="zh-CN" altLang="en-US" dirty="0">
                <a:latin typeface="楷体_GB2312" pitchFamily="49" charset="-122"/>
              </a:endParaRPr>
            </a:p>
          </p:txBody>
        </p:sp>
        <p:sp>
          <p:nvSpPr>
            <p:cNvPr id="26669" name="Rectangle 91"/>
            <p:cNvSpPr/>
            <p:nvPr/>
          </p:nvSpPr>
          <p:spPr>
            <a:xfrm>
              <a:off x="4558" y="1480"/>
              <a:ext cx="127" cy="318"/>
            </a:xfrm>
            <a:prstGeom prst="rect">
              <a:avLst/>
            </a:prstGeom>
            <a:gradFill rotWithShape="1">
              <a:gsLst>
                <a:gs pos="0">
                  <a:srgbClr val="764700"/>
                </a:gs>
                <a:gs pos="50000">
                  <a:srgbClr val="FF9900"/>
                </a:gs>
                <a:gs pos="100000">
                  <a:srgbClr val="764700"/>
                </a:gs>
              </a:gsLst>
              <a:lin ang="0" scaled="1"/>
              <a:tileRect/>
            </a:gradFill>
            <a:ln w="28575">
              <a:noFill/>
            </a:ln>
          </p:spPr>
          <p:txBody>
            <a:bodyPr wrap="none" anchor="ctr" anchorCtr="0"/>
            <a:p>
              <a:endParaRPr lang="zh-CN" altLang="en-US" dirty="0">
                <a:latin typeface="楷体_GB2312" pitchFamily="49" charset="-122"/>
              </a:endParaRPr>
            </a:p>
          </p:txBody>
        </p:sp>
      </p:grpSp>
      <p:grpSp>
        <p:nvGrpSpPr>
          <p:cNvPr id="26641" name="Group 95"/>
          <p:cNvGrpSpPr/>
          <p:nvPr/>
        </p:nvGrpSpPr>
        <p:grpSpPr>
          <a:xfrm>
            <a:off x="6588125" y="6446838"/>
            <a:ext cx="792163" cy="366712"/>
            <a:chOff x="4649" y="4020"/>
            <a:chExt cx="499" cy="231"/>
          </a:xfrm>
        </p:grpSpPr>
        <p:pic>
          <p:nvPicPr>
            <p:cNvPr id="26642" name="Picture 96" descr="78900"/>
            <p:cNvPicPr>
              <a:picLocks noChangeAspect="1"/>
            </p:cNvPicPr>
            <p:nvPr/>
          </p:nvPicPr>
          <p:blipFill>
            <a:blip r:embed="rId13"/>
            <a:stretch>
              <a:fillRect/>
            </a:stretch>
          </p:blipFill>
          <p:spPr>
            <a:xfrm>
              <a:off x="4649" y="4066"/>
              <a:ext cx="499" cy="181"/>
            </a:xfrm>
            <a:prstGeom prst="rect">
              <a:avLst/>
            </a:prstGeom>
            <a:noFill/>
            <a:ln w="9525">
              <a:noFill/>
            </a:ln>
          </p:spPr>
        </p:pic>
        <p:sp>
          <p:nvSpPr>
            <p:cNvPr id="26643" name="Text Box 97">
              <a:hlinkClick r:id="" action="ppaction://hlinkshowjump?jump=firstslide"/>
            </p:cNvPr>
            <p:cNvSpPr txBox="1"/>
            <p:nvPr/>
          </p:nvSpPr>
          <p:spPr>
            <a:xfrm>
              <a:off x="4672" y="4020"/>
              <a:ext cx="476" cy="231"/>
            </a:xfrm>
            <a:prstGeom prst="rect">
              <a:avLst/>
            </a:prstGeom>
            <a:noFill/>
            <a:ln w="9525">
              <a:noFill/>
            </a:ln>
          </p:spPr>
          <p:txBody>
            <a:bodyPr wrap="none">
              <a:spAutoFit/>
            </a:bodyPr>
            <a:p>
              <a:pPr>
                <a:spcBef>
                  <a:spcPct val="50000"/>
                </a:spcBef>
              </a:pPr>
              <a:r>
                <a:rPr lang="zh-CN" altLang="en-US" sz="1800" b="0" dirty="0">
                  <a:solidFill>
                    <a:schemeClr val="bg1"/>
                  </a:solidFill>
                  <a:latin typeface="隶书" panose="02010509060101010101" pitchFamily="49" charset="-122"/>
                  <a:ea typeface="隶书" panose="02010509060101010101" pitchFamily="49" charset="-122"/>
                </a:rPr>
                <a:t>返 回</a:t>
              </a:r>
              <a:endParaRPr lang="zh-CN" altLang="en-US" sz="1800" b="0" dirty="0">
                <a:solidFill>
                  <a:schemeClr val="bg1"/>
                </a:solidFill>
                <a:latin typeface="隶书" panose="02010509060101010101" pitchFamily="49" charset="-122"/>
                <a:ea typeface="隶书" panose="02010509060101010101" pitchFamily="49" charset="-122"/>
              </a:endParaRP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5" presetClass="entr" presetSubtype="0" fill="hold" grpId="0" nodeType="withEffect">
                                  <p:stCondLst>
                                    <p:cond delay="0"/>
                                  </p:stCondLst>
                                  <p:childTnLst>
                                    <p:set>
                                      <p:cBhvr>
                                        <p:cTn id="6" dur="1" fill="hold">
                                          <p:stCondLst>
                                            <p:cond delay="0"/>
                                          </p:stCondLst>
                                        </p:cTn>
                                        <p:tgtEl>
                                          <p:spTgt spid="51202"/>
                                        </p:tgtEl>
                                        <p:attrNameLst>
                                          <p:attrName>style.visibility</p:attrName>
                                        </p:attrNameLst>
                                      </p:cBhvr>
                                      <p:to>
                                        <p:strVal val="visible"/>
                                      </p:to>
                                    </p:set>
                                    <p:anim calcmode="lin" valueType="num">
                                      <p:cBhvr>
                                        <p:cTn id="7" dur="1000" fill="hold"/>
                                        <p:tgtEl>
                                          <p:spTgt spid="51202"/>
                                        </p:tgtEl>
                                        <p:attrNameLst>
                                          <p:attrName>ppt_w</p:attrName>
                                        </p:attrNameLst>
                                      </p:cBhvr>
                                      <p:tavLst>
                                        <p:tav tm="0">
                                          <p:val>
                                            <p:fltVal val="0.000000"/>
                                          </p:val>
                                        </p:tav>
                                        <p:tav tm="100000">
                                          <p:val>
                                            <p:strVal val="#ppt_w"/>
                                          </p:val>
                                        </p:tav>
                                      </p:tavLst>
                                    </p:anim>
                                    <p:anim calcmode="lin" valueType="num">
                                      <p:cBhvr>
                                        <p:cTn id="8" dur="1000" fill="hold"/>
                                        <p:tgtEl>
                                          <p:spTgt spid="51202"/>
                                        </p:tgtEl>
                                        <p:attrNameLst>
                                          <p:attrName>ppt_h</p:attrName>
                                        </p:attrNameLst>
                                      </p:cBhvr>
                                      <p:tavLst>
                                        <p:tav tm="0">
                                          <p:val>
                                            <p:fltVal val="0.000000"/>
                                          </p:val>
                                        </p:tav>
                                        <p:tav tm="100000">
                                          <p:val>
                                            <p:strVal val="#ppt_h"/>
                                          </p:val>
                                        </p:tav>
                                      </p:tavLst>
                                    </p:anim>
                                    <p:anim calcmode="lin" valueType="num">
                                      <p:cBhvr>
                                        <p:cTn id="9" dur="1000" fill="hold"/>
                                        <p:tgtEl>
                                          <p:spTgt spid="51202"/>
                                        </p:tgtEl>
                                        <p:attrNameLst>
                                          <p:attrName>ppt_x</p:attrName>
                                        </p:attrNameLst>
                                      </p:cBhvr>
                                      <p:tavLst>
                                        <p:tav tm="0" fmla="#ppt_x+(cos(-2*pi*(1-$))*-#ppt_x-sin(-2*pi*(1-$))*(1-#ppt_y))*(1-$)">
                                          <p:val>
                                            <p:fltVal val="0.000000"/>
                                          </p:val>
                                        </p:tav>
                                        <p:tav tm="100000">
                                          <p:val>
                                            <p:fltVal val="1.000000"/>
                                          </p:val>
                                        </p:tav>
                                      </p:tavLst>
                                    </p:anim>
                                    <p:anim calcmode="lin" valueType="num">
                                      <p:cBhvr>
                                        <p:cTn id="10" dur="1000" fill="hold"/>
                                        <p:tgtEl>
                                          <p:spTgt spid="51202"/>
                                        </p:tgtEl>
                                        <p:attrNameLst>
                                          <p:attrName>ppt_y</p:attrName>
                                        </p:attrNameLst>
                                      </p:cBhvr>
                                      <p:tavLst>
                                        <p:tav tm="0" fmla="#ppt_y+(sin(-2*pi*(1-$))*-#ppt_x+cos(-2*pi*(1-$))*(1-#ppt_y))*(1-$)">
                                          <p:val>
                                            <p:fltVal val="0.000000"/>
                                          </p:val>
                                        </p:tav>
                                        <p:tav tm="100000">
                                          <p:val>
                                            <p:fltVal val="1.000000"/>
                                          </p:val>
                                        </p:tav>
                                      </p:tavLst>
                                    </p:anim>
                                  </p:childTnLst>
                                </p:cTn>
                              </p:par>
                            </p:childTnLst>
                          </p:cTn>
                        </p:par>
                        <p:par>
                          <p:cTn id="11" fill="hold">
                            <p:stCondLst>
                              <p:cond delay="1000"/>
                            </p:stCondLst>
                            <p:childTnLst>
                              <p:par>
                                <p:cTn id="12" presetID="3" presetClass="entr" presetSubtype="10" fill="hold" nodeType="afterEffect">
                                  <p:stCondLst>
                                    <p:cond delay="0"/>
                                  </p:stCondLst>
                                  <p:childTnLst>
                                    <p:set>
                                      <p:cBhvr>
                                        <p:cTn id="13" dur="1" fill="hold">
                                          <p:stCondLst>
                                            <p:cond delay="0"/>
                                          </p:stCondLst>
                                        </p:cTn>
                                        <p:tgtEl>
                                          <p:spTgt spid="5"/>
                                        </p:tgtEl>
                                        <p:attrNameLst>
                                          <p:attrName>style.visibility</p:attrName>
                                        </p:attrNameLst>
                                      </p:cBhvr>
                                      <p:to>
                                        <p:strVal val="visible"/>
                                      </p:to>
                                    </p:set>
                                    <p:animEffect transition="in" filter="blinds(horizontal)">
                                      <p:cBhvr>
                                        <p:cTn id="14" dur="500"/>
                                        <p:tgtEl>
                                          <p:spTgt spid="5"/>
                                        </p:tgtEl>
                                      </p:cBhvr>
                                    </p:animEffect>
                                  </p:childTnLst>
                                </p:cTn>
                              </p:par>
                            </p:childTnLst>
                          </p:cTn>
                        </p:par>
                        <p:par>
                          <p:cTn id="15" fill="hold">
                            <p:stCondLst>
                              <p:cond delay="1500"/>
                            </p:stCondLst>
                            <p:childTnLst>
                              <p:par>
                                <p:cTn id="16" presetID="22" presetClass="entr" presetSubtype="8" fill="hold" nodeType="afterEffect">
                                  <p:stCondLst>
                                    <p:cond delay="0"/>
                                  </p:stCondLst>
                                  <p:childTnLst>
                                    <p:set>
                                      <p:cBhvr>
                                        <p:cTn id="17" dur="1" fill="hold">
                                          <p:stCondLst>
                                            <p:cond delay="0"/>
                                          </p:stCondLst>
                                        </p:cTn>
                                        <p:tgtEl>
                                          <p:spTgt spid="2"/>
                                        </p:tgtEl>
                                        <p:attrNameLst>
                                          <p:attrName>style.visibility</p:attrName>
                                        </p:attrNameLst>
                                      </p:cBhvr>
                                      <p:to>
                                        <p:strVal val="visible"/>
                                      </p:to>
                                    </p:set>
                                    <p:animEffect transition="in" filter="wipe(left)">
                                      <p:cBhvr>
                                        <p:cTn id="18" dur="1000"/>
                                        <p:tgtEl>
                                          <p:spTgt spid="2"/>
                                        </p:tgtEl>
                                      </p:cBhvr>
                                    </p:animEffect>
                                  </p:childTnLst>
                                </p:cTn>
                              </p:par>
                            </p:childTnLst>
                          </p:cTn>
                        </p:par>
                      </p:childTnLst>
                    </p:cTn>
                  </p:par>
                  <p:par>
                    <p:cTn id="19" fill="hold">
                      <p:stCondLst>
                        <p:cond delay="indefinite"/>
                      </p:stCondLst>
                      <p:childTnLst>
                        <p:par>
                          <p:cTn id="20" fill="hold">
                            <p:stCondLst>
                              <p:cond delay="0"/>
                            </p:stCondLst>
                            <p:childTnLst>
                              <p:par>
                                <p:cTn id="21" presetID="15" presetClass="entr" presetSubtype="0" fill="hold" grpId="0" nodeType="clickEffect">
                                  <p:stCondLst>
                                    <p:cond delay="0"/>
                                  </p:stCondLst>
                                  <p:childTnLst>
                                    <p:set>
                                      <p:cBhvr>
                                        <p:cTn id="22" dur="1" fill="hold">
                                          <p:stCondLst>
                                            <p:cond delay="0"/>
                                          </p:stCondLst>
                                        </p:cTn>
                                        <p:tgtEl>
                                          <p:spTgt spid="51237"/>
                                        </p:tgtEl>
                                        <p:attrNameLst>
                                          <p:attrName>style.visibility</p:attrName>
                                        </p:attrNameLst>
                                      </p:cBhvr>
                                      <p:to>
                                        <p:strVal val="visible"/>
                                      </p:to>
                                    </p:set>
                                    <p:anim calcmode="lin" valueType="num">
                                      <p:cBhvr>
                                        <p:cTn id="23" dur="1000" fill="hold"/>
                                        <p:tgtEl>
                                          <p:spTgt spid="51237"/>
                                        </p:tgtEl>
                                        <p:attrNameLst>
                                          <p:attrName>ppt_w</p:attrName>
                                        </p:attrNameLst>
                                      </p:cBhvr>
                                      <p:tavLst>
                                        <p:tav tm="0">
                                          <p:val>
                                            <p:fltVal val="0.000000"/>
                                          </p:val>
                                        </p:tav>
                                        <p:tav tm="100000">
                                          <p:val>
                                            <p:strVal val="#ppt_w"/>
                                          </p:val>
                                        </p:tav>
                                      </p:tavLst>
                                    </p:anim>
                                    <p:anim calcmode="lin" valueType="num">
                                      <p:cBhvr>
                                        <p:cTn id="24" dur="1000" fill="hold"/>
                                        <p:tgtEl>
                                          <p:spTgt spid="51237"/>
                                        </p:tgtEl>
                                        <p:attrNameLst>
                                          <p:attrName>ppt_h</p:attrName>
                                        </p:attrNameLst>
                                      </p:cBhvr>
                                      <p:tavLst>
                                        <p:tav tm="0">
                                          <p:val>
                                            <p:fltVal val="0.000000"/>
                                          </p:val>
                                        </p:tav>
                                        <p:tav tm="100000">
                                          <p:val>
                                            <p:strVal val="#ppt_h"/>
                                          </p:val>
                                        </p:tav>
                                      </p:tavLst>
                                    </p:anim>
                                    <p:anim calcmode="lin" valueType="num">
                                      <p:cBhvr>
                                        <p:cTn id="25" dur="1000" fill="hold"/>
                                        <p:tgtEl>
                                          <p:spTgt spid="51237"/>
                                        </p:tgtEl>
                                        <p:attrNameLst>
                                          <p:attrName>ppt_x</p:attrName>
                                        </p:attrNameLst>
                                      </p:cBhvr>
                                      <p:tavLst>
                                        <p:tav tm="0" fmla="#ppt_x+(cos(-2*pi*(1-$))*-#ppt_x-sin(-2*pi*(1-$))*(1-#ppt_y))*(1-$)">
                                          <p:val>
                                            <p:fltVal val="0.000000"/>
                                          </p:val>
                                        </p:tav>
                                        <p:tav tm="100000">
                                          <p:val>
                                            <p:fltVal val="1.000000"/>
                                          </p:val>
                                        </p:tav>
                                      </p:tavLst>
                                    </p:anim>
                                    <p:anim calcmode="lin" valueType="num">
                                      <p:cBhvr>
                                        <p:cTn id="26" dur="1000" fill="hold"/>
                                        <p:tgtEl>
                                          <p:spTgt spid="51237"/>
                                        </p:tgtEl>
                                        <p:attrNameLst>
                                          <p:attrName>ppt_y</p:attrName>
                                        </p:attrNameLst>
                                      </p:cBhvr>
                                      <p:tavLst>
                                        <p:tav tm="0" fmla="#ppt_y+(sin(-2*pi*(1-$))*-#ppt_x+cos(-2*pi*(1-$))*(1-#ppt_y))*(1-$)">
                                          <p:val>
                                            <p:fltVal val="0.000000"/>
                                          </p:val>
                                        </p:tav>
                                        <p:tav tm="100000">
                                          <p:val>
                                            <p:fltVal val="1.000000"/>
                                          </p:val>
                                        </p:tav>
                                      </p:tavLst>
                                    </p:anim>
                                  </p:childTnLst>
                                </p:cTn>
                              </p:par>
                            </p:childTnLst>
                          </p:cTn>
                        </p:par>
                        <p:par>
                          <p:cTn id="27" fill="hold">
                            <p:stCondLst>
                              <p:cond delay="1000"/>
                            </p:stCondLst>
                            <p:childTnLst>
                              <p:par>
                                <p:cTn id="28" presetID="12" presetClass="entr" presetSubtype="1" fill="hold" grpId="0" nodeType="afterEffect">
                                  <p:stCondLst>
                                    <p:cond delay="0"/>
                                  </p:stCondLst>
                                  <p:childTnLst>
                                    <p:set>
                                      <p:cBhvr>
                                        <p:cTn id="29" dur="1" fill="hold">
                                          <p:stCondLst>
                                            <p:cond delay="0"/>
                                          </p:stCondLst>
                                        </p:cTn>
                                        <p:tgtEl>
                                          <p:spTgt spid="51238"/>
                                        </p:tgtEl>
                                        <p:attrNameLst>
                                          <p:attrName>style.visibility</p:attrName>
                                        </p:attrNameLst>
                                      </p:cBhvr>
                                      <p:to>
                                        <p:strVal val="visible"/>
                                      </p:to>
                                    </p:set>
                                    <p:animEffect transition="in" filter="slide(fromTop)">
                                      <p:cBhvr>
                                        <p:cTn id="30" dur="1000"/>
                                        <p:tgtEl>
                                          <p:spTgt spid="51238"/>
                                        </p:tgtEl>
                                      </p:cBhvr>
                                    </p:animEffect>
                                  </p:childTnLst>
                                </p:cTn>
                              </p:par>
                            </p:childTnLst>
                          </p:cTn>
                        </p:par>
                      </p:childTnLst>
                    </p:cTn>
                  </p:par>
                  <p:par>
                    <p:cTn id="31" fill="hold">
                      <p:stCondLst>
                        <p:cond delay="indefinite"/>
                      </p:stCondLst>
                      <p:childTnLst>
                        <p:par>
                          <p:cTn id="32" fill="hold">
                            <p:stCondLst>
                              <p:cond delay="0"/>
                            </p:stCondLst>
                            <p:childTnLst>
                              <p:par>
                                <p:cTn id="33" presetID="22" presetClass="entr" presetSubtype="8" fill="hold" nodeType="clickEffect">
                                  <p:stCondLst>
                                    <p:cond delay="0"/>
                                  </p:stCondLst>
                                  <p:childTnLst>
                                    <p:set>
                                      <p:cBhvr>
                                        <p:cTn id="34" dur="1" fill="hold">
                                          <p:stCondLst>
                                            <p:cond delay="0"/>
                                          </p:stCondLst>
                                        </p:cTn>
                                        <p:tgtEl>
                                          <p:spTgt spid="51239"/>
                                        </p:tgtEl>
                                        <p:attrNameLst>
                                          <p:attrName>style.visibility</p:attrName>
                                        </p:attrNameLst>
                                      </p:cBhvr>
                                      <p:to>
                                        <p:strVal val="visible"/>
                                      </p:to>
                                    </p:set>
                                    <p:animEffect transition="in" filter="wipe(left)">
                                      <p:cBhvr>
                                        <p:cTn id="35" dur="2000"/>
                                        <p:tgtEl>
                                          <p:spTgt spid="51239"/>
                                        </p:tgtEl>
                                      </p:cBhvr>
                                    </p:animEffect>
                                  </p:childTnLst>
                                </p:cTn>
                              </p:par>
                            </p:childTnLst>
                          </p:cTn>
                        </p:par>
                      </p:childTnLst>
                    </p:cTn>
                  </p:par>
                  <p:par>
                    <p:cTn id="36" fill="hold">
                      <p:stCondLst>
                        <p:cond delay="indefinite"/>
                      </p:stCondLst>
                      <p:childTnLst>
                        <p:par>
                          <p:cTn id="37" fill="hold">
                            <p:stCondLst>
                              <p:cond delay="0"/>
                            </p:stCondLst>
                            <p:childTnLst>
                              <p:par>
                                <p:cTn id="38" presetID="12" presetClass="entr" presetSubtype="8" fill="hold" nodeType="clickEffect">
                                  <p:stCondLst>
                                    <p:cond delay="0"/>
                                  </p:stCondLst>
                                  <p:childTnLst>
                                    <p:set>
                                      <p:cBhvr>
                                        <p:cTn id="39" dur="1" fill="hold">
                                          <p:stCondLst>
                                            <p:cond delay="0"/>
                                          </p:stCondLst>
                                        </p:cTn>
                                        <p:tgtEl>
                                          <p:spTgt spid="51240"/>
                                        </p:tgtEl>
                                        <p:attrNameLst>
                                          <p:attrName>style.visibility</p:attrName>
                                        </p:attrNameLst>
                                      </p:cBhvr>
                                      <p:to>
                                        <p:strVal val="visible"/>
                                      </p:to>
                                    </p:set>
                                    <p:animEffect transition="in" filter="slide(fromLeft)">
                                      <p:cBhvr>
                                        <p:cTn id="40" dur="500"/>
                                        <p:tgtEl>
                                          <p:spTgt spid="51240"/>
                                        </p:tgtEl>
                                      </p:cBhvr>
                                    </p:animEffect>
                                  </p:childTnLst>
                                </p:cTn>
                              </p:par>
                            </p:childTnLst>
                          </p:cTn>
                        </p:par>
                        <p:par>
                          <p:cTn id="41" fill="hold">
                            <p:stCondLst>
                              <p:cond delay="500"/>
                            </p:stCondLst>
                            <p:childTnLst>
                              <p:par>
                                <p:cTn id="42" presetID="22" presetClass="entr" presetSubtype="8" fill="hold" nodeType="afterEffect">
                                  <p:stCondLst>
                                    <p:cond delay="0"/>
                                  </p:stCondLst>
                                  <p:childTnLst>
                                    <p:set>
                                      <p:cBhvr>
                                        <p:cTn id="43" dur="1" fill="hold">
                                          <p:stCondLst>
                                            <p:cond delay="0"/>
                                          </p:stCondLst>
                                        </p:cTn>
                                        <p:tgtEl>
                                          <p:spTgt spid="51241"/>
                                        </p:tgtEl>
                                        <p:attrNameLst>
                                          <p:attrName>style.visibility</p:attrName>
                                        </p:attrNameLst>
                                      </p:cBhvr>
                                      <p:to>
                                        <p:strVal val="visible"/>
                                      </p:to>
                                    </p:set>
                                    <p:animEffect transition="in" filter="wipe(left)">
                                      <p:cBhvr>
                                        <p:cTn id="44" dur="2000"/>
                                        <p:tgtEl>
                                          <p:spTgt spid="51241"/>
                                        </p:tgtEl>
                                      </p:cBhvr>
                                    </p:animEffect>
                                  </p:childTnLst>
                                </p:cTn>
                              </p:par>
                            </p:childTnLst>
                          </p:cTn>
                        </p:par>
                      </p:childTnLst>
                    </p:cTn>
                  </p:par>
                  <p:par>
                    <p:cTn id="45" fill="hold">
                      <p:stCondLst>
                        <p:cond delay="indefinite"/>
                      </p:stCondLst>
                      <p:childTnLst>
                        <p:par>
                          <p:cTn id="46" fill="hold">
                            <p:stCondLst>
                              <p:cond delay="0"/>
                            </p:stCondLst>
                            <p:childTnLst>
                              <p:par>
                                <p:cTn id="47" presetID="22" presetClass="entr" presetSubtype="1" fill="hold" nodeType="clickEffect">
                                  <p:stCondLst>
                                    <p:cond delay="0"/>
                                  </p:stCondLst>
                                  <p:childTnLst>
                                    <p:set>
                                      <p:cBhvr>
                                        <p:cTn id="48" dur="1" fill="hold">
                                          <p:stCondLst>
                                            <p:cond delay="0"/>
                                          </p:stCondLst>
                                        </p:cTn>
                                        <p:tgtEl>
                                          <p:spTgt spid="51242"/>
                                        </p:tgtEl>
                                        <p:attrNameLst>
                                          <p:attrName>style.visibility</p:attrName>
                                        </p:attrNameLst>
                                      </p:cBhvr>
                                      <p:to>
                                        <p:strVal val="visible"/>
                                      </p:to>
                                    </p:set>
                                    <p:animEffect transition="in" filter="wipe(up)">
                                      <p:cBhvr>
                                        <p:cTn id="49" dur="2000"/>
                                        <p:tgtEl>
                                          <p:spTgt spid="51242"/>
                                        </p:tgtEl>
                                      </p:cBhvr>
                                    </p:animEffect>
                                  </p:childTnLst>
                                </p:cTn>
                              </p:par>
                            </p:childTnLst>
                          </p:cTn>
                        </p:par>
                      </p:childTnLst>
                    </p:cTn>
                  </p:par>
                  <p:par>
                    <p:cTn id="50" fill="hold">
                      <p:stCondLst>
                        <p:cond delay="indefinite"/>
                      </p:stCondLst>
                      <p:childTnLst>
                        <p:par>
                          <p:cTn id="51" fill="hold">
                            <p:stCondLst>
                              <p:cond delay="0"/>
                            </p:stCondLst>
                            <p:childTnLst>
                              <p:par>
                                <p:cTn id="52" presetID="12" presetClass="entr" presetSubtype="8" fill="hold" nodeType="clickEffect">
                                  <p:stCondLst>
                                    <p:cond delay="0"/>
                                  </p:stCondLst>
                                  <p:childTnLst>
                                    <p:set>
                                      <p:cBhvr>
                                        <p:cTn id="53" dur="1" fill="hold">
                                          <p:stCondLst>
                                            <p:cond delay="0"/>
                                          </p:stCondLst>
                                        </p:cTn>
                                        <p:tgtEl>
                                          <p:spTgt spid="51243"/>
                                        </p:tgtEl>
                                        <p:attrNameLst>
                                          <p:attrName>style.visibility</p:attrName>
                                        </p:attrNameLst>
                                      </p:cBhvr>
                                      <p:to>
                                        <p:strVal val="visible"/>
                                      </p:to>
                                    </p:set>
                                    <p:animEffect transition="in" filter="slide(fromLeft)">
                                      <p:cBhvr>
                                        <p:cTn id="54" dur="500"/>
                                        <p:tgtEl>
                                          <p:spTgt spid="51243"/>
                                        </p:tgtEl>
                                      </p:cBhvr>
                                    </p:animEffect>
                                  </p:childTnLst>
                                </p:cTn>
                              </p:par>
                            </p:childTnLst>
                          </p:cTn>
                        </p:par>
                        <p:par>
                          <p:cTn id="55" fill="hold">
                            <p:stCondLst>
                              <p:cond delay="500"/>
                            </p:stCondLst>
                            <p:childTnLst>
                              <p:par>
                                <p:cTn id="56" presetID="22" presetClass="entr" presetSubtype="8" fill="hold" nodeType="afterEffect">
                                  <p:stCondLst>
                                    <p:cond delay="0"/>
                                  </p:stCondLst>
                                  <p:childTnLst>
                                    <p:set>
                                      <p:cBhvr>
                                        <p:cTn id="57" dur="1" fill="hold">
                                          <p:stCondLst>
                                            <p:cond delay="0"/>
                                          </p:stCondLst>
                                        </p:cTn>
                                        <p:tgtEl>
                                          <p:spTgt spid="51245"/>
                                        </p:tgtEl>
                                        <p:attrNameLst>
                                          <p:attrName>style.visibility</p:attrName>
                                        </p:attrNameLst>
                                      </p:cBhvr>
                                      <p:to>
                                        <p:strVal val="visible"/>
                                      </p:to>
                                    </p:set>
                                    <p:animEffect transition="in" filter="wipe(left)">
                                      <p:cBhvr>
                                        <p:cTn id="58" dur="2000"/>
                                        <p:tgtEl>
                                          <p:spTgt spid="51245"/>
                                        </p:tgtEl>
                                      </p:cBhvr>
                                    </p:animEffect>
                                  </p:childTnLst>
                                </p:cTn>
                              </p:par>
                            </p:childTnLst>
                          </p:cTn>
                        </p:par>
                      </p:childTnLst>
                    </p:cTn>
                  </p:par>
                  <p:par>
                    <p:cTn id="59" fill="hold">
                      <p:stCondLst>
                        <p:cond delay="indefinite"/>
                      </p:stCondLst>
                      <p:childTnLst>
                        <p:par>
                          <p:cTn id="60" fill="hold">
                            <p:stCondLst>
                              <p:cond delay="0"/>
                            </p:stCondLst>
                            <p:childTnLst>
                              <p:par>
                                <p:cTn id="61" presetID="22" presetClass="entr" presetSubtype="8" fill="hold" nodeType="clickEffect">
                                  <p:stCondLst>
                                    <p:cond delay="0"/>
                                  </p:stCondLst>
                                  <p:childTnLst>
                                    <p:set>
                                      <p:cBhvr>
                                        <p:cTn id="62" dur="1" fill="hold">
                                          <p:stCondLst>
                                            <p:cond delay="0"/>
                                          </p:stCondLst>
                                        </p:cTn>
                                        <p:tgtEl>
                                          <p:spTgt spid="51246"/>
                                        </p:tgtEl>
                                        <p:attrNameLst>
                                          <p:attrName>style.visibility</p:attrName>
                                        </p:attrNameLst>
                                      </p:cBhvr>
                                      <p:to>
                                        <p:strVal val="visible"/>
                                      </p:to>
                                    </p:set>
                                    <p:animEffect transition="in" filter="wipe(left)">
                                      <p:cBhvr>
                                        <p:cTn id="63" dur="2000"/>
                                        <p:tgtEl>
                                          <p:spTgt spid="5124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1202" grpId="0"/>
      <p:bldP spid="51237" grpId="0" animBg="1"/>
      <p:bldP spid="51238" grpId="0"/>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03108" name="Text Box 4"/>
          <p:cNvSpPr txBox="1"/>
          <p:nvPr/>
        </p:nvSpPr>
        <p:spPr>
          <a:xfrm>
            <a:off x="1692275" y="620713"/>
            <a:ext cx="7129463" cy="701675"/>
          </a:xfrm>
          <a:prstGeom prst="rect">
            <a:avLst/>
          </a:prstGeom>
          <a:noFill/>
          <a:ln w="9525">
            <a:noFill/>
          </a:ln>
          <a:effectLst>
            <a:prstShdw prst="shdw17" dist="17961" dir="2699999">
              <a:srgbClr val="7A8E99"/>
            </a:prstShdw>
          </a:effectLst>
        </p:spPr>
        <p:txBody>
          <a:bodyPr>
            <a:spAutoFit/>
          </a:bodyPr>
          <a:p>
            <a:r>
              <a:rPr lang="en-US" altLang="zh-CN" sz="4000" b="0" dirty="0">
                <a:solidFill>
                  <a:schemeClr val="bg1"/>
                </a:solidFill>
                <a:latin typeface="Times New Roman" panose="02020603050405020304" pitchFamily="18" charset="0"/>
              </a:rPr>
              <a:t>9-2</a:t>
            </a:r>
            <a:r>
              <a:rPr lang="en-US" altLang="zh-CN" sz="4000" dirty="0">
                <a:solidFill>
                  <a:schemeClr val="bg1"/>
                </a:solidFill>
                <a:latin typeface="楷体_GB2312" pitchFamily="49" charset="-122"/>
              </a:rPr>
              <a:t>  </a:t>
            </a:r>
            <a:r>
              <a:rPr lang="zh-CN" altLang="en-US" sz="4000" dirty="0">
                <a:solidFill>
                  <a:schemeClr val="bg1"/>
                </a:solidFill>
                <a:latin typeface="楷体_GB2312" pitchFamily="49" charset="-122"/>
              </a:rPr>
              <a:t>电路的相量图</a:t>
            </a:r>
            <a:endParaRPr lang="zh-CN" altLang="en-US" sz="4000" dirty="0">
              <a:solidFill>
                <a:schemeClr val="bg1"/>
              </a:solidFill>
              <a:latin typeface="楷体_GB2312" pitchFamily="49" charset="-122"/>
            </a:endParaRPr>
          </a:p>
        </p:txBody>
      </p:sp>
      <p:grpSp>
        <p:nvGrpSpPr>
          <p:cNvPr id="83971" name="Group 5"/>
          <p:cNvGrpSpPr/>
          <p:nvPr/>
        </p:nvGrpSpPr>
        <p:grpSpPr>
          <a:xfrm>
            <a:off x="8316913" y="6446838"/>
            <a:ext cx="792162" cy="366712"/>
            <a:chOff x="5193" y="4020"/>
            <a:chExt cx="499" cy="231"/>
          </a:xfrm>
        </p:grpSpPr>
        <p:pic>
          <p:nvPicPr>
            <p:cNvPr id="83983" name="Picture 6" descr="78900"/>
            <p:cNvPicPr>
              <a:picLocks noChangeAspect="1"/>
            </p:cNvPicPr>
            <p:nvPr/>
          </p:nvPicPr>
          <p:blipFill>
            <a:blip r:embed="rId1"/>
            <a:stretch>
              <a:fillRect/>
            </a:stretch>
          </p:blipFill>
          <p:spPr>
            <a:xfrm>
              <a:off x="5193" y="4066"/>
              <a:ext cx="499" cy="181"/>
            </a:xfrm>
            <a:prstGeom prst="rect">
              <a:avLst/>
            </a:prstGeom>
            <a:noFill/>
            <a:ln w="9525">
              <a:noFill/>
            </a:ln>
          </p:spPr>
        </p:pic>
        <p:sp>
          <p:nvSpPr>
            <p:cNvPr id="83984" name="Text Box 7">
              <a:hlinkClick r:id="" action="ppaction://hlinkshowjump?jump=nextslide"/>
            </p:cNvPr>
            <p:cNvSpPr txBox="1"/>
            <p:nvPr/>
          </p:nvSpPr>
          <p:spPr>
            <a:xfrm>
              <a:off x="5216" y="4020"/>
              <a:ext cx="476" cy="231"/>
            </a:xfrm>
            <a:prstGeom prst="rect">
              <a:avLst/>
            </a:prstGeom>
            <a:noFill/>
            <a:ln w="9525">
              <a:noFill/>
            </a:ln>
          </p:spPr>
          <p:txBody>
            <a:bodyPr wrap="none">
              <a:spAutoFit/>
            </a:bodyPr>
            <a:p>
              <a:pPr>
                <a:spcBef>
                  <a:spcPct val="50000"/>
                </a:spcBef>
              </a:pPr>
              <a:r>
                <a:rPr lang="zh-CN" altLang="en-US" sz="1800" b="0" dirty="0">
                  <a:solidFill>
                    <a:schemeClr val="bg1"/>
                  </a:solidFill>
                  <a:latin typeface="隶书" panose="02010509060101010101" pitchFamily="49" charset="-122"/>
                  <a:ea typeface="隶书" panose="02010509060101010101" pitchFamily="49" charset="-122"/>
                </a:rPr>
                <a:t>下 页</a:t>
              </a:r>
              <a:endParaRPr lang="zh-CN" altLang="en-US" sz="1800" b="0" dirty="0">
                <a:solidFill>
                  <a:schemeClr val="bg1"/>
                </a:solidFill>
                <a:latin typeface="隶书" panose="02010509060101010101" pitchFamily="49" charset="-122"/>
                <a:ea typeface="隶书" panose="02010509060101010101" pitchFamily="49" charset="-122"/>
              </a:endParaRPr>
            </a:p>
          </p:txBody>
        </p:sp>
      </p:grpSp>
      <p:grpSp>
        <p:nvGrpSpPr>
          <p:cNvPr id="83972" name="Group 8"/>
          <p:cNvGrpSpPr/>
          <p:nvPr/>
        </p:nvGrpSpPr>
        <p:grpSpPr>
          <a:xfrm>
            <a:off x="7453313" y="6446838"/>
            <a:ext cx="792162" cy="366712"/>
            <a:chOff x="4649" y="4020"/>
            <a:chExt cx="499" cy="231"/>
          </a:xfrm>
        </p:grpSpPr>
        <p:pic>
          <p:nvPicPr>
            <p:cNvPr id="83981" name="Picture 9" descr="78900"/>
            <p:cNvPicPr>
              <a:picLocks noChangeAspect="1"/>
            </p:cNvPicPr>
            <p:nvPr/>
          </p:nvPicPr>
          <p:blipFill>
            <a:blip r:embed="rId1"/>
            <a:stretch>
              <a:fillRect/>
            </a:stretch>
          </p:blipFill>
          <p:spPr>
            <a:xfrm>
              <a:off x="4649" y="4066"/>
              <a:ext cx="499" cy="181"/>
            </a:xfrm>
            <a:prstGeom prst="rect">
              <a:avLst/>
            </a:prstGeom>
            <a:noFill/>
            <a:ln w="9525">
              <a:noFill/>
            </a:ln>
          </p:spPr>
        </p:pic>
        <p:sp>
          <p:nvSpPr>
            <p:cNvPr id="83982" name="Text Box 10">
              <a:hlinkClick r:id="" action="ppaction://hlinkshowjump?jump=previousslide"/>
            </p:cNvPr>
            <p:cNvSpPr txBox="1"/>
            <p:nvPr/>
          </p:nvSpPr>
          <p:spPr>
            <a:xfrm>
              <a:off x="4672" y="4020"/>
              <a:ext cx="476" cy="231"/>
            </a:xfrm>
            <a:prstGeom prst="rect">
              <a:avLst/>
            </a:prstGeom>
            <a:noFill/>
            <a:ln w="9525">
              <a:noFill/>
            </a:ln>
          </p:spPr>
          <p:txBody>
            <a:bodyPr wrap="none">
              <a:spAutoFit/>
            </a:bodyPr>
            <a:p>
              <a:pPr>
                <a:spcBef>
                  <a:spcPct val="50000"/>
                </a:spcBef>
              </a:pPr>
              <a:r>
                <a:rPr lang="zh-CN" altLang="en-US" sz="1800" b="0" dirty="0">
                  <a:solidFill>
                    <a:schemeClr val="bg1"/>
                  </a:solidFill>
                  <a:latin typeface="隶书" panose="02010509060101010101" pitchFamily="49" charset="-122"/>
                  <a:ea typeface="隶书" panose="02010509060101010101" pitchFamily="49" charset="-122"/>
                </a:rPr>
                <a:t>上 页</a:t>
              </a:r>
              <a:endParaRPr lang="zh-CN" altLang="en-US" sz="1800" b="0" dirty="0">
                <a:solidFill>
                  <a:schemeClr val="bg1"/>
                </a:solidFill>
                <a:latin typeface="隶书" panose="02010509060101010101" pitchFamily="49" charset="-122"/>
                <a:ea typeface="隶书" panose="02010509060101010101" pitchFamily="49" charset="-122"/>
              </a:endParaRPr>
            </a:p>
          </p:txBody>
        </p:sp>
      </p:grpSp>
      <p:grpSp>
        <p:nvGrpSpPr>
          <p:cNvPr id="83973" name="Group 11"/>
          <p:cNvGrpSpPr/>
          <p:nvPr/>
        </p:nvGrpSpPr>
        <p:grpSpPr>
          <a:xfrm>
            <a:off x="6588125" y="6446838"/>
            <a:ext cx="792163" cy="366712"/>
            <a:chOff x="4649" y="4020"/>
            <a:chExt cx="499" cy="231"/>
          </a:xfrm>
        </p:grpSpPr>
        <p:pic>
          <p:nvPicPr>
            <p:cNvPr id="83979" name="Picture 12" descr="78900"/>
            <p:cNvPicPr>
              <a:picLocks noChangeAspect="1"/>
            </p:cNvPicPr>
            <p:nvPr/>
          </p:nvPicPr>
          <p:blipFill>
            <a:blip r:embed="rId1"/>
            <a:stretch>
              <a:fillRect/>
            </a:stretch>
          </p:blipFill>
          <p:spPr>
            <a:xfrm>
              <a:off x="4649" y="4066"/>
              <a:ext cx="499" cy="181"/>
            </a:xfrm>
            <a:prstGeom prst="rect">
              <a:avLst/>
            </a:prstGeom>
            <a:noFill/>
            <a:ln w="9525">
              <a:noFill/>
            </a:ln>
          </p:spPr>
        </p:pic>
        <p:sp>
          <p:nvSpPr>
            <p:cNvPr id="83980" name="Text Box 13">
              <a:hlinkClick r:id="" action="ppaction://hlinkshowjump?jump=firstslide"/>
            </p:cNvPr>
            <p:cNvSpPr txBox="1"/>
            <p:nvPr/>
          </p:nvSpPr>
          <p:spPr>
            <a:xfrm>
              <a:off x="4672" y="4020"/>
              <a:ext cx="476" cy="231"/>
            </a:xfrm>
            <a:prstGeom prst="rect">
              <a:avLst/>
            </a:prstGeom>
            <a:noFill/>
            <a:ln w="9525">
              <a:noFill/>
            </a:ln>
          </p:spPr>
          <p:txBody>
            <a:bodyPr wrap="none">
              <a:spAutoFit/>
            </a:bodyPr>
            <a:p>
              <a:pPr>
                <a:spcBef>
                  <a:spcPct val="50000"/>
                </a:spcBef>
              </a:pPr>
              <a:r>
                <a:rPr lang="zh-CN" altLang="en-US" sz="1800" b="0" dirty="0">
                  <a:solidFill>
                    <a:schemeClr val="bg1"/>
                  </a:solidFill>
                  <a:latin typeface="隶书" panose="02010509060101010101" pitchFamily="49" charset="-122"/>
                  <a:ea typeface="隶书" panose="02010509060101010101" pitchFamily="49" charset="-122"/>
                </a:rPr>
                <a:t>返 回</a:t>
              </a:r>
              <a:endParaRPr lang="zh-CN" altLang="en-US" sz="1800" b="0" dirty="0">
                <a:solidFill>
                  <a:schemeClr val="bg1"/>
                </a:solidFill>
                <a:latin typeface="隶书" panose="02010509060101010101" pitchFamily="49" charset="-122"/>
                <a:ea typeface="隶书" panose="02010509060101010101" pitchFamily="49" charset="-122"/>
              </a:endParaRPr>
            </a:p>
          </p:txBody>
        </p:sp>
      </p:grpSp>
      <p:sp>
        <p:nvSpPr>
          <p:cNvPr id="303118" name="Rectangle 14"/>
          <p:cNvSpPr/>
          <p:nvPr/>
        </p:nvSpPr>
        <p:spPr>
          <a:xfrm>
            <a:off x="539750" y="1268413"/>
            <a:ext cx="8208963" cy="1630362"/>
          </a:xfrm>
          <a:prstGeom prst="rect">
            <a:avLst/>
          </a:prstGeom>
          <a:noFill/>
          <a:ln w="9525">
            <a:noFill/>
          </a:ln>
        </p:spPr>
        <p:txBody>
          <a:bodyPr anchor="ctr" anchorCtr="0">
            <a:spAutoFit/>
          </a:bodyPr>
          <a:p>
            <a:pPr>
              <a:lnSpc>
                <a:spcPct val="120000"/>
              </a:lnSpc>
            </a:pPr>
            <a:r>
              <a:rPr lang="en-US" altLang="zh-CN" dirty="0">
                <a:latin typeface="楷体_GB2312" pitchFamily="49" charset="-122"/>
              </a:rPr>
              <a:t>    </a:t>
            </a:r>
            <a:r>
              <a:rPr lang="zh-CN" altLang="en-US" dirty="0">
                <a:latin typeface="楷体_GB2312" pitchFamily="49" charset="-122"/>
              </a:rPr>
              <a:t>分析阻抗（导纳）串、并联电路时，可以利用相关的电压和电流相量在复平面上组成的电路的相量图。 </a:t>
            </a:r>
            <a:endParaRPr lang="zh-CN" altLang="en-US" dirty="0">
              <a:latin typeface="楷体_GB2312" pitchFamily="49" charset="-122"/>
            </a:endParaRPr>
          </a:p>
        </p:txBody>
      </p:sp>
      <p:sp>
        <p:nvSpPr>
          <p:cNvPr id="303120" name="Rectangle 16" descr="绿色大理石"/>
          <p:cNvSpPr/>
          <p:nvPr/>
        </p:nvSpPr>
        <p:spPr>
          <a:xfrm>
            <a:off x="539750" y="2924175"/>
            <a:ext cx="6335713" cy="676275"/>
          </a:xfrm>
          <a:prstGeom prst="rect">
            <a:avLst/>
          </a:prstGeom>
          <a:noFill/>
          <a:ln w="9525">
            <a:noFill/>
          </a:ln>
        </p:spPr>
        <p:txBody>
          <a:bodyPr anchor="ctr" anchorCtr="0">
            <a:spAutoFit/>
          </a:bodyPr>
          <a:p>
            <a:pPr>
              <a:lnSpc>
                <a:spcPct val="120000"/>
              </a:lnSpc>
            </a:pPr>
            <a:r>
              <a:rPr lang="en-US" altLang="zh-CN" sz="3200" b="0" dirty="0">
                <a:solidFill>
                  <a:schemeClr val="bg1"/>
                </a:solidFill>
                <a:latin typeface="Times New Roman" panose="02020603050405020304" pitchFamily="18" charset="0"/>
              </a:rPr>
              <a:t>1. </a:t>
            </a:r>
            <a:r>
              <a:rPr lang="zh-CN" altLang="en-US" sz="3200" dirty="0">
                <a:solidFill>
                  <a:schemeClr val="bg1"/>
                </a:solidFill>
                <a:latin typeface="Times New Roman" panose="02020603050405020304" pitchFamily="18" charset="0"/>
              </a:rPr>
              <a:t>并联电路</a:t>
            </a:r>
            <a:r>
              <a:rPr lang="zh-CN" altLang="en-US" sz="3200" dirty="0">
                <a:solidFill>
                  <a:schemeClr val="bg1"/>
                </a:solidFill>
                <a:latin typeface="楷体_GB2312" pitchFamily="49" charset="-122"/>
              </a:rPr>
              <a:t>相量图的画法 </a:t>
            </a:r>
            <a:endParaRPr lang="zh-CN" altLang="en-US" sz="3200" dirty="0">
              <a:solidFill>
                <a:schemeClr val="bg1"/>
              </a:solidFill>
              <a:latin typeface="楷体_GB2312" pitchFamily="49" charset="-122"/>
            </a:endParaRPr>
          </a:p>
        </p:txBody>
      </p:sp>
      <p:sp>
        <p:nvSpPr>
          <p:cNvPr id="303121" name="Rectangle 17"/>
          <p:cNvSpPr/>
          <p:nvPr/>
        </p:nvSpPr>
        <p:spPr>
          <a:xfrm>
            <a:off x="611188" y="3644900"/>
            <a:ext cx="7775575" cy="519113"/>
          </a:xfrm>
          <a:prstGeom prst="rect">
            <a:avLst/>
          </a:prstGeom>
          <a:noFill/>
          <a:ln w="9525">
            <a:noFill/>
          </a:ln>
        </p:spPr>
        <p:txBody>
          <a:bodyPr anchor="ctr" anchorCtr="0">
            <a:spAutoFit/>
          </a:bodyPr>
          <a:p>
            <a:pPr marL="342900" indent="-342900">
              <a:buAutoNum type="circleNumDbPlain"/>
            </a:pPr>
            <a:r>
              <a:rPr lang="zh-CN" altLang="en-US" dirty="0">
                <a:latin typeface="楷体_GB2312" pitchFamily="49" charset="-122"/>
              </a:rPr>
              <a:t>参考电路并联部分的电压相量。</a:t>
            </a:r>
            <a:endParaRPr lang="zh-CN" altLang="en-US" dirty="0">
              <a:latin typeface="楷体_GB2312" pitchFamily="49" charset="-122"/>
            </a:endParaRPr>
          </a:p>
        </p:txBody>
      </p:sp>
      <p:sp>
        <p:nvSpPr>
          <p:cNvPr id="303144" name="Rectangle 40"/>
          <p:cNvSpPr/>
          <p:nvPr/>
        </p:nvSpPr>
        <p:spPr>
          <a:xfrm>
            <a:off x="611188" y="4149725"/>
            <a:ext cx="7775575" cy="1117600"/>
          </a:xfrm>
          <a:prstGeom prst="rect">
            <a:avLst/>
          </a:prstGeom>
          <a:noFill/>
          <a:ln w="9525">
            <a:noFill/>
          </a:ln>
        </p:spPr>
        <p:txBody>
          <a:bodyPr anchor="ctr" anchorCtr="0">
            <a:spAutoFit/>
          </a:bodyPr>
          <a:p>
            <a:pPr marL="342900" indent="-342900">
              <a:lnSpc>
                <a:spcPct val="120000"/>
              </a:lnSpc>
              <a:buAutoNum type="circleNumDbPlain" startAt="2"/>
            </a:pPr>
            <a:r>
              <a:rPr lang="zh-CN" altLang="en-US" dirty="0">
                <a:latin typeface="楷体_GB2312" pitchFamily="49" charset="-122"/>
              </a:rPr>
              <a:t>根据支路的</a:t>
            </a:r>
            <a:r>
              <a:rPr lang="en-US" altLang="zh-CN" b="0" dirty="0">
                <a:solidFill>
                  <a:schemeClr val="bg1"/>
                </a:solidFill>
                <a:latin typeface="Times New Roman" panose="02020603050405020304" pitchFamily="18" charset="0"/>
              </a:rPr>
              <a:t>VCR</a:t>
            </a:r>
            <a:r>
              <a:rPr lang="zh-CN" altLang="en-US" dirty="0">
                <a:latin typeface="楷体_GB2312" pitchFamily="49" charset="-122"/>
              </a:rPr>
              <a:t>确定各并联支路的电流相量与电压相量之间的夹角。</a:t>
            </a:r>
            <a:endParaRPr lang="zh-CN" altLang="en-US" dirty="0">
              <a:latin typeface="楷体_GB2312" pitchFamily="49" charset="-122"/>
            </a:endParaRPr>
          </a:p>
        </p:txBody>
      </p:sp>
      <p:sp>
        <p:nvSpPr>
          <p:cNvPr id="303145" name="Rectangle 41"/>
          <p:cNvSpPr/>
          <p:nvPr/>
        </p:nvSpPr>
        <p:spPr>
          <a:xfrm>
            <a:off x="611188" y="5229225"/>
            <a:ext cx="8281987" cy="1117600"/>
          </a:xfrm>
          <a:prstGeom prst="rect">
            <a:avLst/>
          </a:prstGeom>
          <a:noFill/>
          <a:ln w="9525">
            <a:noFill/>
          </a:ln>
        </p:spPr>
        <p:txBody>
          <a:bodyPr anchor="ctr" anchorCtr="0">
            <a:spAutoFit/>
          </a:bodyPr>
          <a:p>
            <a:pPr marL="342900" indent="-342900">
              <a:lnSpc>
                <a:spcPct val="120000"/>
              </a:lnSpc>
              <a:buAutoNum type="circleNumDbPlain" startAt="3"/>
            </a:pPr>
            <a:r>
              <a:rPr lang="zh-CN" altLang="en-US" dirty="0">
                <a:latin typeface="楷体_GB2312" pitchFamily="49" charset="-122"/>
              </a:rPr>
              <a:t>根据结点上的</a:t>
            </a:r>
            <a:r>
              <a:rPr lang="en-US" altLang="zh-CN" b="0" dirty="0">
                <a:solidFill>
                  <a:schemeClr val="bg1"/>
                </a:solidFill>
                <a:latin typeface="Times New Roman" panose="02020603050405020304" pitchFamily="18" charset="0"/>
              </a:rPr>
              <a:t>KCL</a:t>
            </a:r>
            <a:r>
              <a:rPr lang="zh-CN" altLang="en-US" dirty="0">
                <a:latin typeface="楷体_GB2312" pitchFamily="49" charset="-122"/>
              </a:rPr>
              <a:t>方程，用相量平移求和法则，画出结点上各支路电流相量组成的多边形。 </a:t>
            </a:r>
            <a:endParaRPr lang="zh-CN" altLang="en-US" dirty="0">
              <a:latin typeface="楷体_GB2312" pitchFamily="49"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9" fill="hold" grpId="0" nodeType="withEffect">
                                  <p:stCondLst>
                                    <p:cond delay="0"/>
                                  </p:stCondLst>
                                  <p:childTnLst>
                                    <p:set>
                                      <p:cBhvr>
                                        <p:cTn id="6" dur="1" fill="hold">
                                          <p:stCondLst>
                                            <p:cond delay="0"/>
                                          </p:stCondLst>
                                        </p:cTn>
                                        <p:tgtEl>
                                          <p:spTgt spid="303108"/>
                                        </p:tgtEl>
                                        <p:attrNameLst>
                                          <p:attrName>style.visibility</p:attrName>
                                        </p:attrNameLst>
                                      </p:cBhvr>
                                      <p:to>
                                        <p:strVal val="visible"/>
                                      </p:to>
                                    </p:set>
                                    <p:anim calcmode="lin" valueType="num">
                                      <p:cBhvr additive="base">
                                        <p:cTn id="7" dur="500" fill="hold"/>
                                        <p:tgtEl>
                                          <p:spTgt spid="303108"/>
                                        </p:tgtEl>
                                        <p:attrNameLst>
                                          <p:attrName>ppt_x</p:attrName>
                                        </p:attrNameLst>
                                      </p:cBhvr>
                                      <p:tavLst>
                                        <p:tav tm="0">
                                          <p:val>
                                            <p:strVal val="0-#ppt_w/2"/>
                                          </p:val>
                                        </p:tav>
                                        <p:tav tm="100000">
                                          <p:val>
                                            <p:strVal val="#ppt_x"/>
                                          </p:val>
                                        </p:tav>
                                      </p:tavLst>
                                    </p:anim>
                                    <p:anim calcmode="lin" valueType="num">
                                      <p:cBhvr additive="base">
                                        <p:cTn id="8" dur="500" fill="hold"/>
                                        <p:tgtEl>
                                          <p:spTgt spid="303108"/>
                                        </p:tgtEl>
                                        <p:attrNameLst>
                                          <p:attrName>ppt_y</p:attrName>
                                        </p:attrNameLst>
                                      </p:cBhvr>
                                      <p:tavLst>
                                        <p:tav tm="0">
                                          <p:val>
                                            <p:strVal val="0-#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3" presetClass="entr" presetSubtype="10" fill="hold" grpId="0" nodeType="clickEffect">
                                  <p:stCondLst>
                                    <p:cond delay="0"/>
                                  </p:stCondLst>
                                  <p:childTnLst>
                                    <p:set>
                                      <p:cBhvr>
                                        <p:cTn id="12" dur="1" fill="hold">
                                          <p:stCondLst>
                                            <p:cond delay="0"/>
                                          </p:stCondLst>
                                        </p:cTn>
                                        <p:tgtEl>
                                          <p:spTgt spid="303118"/>
                                        </p:tgtEl>
                                        <p:attrNameLst>
                                          <p:attrName>style.visibility</p:attrName>
                                        </p:attrNameLst>
                                      </p:cBhvr>
                                      <p:to>
                                        <p:strVal val="visible"/>
                                      </p:to>
                                    </p:set>
                                    <p:animEffect transition="in" filter="blinds(horizontal)">
                                      <p:cBhvr>
                                        <p:cTn id="13" dur="500"/>
                                        <p:tgtEl>
                                          <p:spTgt spid="303118"/>
                                        </p:tgtEl>
                                      </p:cBhvr>
                                    </p:animEffect>
                                  </p:childTnLst>
                                </p:cTn>
                              </p:par>
                            </p:childTnLst>
                          </p:cTn>
                        </p:par>
                      </p:childTnLst>
                    </p:cTn>
                  </p:par>
                  <p:par>
                    <p:cTn id="14" fill="hold">
                      <p:stCondLst>
                        <p:cond delay="indefinite"/>
                      </p:stCondLst>
                      <p:childTnLst>
                        <p:par>
                          <p:cTn id="15" fill="hold">
                            <p:stCondLst>
                              <p:cond delay="0"/>
                            </p:stCondLst>
                            <p:childTnLst>
                              <p:par>
                                <p:cTn id="16" presetID="3" presetClass="entr" presetSubtype="10" fill="hold" grpId="0" nodeType="clickEffect">
                                  <p:stCondLst>
                                    <p:cond delay="0"/>
                                  </p:stCondLst>
                                  <p:childTnLst>
                                    <p:set>
                                      <p:cBhvr>
                                        <p:cTn id="17" dur="1" fill="hold">
                                          <p:stCondLst>
                                            <p:cond delay="0"/>
                                          </p:stCondLst>
                                        </p:cTn>
                                        <p:tgtEl>
                                          <p:spTgt spid="303120"/>
                                        </p:tgtEl>
                                        <p:attrNameLst>
                                          <p:attrName>style.visibility</p:attrName>
                                        </p:attrNameLst>
                                      </p:cBhvr>
                                      <p:to>
                                        <p:strVal val="visible"/>
                                      </p:to>
                                    </p:set>
                                    <p:animEffect transition="in" filter="blinds(horizontal)">
                                      <p:cBhvr>
                                        <p:cTn id="18" dur="500"/>
                                        <p:tgtEl>
                                          <p:spTgt spid="303120"/>
                                        </p:tgtEl>
                                      </p:cBhvr>
                                    </p:animEffect>
                                  </p:childTnLst>
                                </p:cTn>
                              </p:par>
                            </p:childTnLst>
                          </p:cTn>
                        </p:par>
                      </p:childTnLst>
                    </p:cTn>
                  </p:par>
                  <p:par>
                    <p:cTn id="19" fill="hold">
                      <p:stCondLst>
                        <p:cond delay="indefinite"/>
                      </p:stCondLst>
                      <p:childTnLst>
                        <p:par>
                          <p:cTn id="20" fill="hold">
                            <p:stCondLst>
                              <p:cond delay="0"/>
                            </p:stCondLst>
                            <p:childTnLst>
                              <p:par>
                                <p:cTn id="21" presetID="22" presetClass="entr" presetSubtype="8" fill="hold" grpId="0" nodeType="clickEffect">
                                  <p:stCondLst>
                                    <p:cond delay="0"/>
                                  </p:stCondLst>
                                  <p:childTnLst>
                                    <p:set>
                                      <p:cBhvr>
                                        <p:cTn id="22" dur="1" fill="hold">
                                          <p:stCondLst>
                                            <p:cond delay="0"/>
                                          </p:stCondLst>
                                        </p:cTn>
                                        <p:tgtEl>
                                          <p:spTgt spid="303121"/>
                                        </p:tgtEl>
                                        <p:attrNameLst>
                                          <p:attrName>style.visibility</p:attrName>
                                        </p:attrNameLst>
                                      </p:cBhvr>
                                      <p:to>
                                        <p:strVal val="visible"/>
                                      </p:to>
                                    </p:set>
                                    <p:animEffect transition="in" filter="wipe(left)">
                                      <p:cBhvr>
                                        <p:cTn id="23" dur="1000"/>
                                        <p:tgtEl>
                                          <p:spTgt spid="303121"/>
                                        </p:tgtEl>
                                      </p:cBhvr>
                                    </p:animEffect>
                                  </p:childTnLst>
                                </p:cTn>
                              </p:par>
                            </p:childTnLst>
                          </p:cTn>
                        </p:par>
                      </p:childTnLst>
                    </p:cTn>
                  </p:par>
                  <p:par>
                    <p:cTn id="24" fill="hold">
                      <p:stCondLst>
                        <p:cond delay="indefinite"/>
                      </p:stCondLst>
                      <p:childTnLst>
                        <p:par>
                          <p:cTn id="25" fill="hold">
                            <p:stCondLst>
                              <p:cond delay="0"/>
                            </p:stCondLst>
                            <p:childTnLst>
                              <p:par>
                                <p:cTn id="26" presetID="12" presetClass="entr" presetSubtype="4" fill="hold" grpId="0" nodeType="clickEffect">
                                  <p:stCondLst>
                                    <p:cond delay="0"/>
                                  </p:stCondLst>
                                  <p:childTnLst>
                                    <p:set>
                                      <p:cBhvr>
                                        <p:cTn id="27" dur="1" fill="hold">
                                          <p:stCondLst>
                                            <p:cond delay="0"/>
                                          </p:stCondLst>
                                        </p:cTn>
                                        <p:tgtEl>
                                          <p:spTgt spid="303144"/>
                                        </p:tgtEl>
                                        <p:attrNameLst>
                                          <p:attrName>style.visibility</p:attrName>
                                        </p:attrNameLst>
                                      </p:cBhvr>
                                      <p:to>
                                        <p:strVal val="visible"/>
                                      </p:to>
                                    </p:set>
                                    <p:animEffect transition="in" filter="slide(fromBottom)">
                                      <p:cBhvr>
                                        <p:cTn id="28" dur="1000"/>
                                        <p:tgtEl>
                                          <p:spTgt spid="303144"/>
                                        </p:tgtEl>
                                      </p:cBhvr>
                                    </p:animEffect>
                                  </p:childTnLst>
                                </p:cTn>
                              </p:par>
                            </p:childTnLst>
                          </p:cTn>
                        </p:par>
                      </p:childTnLst>
                    </p:cTn>
                  </p:par>
                  <p:par>
                    <p:cTn id="29" fill="hold">
                      <p:stCondLst>
                        <p:cond delay="indefinite"/>
                      </p:stCondLst>
                      <p:childTnLst>
                        <p:par>
                          <p:cTn id="30" fill="hold">
                            <p:stCondLst>
                              <p:cond delay="0"/>
                            </p:stCondLst>
                            <p:childTnLst>
                              <p:par>
                                <p:cTn id="31" presetID="12" presetClass="entr" presetSubtype="4" fill="hold" grpId="0" nodeType="clickEffect">
                                  <p:stCondLst>
                                    <p:cond delay="0"/>
                                  </p:stCondLst>
                                  <p:childTnLst>
                                    <p:set>
                                      <p:cBhvr>
                                        <p:cTn id="32" dur="1" fill="hold">
                                          <p:stCondLst>
                                            <p:cond delay="0"/>
                                          </p:stCondLst>
                                        </p:cTn>
                                        <p:tgtEl>
                                          <p:spTgt spid="303145"/>
                                        </p:tgtEl>
                                        <p:attrNameLst>
                                          <p:attrName>style.visibility</p:attrName>
                                        </p:attrNameLst>
                                      </p:cBhvr>
                                      <p:to>
                                        <p:strVal val="visible"/>
                                      </p:to>
                                    </p:set>
                                    <p:animEffect transition="in" filter="slide(fromBottom)">
                                      <p:cBhvr>
                                        <p:cTn id="33" dur="1000"/>
                                        <p:tgtEl>
                                          <p:spTgt spid="30314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03108" grpId="0"/>
      <p:bldP spid="303118" grpId="0"/>
      <p:bldP spid="303120" grpId="0"/>
      <p:bldP spid="303121" grpId="0"/>
      <p:bldP spid="303144" grpId="0"/>
      <p:bldP spid="303145" grpId="0"/>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grpSp>
        <p:nvGrpSpPr>
          <p:cNvPr id="84994" name="Group 3"/>
          <p:cNvGrpSpPr/>
          <p:nvPr/>
        </p:nvGrpSpPr>
        <p:grpSpPr>
          <a:xfrm>
            <a:off x="8316913" y="6446838"/>
            <a:ext cx="792162" cy="366712"/>
            <a:chOff x="5193" y="4020"/>
            <a:chExt cx="499" cy="231"/>
          </a:xfrm>
        </p:grpSpPr>
        <p:pic>
          <p:nvPicPr>
            <p:cNvPr id="85007" name="Picture 4" descr="78900"/>
            <p:cNvPicPr>
              <a:picLocks noChangeAspect="1"/>
            </p:cNvPicPr>
            <p:nvPr/>
          </p:nvPicPr>
          <p:blipFill>
            <a:blip r:embed="rId1"/>
            <a:stretch>
              <a:fillRect/>
            </a:stretch>
          </p:blipFill>
          <p:spPr>
            <a:xfrm>
              <a:off x="5193" y="4066"/>
              <a:ext cx="499" cy="181"/>
            </a:xfrm>
            <a:prstGeom prst="rect">
              <a:avLst/>
            </a:prstGeom>
            <a:noFill/>
            <a:ln w="9525">
              <a:noFill/>
            </a:ln>
          </p:spPr>
        </p:pic>
        <p:sp>
          <p:nvSpPr>
            <p:cNvPr id="85008" name="Text Box 5">
              <a:hlinkClick r:id="" action="ppaction://hlinkshowjump?jump=nextslide"/>
            </p:cNvPr>
            <p:cNvSpPr txBox="1"/>
            <p:nvPr/>
          </p:nvSpPr>
          <p:spPr>
            <a:xfrm>
              <a:off x="5216" y="4020"/>
              <a:ext cx="476" cy="231"/>
            </a:xfrm>
            <a:prstGeom prst="rect">
              <a:avLst/>
            </a:prstGeom>
            <a:noFill/>
            <a:ln w="9525">
              <a:noFill/>
            </a:ln>
          </p:spPr>
          <p:txBody>
            <a:bodyPr wrap="none">
              <a:spAutoFit/>
            </a:bodyPr>
            <a:p>
              <a:pPr>
                <a:spcBef>
                  <a:spcPct val="50000"/>
                </a:spcBef>
              </a:pPr>
              <a:r>
                <a:rPr lang="zh-CN" altLang="en-US" sz="1800" b="0" dirty="0">
                  <a:solidFill>
                    <a:schemeClr val="bg1"/>
                  </a:solidFill>
                  <a:latin typeface="隶书" panose="02010509060101010101" pitchFamily="49" charset="-122"/>
                  <a:ea typeface="隶书" panose="02010509060101010101" pitchFamily="49" charset="-122"/>
                </a:rPr>
                <a:t>下 页</a:t>
              </a:r>
              <a:endParaRPr lang="zh-CN" altLang="en-US" sz="1800" b="0" dirty="0">
                <a:solidFill>
                  <a:schemeClr val="bg1"/>
                </a:solidFill>
                <a:latin typeface="隶书" panose="02010509060101010101" pitchFamily="49" charset="-122"/>
                <a:ea typeface="隶书" panose="02010509060101010101" pitchFamily="49" charset="-122"/>
              </a:endParaRPr>
            </a:p>
          </p:txBody>
        </p:sp>
      </p:grpSp>
      <p:grpSp>
        <p:nvGrpSpPr>
          <p:cNvPr id="84995" name="Group 6"/>
          <p:cNvGrpSpPr/>
          <p:nvPr/>
        </p:nvGrpSpPr>
        <p:grpSpPr>
          <a:xfrm>
            <a:off x="7453313" y="6446838"/>
            <a:ext cx="792162" cy="366712"/>
            <a:chOff x="4649" y="4020"/>
            <a:chExt cx="499" cy="231"/>
          </a:xfrm>
        </p:grpSpPr>
        <p:pic>
          <p:nvPicPr>
            <p:cNvPr id="85005" name="Picture 7" descr="78900"/>
            <p:cNvPicPr>
              <a:picLocks noChangeAspect="1"/>
            </p:cNvPicPr>
            <p:nvPr/>
          </p:nvPicPr>
          <p:blipFill>
            <a:blip r:embed="rId1"/>
            <a:stretch>
              <a:fillRect/>
            </a:stretch>
          </p:blipFill>
          <p:spPr>
            <a:xfrm>
              <a:off x="4649" y="4066"/>
              <a:ext cx="499" cy="181"/>
            </a:xfrm>
            <a:prstGeom prst="rect">
              <a:avLst/>
            </a:prstGeom>
            <a:noFill/>
            <a:ln w="9525">
              <a:noFill/>
            </a:ln>
          </p:spPr>
        </p:pic>
        <p:sp>
          <p:nvSpPr>
            <p:cNvPr id="85006" name="Text Box 8">
              <a:hlinkClick r:id="" action="ppaction://hlinkshowjump?jump=previousslide"/>
            </p:cNvPr>
            <p:cNvSpPr txBox="1"/>
            <p:nvPr/>
          </p:nvSpPr>
          <p:spPr>
            <a:xfrm>
              <a:off x="4672" y="4020"/>
              <a:ext cx="476" cy="231"/>
            </a:xfrm>
            <a:prstGeom prst="rect">
              <a:avLst/>
            </a:prstGeom>
            <a:noFill/>
            <a:ln w="9525">
              <a:noFill/>
            </a:ln>
          </p:spPr>
          <p:txBody>
            <a:bodyPr wrap="none">
              <a:spAutoFit/>
            </a:bodyPr>
            <a:p>
              <a:pPr>
                <a:spcBef>
                  <a:spcPct val="50000"/>
                </a:spcBef>
              </a:pPr>
              <a:r>
                <a:rPr lang="zh-CN" altLang="en-US" sz="1800" b="0" dirty="0">
                  <a:solidFill>
                    <a:schemeClr val="bg1"/>
                  </a:solidFill>
                  <a:latin typeface="隶书" panose="02010509060101010101" pitchFamily="49" charset="-122"/>
                  <a:ea typeface="隶书" panose="02010509060101010101" pitchFamily="49" charset="-122"/>
                </a:rPr>
                <a:t>上 页</a:t>
              </a:r>
              <a:endParaRPr lang="zh-CN" altLang="en-US" sz="1800" b="0" dirty="0">
                <a:solidFill>
                  <a:schemeClr val="bg1"/>
                </a:solidFill>
                <a:latin typeface="隶书" panose="02010509060101010101" pitchFamily="49" charset="-122"/>
                <a:ea typeface="隶书" panose="02010509060101010101" pitchFamily="49" charset="-122"/>
              </a:endParaRPr>
            </a:p>
          </p:txBody>
        </p:sp>
      </p:grpSp>
      <p:grpSp>
        <p:nvGrpSpPr>
          <p:cNvPr id="84996" name="Group 9"/>
          <p:cNvGrpSpPr/>
          <p:nvPr/>
        </p:nvGrpSpPr>
        <p:grpSpPr>
          <a:xfrm>
            <a:off x="6588125" y="6446838"/>
            <a:ext cx="792163" cy="366712"/>
            <a:chOff x="4649" y="4020"/>
            <a:chExt cx="499" cy="231"/>
          </a:xfrm>
        </p:grpSpPr>
        <p:pic>
          <p:nvPicPr>
            <p:cNvPr id="85003" name="Picture 10" descr="78900"/>
            <p:cNvPicPr>
              <a:picLocks noChangeAspect="1"/>
            </p:cNvPicPr>
            <p:nvPr/>
          </p:nvPicPr>
          <p:blipFill>
            <a:blip r:embed="rId1"/>
            <a:stretch>
              <a:fillRect/>
            </a:stretch>
          </p:blipFill>
          <p:spPr>
            <a:xfrm>
              <a:off x="4649" y="4066"/>
              <a:ext cx="499" cy="181"/>
            </a:xfrm>
            <a:prstGeom prst="rect">
              <a:avLst/>
            </a:prstGeom>
            <a:noFill/>
            <a:ln w="9525">
              <a:noFill/>
            </a:ln>
          </p:spPr>
        </p:pic>
        <p:sp>
          <p:nvSpPr>
            <p:cNvPr id="85004" name="Text Box 11">
              <a:hlinkClick r:id="" action="ppaction://hlinkshowjump?jump=firstslide"/>
            </p:cNvPr>
            <p:cNvSpPr txBox="1"/>
            <p:nvPr/>
          </p:nvSpPr>
          <p:spPr>
            <a:xfrm>
              <a:off x="4672" y="4020"/>
              <a:ext cx="476" cy="231"/>
            </a:xfrm>
            <a:prstGeom prst="rect">
              <a:avLst/>
            </a:prstGeom>
            <a:noFill/>
            <a:ln w="9525">
              <a:noFill/>
            </a:ln>
          </p:spPr>
          <p:txBody>
            <a:bodyPr wrap="none">
              <a:spAutoFit/>
            </a:bodyPr>
            <a:p>
              <a:pPr>
                <a:spcBef>
                  <a:spcPct val="50000"/>
                </a:spcBef>
              </a:pPr>
              <a:r>
                <a:rPr lang="zh-CN" altLang="en-US" sz="1800" b="0" dirty="0">
                  <a:solidFill>
                    <a:schemeClr val="bg1"/>
                  </a:solidFill>
                  <a:latin typeface="隶书" panose="02010509060101010101" pitchFamily="49" charset="-122"/>
                  <a:ea typeface="隶书" panose="02010509060101010101" pitchFamily="49" charset="-122"/>
                </a:rPr>
                <a:t>返 回</a:t>
              </a:r>
              <a:endParaRPr lang="zh-CN" altLang="en-US" sz="1800" b="0" dirty="0">
                <a:solidFill>
                  <a:schemeClr val="bg1"/>
                </a:solidFill>
                <a:latin typeface="隶书" panose="02010509060101010101" pitchFamily="49" charset="-122"/>
                <a:ea typeface="隶书" panose="02010509060101010101" pitchFamily="49" charset="-122"/>
              </a:endParaRPr>
            </a:p>
          </p:txBody>
        </p:sp>
      </p:grpSp>
      <p:sp>
        <p:nvSpPr>
          <p:cNvPr id="307213" name="Rectangle 13" descr="绿色大理石"/>
          <p:cNvSpPr/>
          <p:nvPr/>
        </p:nvSpPr>
        <p:spPr>
          <a:xfrm>
            <a:off x="468313" y="620713"/>
            <a:ext cx="6335712" cy="676275"/>
          </a:xfrm>
          <a:prstGeom prst="rect">
            <a:avLst/>
          </a:prstGeom>
          <a:noFill/>
          <a:ln w="9525">
            <a:noFill/>
          </a:ln>
        </p:spPr>
        <p:txBody>
          <a:bodyPr anchor="ctr" anchorCtr="0">
            <a:spAutoFit/>
          </a:bodyPr>
          <a:p>
            <a:pPr>
              <a:lnSpc>
                <a:spcPct val="120000"/>
              </a:lnSpc>
            </a:pPr>
            <a:r>
              <a:rPr lang="en-US" altLang="zh-CN" sz="3200" b="0" dirty="0">
                <a:solidFill>
                  <a:schemeClr val="bg1"/>
                </a:solidFill>
                <a:latin typeface="Times New Roman" panose="02020603050405020304" pitchFamily="18" charset="0"/>
              </a:rPr>
              <a:t>2. </a:t>
            </a:r>
            <a:r>
              <a:rPr lang="zh-CN" altLang="en-US" sz="3200" dirty="0">
                <a:solidFill>
                  <a:schemeClr val="bg1"/>
                </a:solidFill>
                <a:latin typeface="Times New Roman" panose="02020603050405020304" pitchFamily="18" charset="0"/>
              </a:rPr>
              <a:t>串联电路</a:t>
            </a:r>
            <a:r>
              <a:rPr lang="zh-CN" altLang="en-US" sz="3200" dirty="0">
                <a:solidFill>
                  <a:schemeClr val="bg1"/>
                </a:solidFill>
                <a:latin typeface="楷体_GB2312" pitchFamily="49" charset="-122"/>
              </a:rPr>
              <a:t>相量图的画法 </a:t>
            </a:r>
            <a:endParaRPr lang="zh-CN" altLang="en-US" sz="3200" dirty="0">
              <a:solidFill>
                <a:schemeClr val="bg1"/>
              </a:solidFill>
              <a:latin typeface="楷体_GB2312" pitchFamily="49" charset="-122"/>
            </a:endParaRPr>
          </a:p>
        </p:txBody>
      </p:sp>
      <p:sp>
        <p:nvSpPr>
          <p:cNvPr id="307214" name="Rectangle 14"/>
          <p:cNvSpPr/>
          <p:nvPr/>
        </p:nvSpPr>
        <p:spPr>
          <a:xfrm>
            <a:off x="539750" y="1341438"/>
            <a:ext cx="7775575" cy="519112"/>
          </a:xfrm>
          <a:prstGeom prst="rect">
            <a:avLst/>
          </a:prstGeom>
          <a:noFill/>
          <a:ln w="9525">
            <a:noFill/>
          </a:ln>
        </p:spPr>
        <p:txBody>
          <a:bodyPr anchor="ctr" anchorCtr="0">
            <a:spAutoFit/>
          </a:bodyPr>
          <a:p>
            <a:pPr marL="342900" indent="-342900">
              <a:buAutoNum type="circleNumDbPlain"/>
            </a:pPr>
            <a:r>
              <a:rPr lang="zh-CN" altLang="en-US" dirty="0">
                <a:latin typeface="楷体_GB2312" pitchFamily="49" charset="-122"/>
              </a:rPr>
              <a:t>参考电路串联部分的电流相量。</a:t>
            </a:r>
            <a:endParaRPr lang="zh-CN" altLang="en-US" dirty="0">
              <a:latin typeface="楷体_GB2312" pitchFamily="49" charset="-122"/>
            </a:endParaRPr>
          </a:p>
        </p:txBody>
      </p:sp>
      <p:sp>
        <p:nvSpPr>
          <p:cNvPr id="307215" name="Rectangle 15"/>
          <p:cNvSpPr/>
          <p:nvPr/>
        </p:nvSpPr>
        <p:spPr>
          <a:xfrm>
            <a:off x="539750" y="1916113"/>
            <a:ext cx="7775575" cy="1117600"/>
          </a:xfrm>
          <a:prstGeom prst="rect">
            <a:avLst/>
          </a:prstGeom>
          <a:noFill/>
          <a:ln w="9525">
            <a:noFill/>
          </a:ln>
        </p:spPr>
        <p:txBody>
          <a:bodyPr anchor="ctr" anchorCtr="0">
            <a:spAutoFit/>
          </a:bodyPr>
          <a:p>
            <a:pPr marL="342900" indent="-342900">
              <a:lnSpc>
                <a:spcPct val="120000"/>
              </a:lnSpc>
              <a:buAutoNum type="circleNumDbPlain" startAt="2"/>
            </a:pPr>
            <a:r>
              <a:rPr lang="zh-CN" altLang="en-US" dirty="0">
                <a:latin typeface="楷体_GB2312" pitchFamily="49" charset="-122"/>
              </a:rPr>
              <a:t>根据支路的</a:t>
            </a:r>
            <a:r>
              <a:rPr lang="en-US" altLang="zh-CN" b="0" dirty="0">
                <a:solidFill>
                  <a:schemeClr val="bg1"/>
                </a:solidFill>
                <a:latin typeface="Times New Roman" panose="02020603050405020304" pitchFamily="18" charset="0"/>
              </a:rPr>
              <a:t>VCR</a:t>
            </a:r>
            <a:r>
              <a:rPr lang="zh-CN" altLang="en-US" dirty="0">
                <a:latin typeface="楷体_GB2312" pitchFamily="49" charset="-122"/>
              </a:rPr>
              <a:t>确定各串联支路的电压相量与电流相量之间的夹角。</a:t>
            </a:r>
            <a:endParaRPr lang="zh-CN" altLang="en-US" dirty="0">
              <a:latin typeface="楷体_GB2312" pitchFamily="49" charset="-122"/>
            </a:endParaRPr>
          </a:p>
        </p:txBody>
      </p:sp>
      <p:sp>
        <p:nvSpPr>
          <p:cNvPr id="307216" name="Rectangle 16"/>
          <p:cNvSpPr/>
          <p:nvPr/>
        </p:nvSpPr>
        <p:spPr>
          <a:xfrm>
            <a:off x="539750" y="3068638"/>
            <a:ext cx="8135938" cy="1117600"/>
          </a:xfrm>
          <a:prstGeom prst="rect">
            <a:avLst/>
          </a:prstGeom>
          <a:noFill/>
          <a:ln w="9525">
            <a:noFill/>
          </a:ln>
        </p:spPr>
        <p:txBody>
          <a:bodyPr anchor="ctr" anchorCtr="0">
            <a:spAutoFit/>
          </a:bodyPr>
          <a:p>
            <a:pPr marL="342900" indent="-342900">
              <a:lnSpc>
                <a:spcPct val="120000"/>
              </a:lnSpc>
              <a:buAutoNum type="circleNumDbPlain" startAt="3"/>
            </a:pPr>
            <a:r>
              <a:rPr lang="zh-CN" altLang="en-US" dirty="0">
                <a:latin typeface="楷体_GB2312" pitchFamily="49" charset="-122"/>
              </a:rPr>
              <a:t>根据回路上的</a:t>
            </a:r>
            <a:r>
              <a:rPr lang="en-US" altLang="zh-CN" b="0" dirty="0">
                <a:solidFill>
                  <a:schemeClr val="bg1"/>
                </a:solidFill>
                <a:latin typeface="Times New Roman" panose="02020603050405020304" pitchFamily="18" charset="0"/>
              </a:rPr>
              <a:t>KVL</a:t>
            </a:r>
            <a:r>
              <a:rPr lang="zh-CN" altLang="en-US" dirty="0">
                <a:latin typeface="楷体_GB2312" pitchFamily="49" charset="-122"/>
              </a:rPr>
              <a:t>方程，用相量平移求和法则，画出回路上各支路电压相量组成的多边形。 </a:t>
            </a:r>
            <a:endParaRPr lang="zh-CN" altLang="en-US" dirty="0">
              <a:latin typeface="楷体_GB2312" pitchFamily="49" charset="-122"/>
            </a:endParaRPr>
          </a:p>
        </p:txBody>
      </p:sp>
      <p:sp>
        <p:nvSpPr>
          <p:cNvPr id="307217" name="Text Box 17"/>
          <p:cNvSpPr txBox="1"/>
          <p:nvPr/>
        </p:nvSpPr>
        <p:spPr>
          <a:xfrm>
            <a:off x="250825" y="4292600"/>
            <a:ext cx="1296988" cy="579438"/>
          </a:xfrm>
          <a:prstGeom prst="rect">
            <a:avLst/>
          </a:prstGeom>
          <a:noFill/>
          <a:ln w="9525">
            <a:noFill/>
          </a:ln>
        </p:spPr>
        <p:txBody>
          <a:bodyPr>
            <a:spAutoFit/>
          </a:bodyPr>
          <a:p>
            <a:pPr>
              <a:spcBef>
                <a:spcPct val="50000"/>
              </a:spcBef>
            </a:pPr>
            <a:r>
              <a:rPr lang="zh-CN" altLang="en-US" sz="3200" dirty="0">
                <a:solidFill>
                  <a:schemeClr val="bg1"/>
                </a:solidFill>
                <a:latin typeface="Times New Roman" panose="02020603050405020304" pitchFamily="18" charset="0"/>
                <a:ea typeface="宋体" panose="02010600030101010101" pitchFamily="2" charset="-122"/>
              </a:rPr>
              <a:t>例</a:t>
            </a:r>
            <a:r>
              <a:rPr lang="en-US" altLang="zh-CN" sz="3200" b="0" dirty="0">
                <a:solidFill>
                  <a:schemeClr val="bg1"/>
                </a:solidFill>
                <a:latin typeface="Times New Roman" panose="02020603050405020304" pitchFamily="18" charset="0"/>
                <a:ea typeface="宋体" panose="02010600030101010101" pitchFamily="2" charset="-122"/>
              </a:rPr>
              <a:t>2-1</a:t>
            </a:r>
            <a:endParaRPr lang="en-US" altLang="zh-CN" sz="3200" b="0" dirty="0">
              <a:solidFill>
                <a:schemeClr val="bg1"/>
              </a:solidFill>
              <a:latin typeface="Times New Roman" panose="02020603050405020304" pitchFamily="18" charset="0"/>
              <a:ea typeface="宋体" panose="02010600030101010101" pitchFamily="2" charset="-122"/>
            </a:endParaRPr>
          </a:p>
        </p:txBody>
      </p:sp>
      <p:sp>
        <p:nvSpPr>
          <p:cNvPr id="307218" name="Text Box 18"/>
          <p:cNvSpPr txBox="1"/>
          <p:nvPr/>
        </p:nvSpPr>
        <p:spPr>
          <a:xfrm>
            <a:off x="1368425" y="4292600"/>
            <a:ext cx="7667625" cy="519113"/>
          </a:xfrm>
          <a:prstGeom prst="rect">
            <a:avLst/>
          </a:prstGeom>
          <a:noFill/>
          <a:ln w="9525">
            <a:noFill/>
          </a:ln>
        </p:spPr>
        <p:txBody>
          <a:bodyPr>
            <a:spAutoFit/>
          </a:bodyPr>
          <a:p>
            <a:pPr>
              <a:spcBef>
                <a:spcPct val="50000"/>
              </a:spcBef>
            </a:pPr>
            <a:r>
              <a:rPr lang="zh-CN" altLang="en-US" dirty="0">
                <a:latin typeface="楷体_GB2312" pitchFamily="49" charset="-122"/>
              </a:rPr>
              <a:t>用相量图确定图示电路对外呈现感性还是容性？</a:t>
            </a:r>
            <a:endParaRPr lang="zh-CN" altLang="en-US" dirty="0">
              <a:latin typeface="楷体_GB2312" pitchFamily="49"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 presetClass="entr" presetSubtype="10" fill="hold" grpId="0" nodeType="afterEffect">
                                  <p:stCondLst>
                                    <p:cond delay="0"/>
                                  </p:stCondLst>
                                  <p:childTnLst>
                                    <p:set>
                                      <p:cBhvr>
                                        <p:cTn id="6" dur="1" fill="hold">
                                          <p:stCondLst>
                                            <p:cond delay="0"/>
                                          </p:stCondLst>
                                        </p:cTn>
                                        <p:tgtEl>
                                          <p:spTgt spid="307213"/>
                                        </p:tgtEl>
                                        <p:attrNameLst>
                                          <p:attrName>style.visibility</p:attrName>
                                        </p:attrNameLst>
                                      </p:cBhvr>
                                      <p:to>
                                        <p:strVal val="visible"/>
                                      </p:to>
                                    </p:set>
                                    <p:animEffect transition="in" filter="blinds(horizontal)">
                                      <p:cBhvr>
                                        <p:cTn id="7" dur="500"/>
                                        <p:tgtEl>
                                          <p:spTgt spid="307213"/>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307214"/>
                                        </p:tgtEl>
                                        <p:attrNameLst>
                                          <p:attrName>style.visibility</p:attrName>
                                        </p:attrNameLst>
                                      </p:cBhvr>
                                      <p:to>
                                        <p:strVal val="visible"/>
                                      </p:to>
                                    </p:set>
                                    <p:animEffect transition="in" filter="wipe(left)">
                                      <p:cBhvr>
                                        <p:cTn id="12" dur="1000"/>
                                        <p:tgtEl>
                                          <p:spTgt spid="307214"/>
                                        </p:tgtEl>
                                      </p:cBhvr>
                                    </p:animEffect>
                                  </p:childTnLst>
                                </p:cTn>
                              </p:par>
                            </p:childTnLst>
                          </p:cTn>
                        </p:par>
                      </p:childTnLst>
                    </p:cTn>
                  </p:par>
                  <p:par>
                    <p:cTn id="13" fill="hold">
                      <p:stCondLst>
                        <p:cond delay="indefinite"/>
                      </p:stCondLst>
                      <p:childTnLst>
                        <p:par>
                          <p:cTn id="14" fill="hold">
                            <p:stCondLst>
                              <p:cond delay="0"/>
                            </p:stCondLst>
                            <p:childTnLst>
                              <p:par>
                                <p:cTn id="15" presetID="12" presetClass="entr" presetSubtype="4" fill="hold" grpId="0" nodeType="clickEffect">
                                  <p:stCondLst>
                                    <p:cond delay="0"/>
                                  </p:stCondLst>
                                  <p:childTnLst>
                                    <p:set>
                                      <p:cBhvr>
                                        <p:cTn id="16" dur="1" fill="hold">
                                          <p:stCondLst>
                                            <p:cond delay="0"/>
                                          </p:stCondLst>
                                        </p:cTn>
                                        <p:tgtEl>
                                          <p:spTgt spid="307215"/>
                                        </p:tgtEl>
                                        <p:attrNameLst>
                                          <p:attrName>style.visibility</p:attrName>
                                        </p:attrNameLst>
                                      </p:cBhvr>
                                      <p:to>
                                        <p:strVal val="visible"/>
                                      </p:to>
                                    </p:set>
                                    <p:animEffect transition="in" filter="slide(fromBottom)">
                                      <p:cBhvr>
                                        <p:cTn id="17" dur="1000"/>
                                        <p:tgtEl>
                                          <p:spTgt spid="307215"/>
                                        </p:tgtEl>
                                      </p:cBhvr>
                                    </p:animEffect>
                                  </p:childTnLst>
                                </p:cTn>
                              </p:par>
                            </p:childTnLst>
                          </p:cTn>
                        </p:par>
                      </p:childTnLst>
                    </p:cTn>
                  </p:par>
                  <p:par>
                    <p:cTn id="18" fill="hold">
                      <p:stCondLst>
                        <p:cond delay="indefinite"/>
                      </p:stCondLst>
                      <p:childTnLst>
                        <p:par>
                          <p:cTn id="19" fill="hold">
                            <p:stCondLst>
                              <p:cond delay="0"/>
                            </p:stCondLst>
                            <p:childTnLst>
                              <p:par>
                                <p:cTn id="20" presetID="12" presetClass="entr" presetSubtype="4" fill="hold" grpId="0" nodeType="clickEffect">
                                  <p:stCondLst>
                                    <p:cond delay="0"/>
                                  </p:stCondLst>
                                  <p:childTnLst>
                                    <p:set>
                                      <p:cBhvr>
                                        <p:cTn id="21" dur="1" fill="hold">
                                          <p:stCondLst>
                                            <p:cond delay="0"/>
                                          </p:stCondLst>
                                        </p:cTn>
                                        <p:tgtEl>
                                          <p:spTgt spid="307216"/>
                                        </p:tgtEl>
                                        <p:attrNameLst>
                                          <p:attrName>style.visibility</p:attrName>
                                        </p:attrNameLst>
                                      </p:cBhvr>
                                      <p:to>
                                        <p:strVal val="visible"/>
                                      </p:to>
                                    </p:set>
                                    <p:animEffect transition="in" filter="slide(fromBottom)">
                                      <p:cBhvr>
                                        <p:cTn id="22" dur="1000"/>
                                        <p:tgtEl>
                                          <p:spTgt spid="307216"/>
                                        </p:tgtEl>
                                      </p:cBhvr>
                                    </p:animEffect>
                                  </p:childTnLst>
                                </p:cTn>
                              </p:par>
                            </p:childTnLst>
                          </p:cTn>
                        </p:par>
                      </p:childTnLst>
                    </p:cTn>
                  </p:par>
                  <p:par>
                    <p:cTn id="23" fill="hold">
                      <p:stCondLst>
                        <p:cond delay="indefinite"/>
                      </p:stCondLst>
                      <p:childTnLst>
                        <p:par>
                          <p:cTn id="24" fill="hold">
                            <p:stCondLst>
                              <p:cond delay="0"/>
                            </p:stCondLst>
                            <p:childTnLst>
                              <p:par>
                                <p:cTn id="25" presetID="15" presetClass="entr" presetSubtype="0" fill="hold" grpId="0" nodeType="clickEffect">
                                  <p:stCondLst>
                                    <p:cond delay="0"/>
                                  </p:stCondLst>
                                  <p:childTnLst>
                                    <p:set>
                                      <p:cBhvr>
                                        <p:cTn id="26" dur="1" fill="hold">
                                          <p:stCondLst>
                                            <p:cond delay="0"/>
                                          </p:stCondLst>
                                        </p:cTn>
                                        <p:tgtEl>
                                          <p:spTgt spid="307217"/>
                                        </p:tgtEl>
                                        <p:attrNameLst>
                                          <p:attrName>style.visibility</p:attrName>
                                        </p:attrNameLst>
                                      </p:cBhvr>
                                      <p:to>
                                        <p:strVal val="visible"/>
                                      </p:to>
                                    </p:set>
                                    <p:anim calcmode="lin" valueType="num">
                                      <p:cBhvr>
                                        <p:cTn id="27" dur="1000" fill="hold"/>
                                        <p:tgtEl>
                                          <p:spTgt spid="307217"/>
                                        </p:tgtEl>
                                        <p:attrNameLst>
                                          <p:attrName>ppt_w</p:attrName>
                                        </p:attrNameLst>
                                      </p:cBhvr>
                                      <p:tavLst>
                                        <p:tav tm="0">
                                          <p:val>
                                            <p:fltVal val="0.000000"/>
                                          </p:val>
                                        </p:tav>
                                        <p:tav tm="100000">
                                          <p:val>
                                            <p:strVal val="#ppt_w"/>
                                          </p:val>
                                        </p:tav>
                                      </p:tavLst>
                                    </p:anim>
                                    <p:anim calcmode="lin" valueType="num">
                                      <p:cBhvr>
                                        <p:cTn id="28" dur="1000" fill="hold"/>
                                        <p:tgtEl>
                                          <p:spTgt spid="307217"/>
                                        </p:tgtEl>
                                        <p:attrNameLst>
                                          <p:attrName>ppt_h</p:attrName>
                                        </p:attrNameLst>
                                      </p:cBhvr>
                                      <p:tavLst>
                                        <p:tav tm="0">
                                          <p:val>
                                            <p:fltVal val="0.000000"/>
                                          </p:val>
                                        </p:tav>
                                        <p:tav tm="100000">
                                          <p:val>
                                            <p:strVal val="#ppt_h"/>
                                          </p:val>
                                        </p:tav>
                                      </p:tavLst>
                                    </p:anim>
                                    <p:anim calcmode="lin" valueType="num">
                                      <p:cBhvr>
                                        <p:cTn id="29" dur="1000" fill="hold"/>
                                        <p:tgtEl>
                                          <p:spTgt spid="307217"/>
                                        </p:tgtEl>
                                        <p:attrNameLst>
                                          <p:attrName>ppt_x</p:attrName>
                                        </p:attrNameLst>
                                      </p:cBhvr>
                                      <p:tavLst>
                                        <p:tav tm="0" fmla="#ppt_x+(cos(-2*pi*(1-$))*-#ppt_x-sin(-2*pi*(1-$))*(1-#ppt_y))*(1-$)">
                                          <p:val>
                                            <p:fltVal val="0.000000"/>
                                          </p:val>
                                        </p:tav>
                                        <p:tav tm="100000">
                                          <p:val>
                                            <p:fltVal val="1.000000"/>
                                          </p:val>
                                        </p:tav>
                                      </p:tavLst>
                                    </p:anim>
                                    <p:anim calcmode="lin" valueType="num">
                                      <p:cBhvr>
                                        <p:cTn id="30" dur="1000" fill="hold"/>
                                        <p:tgtEl>
                                          <p:spTgt spid="307217"/>
                                        </p:tgtEl>
                                        <p:attrNameLst>
                                          <p:attrName>ppt_y</p:attrName>
                                        </p:attrNameLst>
                                      </p:cBhvr>
                                      <p:tavLst>
                                        <p:tav tm="0" fmla="#ppt_y+(sin(-2*pi*(1-$))*-#ppt_x+cos(-2*pi*(1-$))*(1-#ppt_y))*(1-$)">
                                          <p:val>
                                            <p:fltVal val="0.000000"/>
                                          </p:val>
                                        </p:tav>
                                        <p:tav tm="100000">
                                          <p:val>
                                            <p:fltVal val="1.000000"/>
                                          </p:val>
                                        </p:tav>
                                      </p:tavLst>
                                    </p:anim>
                                  </p:childTnLst>
                                </p:cTn>
                              </p:par>
                            </p:childTnLst>
                          </p:cTn>
                        </p:par>
                        <p:par>
                          <p:cTn id="31" fill="hold">
                            <p:stCondLst>
                              <p:cond delay="1000"/>
                            </p:stCondLst>
                            <p:childTnLst>
                              <p:par>
                                <p:cTn id="32" presetID="12" presetClass="entr" presetSubtype="2" fill="hold" grpId="0" nodeType="afterEffect">
                                  <p:stCondLst>
                                    <p:cond delay="0"/>
                                  </p:stCondLst>
                                  <p:childTnLst>
                                    <p:set>
                                      <p:cBhvr>
                                        <p:cTn id="33" dur="1" fill="hold">
                                          <p:stCondLst>
                                            <p:cond delay="0"/>
                                          </p:stCondLst>
                                        </p:cTn>
                                        <p:tgtEl>
                                          <p:spTgt spid="307218"/>
                                        </p:tgtEl>
                                        <p:attrNameLst>
                                          <p:attrName>style.visibility</p:attrName>
                                        </p:attrNameLst>
                                      </p:cBhvr>
                                      <p:to>
                                        <p:strVal val="visible"/>
                                      </p:to>
                                    </p:set>
                                    <p:animEffect transition="in" filter="slide(fromRight)">
                                      <p:cBhvr>
                                        <p:cTn id="34" dur="500"/>
                                        <p:tgtEl>
                                          <p:spTgt spid="3072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07213" grpId="0"/>
      <p:bldP spid="307214" grpId="0"/>
      <p:bldP spid="307215" grpId="0"/>
      <p:bldP spid="307216" grpId="0"/>
      <p:bldP spid="307217" grpId="0"/>
      <p:bldP spid="307218" grpId="0"/>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06178" name="Text Box 2"/>
          <p:cNvSpPr txBox="1"/>
          <p:nvPr/>
        </p:nvSpPr>
        <p:spPr>
          <a:xfrm>
            <a:off x="611188" y="549275"/>
            <a:ext cx="647700" cy="519113"/>
          </a:xfrm>
          <a:prstGeom prst="rect">
            <a:avLst/>
          </a:prstGeom>
          <a:solidFill>
            <a:srgbClr val="990033"/>
          </a:solidFill>
          <a:ln w="9525">
            <a:noFill/>
          </a:ln>
        </p:spPr>
        <p:txBody>
          <a:bodyPr>
            <a:spAutoFit/>
          </a:bodyPr>
          <a:p>
            <a:pPr>
              <a:spcBef>
                <a:spcPct val="50000"/>
              </a:spcBef>
            </a:pPr>
            <a:r>
              <a:rPr lang="zh-CN" altLang="en-US" dirty="0">
                <a:solidFill>
                  <a:schemeClr val="bg1"/>
                </a:solidFill>
                <a:latin typeface="Times New Roman" panose="02020603050405020304" pitchFamily="18" charset="0"/>
                <a:ea typeface="宋体" panose="02010600030101010101" pitchFamily="2" charset="-122"/>
              </a:rPr>
              <a:t>解</a:t>
            </a:r>
            <a:endParaRPr lang="zh-CN" altLang="en-US" b="0" dirty="0">
              <a:solidFill>
                <a:schemeClr val="bg1"/>
              </a:solidFill>
              <a:latin typeface="Times New Roman" panose="02020603050405020304" pitchFamily="18" charset="0"/>
              <a:ea typeface="宋体" panose="02010600030101010101" pitchFamily="2" charset="-122"/>
            </a:endParaRPr>
          </a:p>
        </p:txBody>
      </p:sp>
      <p:sp>
        <p:nvSpPr>
          <p:cNvPr id="306179" name="Text Box 3"/>
          <p:cNvSpPr txBox="1"/>
          <p:nvPr/>
        </p:nvSpPr>
        <p:spPr>
          <a:xfrm>
            <a:off x="1403350" y="549275"/>
            <a:ext cx="3968750" cy="519113"/>
          </a:xfrm>
          <a:prstGeom prst="rect">
            <a:avLst/>
          </a:prstGeom>
          <a:noFill/>
          <a:ln w="9525">
            <a:noFill/>
          </a:ln>
        </p:spPr>
        <p:txBody>
          <a:bodyPr wrap="none" lIns="198000" rIns="198000">
            <a:spAutoFit/>
          </a:bodyPr>
          <a:p>
            <a:pPr>
              <a:spcBef>
                <a:spcPct val="50000"/>
              </a:spcBef>
            </a:pPr>
            <a:r>
              <a:rPr lang="zh-CN" altLang="en-US" dirty="0">
                <a:latin typeface="Times New Roman" panose="02020603050405020304" pitchFamily="18" charset="0"/>
              </a:rPr>
              <a:t>取电感电流为参考相量</a:t>
            </a:r>
            <a:endParaRPr lang="zh-CN" altLang="en-US" dirty="0">
              <a:latin typeface="Times New Roman" panose="02020603050405020304" pitchFamily="18" charset="0"/>
            </a:endParaRPr>
          </a:p>
        </p:txBody>
      </p:sp>
      <p:grpSp>
        <p:nvGrpSpPr>
          <p:cNvPr id="2" name="Group 4"/>
          <p:cNvGrpSpPr/>
          <p:nvPr/>
        </p:nvGrpSpPr>
        <p:grpSpPr>
          <a:xfrm>
            <a:off x="2051050" y="1844675"/>
            <a:ext cx="144463" cy="1439863"/>
            <a:chOff x="1292" y="1162"/>
            <a:chExt cx="91" cy="907"/>
          </a:xfrm>
        </p:grpSpPr>
        <p:sp>
          <p:nvSpPr>
            <p:cNvPr id="27744" name="Line 5"/>
            <p:cNvSpPr/>
            <p:nvPr/>
          </p:nvSpPr>
          <p:spPr>
            <a:xfrm flipV="1">
              <a:off x="1337" y="1843"/>
              <a:ext cx="1" cy="226"/>
            </a:xfrm>
            <a:prstGeom prst="line">
              <a:avLst/>
            </a:prstGeom>
            <a:ln w="28575" cap="flat" cmpd="sng">
              <a:solidFill>
                <a:srgbClr val="00FF00"/>
              </a:solidFill>
              <a:prstDash val="solid"/>
              <a:headEnd type="none" w="med" len="med"/>
              <a:tailEnd type="none" w="med" len="med"/>
            </a:ln>
          </p:spPr>
        </p:sp>
        <p:sp>
          <p:nvSpPr>
            <p:cNvPr id="27745" name="Line 6"/>
            <p:cNvSpPr/>
            <p:nvPr/>
          </p:nvSpPr>
          <p:spPr>
            <a:xfrm flipV="1">
              <a:off x="1338" y="1616"/>
              <a:ext cx="1" cy="226"/>
            </a:xfrm>
            <a:prstGeom prst="line">
              <a:avLst/>
            </a:prstGeom>
            <a:ln w="28575" cap="flat" cmpd="sng">
              <a:solidFill>
                <a:srgbClr val="00FF00"/>
              </a:solidFill>
              <a:prstDash val="solid"/>
              <a:headEnd type="none" w="med" len="med"/>
              <a:tailEnd type="none" w="med" len="med"/>
            </a:ln>
          </p:spPr>
        </p:sp>
        <p:sp>
          <p:nvSpPr>
            <p:cNvPr id="27746" name="Line 7"/>
            <p:cNvSpPr/>
            <p:nvPr/>
          </p:nvSpPr>
          <p:spPr>
            <a:xfrm flipV="1">
              <a:off x="1338" y="1389"/>
              <a:ext cx="1" cy="226"/>
            </a:xfrm>
            <a:prstGeom prst="line">
              <a:avLst/>
            </a:prstGeom>
            <a:ln w="28575" cap="flat" cmpd="sng">
              <a:solidFill>
                <a:srgbClr val="00FF00"/>
              </a:solidFill>
              <a:prstDash val="solid"/>
              <a:headEnd type="none" w="med" len="med"/>
              <a:tailEnd type="none" w="med" len="med"/>
            </a:ln>
          </p:spPr>
        </p:sp>
        <p:sp>
          <p:nvSpPr>
            <p:cNvPr id="27747" name="Line 8"/>
            <p:cNvSpPr/>
            <p:nvPr/>
          </p:nvSpPr>
          <p:spPr>
            <a:xfrm flipV="1">
              <a:off x="1338" y="1162"/>
              <a:ext cx="1" cy="226"/>
            </a:xfrm>
            <a:prstGeom prst="line">
              <a:avLst/>
            </a:prstGeom>
            <a:ln w="28575" cap="flat" cmpd="sng">
              <a:solidFill>
                <a:srgbClr val="00FF00"/>
              </a:solidFill>
              <a:prstDash val="solid"/>
              <a:headEnd type="none" w="med" len="med"/>
              <a:tailEnd type="triangle" w="med" len="med"/>
            </a:ln>
          </p:spPr>
        </p:sp>
        <p:sp>
          <p:nvSpPr>
            <p:cNvPr id="27748" name="Line 9"/>
            <p:cNvSpPr/>
            <p:nvPr/>
          </p:nvSpPr>
          <p:spPr>
            <a:xfrm>
              <a:off x="1292" y="1842"/>
              <a:ext cx="91" cy="0"/>
            </a:xfrm>
            <a:prstGeom prst="line">
              <a:avLst/>
            </a:prstGeom>
            <a:ln w="28575" cap="flat" cmpd="sng">
              <a:solidFill>
                <a:schemeClr val="bg1"/>
              </a:solidFill>
              <a:prstDash val="solid"/>
              <a:headEnd type="none" w="med" len="med"/>
              <a:tailEnd type="none" w="med" len="med"/>
            </a:ln>
          </p:spPr>
        </p:sp>
        <p:sp>
          <p:nvSpPr>
            <p:cNvPr id="27749" name="Line 10"/>
            <p:cNvSpPr/>
            <p:nvPr/>
          </p:nvSpPr>
          <p:spPr>
            <a:xfrm>
              <a:off x="1292" y="1389"/>
              <a:ext cx="91" cy="0"/>
            </a:xfrm>
            <a:prstGeom prst="line">
              <a:avLst/>
            </a:prstGeom>
            <a:ln w="28575" cap="flat" cmpd="sng">
              <a:solidFill>
                <a:schemeClr val="bg1"/>
              </a:solidFill>
              <a:prstDash val="solid"/>
              <a:headEnd type="none" w="med" len="med"/>
              <a:tailEnd type="none" w="med" len="med"/>
            </a:ln>
          </p:spPr>
        </p:sp>
        <p:sp>
          <p:nvSpPr>
            <p:cNvPr id="27750" name="Line 11"/>
            <p:cNvSpPr/>
            <p:nvPr/>
          </p:nvSpPr>
          <p:spPr>
            <a:xfrm>
              <a:off x="1292" y="1616"/>
              <a:ext cx="91" cy="0"/>
            </a:xfrm>
            <a:prstGeom prst="line">
              <a:avLst/>
            </a:prstGeom>
            <a:ln w="28575" cap="flat" cmpd="sng">
              <a:solidFill>
                <a:schemeClr val="bg1"/>
              </a:solidFill>
              <a:prstDash val="solid"/>
              <a:headEnd type="none" w="med" len="med"/>
              <a:tailEnd type="none" w="med" len="med"/>
            </a:ln>
          </p:spPr>
        </p:sp>
      </p:grpSp>
      <p:grpSp>
        <p:nvGrpSpPr>
          <p:cNvPr id="3" name="Group 12"/>
          <p:cNvGrpSpPr/>
          <p:nvPr/>
        </p:nvGrpSpPr>
        <p:grpSpPr>
          <a:xfrm>
            <a:off x="1403350" y="2636838"/>
            <a:ext cx="1370013" cy="504825"/>
            <a:chOff x="975" y="2069"/>
            <a:chExt cx="863" cy="318"/>
          </a:xfrm>
        </p:grpSpPr>
        <p:sp>
          <p:nvSpPr>
            <p:cNvPr id="27740" name="Line 13"/>
            <p:cNvSpPr/>
            <p:nvPr/>
          </p:nvSpPr>
          <p:spPr>
            <a:xfrm flipV="1">
              <a:off x="1429" y="2069"/>
              <a:ext cx="409" cy="136"/>
            </a:xfrm>
            <a:prstGeom prst="line">
              <a:avLst/>
            </a:prstGeom>
            <a:ln w="28575" cap="flat" cmpd="sng">
              <a:solidFill>
                <a:srgbClr val="CC00FF"/>
              </a:solidFill>
              <a:prstDash val="solid"/>
              <a:headEnd type="none" w="med" len="med"/>
              <a:tailEnd type="triangle" w="med" len="med"/>
            </a:ln>
          </p:spPr>
        </p:sp>
        <p:sp>
          <p:nvSpPr>
            <p:cNvPr id="27741" name="Line 14"/>
            <p:cNvSpPr/>
            <p:nvPr/>
          </p:nvSpPr>
          <p:spPr>
            <a:xfrm flipV="1">
              <a:off x="1020" y="2205"/>
              <a:ext cx="409" cy="136"/>
            </a:xfrm>
            <a:prstGeom prst="line">
              <a:avLst/>
            </a:prstGeom>
            <a:ln w="28575" cap="flat" cmpd="sng">
              <a:solidFill>
                <a:srgbClr val="CC00FF"/>
              </a:solidFill>
              <a:prstDash val="solid"/>
              <a:headEnd type="none" w="med" len="med"/>
              <a:tailEnd type="none" w="med" len="med"/>
            </a:ln>
          </p:spPr>
        </p:sp>
        <p:sp>
          <p:nvSpPr>
            <p:cNvPr id="27742" name="Line 15"/>
            <p:cNvSpPr/>
            <p:nvPr/>
          </p:nvSpPr>
          <p:spPr>
            <a:xfrm>
              <a:off x="975" y="2296"/>
              <a:ext cx="46" cy="91"/>
            </a:xfrm>
            <a:prstGeom prst="line">
              <a:avLst/>
            </a:prstGeom>
            <a:ln w="28575" cap="flat" cmpd="sng">
              <a:solidFill>
                <a:schemeClr val="bg1"/>
              </a:solidFill>
              <a:prstDash val="solid"/>
              <a:headEnd type="none" w="med" len="med"/>
              <a:tailEnd type="none" w="med" len="med"/>
            </a:ln>
          </p:spPr>
        </p:sp>
        <p:sp>
          <p:nvSpPr>
            <p:cNvPr id="27743" name="Line 16"/>
            <p:cNvSpPr/>
            <p:nvPr/>
          </p:nvSpPr>
          <p:spPr>
            <a:xfrm>
              <a:off x="1383" y="2160"/>
              <a:ext cx="46" cy="91"/>
            </a:xfrm>
            <a:prstGeom prst="line">
              <a:avLst/>
            </a:prstGeom>
            <a:ln w="28575" cap="flat" cmpd="sng">
              <a:solidFill>
                <a:schemeClr val="bg1"/>
              </a:solidFill>
              <a:prstDash val="solid"/>
              <a:headEnd type="none" w="med" len="med"/>
              <a:tailEnd type="none" w="med" len="med"/>
            </a:ln>
          </p:spPr>
        </p:sp>
      </p:grpSp>
      <p:grpSp>
        <p:nvGrpSpPr>
          <p:cNvPr id="4" name="Group 17"/>
          <p:cNvGrpSpPr/>
          <p:nvPr/>
        </p:nvGrpSpPr>
        <p:grpSpPr>
          <a:xfrm>
            <a:off x="2771775" y="2636838"/>
            <a:ext cx="1295400" cy="3455987"/>
            <a:chOff x="1746" y="1661"/>
            <a:chExt cx="816" cy="2177"/>
          </a:xfrm>
        </p:grpSpPr>
        <p:sp>
          <p:nvSpPr>
            <p:cNvPr id="27729" name="Line 18"/>
            <p:cNvSpPr/>
            <p:nvPr/>
          </p:nvSpPr>
          <p:spPr>
            <a:xfrm>
              <a:off x="1746" y="1661"/>
              <a:ext cx="136" cy="363"/>
            </a:xfrm>
            <a:prstGeom prst="line">
              <a:avLst/>
            </a:prstGeom>
            <a:ln w="28575" cap="flat" cmpd="sng">
              <a:solidFill>
                <a:srgbClr val="CC00FF"/>
              </a:solidFill>
              <a:prstDash val="solid"/>
              <a:headEnd type="none" w="med" len="med"/>
              <a:tailEnd type="none" w="med" len="med"/>
            </a:ln>
          </p:spPr>
        </p:sp>
        <p:sp>
          <p:nvSpPr>
            <p:cNvPr id="27730" name="Line 19"/>
            <p:cNvSpPr/>
            <p:nvPr/>
          </p:nvSpPr>
          <p:spPr>
            <a:xfrm>
              <a:off x="1882" y="2024"/>
              <a:ext cx="136" cy="363"/>
            </a:xfrm>
            <a:prstGeom prst="line">
              <a:avLst/>
            </a:prstGeom>
            <a:ln w="28575" cap="flat" cmpd="sng">
              <a:solidFill>
                <a:srgbClr val="CC00FF"/>
              </a:solidFill>
              <a:prstDash val="solid"/>
              <a:headEnd type="none" w="med" len="med"/>
              <a:tailEnd type="none" w="med" len="med"/>
            </a:ln>
          </p:spPr>
        </p:sp>
        <p:sp>
          <p:nvSpPr>
            <p:cNvPr id="27731" name="Line 20"/>
            <p:cNvSpPr/>
            <p:nvPr/>
          </p:nvSpPr>
          <p:spPr>
            <a:xfrm>
              <a:off x="2018" y="2387"/>
              <a:ext cx="136" cy="363"/>
            </a:xfrm>
            <a:prstGeom prst="line">
              <a:avLst/>
            </a:prstGeom>
            <a:ln w="28575" cap="flat" cmpd="sng">
              <a:solidFill>
                <a:srgbClr val="CC00FF"/>
              </a:solidFill>
              <a:prstDash val="solid"/>
              <a:headEnd type="none" w="med" len="med"/>
              <a:tailEnd type="none" w="med" len="med"/>
            </a:ln>
          </p:spPr>
        </p:sp>
        <p:sp>
          <p:nvSpPr>
            <p:cNvPr id="27732" name="Line 21"/>
            <p:cNvSpPr/>
            <p:nvPr/>
          </p:nvSpPr>
          <p:spPr>
            <a:xfrm>
              <a:off x="2154" y="2750"/>
              <a:ext cx="136" cy="363"/>
            </a:xfrm>
            <a:prstGeom prst="line">
              <a:avLst/>
            </a:prstGeom>
            <a:ln w="28575" cap="flat" cmpd="sng">
              <a:solidFill>
                <a:srgbClr val="CC00FF"/>
              </a:solidFill>
              <a:prstDash val="solid"/>
              <a:headEnd type="none" w="med" len="med"/>
              <a:tailEnd type="none" w="med" len="med"/>
            </a:ln>
          </p:spPr>
        </p:sp>
        <p:sp>
          <p:nvSpPr>
            <p:cNvPr id="27733" name="Line 22"/>
            <p:cNvSpPr/>
            <p:nvPr/>
          </p:nvSpPr>
          <p:spPr>
            <a:xfrm>
              <a:off x="2290" y="3113"/>
              <a:ext cx="136" cy="363"/>
            </a:xfrm>
            <a:prstGeom prst="line">
              <a:avLst/>
            </a:prstGeom>
            <a:ln w="28575" cap="flat" cmpd="sng">
              <a:solidFill>
                <a:srgbClr val="CC00FF"/>
              </a:solidFill>
              <a:prstDash val="solid"/>
              <a:headEnd type="none" w="med" len="med"/>
              <a:tailEnd type="none" w="med" len="med"/>
            </a:ln>
          </p:spPr>
        </p:sp>
        <p:sp>
          <p:nvSpPr>
            <p:cNvPr id="27734" name="Line 23"/>
            <p:cNvSpPr/>
            <p:nvPr/>
          </p:nvSpPr>
          <p:spPr>
            <a:xfrm>
              <a:off x="2426" y="3475"/>
              <a:ext cx="136" cy="363"/>
            </a:xfrm>
            <a:prstGeom prst="line">
              <a:avLst/>
            </a:prstGeom>
            <a:ln w="28575" cap="flat" cmpd="sng">
              <a:solidFill>
                <a:srgbClr val="CC00FF"/>
              </a:solidFill>
              <a:prstDash val="solid"/>
              <a:headEnd type="none" w="med" len="med"/>
              <a:tailEnd type="triangle" w="med" len="med"/>
            </a:ln>
          </p:spPr>
        </p:sp>
        <p:sp>
          <p:nvSpPr>
            <p:cNvPr id="27735" name="Line 24"/>
            <p:cNvSpPr/>
            <p:nvPr/>
          </p:nvSpPr>
          <p:spPr>
            <a:xfrm flipV="1">
              <a:off x="1837" y="1979"/>
              <a:ext cx="90" cy="45"/>
            </a:xfrm>
            <a:prstGeom prst="line">
              <a:avLst/>
            </a:prstGeom>
            <a:ln w="28575" cap="flat" cmpd="sng">
              <a:solidFill>
                <a:schemeClr val="bg1"/>
              </a:solidFill>
              <a:prstDash val="solid"/>
              <a:headEnd type="none" w="med" len="med"/>
              <a:tailEnd type="none" w="med" len="med"/>
            </a:ln>
          </p:spPr>
        </p:sp>
        <p:sp>
          <p:nvSpPr>
            <p:cNvPr id="27736" name="Line 25"/>
            <p:cNvSpPr/>
            <p:nvPr/>
          </p:nvSpPr>
          <p:spPr>
            <a:xfrm flipV="1">
              <a:off x="2109" y="2704"/>
              <a:ext cx="90" cy="45"/>
            </a:xfrm>
            <a:prstGeom prst="line">
              <a:avLst/>
            </a:prstGeom>
            <a:ln w="28575" cap="flat" cmpd="sng">
              <a:solidFill>
                <a:schemeClr val="bg1"/>
              </a:solidFill>
              <a:prstDash val="solid"/>
              <a:headEnd type="none" w="med" len="med"/>
              <a:tailEnd type="none" w="med" len="med"/>
            </a:ln>
          </p:spPr>
        </p:sp>
        <p:sp>
          <p:nvSpPr>
            <p:cNvPr id="27737" name="Line 26"/>
            <p:cNvSpPr/>
            <p:nvPr/>
          </p:nvSpPr>
          <p:spPr>
            <a:xfrm flipV="1">
              <a:off x="2381" y="3430"/>
              <a:ext cx="91" cy="45"/>
            </a:xfrm>
            <a:prstGeom prst="line">
              <a:avLst/>
            </a:prstGeom>
            <a:ln w="28575" cap="flat" cmpd="sng">
              <a:solidFill>
                <a:schemeClr val="bg1"/>
              </a:solidFill>
              <a:prstDash val="solid"/>
              <a:headEnd type="none" w="med" len="med"/>
              <a:tailEnd type="none" w="med" len="med"/>
            </a:ln>
          </p:spPr>
        </p:sp>
        <p:sp>
          <p:nvSpPr>
            <p:cNvPr id="27738" name="Line 27"/>
            <p:cNvSpPr/>
            <p:nvPr/>
          </p:nvSpPr>
          <p:spPr>
            <a:xfrm flipV="1">
              <a:off x="1973" y="2341"/>
              <a:ext cx="90" cy="45"/>
            </a:xfrm>
            <a:prstGeom prst="line">
              <a:avLst/>
            </a:prstGeom>
            <a:ln w="28575" cap="flat" cmpd="sng">
              <a:solidFill>
                <a:schemeClr val="bg1"/>
              </a:solidFill>
              <a:prstDash val="solid"/>
              <a:headEnd type="none" w="med" len="med"/>
              <a:tailEnd type="none" w="med" len="med"/>
            </a:ln>
          </p:spPr>
        </p:sp>
        <p:sp>
          <p:nvSpPr>
            <p:cNvPr id="27739" name="Line 28"/>
            <p:cNvSpPr/>
            <p:nvPr/>
          </p:nvSpPr>
          <p:spPr>
            <a:xfrm flipV="1">
              <a:off x="2245" y="3067"/>
              <a:ext cx="90" cy="45"/>
            </a:xfrm>
            <a:prstGeom prst="line">
              <a:avLst/>
            </a:prstGeom>
            <a:ln w="28575" cap="flat" cmpd="sng">
              <a:solidFill>
                <a:schemeClr val="bg1"/>
              </a:solidFill>
              <a:prstDash val="solid"/>
              <a:headEnd type="none" w="med" len="med"/>
              <a:tailEnd type="none" w="med" len="med"/>
            </a:ln>
          </p:spPr>
        </p:sp>
      </p:grpSp>
      <p:grpSp>
        <p:nvGrpSpPr>
          <p:cNvPr id="5" name="Group 29"/>
          <p:cNvGrpSpPr/>
          <p:nvPr/>
        </p:nvGrpSpPr>
        <p:grpSpPr>
          <a:xfrm>
            <a:off x="1258888" y="3213100"/>
            <a:ext cx="865187" cy="144463"/>
            <a:chOff x="612" y="3113"/>
            <a:chExt cx="545" cy="91"/>
          </a:xfrm>
        </p:grpSpPr>
        <p:grpSp>
          <p:nvGrpSpPr>
            <p:cNvPr id="27724" name="Group 30"/>
            <p:cNvGrpSpPr/>
            <p:nvPr/>
          </p:nvGrpSpPr>
          <p:grpSpPr>
            <a:xfrm>
              <a:off x="612" y="3113"/>
              <a:ext cx="545" cy="91"/>
              <a:chOff x="793" y="2024"/>
              <a:chExt cx="545" cy="91"/>
            </a:xfrm>
          </p:grpSpPr>
          <p:sp>
            <p:nvSpPr>
              <p:cNvPr id="27726" name="Line 31"/>
              <p:cNvSpPr/>
              <p:nvPr/>
            </p:nvSpPr>
            <p:spPr>
              <a:xfrm>
                <a:off x="793" y="2069"/>
                <a:ext cx="272" cy="0"/>
              </a:xfrm>
              <a:prstGeom prst="line">
                <a:avLst/>
              </a:prstGeom>
              <a:ln w="28575" cap="flat" cmpd="sng">
                <a:solidFill>
                  <a:srgbClr val="FFFF00"/>
                </a:solidFill>
                <a:prstDash val="solid"/>
                <a:headEnd type="none" w="med" len="med"/>
                <a:tailEnd type="none" w="med" len="med"/>
              </a:ln>
            </p:spPr>
          </p:sp>
          <p:sp>
            <p:nvSpPr>
              <p:cNvPr id="27727" name="Line 32"/>
              <p:cNvSpPr/>
              <p:nvPr/>
            </p:nvSpPr>
            <p:spPr>
              <a:xfrm>
                <a:off x="1066" y="2069"/>
                <a:ext cx="272" cy="0"/>
              </a:xfrm>
              <a:prstGeom prst="line">
                <a:avLst/>
              </a:prstGeom>
              <a:ln w="28575" cap="flat" cmpd="sng">
                <a:solidFill>
                  <a:srgbClr val="FFFF00"/>
                </a:solidFill>
                <a:prstDash val="solid"/>
                <a:headEnd type="none" w="med" len="med"/>
                <a:tailEnd type="triangle" w="med" len="med"/>
              </a:ln>
            </p:spPr>
          </p:sp>
          <p:sp>
            <p:nvSpPr>
              <p:cNvPr id="27728" name="Line 33"/>
              <p:cNvSpPr/>
              <p:nvPr/>
            </p:nvSpPr>
            <p:spPr>
              <a:xfrm>
                <a:off x="1066" y="2024"/>
                <a:ext cx="0" cy="91"/>
              </a:xfrm>
              <a:prstGeom prst="line">
                <a:avLst/>
              </a:prstGeom>
              <a:ln w="28575" cap="flat" cmpd="sng">
                <a:solidFill>
                  <a:schemeClr val="bg1"/>
                </a:solidFill>
                <a:prstDash val="solid"/>
                <a:headEnd type="none" w="med" len="med"/>
                <a:tailEnd type="none" w="med" len="med"/>
              </a:ln>
            </p:spPr>
          </p:sp>
        </p:grpSp>
        <p:sp>
          <p:nvSpPr>
            <p:cNvPr id="27725" name="Line 34"/>
            <p:cNvSpPr/>
            <p:nvPr/>
          </p:nvSpPr>
          <p:spPr>
            <a:xfrm>
              <a:off x="612" y="3113"/>
              <a:ext cx="0" cy="91"/>
            </a:xfrm>
            <a:prstGeom prst="line">
              <a:avLst/>
            </a:prstGeom>
            <a:ln w="28575" cap="flat" cmpd="sng">
              <a:solidFill>
                <a:schemeClr val="bg1"/>
              </a:solidFill>
              <a:prstDash val="solid"/>
              <a:headEnd type="none" w="med" len="med"/>
              <a:tailEnd type="none" w="med" len="med"/>
            </a:ln>
          </p:spPr>
        </p:sp>
      </p:grpSp>
      <p:grpSp>
        <p:nvGrpSpPr>
          <p:cNvPr id="7" name="Group 35"/>
          <p:cNvGrpSpPr/>
          <p:nvPr/>
        </p:nvGrpSpPr>
        <p:grpSpPr>
          <a:xfrm>
            <a:off x="827088" y="3284538"/>
            <a:ext cx="574675" cy="431800"/>
            <a:chOff x="295" y="1117"/>
            <a:chExt cx="362" cy="272"/>
          </a:xfrm>
        </p:grpSpPr>
        <p:sp>
          <p:nvSpPr>
            <p:cNvPr id="27723" name="Line 36"/>
            <p:cNvSpPr/>
            <p:nvPr/>
          </p:nvSpPr>
          <p:spPr>
            <a:xfrm>
              <a:off x="295" y="1117"/>
              <a:ext cx="272" cy="0"/>
            </a:xfrm>
            <a:prstGeom prst="line">
              <a:avLst/>
            </a:prstGeom>
            <a:ln w="28575" cap="flat" cmpd="sng">
              <a:solidFill>
                <a:srgbClr val="FF3300"/>
              </a:solidFill>
              <a:prstDash val="solid"/>
              <a:headEnd type="none" w="med" len="med"/>
              <a:tailEnd type="none" w="med" len="med"/>
            </a:ln>
          </p:spPr>
        </p:sp>
        <p:graphicFrame>
          <p:nvGraphicFramePr>
            <p:cNvPr id="27660" name="Object 37"/>
            <p:cNvGraphicFramePr/>
            <p:nvPr/>
          </p:nvGraphicFramePr>
          <p:xfrm>
            <a:off x="477" y="1117"/>
            <a:ext cx="180" cy="272"/>
          </p:xfrm>
          <a:graphic>
            <a:graphicData uri="http://schemas.openxmlformats.org/presentationml/2006/ole">
              <mc:AlternateContent xmlns:mc="http://schemas.openxmlformats.org/markup-compatibility/2006">
                <mc:Choice xmlns:v="urn:schemas-microsoft-com:vml" Requires="v">
                  <p:oleObj spid="_x0000_s3186" name="" r:id="rId1" imgW="177800" imgH="266065" progId="Equation.3">
                    <p:embed/>
                  </p:oleObj>
                </mc:Choice>
                <mc:Fallback>
                  <p:oleObj name="" r:id="rId1" imgW="177800" imgH="266065" progId="Equation.3">
                    <p:embed/>
                    <p:pic>
                      <p:nvPicPr>
                        <p:cNvPr id="0" name="图片 3185"/>
                        <p:cNvPicPr/>
                        <p:nvPr/>
                      </p:nvPicPr>
                      <p:blipFill>
                        <a:blip r:embed="rId2">
                          <a:clrChange>
                            <a:clrFrom>
                              <a:srgbClr val="000000"/>
                            </a:clrFrom>
                            <a:clrTo>
                              <a:srgbClr val="FFFFFF"/>
                            </a:clrTo>
                          </a:clrChange>
                        </a:blip>
                        <a:stretch>
                          <a:fillRect/>
                        </a:stretch>
                      </p:blipFill>
                      <p:spPr>
                        <a:xfrm>
                          <a:off x="477" y="1117"/>
                          <a:ext cx="180" cy="272"/>
                        </a:xfrm>
                        <a:prstGeom prst="rect">
                          <a:avLst/>
                        </a:prstGeom>
                        <a:noFill/>
                        <a:ln w="38100">
                          <a:noFill/>
                          <a:miter/>
                        </a:ln>
                      </p:spPr>
                    </p:pic>
                  </p:oleObj>
                </mc:Fallback>
              </mc:AlternateContent>
            </a:graphicData>
          </a:graphic>
        </p:graphicFrame>
      </p:grpSp>
      <p:grpSp>
        <p:nvGrpSpPr>
          <p:cNvPr id="8" name="Group 38"/>
          <p:cNvGrpSpPr/>
          <p:nvPr/>
        </p:nvGrpSpPr>
        <p:grpSpPr>
          <a:xfrm>
            <a:off x="827088" y="2852738"/>
            <a:ext cx="649287" cy="433387"/>
            <a:chOff x="1519" y="572"/>
            <a:chExt cx="409" cy="273"/>
          </a:xfrm>
        </p:grpSpPr>
        <p:sp>
          <p:nvSpPr>
            <p:cNvPr id="27722" name="Line 39"/>
            <p:cNvSpPr/>
            <p:nvPr/>
          </p:nvSpPr>
          <p:spPr>
            <a:xfrm flipV="1">
              <a:off x="1519" y="709"/>
              <a:ext cx="409" cy="136"/>
            </a:xfrm>
            <a:prstGeom prst="line">
              <a:avLst/>
            </a:prstGeom>
            <a:ln w="28575" cap="flat" cmpd="sng">
              <a:solidFill>
                <a:srgbClr val="CC00FF"/>
              </a:solidFill>
              <a:prstDash val="solid"/>
              <a:headEnd type="none" w="med" len="med"/>
              <a:tailEnd type="none" w="med" len="med"/>
            </a:ln>
          </p:spPr>
        </p:sp>
        <p:graphicFrame>
          <p:nvGraphicFramePr>
            <p:cNvPr id="27659" name="Object 40"/>
            <p:cNvGraphicFramePr/>
            <p:nvPr/>
          </p:nvGraphicFramePr>
          <p:xfrm>
            <a:off x="1610" y="572"/>
            <a:ext cx="146" cy="227"/>
          </p:xfrm>
          <a:graphic>
            <a:graphicData uri="http://schemas.openxmlformats.org/presentationml/2006/ole">
              <mc:AlternateContent xmlns:mc="http://schemas.openxmlformats.org/markup-compatibility/2006">
                <mc:Choice xmlns:v="urn:schemas-microsoft-com:vml" Requires="v">
                  <p:oleObj spid="_x0000_s3183" name="" r:id="rId3" imgW="139700" imgH="215900" progId="Equation.3">
                    <p:embed/>
                  </p:oleObj>
                </mc:Choice>
                <mc:Fallback>
                  <p:oleObj name="" r:id="rId3" imgW="139700" imgH="215900" progId="Equation.3">
                    <p:embed/>
                    <p:pic>
                      <p:nvPicPr>
                        <p:cNvPr id="0" name="图片 3182"/>
                        <p:cNvPicPr/>
                        <p:nvPr/>
                      </p:nvPicPr>
                      <p:blipFill>
                        <a:blip r:embed="rId4">
                          <a:clrChange>
                            <a:clrFrom>
                              <a:srgbClr val="000000"/>
                            </a:clrFrom>
                            <a:clrTo>
                              <a:srgbClr val="FFFFFF"/>
                            </a:clrTo>
                          </a:clrChange>
                        </a:blip>
                        <a:stretch>
                          <a:fillRect/>
                        </a:stretch>
                      </p:blipFill>
                      <p:spPr>
                        <a:xfrm>
                          <a:off x="1610" y="572"/>
                          <a:ext cx="146" cy="227"/>
                        </a:xfrm>
                        <a:prstGeom prst="rect">
                          <a:avLst/>
                        </a:prstGeom>
                        <a:noFill/>
                        <a:ln w="38100">
                          <a:noFill/>
                          <a:miter/>
                        </a:ln>
                      </p:spPr>
                    </p:pic>
                  </p:oleObj>
                </mc:Fallback>
              </mc:AlternateContent>
            </a:graphicData>
          </a:graphic>
        </p:graphicFrame>
      </p:grpSp>
      <p:grpSp>
        <p:nvGrpSpPr>
          <p:cNvPr id="9" name="Group 41"/>
          <p:cNvGrpSpPr/>
          <p:nvPr/>
        </p:nvGrpSpPr>
        <p:grpSpPr>
          <a:xfrm>
            <a:off x="827088" y="1484313"/>
            <a:ext cx="1304925" cy="1800225"/>
            <a:chOff x="521" y="935"/>
            <a:chExt cx="822" cy="1134"/>
          </a:xfrm>
        </p:grpSpPr>
        <p:sp>
          <p:nvSpPr>
            <p:cNvPr id="27717" name="Line 42"/>
            <p:cNvSpPr/>
            <p:nvPr/>
          </p:nvSpPr>
          <p:spPr>
            <a:xfrm flipV="1">
              <a:off x="521" y="1162"/>
              <a:ext cx="817" cy="907"/>
            </a:xfrm>
            <a:prstGeom prst="line">
              <a:avLst/>
            </a:prstGeom>
            <a:ln w="28575" cap="flat" cmpd="sng">
              <a:solidFill>
                <a:srgbClr val="66FFFF"/>
              </a:solidFill>
              <a:prstDash val="solid"/>
              <a:headEnd type="none" w="med" len="med"/>
              <a:tailEnd type="triangle" w="med" len="med"/>
            </a:ln>
          </p:spPr>
        </p:sp>
        <p:sp>
          <p:nvSpPr>
            <p:cNvPr id="27718" name="Line 43"/>
            <p:cNvSpPr/>
            <p:nvPr/>
          </p:nvSpPr>
          <p:spPr>
            <a:xfrm>
              <a:off x="1111" y="1344"/>
              <a:ext cx="45" cy="45"/>
            </a:xfrm>
            <a:prstGeom prst="line">
              <a:avLst/>
            </a:prstGeom>
            <a:ln w="28575" cap="flat" cmpd="sng">
              <a:solidFill>
                <a:schemeClr val="bg1"/>
              </a:solidFill>
              <a:prstDash val="solid"/>
              <a:headEnd type="none" w="med" len="med"/>
              <a:tailEnd type="none" w="med" len="med"/>
            </a:ln>
          </p:spPr>
        </p:sp>
        <p:sp>
          <p:nvSpPr>
            <p:cNvPr id="27719" name="Line 44"/>
            <p:cNvSpPr/>
            <p:nvPr/>
          </p:nvSpPr>
          <p:spPr>
            <a:xfrm>
              <a:off x="657" y="1888"/>
              <a:ext cx="45" cy="45"/>
            </a:xfrm>
            <a:prstGeom prst="line">
              <a:avLst/>
            </a:prstGeom>
            <a:ln w="28575" cap="flat" cmpd="sng">
              <a:solidFill>
                <a:schemeClr val="bg1"/>
              </a:solidFill>
              <a:prstDash val="solid"/>
              <a:headEnd type="none" w="med" len="med"/>
              <a:tailEnd type="none" w="med" len="med"/>
            </a:ln>
          </p:spPr>
        </p:sp>
        <p:sp>
          <p:nvSpPr>
            <p:cNvPr id="27720" name="Line 45"/>
            <p:cNvSpPr/>
            <p:nvPr/>
          </p:nvSpPr>
          <p:spPr>
            <a:xfrm>
              <a:off x="793" y="1706"/>
              <a:ext cx="45" cy="45"/>
            </a:xfrm>
            <a:prstGeom prst="line">
              <a:avLst/>
            </a:prstGeom>
            <a:ln w="28575" cap="flat" cmpd="sng">
              <a:solidFill>
                <a:schemeClr val="bg1"/>
              </a:solidFill>
              <a:prstDash val="solid"/>
              <a:headEnd type="none" w="med" len="med"/>
              <a:tailEnd type="none" w="med" len="med"/>
            </a:ln>
          </p:spPr>
        </p:sp>
        <p:sp>
          <p:nvSpPr>
            <p:cNvPr id="27721" name="Line 46"/>
            <p:cNvSpPr/>
            <p:nvPr/>
          </p:nvSpPr>
          <p:spPr>
            <a:xfrm>
              <a:off x="975" y="1525"/>
              <a:ext cx="45" cy="45"/>
            </a:xfrm>
            <a:prstGeom prst="line">
              <a:avLst/>
            </a:prstGeom>
            <a:ln w="28575" cap="flat" cmpd="sng">
              <a:solidFill>
                <a:schemeClr val="bg1"/>
              </a:solidFill>
              <a:prstDash val="solid"/>
              <a:headEnd type="none" w="med" len="med"/>
              <a:tailEnd type="none" w="med" len="med"/>
            </a:ln>
          </p:spPr>
        </p:sp>
        <p:graphicFrame>
          <p:nvGraphicFramePr>
            <p:cNvPr id="27658" name="Object 47"/>
            <p:cNvGraphicFramePr/>
            <p:nvPr/>
          </p:nvGraphicFramePr>
          <p:xfrm>
            <a:off x="1111" y="935"/>
            <a:ext cx="232" cy="272"/>
          </p:xfrm>
          <a:graphic>
            <a:graphicData uri="http://schemas.openxmlformats.org/presentationml/2006/ole">
              <mc:AlternateContent xmlns:mc="http://schemas.openxmlformats.org/markup-compatibility/2006">
                <mc:Choice xmlns:v="urn:schemas-microsoft-com:vml" Requires="v">
                  <p:oleObj spid="_x0000_s3187" name="" r:id="rId5" imgW="228600" imgH="266065" progId="Equation.3">
                    <p:embed/>
                  </p:oleObj>
                </mc:Choice>
                <mc:Fallback>
                  <p:oleObj name="" r:id="rId5" imgW="228600" imgH="266065" progId="Equation.3">
                    <p:embed/>
                    <p:pic>
                      <p:nvPicPr>
                        <p:cNvPr id="0" name="图片 3186"/>
                        <p:cNvPicPr/>
                        <p:nvPr/>
                      </p:nvPicPr>
                      <p:blipFill>
                        <a:blip r:embed="rId6">
                          <a:clrChange>
                            <a:clrFrom>
                              <a:srgbClr val="000000"/>
                            </a:clrFrom>
                            <a:clrTo>
                              <a:srgbClr val="FFFFFF"/>
                            </a:clrTo>
                          </a:clrChange>
                        </a:blip>
                        <a:stretch>
                          <a:fillRect/>
                        </a:stretch>
                      </p:blipFill>
                      <p:spPr>
                        <a:xfrm>
                          <a:off x="1111" y="935"/>
                          <a:ext cx="232" cy="272"/>
                        </a:xfrm>
                        <a:prstGeom prst="rect">
                          <a:avLst/>
                        </a:prstGeom>
                        <a:noFill/>
                        <a:ln w="38100">
                          <a:noFill/>
                          <a:miter/>
                        </a:ln>
                      </p:spPr>
                    </p:pic>
                  </p:oleObj>
                </mc:Fallback>
              </mc:AlternateContent>
            </a:graphicData>
          </a:graphic>
        </p:graphicFrame>
      </p:grpSp>
      <p:grpSp>
        <p:nvGrpSpPr>
          <p:cNvPr id="10" name="Group 48"/>
          <p:cNvGrpSpPr/>
          <p:nvPr/>
        </p:nvGrpSpPr>
        <p:grpSpPr>
          <a:xfrm>
            <a:off x="827088" y="3284538"/>
            <a:ext cx="3240087" cy="2808287"/>
            <a:chOff x="521" y="2069"/>
            <a:chExt cx="2041" cy="1769"/>
          </a:xfrm>
        </p:grpSpPr>
        <p:sp>
          <p:nvSpPr>
            <p:cNvPr id="27716" name="Line 49"/>
            <p:cNvSpPr/>
            <p:nvPr/>
          </p:nvSpPr>
          <p:spPr>
            <a:xfrm>
              <a:off x="521" y="2069"/>
              <a:ext cx="2041" cy="1769"/>
            </a:xfrm>
            <a:prstGeom prst="line">
              <a:avLst/>
            </a:prstGeom>
            <a:ln w="28575" cap="flat" cmpd="sng">
              <a:solidFill>
                <a:srgbClr val="FF0000"/>
              </a:solidFill>
              <a:prstDash val="solid"/>
              <a:headEnd type="none" w="med" len="med"/>
              <a:tailEnd type="triangle" w="med" len="med"/>
            </a:ln>
          </p:spPr>
        </p:sp>
        <p:graphicFrame>
          <p:nvGraphicFramePr>
            <p:cNvPr id="27657" name="Object 50"/>
            <p:cNvGraphicFramePr/>
            <p:nvPr/>
          </p:nvGraphicFramePr>
          <p:xfrm>
            <a:off x="1020" y="2659"/>
            <a:ext cx="219" cy="272"/>
          </p:xfrm>
          <a:graphic>
            <a:graphicData uri="http://schemas.openxmlformats.org/presentationml/2006/ole">
              <mc:AlternateContent xmlns:mc="http://schemas.openxmlformats.org/markup-compatibility/2006">
                <mc:Choice xmlns:v="urn:schemas-microsoft-com:vml" Requires="v">
                  <p:oleObj spid="_x0000_s3184" name="" r:id="rId7" imgW="215900" imgH="266065" progId="Equation.3">
                    <p:embed/>
                  </p:oleObj>
                </mc:Choice>
                <mc:Fallback>
                  <p:oleObj name="" r:id="rId7" imgW="215900" imgH="266065" progId="Equation.3">
                    <p:embed/>
                    <p:pic>
                      <p:nvPicPr>
                        <p:cNvPr id="0" name="图片 3183"/>
                        <p:cNvPicPr/>
                        <p:nvPr/>
                      </p:nvPicPr>
                      <p:blipFill>
                        <a:blip r:embed="rId8">
                          <a:clrChange>
                            <a:clrFrom>
                              <a:srgbClr val="000000"/>
                            </a:clrFrom>
                            <a:clrTo>
                              <a:srgbClr val="FFFFFF"/>
                            </a:clrTo>
                          </a:clrChange>
                        </a:blip>
                        <a:stretch>
                          <a:fillRect/>
                        </a:stretch>
                      </p:blipFill>
                      <p:spPr>
                        <a:xfrm>
                          <a:off x="1020" y="2659"/>
                          <a:ext cx="219" cy="272"/>
                        </a:xfrm>
                        <a:prstGeom prst="rect">
                          <a:avLst/>
                        </a:prstGeom>
                        <a:noFill/>
                        <a:ln w="38100">
                          <a:noFill/>
                          <a:miter/>
                        </a:ln>
                      </p:spPr>
                    </p:pic>
                  </p:oleObj>
                </mc:Fallback>
              </mc:AlternateContent>
            </a:graphicData>
          </a:graphic>
        </p:graphicFrame>
      </p:grpSp>
      <p:grpSp>
        <p:nvGrpSpPr>
          <p:cNvPr id="11" name="Group 51"/>
          <p:cNvGrpSpPr/>
          <p:nvPr/>
        </p:nvGrpSpPr>
        <p:grpSpPr>
          <a:xfrm>
            <a:off x="827088" y="3284538"/>
            <a:ext cx="4681537" cy="1512887"/>
            <a:chOff x="2200" y="2160"/>
            <a:chExt cx="2949" cy="953"/>
          </a:xfrm>
        </p:grpSpPr>
        <p:graphicFrame>
          <p:nvGraphicFramePr>
            <p:cNvPr id="27656" name="Object 52"/>
            <p:cNvGraphicFramePr/>
            <p:nvPr/>
          </p:nvGraphicFramePr>
          <p:xfrm>
            <a:off x="4785" y="2886"/>
            <a:ext cx="188" cy="227"/>
          </p:xfrm>
          <a:graphic>
            <a:graphicData uri="http://schemas.openxmlformats.org/presentationml/2006/ole">
              <mc:AlternateContent xmlns:mc="http://schemas.openxmlformats.org/markup-compatibility/2006">
                <mc:Choice xmlns:v="urn:schemas-microsoft-com:vml" Requires="v">
                  <p:oleObj spid="_x0000_s3185" name="" r:id="rId9" imgW="190500" imgH="228600" progId="Equation.3">
                    <p:embed/>
                  </p:oleObj>
                </mc:Choice>
                <mc:Fallback>
                  <p:oleObj name="" r:id="rId9" imgW="190500" imgH="228600" progId="Equation.3">
                    <p:embed/>
                    <p:pic>
                      <p:nvPicPr>
                        <p:cNvPr id="0" name="图片 3184"/>
                        <p:cNvPicPr/>
                        <p:nvPr/>
                      </p:nvPicPr>
                      <p:blipFill>
                        <a:blip r:embed="rId10">
                          <a:clrChange>
                            <a:clrFrom>
                              <a:srgbClr val="000000"/>
                            </a:clrFrom>
                            <a:clrTo>
                              <a:srgbClr val="FFFFFF"/>
                            </a:clrTo>
                          </a:clrChange>
                        </a:blip>
                        <a:stretch>
                          <a:fillRect/>
                        </a:stretch>
                      </p:blipFill>
                      <p:spPr>
                        <a:xfrm>
                          <a:off x="4785" y="2886"/>
                          <a:ext cx="188" cy="227"/>
                        </a:xfrm>
                        <a:prstGeom prst="rect">
                          <a:avLst/>
                        </a:prstGeom>
                        <a:noFill/>
                        <a:ln w="38100">
                          <a:noFill/>
                          <a:miter/>
                        </a:ln>
                      </p:spPr>
                    </p:pic>
                  </p:oleObj>
                </mc:Fallback>
              </mc:AlternateContent>
            </a:graphicData>
          </a:graphic>
        </p:graphicFrame>
        <p:sp>
          <p:nvSpPr>
            <p:cNvPr id="27715" name="Line 53"/>
            <p:cNvSpPr/>
            <p:nvPr/>
          </p:nvSpPr>
          <p:spPr>
            <a:xfrm>
              <a:off x="2200" y="2160"/>
              <a:ext cx="2949" cy="726"/>
            </a:xfrm>
            <a:prstGeom prst="line">
              <a:avLst/>
            </a:prstGeom>
            <a:ln w="28575" cap="flat" cmpd="sng">
              <a:solidFill>
                <a:srgbClr val="66FFFF"/>
              </a:solidFill>
              <a:prstDash val="solid"/>
              <a:headEnd type="none" w="med" len="med"/>
              <a:tailEnd type="triangle" w="med" len="med"/>
            </a:ln>
          </p:spPr>
        </p:sp>
      </p:grpSp>
      <p:grpSp>
        <p:nvGrpSpPr>
          <p:cNvPr id="27672" name="Group 54"/>
          <p:cNvGrpSpPr/>
          <p:nvPr/>
        </p:nvGrpSpPr>
        <p:grpSpPr>
          <a:xfrm>
            <a:off x="8316913" y="6446838"/>
            <a:ext cx="792162" cy="366712"/>
            <a:chOff x="5193" y="4020"/>
            <a:chExt cx="499" cy="231"/>
          </a:xfrm>
        </p:grpSpPr>
        <p:pic>
          <p:nvPicPr>
            <p:cNvPr id="27713" name="Picture 55" descr="78900"/>
            <p:cNvPicPr>
              <a:picLocks noChangeAspect="1"/>
            </p:cNvPicPr>
            <p:nvPr/>
          </p:nvPicPr>
          <p:blipFill>
            <a:blip r:embed="rId11"/>
            <a:stretch>
              <a:fillRect/>
            </a:stretch>
          </p:blipFill>
          <p:spPr>
            <a:xfrm>
              <a:off x="5193" y="4066"/>
              <a:ext cx="499" cy="181"/>
            </a:xfrm>
            <a:prstGeom prst="rect">
              <a:avLst/>
            </a:prstGeom>
            <a:noFill/>
            <a:ln w="9525">
              <a:noFill/>
            </a:ln>
          </p:spPr>
        </p:pic>
        <p:sp>
          <p:nvSpPr>
            <p:cNvPr id="27714" name="Text Box 56">
              <a:hlinkClick r:id="" action="ppaction://hlinkshowjump?jump=nextslide"/>
            </p:cNvPr>
            <p:cNvSpPr txBox="1"/>
            <p:nvPr/>
          </p:nvSpPr>
          <p:spPr>
            <a:xfrm>
              <a:off x="5216" y="4020"/>
              <a:ext cx="476" cy="231"/>
            </a:xfrm>
            <a:prstGeom prst="rect">
              <a:avLst/>
            </a:prstGeom>
            <a:noFill/>
            <a:ln w="9525">
              <a:noFill/>
            </a:ln>
          </p:spPr>
          <p:txBody>
            <a:bodyPr wrap="none">
              <a:spAutoFit/>
            </a:bodyPr>
            <a:p>
              <a:pPr>
                <a:spcBef>
                  <a:spcPct val="50000"/>
                </a:spcBef>
              </a:pPr>
              <a:r>
                <a:rPr lang="zh-CN" altLang="en-US" sz="1800" b="0" dirty="0">
                  <a:solidFill>
                    <a:schemeClr val="bg1"/>
                  </a:solidFill>
                  <a:latin typeface="隶书" panose="02010509060101010101" pitchFamily="49" charset="-122"/>
                  <a:ea typeface="隶书" panose="02010509060101010101" pitchFamily="49" charset="-122"/>
                </a:rPr>
                <a:t>下 页</a:t>
              </a:r>
              <a:endParaRPr lang="zh-CN" altLang="en-US" sz="1800" b="0" dirty="0">
                <a:solidFill>
                  <a:schemeClr val="bg1"/>
                </a:solidFill>
                <a:latin typeface="隶书" panose="02010509060101010101" pitchFamily="49" charset="-122"/>
                <a:ea typeface="隶书" panose="02010509060101010101" pitchFamily="49" charset="-122"/>
              </a:endParaRPr>
            </a:p>
          </p:txBody>
        </p:sp>
      </p:grpSp>
      <p:grpSp>
        <p:nvGrpSpPr>
          <p:cNvPr id="27673" name="Group 57"/>
          <p:cNvGrpSpPr/>
          <p:nvPr/>
        </p:nvGrpSpPr>
        <p:grpSpPr>
          <a:xfrm>
            <a:off x="7453313" y="6446838"/>
            <a:ext cx="792162" cy="366712"/>
            <a:chOff x="4649" y="4020"/>
            <a:chExt cx="499" cy="231"/>
          </a:xfrm>
        </p:grpSpPr>
        <p:pic>
          <p:nvPicPr>
            <p:cNvPr id="27711" name="Picture 58" descr="78900"/>
            <p:cNvPicPr>
              <a:picLocks noChangeAspect="1"/>
            </p:cNvPicPr>
            <p:nvPr/>
          </p:nvPicPr>
          <p:blipFill>
            <a:blip r:embed="rId11"/>
            <a:stretch>
              <a:fillRect/>
            </a:stretch>
          </p:blipFill>
          <p:spPr>
            <a:xfrm>
              <a:off x="4649" y="4066"/>
              <a:ext cx="499" cy="181"/>
            </a:xfrm>
            <a:prstGeom prst="rect">
              <a:avLst/>
            </a:prstGeom>
            <a:noFill/>
            <a:ln w="9525">
              <a:noFill/>
            </a:ln>
          </p:spPr>
        </p:pic>
        <p:sp>
          <p:nvSpPr>
            <p:cNvPr id="27712" name="Text Box 59">
              <a:hlinkClick r:id="" action="ppaction://hlinkshowjump?jump=previousslide"/>
            </p:cNvPr>
            <p:cNvSpPr txBox="1"/>
            <p:nvPr/>
          </p:nvSpPr>
          <p:spPr>
            <a:xfrm>
              <a:off x="4672" y="4020"/>
              <a:ext cx="476" cy="231"/>
            </a:xfrm>
            <a:prstGeom prst="rect">
              <a:avLst/>
            </a:prstGeom>
            <a:noFill/>
            <a:ln w="9525">
              <a:noFill/>
            </a:ln>
          </p:spPr>
          <p:txBody>
            <a:bodyPr wrap="none">
              <a:spAutoFit/>
            </a:bodyPr>
            <a:p>
              <a:pPr>
                <a:spcBef>
                  <a:spcPct val="50000"/>
                </a:spcBef>
              </a:pPr>
              <a:r>
                <a:rPr lang="zh-CN" altLang="en-US" sz="1800" b="0" dirty="0">
                  <a:solidFill>
                    <a:schemeClr val="bg1"/>
                  </a:solidFill>
                  <a:latin typeface="隶书" panose="02010509060101010101" pitchFamily="49" charset="-122"/>
                  <a:ea typeface="隶书" panose="02010509060101010101" pitchFamily="49" charset="-122"/>
                </a:rPr>
                <a:t>上 页</a:t>
              </a:r>
              <a:endParaRPr lang="zh-CN" altLang="en-US" sz="1800" b="0" dirty="0">
                <a:solidFill>
                  <a:schemeClr val="bg1"/>
                </a:solidFill>
                <a:latin typeface="隶书" panose="02010509060101010101" pitchFamily="49" charset="-122"/>
                <a:ea typeface="隶书" panose="02010509060101010101" pitchFamily="49" charset="-122"/>
              </a:endParaRPr>
            </a:p>
          </p:txBody>
        </p:sp>
      </p:grpSp>
      <p:grpSp>
        <p:nvGrpSpPr>
          <p:cNvPr id="14" name="Group 60"/>
          <p:cNvGrpSpPr/>
          <p:nvPr/>
        </p:nvGrpSpPr>
        <p:grpSpPr>
          <a:xfrm>
            <a:off x="4500563" y="1196975"/>
            <a:ext cx="3441700" cy="2405063"/>
            <a:chOff x="2880" y="618"/>
            <a:chExt cx="2168" cy="1515"/>
          </a:xfrm>
        </p:grpSpPr>
        <p:sp>
          <p:nvSpPr>
            <p:cNvPr id="27679" name="Oval 61"/>
            <p:cNvSpPr/>
            <p:nvPr/>
          </p:nvSpPr>
          <p:spPr>
            <a:xfrm>
              <a:off x="2943" y="1022"/>
              <a:ext cx="68" cy="68"/>
            </a:xfrm>
            <a:prstGeom prst="ellipse">
              <a:avLst/>
            </a:prstGeom>
            <a:noFill/>
            <a:ln w="28575" cap="flat" cmpd="sng">
              <a:solidFill>
                <a:srgbClr val="FFCC00"/>
              </a:solidFill>
              <a:prstDash val="solid"/>
              <a:headEnd type="none" w="med" len="med"/>
              <a:tailEnd type="none" w="med" len="med"/>
            </a:ln>
          </p:spPr>
          <p:txBody>
            <a:bodyPr wrap="none" anchor="ctr" anchorCtr="0"/>
            <a:p>
              <a:endParaRPr lang="zh-CN" altLang="en-US" dirty="0">
                <a:latin typeface="楷体_GB2312" pitchFamily="49" charset="-122"/>
              </a:endParaRPr>
            </a:p>
          </p:txBody>
        </p:sp>
        <p:sp>
          <p:nvSpPr>
            <p:cNvPr id="27680" name="Oval 62"/>
            <p:cNvSpPr/>
            <p:nvPr/>
          </p:nvSpPr>
          <p:spPr>
            <a:xfrm>
              <a:off x="2989" y="2065"/>
              <a:ext cx="68" cy="68"/>
            </a:xfrm>
            <a:prstGeom prst="ellipse">
              <a:avLst/>
            </a:prstGeom>
            <a:noFill/>
            <a:ln w="28575" cap="flat" cmpd="sng">
              <a:solidFill>
                <a:srgbClr val="FFCC00"/>
              </a:solidFill>
              <a:prstDash val="solid"/>
              <a:headEnd type="none" w="med" len="med"/>
              <a:tailEnd type="none" w="med" len="med"/>
            </a:ln>
          </p:spPr>
          <p:txBody>
            <a:bodyPr wrap="none" anchor="ctr" anchorCtr="0"/>
            <a:p>
              <a:endParaRPr lang="zh-CN" altLang="en-US" dirty="0">
                <a:latin typeface="楷体_GB2312" pitchFamily="49" charset="-122"/>
              </a:endParaRPr>
            </a:p>
          </p:txBody>
        </p:sp>
        <p:sp>
          <p:nvSpPr>
            <p:cNvPr id="27681" name="Text Box 63"/>
            <p:cNvSpPr txBox="1"/>
            <p:nvPr/>
          </p:nvSpPr>
          <p:spPr>
            <a:xfrm>
              <a:off x="3424" y="663"/>
              <a:ext cx="400" cy="327"/>
            </a:xfrm>
            <a:prstGeom prst="rect">
              <a:avLst/>
            </a:prstGeom>
            <a:noFill/>
            <a:ln w="28575">
              <a:noFill/>
            </a:ln>
          </p:spPr>
          <p:txBody>
            <a:bodyPr wrap="none">
              <a:spAutoFit/>
            </a:bodyPr>
            <a:p>
              <a:r>
                <a:rPr lang="en-US" altLang="zh-CN" b="0" dirty="0">
                  <a:solidFill>
                    <a:schemeClr val="bg1"/>
                  </a:solidFill>
                  <a:latin typeface="Times New Roman" panose="02020603050405020304" pitchFamily="18" charset="0"/>
                  <a:ea typeface="宋体" panose="02010600030101010101" pitchFamily="2" charset="-122"/>
                </a:rPr>
                <a:t>3</a:t>
              </a:r>
              <a:r>
                <a:rPr lang="en-US" altLang="zh-CN" b="0" dirty="0">
                  <a:solidFill>
                    <a:schemeClr val="bg1"/>
                  </a:solidFill>
                  <a:latin typeface="Times New Roman" panose="02020603050405020304" pitchFamily="18" charset="0"/>
                  <a:ea typeface="宋体" panose="02010600030101010101" pitchFamily="2" charset="-122"/>
                  <a:sym typeface="Symbol" panose="05050102010706020507" pitchFamily="18" charset="2"/>
                </a:rPr>
                <a:t></a:t>
              </a:r>
              <a:endParaRPr lang="en-US" altLang="zh-CN" b="0" dirty="0">
                <a:solidFill>
                  <a:schemeClr val="bg1"/>
                </a:solidFill>
                <a:latin typeface="Times New Roman" panose="02020603050405020304" pitchFamily="18" charset="0"/>
                <a:ea typeface="宋体" panose="02010600030101010101" pitchFamily="2" charset="-122"/>
                <a:sym typeface="Symbol" panose="05050102010706020507" pitchFamily="18" charset="2"/>
              </a:endParaRPr>
            </a:p>
          </p:txBody>
        </p:sp>
        <p:sp>
          <p:nvSpPr>
            <p:cNvPr id="27682" name="Text Box 64"/>
            <p:cNvSpPr txBox="1"/>
            <p:nvPr/>
          </p:nvSpPr>
          <p:spPr>
            <a:xfrm>
              <a:off x="4513" y="1661"/>
              <a:ext cx="400" cy="327"/>
            </a:xfrm>
            <a:prstGeom prst="rect">
              <a:avLst/>
            </a:prstGeom>
            <a:noFill/>
            <a:ln w="28575">
              <a:noFill/>
            </a:ln>
          </p:spPr>
          <p:txBody>
            <a:bodyPr wrap="none">
              <a:spAutoFit/>
            </a:bodyPr>
            <a:p>
              <a:r>
                <a:rPr lang="en-US" altLang="zh-CN" b="0" dirty="0">
                  <a:solidFill>
                    <a:schemeClr val="bg1"/>
                  </a:solidFill>
                  <a:latin typeface="Times New Roman" panose="02020603050405020304" pitchFamily="18" charset="0"/>
                  <a:ea typeface="宋体" panose="02010600030101010101" pitchFamily="2" charset="-122"/>
                </a:rPr>
                <a:t>3</a:t>
              </a:r>
              <a:r>
                <a:rPr lang="en-US" altLang="zh-CN" b="0" dirty="0">
                  <a:solidFill>
                    <a:schemeClr val="bg1"/>
                  </a:solidFill>
                  <a:latin typeface="Times New Roman" panose="02020603050405020304" pitchFamily="18" charset="0"/>
                  <a:ea typeface="宋体" panose="02010600030101010101" pitchFamily="2" charset="-122"/>
                  <a:sym typeface="Symbol" panose="05050102010706020507" pitchFamily="18" charset="2"/>
                </a:rPr>
                <a:t></a:t>
              </a:r>
              <a:endParaRPr lang="en-US" altLang="zh-CN" b="0" dirty="0">
                <a:solidFill>
                  <a:schemeClr val="bg1"/>
                </a:solidFill>
                <a:latin typeface="Times New Roman" panose="02020603050405020304" pitchFamily="18" charset="0"/>
                <a:ea typeface="宋体" panose="02010600030101010101" pitchFamily="2" charset="-122"/>
                <a:sym typeface="Symbol" panose="05050102010706020507" pitchFamily="18" charset="2"/>
              </a:endParaRPr>
            </a:p>
          </p:txBody>
        </p:sp>
        <p:sp>
          <p:nvSpPr>
            <p:cNvPr id="27683" name="Line 65"/>
            <p:cNvSpPr/>
            <p:nvPr/>
          </p:nvSpPr>
          <p:spPr>
            <a:xfrm flipV="1">
              <a:off x="3016" y="1071"/>
              <a:ext cx="998" cy="0"/>
            </a:xfrm>
            <a:prstGeom prst="line">
              <a:avLst/>
            </a:prstGeom>
            <a:ln w="28575" cap="flat" cmpd="sng">
              <a:solidFill>
                <a:srgbClr val="FFCC00"/>
              </a:solidFill>
              <a:prstDash val="solid"/>
              <a:headEnd type="none" w="med" len="med"/>
              <a:tailEnd type="none" w="med" len="med"/>
            </a:ln>
          </p:spPr>
        </p:sp>
        <p:sp>
          <p:nvSpPr>
            <p:cNvPr id="27684" name="Line 66"/>
            <p:cNvSpPr/>
            <p:nvPr/>
          </p:nvSpPr>
          <p:spPr>
            <a:xfrm>
              <a:off x="4105" y="1058"/>
              <a:ext cx="862" cy="0"/>
            </a:xfrm>
            <a:prstGeom prst="line">
              <a:avLst/>
            </a:prstGeom>
            <a:ln w="28575" cap="flat" cmpd="sng">
              <a:solidFill>
                <a:srgbClr val="FFCC00"/>
              </a:solidFill>
              <a:prstDash val="solid"/>
              <a:headEnd type="none" w="med" len="med"/>
              <a:tailEnd type="none" w="med" len="med"/>
            </a:ln>
          </p:spPr>
        </p:sp>
        <p:sp>
          <p:nvSpPr>
            <p:cNvPr id="27685" name="Line 67"/>
            <p:cNvSpPr/>
            <p:nvPr/>
          </p:nvSpPr>
          <p:spPr>
            <a:xfrm flipH="1">
              <a:off x="4966" y="1058"/>
              <a:ext cx="1" cy="136"/>
            </a:xfrm>
            <a:prstGeom prst="line">
              <a:avLst/>
            </a:prstGeom>
            <a:ln w="28575" cap="flat" cmpd="sng">
              <a:solidFill>
                <a:srgbClr val="FFCC00"/>
              </a:solidFill>
              <a:prstDash val="solid"/>
              <a:headEnd type="none" w="med" len="med"/>
              <a:tailEnd type="none" w="med" len="med"/>
            </a:ln>
          </p:spPr>
        </p:sp>
        <p:sp>
          <p:nvSpPr>
            <p:cNvPr id="27686" name="Line 68"/>
            <p:cNvSpPr/>
            <p:nvPr/>
          </p:nvSpPr>
          <p:spPr>
            <a:xfrm>
              <a:off x="4967" y="1570"/>
              <a:ext cx="0" cy="531"/>
            </a:xfrm>
            <a:prstGeom prst="line">
              <a:avLst/>
            </a:prstGeom>
            <a:ln w="28575" cap="flat" cmpd="sng">
              <a:solidFill>
                <a:srgbClr val="FFCC00"/>
              </a:solidFill>
              <a:prstDash val="solid"/>
              <a:headEnd type="none" w="med" len="med"/>
              <a:tailEnd type="none" w="med" len="med"/>
            </a:ln>
          </p:spPr>
        </p:sp>
        <p:sp>
          <p:nvSpPr>
            <p:cNvPr id="27687" name="Line 69"/>
            <p:cNvSpPr/>
            <p:nvPr/>
          </p:nvSpPr>
          <p:spPr>
            <a:xfrm flipV="1">
              <a:off x="3061" y="2106"/>
              <a:ext cx="1906" cy="0"/>
            </a:xfrm>
            <a:prstGeom prst="line">
              <a:avLst/>
            </a:prstGeom>
            <a:ln w="28575" cap="flat" cmpd="sng">
              <a:solidFill>
                <a:srgbClr val="FFCC00"/>
              </a:solidFill>
              <a:prstDash val="solid"/>
              <a:headEnd type="none" w="med" len="med"/>
              <a:tailEnd type="none" w="med" len="med"/>
            </a:ln>
          </p:spPr>
        </p:sp>
        <p:sp>
          <p:nvSpPr>
            <p:cNvPr id="27688" name="Text Box 70"/>
            <p:cNvSpPr txBox="1"/>
            <p:nvPr/>
          </p:nvSpPr>
          <p:spPr>
            <a:xfrm>
              <a:off x="3742" y="618"/>
              <a:ext cx="686" cy="327"/>
            </a:xfrm>
            <a:prstGeom prst="rect">
              <a:avLst/>
            </a:prstGeom>
            <a:noFill/>
            <a:ln w="28575">
              <a:noFill/>
            </a:ln>
          </p:spPr>
          <p:txBody>
            <a:bodyPr wrap="none">
              <a:spAutoFit/>
            </a:bodyPr>
            <a:p>
              <a:r>
                <a:rPr lang="zh-CN" altLang="en-US" b="0" dirty="0">
                  <a:solidFill>
                    <a:schemeClr val="bg1"/>
                  </a:solidFill>
                  <a:latin typeface="Times New Roman" panose="02020603050405020304" pitchFamily="18" charset="0"/>
                  <a:ea typeface="宋体" panose="02010600030101010101" pitchFamily="2" charset="-122"/>
                </a:rPr>
                <a:t>－</a:t>
              </a:r>
              <a:r>
                <a:rPr lang="en-US" altLang="zh-CN" b="0" dirty="0">
                  <a:solidFill>
                    <a:schemeClr val="bg1"/>
                  </a:solidFill>
                  <a:latin typeface="Times New Roman" panose="02020603050405020304" pitchFamily="18" charset="0"/>
                  <a:ea typeface="宋体" panose="02010600030101010101" pitchFamily="2" charset="-122"/>
                </a:rPr>
                <a:t>j6</a:t>
              </a:r>
              <a:r>
                <a:rPr lang="en-US" altLang="zh-CN" b="0" dirty="0">
                  <a:solidFill>
                    <a:schemeClr val="bg1"/>
                  </a:solidFill>
                  <a:latin typeface="Times New Roman" panose="02020603050405020304" pitchFamily="18" charset="0"/>
                  <a:ea typeface="宋体" panose="02010600030101010101" pitchFamily="2" charset="-122"/>
                  <a:sym typeface="Symbol" panose="05050102010706020507" pitchFamily="18" charset="2"/>
                </a:rPr>
                <a:t></a:t>
              </a:r>
              <a:endParaRPr lang="en-US" altLang="zh-CN" b="0" dirty="0">
                <a:solidFill>
                  <a:schemeClr val="bg1"/>
                </a:solidFill>
                <a:latin typeface="Times New Roman" panose="02020603050405020304" pitchFamily="18" charset="0"/>
                <a:ea typeface="宋体" panose="02010600030101010101" pitchFamily="2" charset="-122"/>
                <a:sym typeface="Symbol" panose="05050102010706020507" pitchFamily="18" charset="2"/>
              </a:endParaRPr>
            </a:p>
          </p:txBody>
        </p:sp>
        <p:sp>
          <p:nvSpPr>
            <p:cNvPr id="27689" name="Text Box 71"/>
            <p:cNvSpPr txBox="1"/>
            <p:nvPr/>
          </p:nvSpPr>
          <p:spPr>
            <a:xfrm>
              <a:off x="4513" y="1162"/>
              <a:ext cx="462" cy="327"/>
            </a:xfrm>
            <a:prstGeom prst="rect">
              <a:avLst/>
            </a:prstGeom>
            <a:noFill/>
            <a:ln w="28575">
              <a:noFill/>
            </a:ln>
          </p:spPr>
          <p:txBody>
            <a:bodyPr wrap="none">
              <a:spAutoFit/>
            </a:bodyPr>
            <a:p>
              <a:r>
                <a:rPr lang="en-US" altLang="zh-CN" b="0" dirty="0">
                  <a:solidFill>
                    <a:schemeClr val="bg1"/>
                  </a:solidFill>
                  <a:latin typeface="Times New Roman" panose="02020603050405020304" pitchFamily="18" charset="0"/>
                  <a:ea typeface="宋体" panose="02010600030101010101" pitchFamily="2" charset="-122"/>
                </a:rPr>
                <a:t>j4</a:t>
              </a:r>
              <a:r>
                <a:rPr lang="en-US" altLang="zh-CN" b="0" dirty="0">
                  <a:solidFill>
                    <a:schemeClr val="bg1"/>
                  </a:solidFill>
                  <a:latin typeface="Times New Roman" panose="02020603050405020304" pitchFamily="18" charset="0"/>
                  <a:ea typeface="宋体" panose="02010600030101010101" pitchFamily="2" charset="-122"/>
                  <a:sym typeface="Symbol" panose="05050102010706020507" pitchFamily="18" charset="2"/>
                </a:rPr>
                <a:t></a:t>
              </a:r>
              <a:endParaRPr lang="en-US" altLang="zh-CN" b="0" dirty="0">
                <a:solidFill>
                  <a:schemeClr val="bg1"/>
                </a:solidFill>
                <a:latin typeface="Times New Roman" panose="02020603050405020304" pitchFamily="18" charset="0"/>
                <a:ea typeface="宋体" panose="02010600030101010101" pitchFamily="2" charset="-122"/>
                <a:sym typeface="Symbol" panose="05050102010706020507" pitchFamily="18" charset="2"/>
              </a:endParaRPr>
            </a:p>
          </p:txBody>
        </p:sp>
        <p:sp>
          <p:nvSpPr>
            <p:cNvPr id="27690" name="Line 72"/>
            <p:cNvSpPr/>
            <p:nvPr/>
          </p:nvSpPr>
          <p:spPr>
            <a:xfrm>
              <a:off x="4286" y="1058"/>
              <a:ext cx="0" cy="1043"/>
            </a:xfrm>
            <a:prstGeom prst="line">
              <a:avLst/>
            </a:prstGeom>
            <a:ln w="28575" cap="flat" cmpd="sng">
              <a:solidFill>
                <a:srgbClr val="FFCC00"/>
              </a:solidFill>
              <a:prstDash val="solid"/>
              <a:headEnd type="oval" w="med" len="med"/>
              <a:tailEnd type="oval" w="med" len="med"/>
            </a:ln>
          </p:spPr>
        </p:sp>
        <p:sp>
          <p:nvSpPr>
            <p:cNvPr id="27691" name="Text Box 73"/>
            <p:cNvSpPr txBox="1"/>
            <p:nvPr/>
          </p:nvSpPr>
          <p:spPr>
            <a:xfrm>
              <a:off x="3832" y="1421"/>
              <a:ext cx="400" cy="327"/>
            </a:xfrm>
            <a:prstGeom prst="rect">
              <a:avLst/>
            </a:prstGeom>
            <a:noFill/>
            <a:ln w="28575">
              <a:noFill/>
            </a:ln>
          </p:spPr>
          <p:txBody>
            <a:bodyPr wrap="none">
              <a:spAutoFit/>
            </a:bodyPr>
            <a:p>
              <a:r>
                <a:rPr lang="en-US" altLang="zh-CN" b="0" dirty="0">
                  <a:solidFill>
                    <a:schemeClr val="bg1"/>
                  </a:solidFill>
                  <a:latin typeface="Times New Roman" panose="02020603050405020304" pitchFamily="18" charset="0"/>
                  <a:ea typeface="宋体" panose="02010600030101010101" pitchFamily="2" charset="-122"/>
                </a:rPr>
                <a:t>5</a:t>
              </a:r>
              <a:r>
                <a:rPr lang="en-US" altLang="zh-CN" b="0" dirty="0">
                  <a:solidFill>
                    <a:schemeClr val="bg1"/>
                  </a:solidFill>
                  <a:latin typeface="Times New Roman" panose="02020603050405020304" pitchFamily="18" charset="0"/>
                  <a:ea typeface="宋体" panose="02010600030101010101" pitchFamily="2" charset="-122"/>
                  <a:sym typeface="Symbol" panose="05050102010706020507" pitchFamily="18" charset="2"/>
                </a:rPr>
                <a:t></a:t>
              </a:r>
              <a:endParaRPr lang="en-US" altLang="zh-CN" b="0" dirty="0">
                <a:solidFill>
                  <a:schemeClr val="bg1"/>
                </a:solidFill>
                <a:latin typeface="Times New Roman" panose="02020603050405020304" pitchFamily="18" charset="0"/>
                <a:ea typeface="宋体" panose="02010600030101010101" pitchFamily="2" charset="-122"/>
                <a:sym typeface="Symbol" panose="05050102010706020507" pitchFamily="18" charset="2"/>
              </a:endParaRPr>
            </a:p>
          </p:txBody>
        </p:sp>
        <p:sp>
          <p:nvSpPr>
            <p:cNvPr id="27692" name="Rectangle 74"/>
            <p:cNvSpPr/>
            <p:nvPr/>
          </p:nvSpPr>
          <p:spPr>
            <a:xfrm>
              <a:off x="4223" y="1421"/>
              <a:ext cx="127" cy="318"/>
            </a:xfrm>
            <a:prstGeom prst="rect">
              <a:avLst/>
            </a:prstGeom>
            <a:gradFill rotWithShape="1">
              <a:gsLst>
                <a:gs pos="0">
                  <a:srgbClr val="764700"/>
                </a:gs>
                <a:gs pos="50000">
                  <a:srgbClr val="FF9900"/>
                </a:gs>
                <a:gs pos="100000">
                  <a:srgbClr val="764700"/>
                </a:gs>
              </a:gsLst>
              <a:lin ang="0" scaled="1"/>
              <a:tileRect/>
            </a:gradFill>
            <a:ln w="28575">
              <a:noFill/>
            </a:ln>
          </p:spPr>
          <p:txBody>
            <a:bodyPr wrap="none" anchor="ctr" anchorCtr="0"/>
            <a:p>
              <a:endParaRPr lang="zh-CN" altLang="en-US" dirty="0">
                <a:latin typeface="楷体_GB2312" pitchFamily="49" charset="-122"/>
              </a:endParaRPr>
            </a:p>
          </p:txBody>
        </p:sp>
        <p:sp>
          <p:nvSpPr>
            <p:cNvPr id="27693" name="Rectangle 75"/>
            <p:cNvSpPr/>
            <p:nvPr/>
          </p:nvSpPr>
          <p:spPr>
            <a:xfrm>
              <a:off x="4903" y="1648"/>
              <a:ext cx="127" cy="318"/>
            </a:xfrm>
            <a:prstGeom prst="rect">
              <a:avLst/>
            </a:prstGeom>
            <a:gradFill rotWithShape="1">
              <a:gsLst>
                <a:gs pos="0">
                  <a:srgbClr val="764700"/>
                </a:gs>
                <a:gs pos="50000">
                  <a:srgbClr val="FF9900"/>
                </a:gs>
                <a:gs pos="100000">
                  <a:srgbClr val="764700"/>
                </a:gs>
              </a:gsLst>
              <a:lin ang="0" scaled="1"/>
              <a:tileRect/>
            </a:gradFill>
            <a:ln w="28575">
              <a:noFill/>
            </a:ln>
          </p:spPr>
          <p:txBody>
            <a:bodyPr wrap="none" anchor="ctr" anchorCtr="0"/>
            <a:p>
              <a:endParaRPr lang="zh-CN" altLang="en-US" dirty="0">
                <a:latin typeface="楷体_GB2312" pitchFamily="49" charset="-122"/>
              </a:endParaRPr>
            </a:p>
          </p:txBody>
        </p:sp>
        <p:grpSp>
          <p:nvGrpSpPr>
            <p:cNvPr id="27694" name="Group 76"/>
            <p:cNvGrpSpPr/>
            <p:nvPr/>
          </p:nvGrpSpPr>
          <p:grpSpPr>
            <a:xfrm rot="10800000">
              <a:off x="4958" y="1207"/>
              <a:ext cx="90" cy="363"/>
              <a:chOff x="1565" y="2614"/>
              <a:chExt cx="90" cy="486"/>
            </a:xfrm>
          </p:grpSpPr>
          <p:sp>
            <p:nvSpPr>
              <p:cNvPr id="27707" name="Arc 77"/>
              <p:cNvSpPr/>
              <p:nvPr/>
            </p:nvSpPr>
            <p:spPr>
              <a:xfrm flipH="1" flipV="1">
                <a:off x="1565" y="2860"/>
                <a:ext cx="90" cy="116"/>
              </a:xfrm>
              <a:custGeom>
                <a:avLst/>
                <a:gdLst>
                  <a:gd name="txL" fmla="*/ 0 w 22723"/>
                  <a:gd name="txT" fmla="*/ 0 h 43200"/>
                  <a:gd name="txR" fmla="*/ 22723 w 22723"/>
                  <a:gd name="txB" fmla="*/ 43200 h 43200"/>
                </a:gdLst>
                <a:ahLst/>
                <a:cxnLst>
                  <a:cxn ang="0">
                    <a:pos x="1122" y="0"/>
                  </a:cxn>
                  <a:cxn ang="0">
                    <a:pos x="22723" y="21600"/>
                  </a:cxn>
                  <a:cxn ang="0">
                    <a:pos x="1123" y="43200"/>
                  </a:cxn>
                  <a:cxn ang="0">
                    <a:pos x="0" y="43170"/>
                  </a:cxn>
                  <a:cxn ang="0">
                    <a:pos x="1122" y="0"/>
                  </a:cxn>
                  <a:cxn ang="0">
                    <a:pos x="22723" y="21600"/>
                  </a:cxn>
                  <a:cxn ang="0">
                    <a:pos x="1123" y="43200"/>
                  </a:cxn>
                  <a:cxn ang="0">
                    <a:pos x="0" y="43170"/>
                  </a:cxn>
                  <a:cxn ang="0">
                    <a:pos x="1123" y="21600"/>
                  </a:cxn>
                </a:cxnLst>
                <a:rect l="txL" t="txT" r="txR" b="txB"/>
                <a:pathLst>
                  <a:path w="22723" h="43200" fill="none">
                    <a:moveTo>
                      <a:pt x="1122" y="0"/>
                    </a:moveTo>
                    <a:cubicBezTo>
                      <a:pt x="13052" y="0"/>
                      <a:pt x="22723" y="9670"/>
                      <a:pt x="22723" y="21600"/>
                    </a:cubicBezTo>
                    <a:cubicBezTo>
                      <a:pt x="22723" y="33529"/>
                      <a:pt x="13052" y="43200"/>
                      <a:pt x="1123" y="43200"/>
                    </a:cubicBezTo>
                    <a:cubicBezTo>
                      <a:pt x="748" y="43200"/>
                      <a:pt x="374" y="43190"/>
                      <a:pt x="0" y="43170"/>
                    </a:cubicBezTo>
                  </a:path>
                  <a:path w="22723" h="43200" stroke="0">
                    <a:moveTo>
                      <a:pt x="1122" y="0"/>
                    </a:moveTo>
                    <a:cubicBezTo>
                      <a:pt x="13052" y="0"/>
                      <a:pt x="22723" y="9670"/>
                      <a:pt x="22723" y="21600"/>
                    </a:cubicBezTo>
                    <a:cubicBezTo>
                      <a:pt x="22723" y="33529"/>
                      <a:pt x="13052" y="43200"/>
                      <a:pt x="1123" y="43200"/>
                    </a:cubicBezTo>
                    <a:cubicBezTo>
                      <a:pt x="748" y="43200"/>
                      <a:pt x="374" y="43190"/>
                      <a:pt x="0" y="43170"/>
                    </a:cubicBezTo>
                    <a:lnTo>
                      <a:pt x="1123" y="21600"/>
                    </a:lnTo>
                    <a:close/>
                  </a:path>
                </a:pathLst>
              </a:custGeom>
              <a:noFill/>
              <a:ln w="28575" cap="flat" cmpd="sng">
                <a:solidFill>
                  <a:srgbClr val="FF9900"/>
                </a:solidFill>
                <a:prstDash val="solid"/>
                <a:round/>
                <a:headEnd type="none" w="med" len="med"/>
                <a:tailEnd type="none" w="med" len="med"/>
              </a:ln>
            </p:spPr>
            <p:txBody>
              <a:bodyPr wrap="none" anchor="ctr" anchorCtr="0"/>
              <a:p>
                <a:endParaRPr lang="zh-CN" altLang="en-US" dirty="0">
                  <a:latin typeface="楷体_GB2312" pitchFamily="49" charset="-122"/>
                </a:endParaRPr>
              </a:p>
            </p:txBody>
          </p:sp>
          <p:sp>
            <p:nvSpPr>
              <p:cNvPr id="27708" name="Arc 78"/>
              <p:cNvSpPr/>
              <p:nvPr/>
            </p:nvSpPr>
            <p:spPr>
              <a:xfrm flipH="1" flipV="1">
                <a:off x="1565" y="2737"/>
                <a:ext cx="90" cy="116"/>
              </a:xfrm>
              <a:custGeom>
                <a:avLst/>
                <a:gdLst>
                  <a:gd name="txL" fmla="*/ 0 w 22723"/>
                  <a:gd name="txT" fmla="*/ 0 h 43200"/>
                  <a:gd name="txR" fmla="*/ 22723 w 22723"/>
                  <a:gd name="txB" fmla="*/ 43200 h 43200"/>
                </a:gdLst>
                <a:ahLst/>
                <a:cxnLst>
                  <a:cxn ang="0">
                    <a:pos x="1122" y="0"/>
                  </a:cxn>
                  <a:cxn ang="0">
                    <a:pos x="22723" y="21600"/>
                  </a:cxn>
                  <a:cxn ang="0">
                    <a:pos x="1123" y="43200"/>
                  </a:cxn>
                  <a:cxn ang="0">
                    <a:pos x="0" y="43170"/>
                  </a:cxn>
                  <a:cxn ang="0">
                    <a:pos x="1122" y="0"/>
                  </a:cxn>
                  <a:cxn ang="0">
                    <a:pos x="22723" y="21600"/>
                  </a:cxn>
                  <a:cxn ang="0">
                    <a:pos x="1123" y="43200"/>
                  </a:cxn>
                  <a:cxn ang="0">
                    <a:pos x="0" y="43170"/>
                  </a:cxn>
                  <a:cxn ang="0">
                    <a:pos x="1123" y="21600"/>
                  </a:cxn>
                </a:cxnLst>
                <a:rect l="txL" t="txT" r="txR" b="txB"/>
                <a:pathLst>
                  <a:path w="22723" h="43200" fill="none">
                    <a:moveTo>
                      <a:pt x="1122" y="0"/>
                    </a:moveTo>
                    <a:cubicBezTo>
                      <a:pt x="13052" y="0"/>
                      <a:pt x="22723" y="9670"/>
                      <a:pt x="22723" y="21600"/>
                    </a:cubicBezTo>
                    <a:cubicBezTo>
                      <a:pt x="22723" y="33529"/>
                      <a:pt x="13052" y="43200"/>
                      <a:pt x="1123" y="43200"/>
                    </a:cubicBezTo>
                    <a:cubicBezTo>
                      <a:pt x="748" y="43200"/>
                      <a:pt x="374" y="43190"/>
                      <a:pt x="0" y="43170"/>
                    </a:cubicBezTo>
                  </a:path>
                  <a:path w="22723" h="43200" stroke="0">
                    <a:moveTo>
                      <a:pt x="1122" y="0"/>
                    </a:moveTo>
                    <a:cubicBezTo>
                      <a:pt x="13052" y="0"/>
                      <a:pt x="22723" y="9670"/>
                      <a:pt x="22723" y="21600"/>
                    </a:cubicBezTo>
                    <a:cubicBezTo>
                      <a:pt x="22723" y="33529"/>
                      <a:pt x="13052" y="43200"/>
                      <a:pt x="1123" y="43200"/>
                    </a:cubicBezTo>
                    <a:cubicBezTo>
                      <a:pt x="748" y="43200"/>
                      <a:pt x="374" y="43190"/>
                      <a:pt x="0" y="43170"/>
                    </a:cubicBezTo>
                    <a:lnTo>
                      <a:pt x="1123" y="21600"/>
                    </a:lnTo>
                    <a:close/>
                  </a:path>
                </a:pathLst>
              </a:custGeom>
              <a:noFill/>
              <a:ln w="28575" cap="flat" cmpd="sng">
                <a:solidFill>
                  <a:srgbClr val="FF9900"/>
                </a:solidFill>
                <a:prstDash val="solid"/>
                <a:round/>
                <a:headEnd type="none" w="med" len="med"/>
                <a:tailEnd type="none" w="med" len="med"/>
              </a:ln>
            </p:spPr>
            <p:txBody>
              <a:bodyPr wrap="none" anchor="ctr" anchorCtr="0"/>
              <a:p>
                <a:endParaRPr lang="zh-CN" altLang="en-US" dirty="0">
                  <a:latin typeface="楷体_GB2312" pitchFamily="49" charset="-122"/>
                </a:endParaRPr>
              </a:p>
            </p:txBody>
          </p:sp>
          <p:sp>
            <p:nvSpPr>
              <p:cNvPr id="27709" name="Arc 79"/>
              <p:cNvSpPr/>
              <p:nvPr/>
            </p:nvSpPr>
            <p:spPr>
              <a:xfrm flipH="1" flipV="1">
                <a:off x="1565" y="2614"/>
                <a:ext cx="90" cy="116"/>
              </a:xfrm>
              <a:custGeom>
                <a:avLst/>
                <a:gdLst>
                  <a:gd name="txL" fmla="*/ 0 w 22723"/>
                  <a:gd name="txT" fmla="*/ 0 h 43200"/>
                  <a:gd name="txR" fmla="*/ 22723 w 22723"/>
                  <a:gd name="txB" fmla="*/ 43200 h 43200"/>
                </a:gdLst>
                <a:ahLst/>
                <a:cxnLst>
                  <a:cxn ang="0">
                    <a:pos x="1122" y="0"/>
                  </a:cxn>
                  <a:cxn ang="0">
                    <a:pos x="22723" y="21600"/>
                  </a:cxn>
                  <a:cxn ang="0">
                    <a:pos x="1123" y="43200"/>
                  </a:cxn>
                  <a:cxn ang="0">
                    <a:pos x="0" y="43170"/>
                  </a:cxn>
                  <a:cxn ang="0">
                    <a:pos x="1122" y="0"/>
                  </a:cxn>
                  <a:cxn ang="0">
                    <a:pos x="22723" y="21600"/>
                  </a:cxn>
                  <a:cxn ang="0">
                    <a:pos x="1123" y="43200"/>
                  </a:cxn>
                  <a:cxn ang="0">
                    <a:pos x="0" y="43170"/>
                  </a:cxn>
                  <a:cxn ang="0">
                    <a:pos x="1123" y="21600"/>
                  </a:cxn>
                </a:cxnLst>
                <a:rect l="txL" t="txT" r="txR" b="txB"/>
                <a:pathLst>
                  <a:path w="22723" h="43200" fill="none">
                    <a:moveTo>
                      <a:pt x="1122" y="0"/>
                    </a:moveTo>
                    <a:cubicBezTo>
                      <a:pt x="13052" y="0"/>
                      <a:pt x="22723" y="9670"/>
                      <a:pt x="22723" y="21600"/>
                    </a:cubicBezTo>
                    <a:cubicBezTo>
                      <a:pt x="22723" y="33529"/>
                      <a:pt x="13052" y="43200"/>
                      <a:pt x="1123" y="43200"/>
                    </a:cubicBezTo>
                    <a:cubicBezTo>
                      <a:pt x="748" y="43200"/>
                      <a:pt x="374" y="43190"/>
                      <a:pt x="0" y="43170"/>
                    </a:cubicBezTo>
                  </a:path>
                  <a:path w="22723" h="43200" stroke="0">
                    <a:moveTo>
                      <a:pt x="1122" y="0"/>
                    </a:moveTo>
                    <a:cubicBezTo>
                      <a:pt x="13052" y="0"/>
                      <a:pt x="22723" y="9670"/>
                      <a:pt x="22723" y="21600"/>
                    </a:cubicBezTo>
                    <a:cubicBezTo>
                      <a:pt x="22723" y="33529"/>
                      <a:pt x="13052" y="43200"/>
                      <a:pt x="1123" y="43200"/>
                    </a:cubicBezTo>
                    <a:cubicBezTo>
                      <a:pt x="748" y="43200"/>
                      <a:pt x="374" y="43190"/>
                      <a:pt x="0" y="43170"/>
                    </a:cubicBezTo>
                    <a:lnTo>
                      <a:pt x="1123" y="21600"/>
                    </a:lnTo>
                    <a:close/>
                  </a:path>
                </a:pathLst>
              </a:custGeom>
              <a:noFill/>
              <a:ln w="28575" cap="flat" cmpd="sng">
                <a:solidFill>
                  <a:srgbClr val="FF9900"/>
                </a:solidFill>
                <a:prstDash val="solid"/>
                <a:round/>
                <a:headEnd type="none" w="med" len="med"/>
                <a:tailEnd type="none" w="med" len="med"/>
              </a:ln>
            </p:spPr>
            <p:txBody>
              <a:bodyPr wrap="none" anchor="ctr" anchorCtr="0"/>
              <a:p>
                <a:endParaRPr lang="zh-CN" altLang="en-US" dirty="0">
                  <a:latin typeface="楷体_GB2312" pitchFamily="49" charset="-122"/>
                </a:endParaRPr>
              </a:p>
            </p:txBody>
          </p:sp>
          <p:sp>
            <p:nvSpPr>
              <p:cNvPr id="27710" name="Arc 80"/>
              <p:cNvSpPr/>
              <p:nvPr/>
            </p:nvSpPr>
            <p:spPr>
              <a:xfrm flipH="1" flipV="1">
                <a:off x="1565" y="2984"/>
                <a:ext cx="90" cy="116"/>
              </a:xfrm>
              <a:custGeom>
                <a:avLst/>
                <a:gdLst>
                  <a:gd name="txL" fmla="*/ 0 w 22723"/>
                  <a:gd name="txT" fmla="*/ 0 h 43200"/>
                  <a:gd name="txR" fmla="*/ 22723 w 22723"/>
                  <a:gd name="txB" fmla="*/ 43200 h 43200"/>
                </a:gdLst>
                <a:ahLst/>
                <a:cxnLst>
                  <a:cxn ang="0">
                    <a:pos x="1122" y="0"/>
                  </a:cxn>
                  <a:cxn ang="0">
                    <a:pos x="22723" y="21600"/>
                  </a:cxn>
                  <a:cxn ang="0">
                    <a:pos x="1123" y="43200"/>
                  </a:cxn>
                  <a:cxn ang="0">
                    <a:pos x="0" y="43170"/>
                  </a:cxn>
                  <a:cxn ang="0">
                    <a:pos x="1122" y="0"/>
                  </a:cxn>
                  <a:cxn ang="0">
                    <a:pos x="22723" y="21600"/>
                  </a:cxn>
                  <a:cxn ang="0">
                    <a:pos x="1123" y="43200"/>
                  </a:cxn>
                  <a:cxn ang="0">
                    <a:pos x="0" y="43170"/>
                  </a:cxn>
                  <a:cxn ang="0">
                    <a:pos x="1123" y="21600"/>
                  </a:cxn>
                </a:cxnLst>
                <a:rect l="txL" t="txT" r="txR" b="txB"/>
                <a:pathLst>
                  <a:path w="22723" h="43200" fill="none">
                    <a:moveTo>
                      <a:pt x="1122" y="0"/>
                    </a:moveTo>
                    <a:cubicBezTo>
                      <a:pt x="13052" y="0"/>
                      <a:pt x="22723" y="9670"/>
                      <a:pt x="22723" y="21600"/>
                    </a:cubicBezTo>
                    <a:cubicBezTo>
                      <a:pt x="22723" y="33529"/>
                      <a:pt x="13052" y="43200"/>
                      <a:pt x="1123" y="43200"/>
                    </a:cubicBezTo>
                    <a:cubicBezTo>
                      <a:pt x="748" y="43200"/>
                      <a:pt x="374" y="43190"/>
                      <a:pt x="0" y="43170"/>
                    </a:cubicBezTo>
                  </a:path>
                  <a:path w="22723" h="43200" stroke="0">
                    <a:moveTo>
                      <a:pt x="1122" y="0"/>
                    </a:moveTo>
                    <a:cubicBezTo>
                      <a:pt x="13052" y="0"/>
                      <a:pt x="22723" y="9670"/>
                      <a:pt x="22723" y="21600"/>
                    </a:cubicBezTo>
                    <a:cubicBezTo>
                      <a:pt x="22723" y="33529"/>
                      <a:pt x="13052" y="43200"/>
                      <a:pt x="1123" y="43200"/>
                    </a:cubicBezTo>
                    <a:cubicBezTo>
                      <a:pt x="748" y="43200"/>
                      <a:pt x="374" y="43190"/>
                      <a:pt x="0" y="43170"/>
                    </a:cubicBezTo>
                    <a:lnTo>
                      <a:pt x="1123" y="21600"/>
                    </a:lnTo>
                    <a:close/>
                  </a:path>
                </a:pathLst>
              </a:custGeom>
              <a:noFill/>
              <a:ln w="28575" cap="flat" cmpd="sng">
                <a:solidFill>
                  <a:srgbClr val="FF9900"/>
                </a:solidFill>
                <a:prstDash val="solid"/>
                <a:round/>
                <a:headEnd type="none" w="med" len="med"/>
                <a:tailEnd type="none" w="med" len="med"/>
              </a:ln>
            </p:spPr>
            <p:txBody>
              <a:bodyPr wrap="none" anchor="ctr" anchorCtr="0"/>
              <a:p>
                <a:endParaRPr lang="zh-CN" altLang="en-US" dirty="0">
                  <a:latin typeface="楷体_GB2312" pitchFamily="49" charset="-122"/>
                </a:endParaRPr>
              </a:p>
            </p:txBody>
          </p:sp>
        </p:grpSp>
        <p:sp>
          <p:nvSpPr>
            <p:cNvPr id="27695" name="Rectangle 81"/>
            <p:cNvSpPr/>
            <p:nvPr/>
          </p:nvSpPr>
          <p:spPr>
            <a:xfrm>
              <a:off x="3470" y="990"/>
              <a:ext cx="317" cy="136"/>
            </a:xfrm>
            <a:prstGeom prst="rect">
              <a:avLst/>
            </a:prstGeom>
            <a:gradFill rotWithShape="1">
              <a:gsLst>
                <a:gs pos="0">
                  <a:srgbClr val="764700"/>
                </a:gs>
                <a:gs pos="50000">
                  <a:srgbClr val="FF9900"/>
                </a:gs>
                <a:gs pos="100000">
                  <a:srgbClr val="764700"/>
                </a:gs>
              </a:gsLst>
              <a:lin ang="5400000" scaled="1"/>
              <a:tileRect/>
            </a:gradFill>
            <a:ln w="28575">
              <a:noFill/>
            </a:ln>
          </p:spPr>
          <p:txBody>
            <a:bodyPr wrap="none" anchor="ctr" anchorCtr="0"/>
            <a:p>
              <a:endParaRPr lang="zh-CN" altLang="en-US" dirty="0">
                <a:latin typeface="楷体_GB2312" pitchFamily="49" charset="-122"/>
              </a:endParaRPr>
            </a:p>
          </p:txBody>
        </p:sp>
        <p:grpSp>
          <p:nvGrpSpPr>
            <p:cNvPr id="27696" name="Group 82"/>
            <p:cNvGrpSpPr/>
            <p:nvPr/>
          </p:nvGrpSpPr>
          <p:grpSpPr>
            <a:xfrm rot="5400000">
              <a:off x="3948" y="1017"/>
              <a:ext cx="240" cy="93"/>
              <a:chOff x="3787" y="2478"/>
              <a:chExt cx="240" cy="93"/>
            </a:xfrm>
          </p:grpSpPr>
          <p:sp>
            <p:nvSpPr>
              <p:cNvPr id="27705" name="Line 83"/>
              <p:cNvSpPr/>
              <p:nvPr/>
            </p:nvSpPr>
            <p:spPr>
              <a:xfrm flipV="1">
                <a:off x="3787" y="2568"/>
                <a:ext cx="240" cy="3"/>
              </a:xfrm>
              <a:prstGeom prst="line">
                <a:avLst/>
              </a:prstGeom>
              <a:ln w="38100" cap="flat" cmpd="sng">
                <a:solidFill>
                  <a:srgbClr val="FF9900"/>
                </a:solidFill>
                <a:prstDash val="solid"/>
                <a:headEnd type="none" w="med" len="med"/>
                <a:tailEnd type="none" w="med" len="med"/>
              </a:ln>
            </p:spPr>
          </p:sp>
          <p:sp>
            <p:nvSpPr>
              <p:cNvPr id="27706" name="Line 84"/>
              <p:cNvSpPr/>
              <p:nvPr/>
            </p:nvSpPr>
            <p:spPr>
              <a:xfrm>
                <a:off x="3787" y="2478"/>
                <a:ext cx="240" cy="1"/>
              </a:xfrm>
              <a:prstGeom prst="line">
                <a:avLst/>
              </a:prstGeom>
              <a:ln w="38100" cap="flat" cmpd="sng">
                <a:solidFill>
                  <a:srgbClr val="FF9900"/>
                </a:solidFill>
                <a:prstDash val="solid"/>
                <a:headEnd type="none" w="med" len="med"/>
                <a:tailEnd type="none" w="med" len="med"/>
              </a:ln>
            </p:spPr>
          </p:sp>
        </p:grpSp>
        <p:graphicFrame>
          <p:nvGraphicFramePr>
            <p:cNvPr id="27650" name="Object 85"/>
            <p:cNvGraphicFramePr/>
            <p:nvPr/>
          </p:nvGraphicFramePr>
          <p:xfrm>
            <a:off x="2952" y="1407"/>
            <a:ext cx="211" cy="272"/>
          </p:xfrm>
          <a:graphic>
            <a:graphicData uri="http://schemas.openxmlformats.org/presentationml/2006/ole">
              <mc:AlternateContent xmlns:mc="http://schemas.openxmlformats.org/markup-compatibility/2006">
                <mc:Choice xmlns:v="urn:schemas-microsoft-com:vml" Requires="v">
                  <p:oleObj spid="_x0000_s3189" name="" r:id="rId12" imgW="177800" imgH="227965" progId="Equation.3">
                    <p:embed/>
                  </p:oleObj>
                </mc:Choice>
                <mc:Fallback>
                  <p:oleObj name="" r:id="rId12" imgW="177800" imgH="227965" progId="Equation.3">
                    <p:embed/>
                    <p:pic>
                      <p:nvPicPr>
                        <p:cNvPr id="0" name="图片 3188"/>
                        <p:cNvPicPr/>
                        <p:nvPr/>
                      </p:nvPicPr>
                      <p:blipFill>
                        <a:blip r:embed="rId13">
                          <a:clrChange>
                            <a:clrFrom>
                              <a:srgbClr val="000000"/>
                            </a:clrFrom>
                            <a:clrTo>
                              <a:srgbClr val="FFFFFF"/>
                            </a:clrTo>
                          </a:clrChange>
                        </a:blip>
                        <a:stretch>
                          <a:fillRect/>
                        </a:stretch>
                      </p:blipFill>
                      <p:spPr>
                        <a:xfrm>
                          <a:off x="2952" y="1407"/>
                          <a:ext cx="211" cy="272"/>
                        </a:xfrm>
                        <a:prstGeom prst="rect">
                          <a:avLst/>
                        </a:prstGeom>
                        <a:noFill/>
                        <a:ln w="38100">
                          <a:noFill/>
                          <a:miter/>
                        </a:ln>
                      </p:spPr>
                    </p:pic>
                  </p:oleObj>
                </mc:Fallback>
              </mc:AlternateContent>
            </a:graphicData>
          </a:graphic>
        </p:graphicFrame>
        <p:graphicFrame>
          <p:nvGraphicFramePr>
            <p:cNvPr id="27651" name="Object 86"/>
            <p:cNvGraphicFramePr/>
            <p:nvPr/>
          </p:nvGraphicFramePr>
          <p:xfrm>
            <a:off x="4468" y="754"/>
            <a:ext cx="196" cy="318"/>
          </p:xfrm>
          <a:graphic>
            <a:graphicData uri="http://schemas.openxmlformats.org/presentationml/2006/ole">
              <mc:AlternateContent xmlns:mc="http://schemas.openxmlformats.org/markup-compatibility/2006">
                <mc:Choice xmlns:v="urn:schemas-microsoft-com:vml" Requires="v">
                  <p:oleObj spid="_x0000_s3188" name="" r:id="rId14" imgW="165100" imgH="266065" progId="Equation.3">
                    <p:embed/>
                  </p:oleObj>
                </mc:Choice>
                <mc:Fallback>
                  <p:oleObj name="" r:id="rId14" imgW="165100" imgH="266065" progId="Equation.3">
                    <p:embed/>
                    <p:pic>
                      <p:nvPicPr>
                        <p:cNvPr id="0" name="图片 3187"/>
                        <p:cNvPicPr/>
                        <p:nvPr/>
                      </p:nvPicPr>
                      <p:blipFill>
                        <a:blip r:embed="rId15">
                          <a:clrChange>
                            <a:clrFrom>
                              <a:srgbClr val="000000"/>
                            </a:clrFrom>
                            <a:clrTo>
                              <a:srgbClr val="FFFFFF"/>
                            </a:clrTo>
                          </a:clrChange>
                        </a:blip>
                        <a:stretch>
                          <a:fillRect/>
                        </a:stretch>
                      </p:blipFill>
                      <p:spPr>
                        <a:xfrm>
                          <a:off x="4468" y="754"/>
                          <a:ext cx="196" cy="318"/>
                        </a:xfrm>
                        <a:prstGeom prst="rect">
                          <a:avLst/>
                        </a:prstGeom>
                        <a:noFill/>
                        <a:ln w="38100">
                          <a:noFill/>
                          <a:miter/>
                        </a:ln>
                      </p:spPr>
                    </p:pic>
                  </p:oleObj>
                </mc:Fallback>
              </mc:AlternateContent>
            </a:graphicData>
          </a:graphic>
        </p:graphicFrame>
        <p:graphicFrame>
          <p:nvGraphicFramePr>
            <p:cNvPr id="27652" name="Object 87"/>
            <p:cNvGraphicFramePr/>
            <p:nvPr/>
          </p:nvGraphicFramePr>
          <p:xfrm>
            <a:off x="4059" y="1752"/>
            <a:ext cx="189" cy="332"/>
          </p:xfrm>
          <a:graphic>
            <a:graphicData uri="http://schemas.openxmlformats.org/presentationml/2006/ole">
              <mc:AlternateContent xmlns:mc="http://schemas.openxmlformats.org/markup-compatibility/2006">
                <mc:Choice xmlns:v="urn:schemas-microsoft-com:vml" Requires="v">
                  <p:oleObj spid="_x0000_s3190" name="" r:id="rId16" imgW="152400" imgH="266065" progId="Equation.3">
                    <p:embed/>
                  </p:oleObj>
                </mc:Choice>
                <mc:Fallback>
                  <p:oleObj name="" r:id="rId16" imgW="152400" imgH="266065" progId="Equation.3">
                    <p:embed/>
                    <p:pic>
                      <p:nvPicPr>
                        <p:cNvPr id="0" name="图片 3189"/>
                        <p:cNvPicPr/>
                        <p:nvPr/>
                      </p:nvPicPr>
                      <p:blipFill>
                        <a:blip r:embed="rId17">
                          <a:clrChange>
                            <a:clrFrom>
                              <a:srgbClr val="000000"/>
                            </a:clrFrom>
                            <a:clrTo>
                              <a:srgbClr val="FFFFFF"/>
                            </a:clrTo>
                          </a:clrChange>
                        </a:blip>
                        <a:stretch>
                          <a:fillRect/>
                        </a:stretch>
                      </p:blipFill>
                      <p:spPr>
                        <a:xfrm>
                          <a:off x="4059" y="1752"/>
                          <a:ext cx="189" cy="332"/>
                        </a:xfrm>
                        <a:prstGeom prst="rect">
                          <a:avLst/>
                        </a:prstGeom>
                        <a:noFill/>
                        <a:ln w="38100">
                          <a:noFill/>
                          <a:miter/>
                        </a:ln>
                      </p:spPr>
                    </p:pic>
                  </p:oleObj>
                </mc:Fallback>
              </mc:AlternateContent>
            </a:graphicData>
          </a:graphic>
        </p:graphicFrame>
        <p:graphicFrame>
          <p:nvGraphicFramePr>
            <p:cNvPr id="27653" name="Object 88"/>
            <p:cNvGraphicFramePr/>
            <p:nvPr/>
          </p:nvGraphicFramePr>
          <p:xfrm>
            <a:off x="3107" y="781"/>
            <a:ext cx="160" cy="273"/>
          </p:xfrm>
          <a:graphic>
            <a:graphicData uri="http://schemas.openxmlformats.org/presentationml/2006/ole">
              <mc:AlternateContent xmlns:mc="http://schemas.openxmlformats.org/markup-compatibility/2006">
                <mc:Choice xmlns:v="urn:schemas-microsoft-com:vml" Requires="v">
                  <p:oleObj spid="_x0000_s3191" name="" r:id="rId18" imgW="127000" imgH="215265" progId="Equation.3">
                    <p:embed/>
                  </p:oleObj>
                </mc:Choice>
                <mc:Fallback>
                  <p:oleObj name="" r:id="rId18" imgW="127000" imgH="215265" progId="Equation.3">
                    <p:embed/>
                    <p:pic>
                      <p:nvPicPr>
                        <p:cNvPr id="0" name="图片 3190"/>
                        <p:cNvPicPr/>
                        <p:nvPr/>
                      </p:nvPicPr>
                      <p:blipFill>
                        <a:blip r:embed="rId19">
                          <a:clrChange>
                            <a:clrFrom>
                              <a:srgbClr val="000000"/>
                            </a:clrFrom>
                            <a:clrTo>
                              <a:srgbClr val="FFFFFF"/>
                            </a:clrTo>
                          </a:clrChange>
                        </a:blip>
                        <a:stretch>
                          <a:fillRect/>
                        </a:stretch>
                      </p:blipFill>
                      <p:spPr>
                        <a:xfrm>
                          <a:off x="3107" y="781"/>
                          <a:ext cx="160" cy="273"/>
                        </a:xfrm>
                        <a:prstGeom prst="rect">
                          <a:avLst/>
                        </a:prstGeom>
                        <a:noFill/>
                        <a:ln w="38100">
                          <a:noFill/>
                          <a:miter/>
                        </a:ln>
                      </p:spPr>
                    </p:pic>
                  </p:oleObj>
                </mc:Fallback>
              </mc:AlternateContent>
            </a:graphicData>
          </a:graphic>
        </p:graphicFrame>
        <p:sp>
          <p:nvSpPr>
            <p:cNvPr id="27697" name="Line 89"/>
            <p:cNvSpPr/>
            <p:nvPr/>
          </p:nvSpPr>
          <p:spPr>
            <a:xfrm>
              <a:off x="3061" y="1071"/>
              <a:ext cx="318" cy="0"/>
            </a:xfrm>
            <a:prstGeom prst="line">
              <a:avLst/>
            </a:prstGeom>
            <a:ln w="28575" cap="flat" cmpd="sng">
              <a:solidFill>
                <a:srgbClr val="66FFFF"/>
              </a:solidFill>
              <a:prstDash val="solid"/>
              <a:headEnd type="none" w="med" len="med"/>
              <a:tailEnd type="triangle" w="med" len="med"/>
            </a:ln>
          </p:spPr>
        </p:sp>
        <p:sp>
          <p:nvSpPr>
            <p:cNvPr id="27698" name="Line 90"/>
            <p:cNvSpPr/>
            <p:nvPr/>
          </p:nvSpPr>
          <p:spPr>
            <a:xfrm>
              <a:off x="4286" y="1770"/>
              <a:ext cx="0" cy="318"/>
            </a:xfrm>
            <a:prstGeom prst="line">
              <a:avLst/>
            </a:prstGeom>
            <a:ln w="38100" cap="flat" cmpd="sng">
              <a:solidFill>
                <a:srgbClr val="66FFFF"/>
              </a:solidFill>
              <a:prstDash val="solid"/>
              <a:headEnd type="none" w="med" len="med"/>
              <a:tailEnd type="triangle" w="med" len="med"/>
            </a:ln>
          </p:spPr>
        </p:sp>
        <p:sp>
          <p:nvSpPr>
            <p:cNvPr id="27699" name="Line 91"/>
            <p:cNvSpPr/>
            <p:nvPr/>
          </p:nvSpPr>
          <p:spPr>
            <a:xfrm>
              <a:off x="4468" y="1062"/>
              <a:ext cx="226" cy="0"/>
            </a:xfrm>
            <a:prstGeom prst="line">
              <a:avLst/>
            </a:prstGeom>
            <a:ln w="28575" cap="flat" cmpd="sng">
              <a:solidFill>
                <a:srgbClr val="66FFFF"/>
              </a:solidFill>
              <a:prstDash val="solid"/>
              <a:headEnd type="none" w="med" len="med"/>
              <a:tailEnd type="triangle" w="med" len="med"/>
            </a:ln>
          </p:spPr>
        </p:sp>
        <p:graphicFrame>
          <p:nvGraphicFramePr>
            <p:cNvPr id="27654" name="Object 92"/>
            <p:cNvGraphicFramePr/>
            <p:nvPr/>
          </p:nvGraphicFramePr>
          <p:xfrm>
            <a:off x="4332" y="1434"/>
            <a:ext cx="255" cy="317"/>
          </p:xfrm>
          <a:graphic>
            <a:graphicData uri="http://schemas.openxmlformats.org/presentationml/2006/ole">
              <mc:AlternateContent xmlns:mc="http://schemas.openxmlformats.org/markup-compatibility/2006">
                <mc:Choice xmlns:v="urn:schemas-microsoft-com:vml" Requires="v">
                  <p:oleObj spid="_x0000_s3192" name="" r:id="rId20" imgW="215900" imgH="266065" progId="Equation.3">
                    <p:embed/>
                  </p:oleObj>
                </mc:Choice>
                <mc:Fallback>
                  <p:oleObj name="" r:id="rId20" imgW="215900" imgH="266065" progId="Equation.3">
                    <p:embed/>
                    <p:pic>
                      <p:nvPicPr>
                        <p:cNvPr id="0" name="图片 3191"/>
                        <p:cNvPicPr/>
                        <p:nvPr/>
                      </p:nvPicPr>
                      <p:blipFill>
                        <a:blip r:embed="rId21">
                          <a:clrChange>
                            <a:clrFrom>
                              <a:srgbClr val="000000"/>
                            </a:clrFrom>
                            <a:clrTo>
                              <a:srgbClr val="FFFFFF"/>
                            </a:clrTo>
                          </a:clrChange>
                        </a:blip>
                        <a:stretch>
                          <a:fillRect/>
                        </a:stretch>
                      </p:blipFill>
                      <p:spPr>
                        <a:xfrm>
                          <a:off x="4332" y="1434"/>
                          <a:ext cx="255" cy="317"/>
                        </a:xfrm>
                        <a:prstGeom prst="rect">
                          <a:avLst/>
                        </a:prstGeom>
                        <a:noFill/>
                        <a:ln w="38100">
                          <a:noFill/>
                          <a:miter/>
                        </a:ln>
                      </p:spPr>
                    </p:pic>
                  </p:oleObj>
                </mc:Fallback>
              </mc:AlternateContent>
            </a:graphicData>
          </a:graphic>
        </p:graphicFrame>
        <p:graphicFrame>
          <p:nvGraphicFramePr>
            <p:cNvPr id="27655" name="Object 93"/>
            <p:cNvGraphicFramePr/>
            <p:nvPr/>
          </p:nvGraphicFramePr>
          <p:xfrm>
            <a:off x="3515" y="1089"/>
            <a:ext cx="227" cy="345"/>
          </p:xfrm>
          <a:graphic>
            <a:graphicData uri="http://schemas.openxmlformats.org/presentationml/2006/ole">
              <mc:AlternateContent xmlns:mc="http://schemas.openxmlformats.org/markup-compatibility/2006">
                <mc:Choice xmlns:v="urn:schemas-microsoft-com:vml" Requires="v">
                  <p:oleObj spid="_x0000_s3193" name="" r:id="rId22" imgW="203200" imgH="266065" progId="Equation.3">
                    <p:embed/>
                  </p:oleObj>
                </mc:Choice>
                <mc:Fallback>
                  <p:oleObj name="" r:id="rId22" imgW="203200" imgH="266065" progId="Equation.3">
                    <p:embed/>
                    <p:pic>
                      <p:nvPicPr>
                        <p:cNvPr id="0" name="图片 3192"/>
                        <p:cNvPicPr/>
                        <p:nvPr/>
                      </p:nvPicPr>
                      <p:blipFill>
                        <a:blip r:embed="rId23">
                          <a:clrChange>
                            <a:clrFrom>
                              <a:srgbClr val="000000"/>
                            </a:clrFrom>
                            <a:clrTo>
                              <a:srgbClr val="FFFFFF"/>
                            </a:clrTo>
                          </a:clrChange>
                        </a:blip>
                        <a:stretch>
                          <a:fillRect/>
                        </a:stretch>
                      </p:blipFill>
                      <p:spPr>
                        <a:xfrm>
                          <a:off x="3515" y="1089"/>
                          <a:ext cx="227" cy="345"/>
                        </a:xfrm>
                        <a:prstGeom prst="rect">
                          <a:avLst/>
                        </a:prstGeom>
                        <a:noFill/>
                        <a:ln w="38100">
                          <a:noFill/>
                          <a:miter/>
                        </a:ln>
                      </p:spPr>
                    </p:pic>
                  </p:oleObj>
                </mc:Fallback>
              </mc:AlternateContent>
            </a:graphicData>
          </a:graphic>
        </p:graphicFrame>
        <p:sp>
          <p:nvSpPr>
            <p:cNvPr id="27700" name="Text Box 94"/>
            <p:cNvSpPr txBox="1"/>
            <p:nvPr/>
          </p:nvSpPr>
          <p:spPr>
            <a:xfrm>
              <a:off x="4259" y="1026"/>
              <a:ext cx="317" cy="288"/>
            </a:xfrm>
            <a:prstGeom prst="rect">
              <a:avLst/>
            </a:prstGeom>
            <a:noFill/>
            <a:ln w="9525">
              <a:noFill/>
            </a:ln>
          </p:spPr>
          <p:txBody>
            <a:bodyPr>
              <a:spAutoFit/>
            </a:bodyPr>
            <a:p>
              <a:pPr>
                <a:spcBef>
                  <a:spcPct val="50000"/>
                </a:spcBef>
              </a:pPr>
              <a:r>
                <a:rPr lang="zh-CN" altLang="en-US" sz="2400" b="0" dirty="0">
                  <a:solidFill>
                    <a:schemeClr val="bg1"/>
                  </a:solidFill>
                  <a:latin typeface="Arial" panose="020B0604020202020204" pitchFamily="34" charset="0"/>
                  <a:ea typeface="宋体" panose="02010600030101010101" pitchFamily="2" charset="-122"/>
                </a:rPr>
                <a:t>＋</a:t>
              </a:r>
              <a:endParaRPr lang="zh-CN" altLang="en-US" sz="2400" b="0" dirty="0">
                <a:solidFill>
                  <a:schemeClr val="bg1"/>
                </a:solidFill>
                <a:latin typeface="Arial" panose="020B0604020202020204" pitchFamily="34" charset="0"/>
                <a:ea typeface="宋体" panose="02010600030101010101" pitchFamily="2" charset="-122"/>
              </a:endParaRPr>
            </a:p>
          </p:txBody>
        </p:sp>
        <p:sp>
          <p:nvSpPr>
            <p:cNvPr id="27701" name="Text Box 95"/>
            <p:cNvSpPr txBox="1"/>
            <p:nvPr/>
          </p:nvSpPr>
          <p:spPr>
            <a:xfrm>
              <a:off x="2925" y="1071"/>
              <a:ext cx="317" cy="288"/>
            </a:xfrm>
            <a:prstGeom prst="rect">
              <a:avLst/>
            </a:prstGeom>
            <a:noFill/>
            <a:ln w="9525">
              <a:noFill/>
            </a:ln>
          </p:spPr>
          <p:txBody>
            <a:bodyPr>
              <a:spAutoFit/>
            </a:bodyPr>
            <a:p>
              <a:pPr>
                <a:spcBef>
                  <a:spcPct val="50000"/>
                </a:spcBef>
              </a:pPr>
              <a:r>
                <a:rPr lang="zh-CN" altLang="en-US" sz="2400" b="0" dirty="0">
                  <a:solidFill>
                    <a:schemeClr val="bg1"/>
                  </a:solidFill>
                  <a:latin typeface="Arial" panose="020B0604020202020204" pitchFamily="34" charset="0"/>
                  <a:ea typeface="宋体" panose="02010600030101010101" pitchFamily="2" charset="-122"/>
                </a:rPr>
                <a:t>＋</a:t>
              </a:r>
              <a:endParaRPr lang="zh-CN" altLang="en-US" sz="2400" b="0" dirty="0">
                <a:solidFill>
                  <a:schemeClr val="bg1"/>
                </a:solidFill>
                <a:latin typeface="Arial" panose="020B0604020202020204" pitchFamily="34" charset="0"/>
                <a:ea typeface="宋体" panose="02010600030101010101" pitchFamily="2" charset="-122"/>
              </a:endParaRPr>
            </a:p>
          </p:txBody>
        </p:sp>
        <p:sp>
          <p:nvSpPr>
            <p:cNvPr id="27702" name="Text Box 96"/>
            <p:cNvSpPr txBox="1"/>
            <p:nvPr/>
          </p:nvSpPr>
          <p:spPr>
            <a:xfrm>
              <a:off x="2880" y="1752"/>
              <a:ext cx="317" cy="327"/>
            </a:xfrm>
            <a:prstGeom prst="rect">
              <a:avLst/>
            </a:prstGeom>
            <a:noFill/>
            <a:ln w="9525">
              <a:noFill/>
            </a:ln>
          </p:spPr>
          <p:txBody>
            <a:bodyPr>
              <a:spAutoFit/>
            </a:bodyPr>
            <a:p>
              <a:pPr>
                <a:spcBef>
                  <a:spcPct val="50000"/>
                </a:spcBef>
              </a:pPr>
              <a:r>
                <a:rPr lang="zh-CN" altLang="en-US" dirty="0">
                  <a:solidFill>
                    <a:schemeClr val="bg1"/>
                  </a:solidFill>
                  <a:latin typeface="Arial" panose="020B0604020202020204" pitchFamily="34" charset="0"/>
                  <a:ea typeface="仿宋_GB2312" pitchFamily="49" charset="-122"/>
                </a:rPr>
                <a:t>－</a:t>
              </a:r>
              <a:endParaRPr lang="zh-CN" altLang="en-US" dirty="0">
                <a:solidFill>
                  <a:schemeClr val="bg1"/>
                </a:solidFill>
                <a:latin typeface="Arial" panose="020B0604020202020204" pitchFamily="34" charset="0"/>
                <a:ea typeface="仿宋_GB2312" pitchFamily="49" charset="-122"/>
              </a:endParaRPr>
            </a:p>
          </p:txBody>
        </p:sp>
        <p:sp>
          <p:nvSpPr>
            <p:cNvPr id="27703" name="Text Box 97"/>
            <p:cNvSpPr txBox="1"/>
            <p:nvPr/>
          </p:nvSpPr>
          <p:spPr>
            <a:xfrm>
              <a:off x="4241" y="1706"/>
              <a:ext cx="317" cy="327"/>
            </a:xfrm>
            <a:prstGeom prst="rect">
              <a:avLst/>
            </a:prstGeom>
            <a:noFill/>
            <a:ln w="9525">
              <a:noFill/>
            </a:ln>
          </p:spPr>
          <p:txBody>
            <a:bodyPr>
              <a:spAutoFit/>
            </a:bodyPr>
            <a:p>
              <a:pPr>
                <a:spcBef>
                  <a:spcPct val="50000"/>
                </a:spcBef>
              </a:pPr>
              <a:r>
                <a:rPr lang="zh-CN" altLang="en-US" dirty="0">
                  <a:solidFill>
                    <a:schemeClr val="bg1"/>
                  </a:solidFill>
                  <a:latin typeface="Arial" panose="020B0604020202020204" pitchFamily="34" charset="0"/>
                  <a:ea typeface="仿宋_GB2312" pitchFamily="49" charset="-122"/>
                </a:rPr>
                <a:t>－</a:t>
              </a:r>
              <a:endParaRPr lang="zh-CN" altLang="en-US" dirty="0">
                <a:solidFill>
                  <a:schemeClr val="bg1"/>
                </a:solidFill>
                <a:latin typeface="Arial" panose="020B0604020202020204" pitchFamily="34" charset="0"/>
                <a:ea typeface="仿宋_GB2312" pitchFamily="49" charset="-122"/>
              </a:endParaRPr>
            </a:p>
          </p:txBody>
        </p:sp>
        <p:sp>
          <p:nvSpPr>
            <p:cNvPr id="27704" name="Text Box 98"/>
            <p:cNvSpPr txBox="1"/>
            <p:nvPr/>
          </p:nvSpPr>
          <p:spPr>
            <a:xfrm>
              <a:off x="4014" y="1071"/>
              <a:ext cx="317" cy="327"/>
            </a:xfrm>
            <a:prstGeom prst="rect">
              <a:avLst/>
            </a:prstGeom>
            <a:noFill/>
            <a:ln w="9525">
              <a:noFill/>
            </a:ln>
          </p:spPr>
          <p:txBody>
            <a:bodyPr>
              <a:spAutoFit/>
            </a:bodyPr>
            <a:p>
              <a:pPr>
                <a:spcBef>
                  <a:spcPct val="50000"/>
                </a:spcBef>
              </a:pPr>
              <a:r>
                <a:rPr lang="zh-CN" altLang="en-US" dirty="0">
                  <a:solidFill>
                    <a:schemeClr val="bg1"/>
                  </a:solidFill>
                  <a:latin typeface="Arial" panose="020B0604020202020204" pitchFamily="34" charset="0"/>
                  <a:ea typeface="仿宋_GB2312" pitchFamily="49" charset="-122"/>
                </a:rPr>
                <a:t>－</a:t>
              </a:r>
              <a:endParaRPr lang="zh-CN" altLang="en-US" dirty="0">
                <a:solidFill>
                  <a:schemeClr val="bg1"/>
                </a:solidFill>
                <a:latin typeface="Arial" panose="020B0604020202020204" pitchFamily="34" charset="0"/>
                <a:ea typeface="仿宋_GB2312" pitchFamily="49" charset="-122"/>
              </a:endParaRPr>
            </a:p>
          </p:txBody>
        </p:sp>
      </p:grpSp>
      <p:sp>
        <p:nvSpPr>
          <p:cNvPr id="306275" name="Rectangle 99"/>
          <p:cNvSpPr/>
          <p:nvPr/>
        </p:nvSpPr>
        <p:spPr>
          <a:xfrm>
            <a:off x="4211638" y="4868863"/>
            <a:ext cx="4643437" cy="946150"/>
          </a:xfrm>
          <a:prstGeom prst="rect">
            <a:avLst/>
          </a:prstGeom>
          <a:noFill/>
          <a:ln w="9525">
            <a:noFill/>
          </a:ln>
        </p:spPr>
        <p:txBody>
          <a:bodyPr>
            <a:spAutoFit/>
          </a:bodyPr>
          <a:p>
            <a:r>
              <a:rPr lang="en-US" altLang="zh-CN" dirty="0">
                <a:latin typeface="Arial" panose="020B0604020202020204" pitchFamily="34" charset="0"/>
              </a:rPr>
              <a:t>      </a:t>
            </a:r>
            <a:r>
              <a:rPr lang="zh-CN" altLang="en-US" dirty="0">
                <a:latin typeface="Arial" panose="020B0604020202020204" pitchFamily="34" charset="0"/>
              </a:rPr>
              <a:t>电压滞后于电流，电路对外呈现容性。</a:t>
            </a:r>
            <a:endParaRPr lang="zh-CN" altLang="en-US" dirty="0">
              <a:latin typeface="Arial" panose="020B0604020202020204" pitchFamily="34" charset="0"/>
            </a:endParaRPr>
          </a:p>
        </p:txBody>
      </p:sp>
      <p:grpSp>
        <p:nvGrpSpPr>
          <p:cNvPr id="27676" name="Group 100"/>
          <p:cNvGrpSpPr/>
          <p:nvPr/>
        </p:nvGrpSpPr>
        <p:grpSpPr>
          <a:xfrm>
            <a:off x="6588125" y="6446838"/>
            <a:ext cx="792163" cy="366712"/>
            <a:chOff x="4649" y="4020"/>
            <a:chExt cx="499" cy="231"/>
          </a:xfrm>
        </p:grpSpPr>
        <p:pic>
          <p:nvPicPr>
            <p:cNvPr id="27677" name="Picture 101" descr="78900"/>
            <p:cNvPicPr>
              <a:picLocks noChangeAspect="1"/>
            </p:cNvPicPr>
            <p:nvPr/>
          </p:nvPicPr>
          <p:blipFill>
            <a:blip r:embed="rId11"/>
            <a:stretch>
              <a:fillRect/>
            </a:stretch>
          </p:blipFill>
          <p:spPr>
            <a:xfrm>
              <a:off x="4649" y="4066"/>
              <a:ext cx="499" cy="181"/>
            </a:xfrm>
            <a:prstGeom prst="rect">
              <a:avLst/>
            </a:prstGeom>
            <a:noFill/>
            <a:ln w="9525">
              <a:noFill/>
            </a:ln>
          </p:spPr>
        </p:pic>
        <p:sp>
          <p:nvSpPr>
            <p:cNvPr id="27678" name="Text Box 102">
              <a:hlinkClick r:id="" action="ppaction://hlinkshowjump?jump=firstslide"/>
            </p:cNvPr>
            <p:cNvSpPr txBox="1"/>
            <p:nvPr/>
          </p:nvSpPr>
          <p:spPr>
            <a:xfrm>
              <a:off x="4672" y="4020"/>
              <a:ext cx="476" cy="231"/>
            </a:xfrm>
            <a:prstGeom prst="rect">
              <a:avLst/>
            </a:prstGeom>
            <a:noFill/>
            <a:ln w="9525">
              <a:noFill/>
            </a:ln>
          </p:spPr>
          <p:txBody>
            <a:bodyPr wrap="none">
              <a:spAutoFit/>
            </a:bodyPr>
            <a:p>
              <a:pPr>
                <a:spcBef>
                  <a:spcPct val="50000"/>
                </a:spcBef>
              </a:pPr>
              <a:r>
                <a:rPr lang="zh-CN" altLang="en-US" sz="1800" b="0" dirty="0">
                  <a:solidFill>
                    <a:schemeClr val="bg1"/>
                  </a:solidFill>
                  <a:latin typeface="隶书" panose="02010509060101010101" pitchFamily="49" charset="-122"/>
                  <a:ea typeface="隶书" panose="02010509060101010101" pitchFamily="49" charset="-122"/>
                </a:rPr>
                <a:t>返 回</a:t>
              </a:r>
              <a:endParaRPr lang="zh-CN" altLang="en-US" sz="1800" b="0" dirty="0">
                <a:solidFill>
                  <a:schemeClr val="bg1"/>
                </a:solidFill>
                <a:latin typeface="隶书" panose="02010509060101010101" pitchFamily="49" charset="-122"/>
                <a:ea typeface="隶书" panose="02010509060101010101" pitchFamily="49" charset="-122"/>
              </a:endParaRP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 presetClass="entr" presetSubtype="10" fill="hold" nodeType="withEffect">
                                  <p:stCondLst>
                                    <p:cond delay="0"/>
                                  </p:stCondLst>
                                  <p:childTnLst>
                                    <p:set>
                                      <p:cBhvr>
                                        <p:cTn id="6" dur="1" fill="hold">
                                          <p:stCondLst>
                                            <p:cond delay="0"/>
                                          </p:stCondLst>
                                        </p:cTn>
                                        <p:tgtEl>
                                          <p:spTgt spid="14"/>
                                        </p:tgtEl>
                                        <p:attrNameLst>
                                          <p:attrName>style.visibility</p:attrName>
                                        </p:attrNameLst>
                                      </p:cBhvr>
                                      <p:to>
                                        <p:strVal val="visible"/>
                                      </p:to>
                                    </p:set>
                                    <p:animEffect transition="in" filter="blinds(horizontal)">
                                      <p:cBhvr>
                                        <p:cTn id="7" dur="500"/>
                                        <p:tgtEl>
                                          <p:spTgt spid="14"/>
                                        </p:tgtEl>
                                      </p:cBhvr>
                                    </p:animEffect>
                                  </p:childTnLst>
                                </p:cTn>
                              </p:par>
                            </p:childTnLst>
                          </p:cTn>
                        </p:par>
                        <p:par>
                          <p:cTn id="8" fill="hold">
                            <p:stCondLst>
                              <p:cond delay="500"/>
                            </p:stCondLst>
                            <p:childTnLst>
                              <p:par>
                                <p:cTn id="9" presetID="15" presetClass="entr" presetSubtype="0" fill="hold" grpId="0" nodeType="afterEffect">
                                  <p:stCondLst>
                                    <p:cond delay="0"/>
                                  </p:stCondLst>
                                  <p:childTnLst>
                                    <p:set>
                                      <p:cBhvr>
                                        <p:cTn id="10" dur="1" fill="hold">
                                          <p:stCondLst>
                                            <p:cond delay="0"/>
                                          </p:stCondLst>
                                        </p:cTn>
                                        <p:tgtEl>
                                          <p:spTgt spid="306178"/>
                                        </p:tgtEl>
                                        <p:attrNameLst>
                                          <p:attrName>style.visibility</p:attrName>
                                        </p:attrNameLst>
                                      </p:cBhvr>
                                      <p:to>
                                        <p:strVal val="visible"/>
                                      </p:to>
                                    </p:set>
                                    <p:anim calcmode="lin" valueType="num">
                                      <p:cBhvr>
                                        <p:cTn id="11" dur="1000" fill="hold"/>
                                        <p:tgtEl>
                                          <p:spTgt spid="306178"/>
                                        </p:tgtEl>
                                        <p:attrNameLst>
                                          <p:attrName>ppt_w</p:attrName>
                                        </p:attrNameLst>
                                      </p:cBhvr>
                                      <p:tavLst>
                                        <p:tav tm="0">
                                          <p:val>
                                            <p:fltVal val="0.000000"/>
                                          </p:val>
                                        </p:tav>
                                        <p:tav tm="100000">
                                          <p:val>
                                            <p:strVal val="#ppt_w"/>
                                          </p:val>
                                        </p:tav>
                                      </p:tavLst>
                                    </p:anim>
                                    <p:anim calcmode="lin" valueType="num">
                                      <p:cBhvr>
                                        <p:cTn id="12" dur="1000" fill="hold"/>
                                        <p:tgtEl>
                                          <p:spTgt spid="306178"/>
                                        </p:tgtEl>
                                        <p:attrNameLst>
                                          <p:attrName>ppt_h</p:attrName>
                                        </p:attrNameLst>
                                      </p:cBhvr>
                                      <p:tavLst>
                                        <p:tav tm="0">
                                          <p:val>
                                            <p:fltVal val="0.000000"/>
                                          </p:val>
                                        </p:tav>
                                        <p:tav tm="100000">
                                          <p:val>
                                            <p:strVal val="#ppt_h"/>
                                          </p:val>
                                        </p:tav>
                                      </p:tavLst>
                                    </p:anim>
                                    <p:anim calcmode="lin" valueType="num">
                                      <p:cBhvr>
                                        <p:cTn id="13" dur="1000" fill="hold"/>
                                        <p:tgtEl>
                                          <p:spTgt spid="306178"/>
                                        </p:tgtEl>
                                        <p:attrNameLst>
                                          <p:attrName>ppt_x</p:attrName>
                                        </p:attrNameLst>
                                      </p:cBhvr>
                                      <p:tavLst>
                                        <p:tav tm="0" fmla="#ppt_x+(cos(-2*pi*(1-$))*-#ppt_x-sin(-2*pi*(1-$))*(1-#ppt_y))*(1-$)">
                                          <p:val>
                                            <p:fltVal val="0.000000"/>
                                          </p:val>
                                        </p:tav>
                                        <p:tav tm="100000">
                                          <p:val>
                                            <p:fltVal val="1.000000"/>
                                          </p:val>
                                        </p:tav>
                                      </p:tavLst>
                                    </p:anim>
                                    <p:anim calcmode="lin" valueType="num">
                                      <p:cBhvr>
                                        <p:cTn id="14" dur="1000" fill="hold"/>
                                        <p:tgtEl>
                                          <p:spTgt spid="306178"/>
                                        </p:tgtEl>
                                        <p:attrNameLst>
                                          <p:attrName>ppt_y</p:attrName>
                                        </p:attrNameLst>
                                      </p:cBhvr>
                                      <p:tavLst>
                                        <p:tav tm="0" fmla="#ppt_y+(sin(-2*pi*(1-$))*-#ppt_x+cos(-2*pi*(1-$))*(1-#ppt_y))*(1-$)">
                                          <p:val>
                                            <p:fltVal val="0.000000"/>
                                          </p:val>
                                        </p:tav>
                                        <p:tav tm="100000">
                                          <p:val>
                                            <p:fltVal val="1.000000"/>
                                          </p:val>
                                        </p:tav>
                                      </p:tavLst>
                                    </p:anim>
                                  </p:childTnLst>
                                </p:cTn>
                              </p:par>
                            </p:childTnLst>
                          </p:cTn>
                        </p:par>
                        <p:par>
                          <p:cTn id="15" fill="hold">
                            <p:stCondLst>
                              <p:cond delay="1500"/>
                            </p:stCondLst>
                            <p:childTnLst>
                              <p:par>
                                <p:cTn id="16" presetID="12" presetClass="entr" presetSubtype="1" fill="hold" grpId="0" nodeType="afterEffect">
                                  <p:stCondLst>
                                    <p:cond delay="0"/>
                                  </p:stCondLst>
                                  <p:childTnLst>
                                    <p:set>
                                      <p:cBhvr>
                                        <p:cTn id="17" dur="1" fill="hold">
                                          <p:stCondLst>
                                            <p:cond delay="0"/>
                                          </p:stCondLst>
                                        </p:cTn>
                                        <p:tgtEl>
                                          <p:spTgt spid="306179"/>
                                        </p:tgtEl>
                                        <p:attrNameLst>
                                          <p:attrName>style.visibility</p:attrName>
                                        </p:attrNameLst>
                                      </p:cBhvr>
                                      <p:to>
                                        <p:strVal val="visible"/>
                                      </p:to>
                                    </p:set>
                                    <p:animEffect transition="in" filter="slide(fromTop)">
                                      <p:cBhvr>
                                        <p:cTn id="18" dur="500"/>
                                        <p:tgtEl>
                                          <p:spTgt spid="306179"/>
                                        </p:tgtEl>
                                      </p:cBhvr>
                                    </p:animEffect>
                                  </p:childTnLst>
                                </p:cTn>
                              </p:par>
                            </p:childTnLst>
                          </p:cTn>
                        </p:par>
                      </p:childTnLst>
                    </p:cTn>
                  </p:par>
                  <p:par>
                    <p:cTn id="19" fill="hold">
                      <p:stCondLst>
                        <p:cond delay="indefinite"/>
                      </p:stCondLst>
                      <p:childTnLst>
                        <p:par>
                          <p:cTn id="20" fill="hold">
                            <p:stCondLst>
                              <p:cond delay="0"/>
                            </p:stCondLst>
                            <p:childTnLst>
                              <p:par>
                                <p:cTn id="21" presetID="22" presetClass="entr" presetSubtype="8" fill="hold" nodeType="clickEffect">
                                  <p:stCondLst>
                                    <p:cond delay="0"/>
                                  </p:stCondLst>
                                  <p:childTnLst>
                                    <p:set>
                                      <p:cBhvr>
                                        <p:cTn id="22" dur="1" fill="hold">
                                          <p:stCondLst>
                                            <p:cond delay="0"/>
                                          </p:stCondLst>
                                        </p:cTn>
                                        <p:tgtEl>
                                          <p:spTgt spid="7"/>
                                        </p:tgtEl>
                                        <p:attrNameLst>
                                          <p:attrName>style.visibility</p:attrName>
                                        </p:attrNameLst>
                                      </p:cBhvr>
                                      <p:to>
                                        <p:strVal val="visible"/>
                                      </p:to>
                                    </p:set>
                                    <p:animEffect transition="in" filter="wipe(left)">
                                      <p:cBhvr>
                                        <p:cTn id="23" dur="500"/>
                                        <p:tgtEl>
                                          <p:spTgt spid="7"/>
                                        </p:tgtEl>
                                      </p:cBhvr>
                                    </p:animEffect>
                                  </p:childTnLst>
                                </p:cTn>
                              </p:par>
                            </p:childTnLst>
                          </p:cTn>
                        </p:par>
                      </p:childTnLst>
                    </p:cTn>
                  </p:par>
                  <p:par>
                    <p:cTn id="24" fill="hold">
                      <p:stCondLst>
                        <p:cond delay="indefinite"/>
                      </p:stCondLst>
                      <p:childTnLst>
                        <p:par>
                          <p:cTn id="25" fill="hold">
                            <p:stCondLst>
                              <p:cond delay="0"/>
                            </p:stCondLst>
                            <p:childTnLst>
                              <p:par>
                                <p:cTn id="26" presetID="22" presetClass="entr" presetSubtype="8" fill="hold" nodeType="clickEffect">
                                  <p:stCondLst>
                                    <p:cond delay="0"/>
                                  </p:stCondLst>
                                  <p:childTnLst>
                                    <p:set>
                                      <p:cBhvr>
                                        <p:cTn id="27" dur="1" fill="hold">
                                          <p:stCondLst>
                                            <p:cond delay="0"/>
                                          </p:stCondLst>
                                        </p:cTn>
                                        <p:tgtEl>
                                          <p:spTgt spid="5"/>
                                        </p:tgtEl>
                                        <p:attrNameLst>
                                          <p:attrName>style.visibility</p:attrName>
                                        </p:attrNameLst>
                                      </p:cBhvr>
                                      <p:to>
                                        <p:strVal val="visible"/>
                                      </p:to>
                                    </p:set>
                                    <p:animEffect transition="in" filter="wipe(left)">
                                      <p:cBhvr>
                                        <p:cTn id="28" dur="500"/>
                                        <p:tgtEl>
                                          <p:spTgt spid="5"/>
                                        </p:tgtEl>
                                      </p:cBhvr>
                                    </p:animEffect>
                                  </p:childTnLst>
                                </p:cTn>
                              </p:par>
                            </p:childTnLst>
                          </p:cTn>
                        </p:par>
                      </p:childTnLst>
                    </p:cTn>
                  </p:par>
                  <p:par>
                    <p:cTn id="29" fill="hold">
                      <p:stCondLst>
                        <p:cond delay="indefinite"/>
                      </p:stCondLst>
                      <p:childTnLst>
                        <p:par>
                          <p:cTn id="30" fill="hold">
                            <p:stCondLst>
                              <p:cond delay="0"/>
                            </p:stCondLst>
                            <p:childTnLst>
                              <p:par>
                                <p:cTn id="31" presetID="22" presetClass="entr" presetSubtype="4" fill="hold" nodeType="clickEffect">
                                  <p:stCondLst>
                                    <p:cond delay="0"/>
                                  </p:stCondLst>
                                  <p:childTnLst>
                                    <p:set>
                                      <p:cBhvr>
                                        <p:cTn id="32" dur="1" fill="hold">
                                          <p:stCondLst>
                                            <p:cond delay="0"/>
                                          </p:stCondLst>
                                        </p:cTn>
                                        <p:tgtEl>
                                          <p:spTgt spid="2"/>
                                        </p:tgtEl>
                                        <p:attrNameLst>
                                          <p:attrName>style.visibility</p:attrName>
                                        </p:attrNameLst>
                                      </p:cBhvr>
                                      <p:to>
                                        <p:strVal val="visible"/>
                                      </p:to>
                                    </p:set>
                                    <p:animEffect transition="in" filter="wipe(down)">
                                      <p:cBhvr>
                                        <p:cTn id="33" dur="500"/>
                                        <p:tgtEl>
                                          <p:spTgt spid="2"/>
                                        </p:tgtEl>
                                      </p:cBhvr>
                                    </p:animEffect>
                                  </p:childTnLst>
                                </p:cTn>
                              </p:par>
                            </p:childTnLst>
                          </p:cTn>
                        </p:par>
                      </p:childTnLst>
                    </p:cTn>
                  </p:par>
                  <p:par>
                    <p:cTn id="34" fill="hold">
                      <p:stCondLst>
                        <p:cond delay="indefinite"/>
                      </p:stCondLst>
                      <p:childTnLst>
                        <p:par>
                          <p:cTn id="35" fill="hold">
                            <p:stCondLst>
                              <p:cond delay="0"/>
                            </p:stCondLst>
                            <p:childTnLst>
                              <p:par>
                                <p:cTn id="36" presetID="22" presetClass="entr" presetSubtype="4" fill="hold" nodeType="clickEffect">
                                  <p:stCondLst>
                                    <p:cond delay="0"/>
                                  </p:stCondLst>
                                  <p:childTnLst>
                                    <p:set>
                                      <p:cBhvr>
                                        <p:cTn id="37" dur="1" fill="hold">
                                          <p:stCondLst>
                                            <p:cond delay="0"/>
                                          </p:stCondLst>
                                        </p:cTn>
                                        <p:tgtEl>
                                          <p:spTgt spid="9"/>
                                        </p:tgtEl>
                                        <p:attrNameLst>
                                          <p:attrName>style.visibility</p:attrName>
                                        </p:attrNameLst>
                                      </p:cBhvr>
                                      <p:to>
                                        <p:strVal val="visible"/>
                                      </p:to>
                                    </p:set>
                                    <p:animEffect transition="in" filter="wipe(down)">
                                      <p:cBhvr>
                                        <p:cTn id="38" dur="500"/>
                                        <p:tgtEl>
                                          <p:spTgt spid="9"/>
                                        </p:tgtEl>
                                      </p:cBhvr>
                                    </p:animEffect>
                                  </p:childTnLst>
                                </p:cTn>
                              </p:par>
                            </p:childTnLst>
                          </p:cTn>
                        </p:par>
                      </p:childTnLst>
                    </p:cTn>
                  </p:par>
                  <p:par>
                    <p:cTn id="39" fill="hold">
                      <p:stCondLst>
                        <p:cond delay="indefinite"/>
                      </p:stCondLst>
                      <p:childTnLst>
                        <p:par>
                          <p:cTn id="40" fill="hold">
                            <p:stCondLst>
                              <p:cond delay="0"/>
                            </p:stCondLst>
                            <p:childTnLst>
                              <p:par>
                                <p:cTn id="41" presetID="22" presetClass="entr" presetSubtype="4" fill="hold" nodeType="clickEffect">
                                  <p:stCondLst>
                                    <p:cond delay="0"/>
                                  </p:stCondLst>
                                  <p:childTnLst>
                                    <p:set>
                                      <p:cBhvr>
                                        <p:cTn id="42" dur="1" fill="hold">
                                          <p:stCondLst>
                                            <p:cond delay="0"/>
                                          </p:stCondLst>
                                        </p:cTn>
                                        <p:tgtEl>
                                          <p:spTgt spid="8"/>
                                        </p:tgtEl>
                                        <p:attrNameLst>
                                          <p:attrName>style.visibility</p:attrName>
                                        </p:attrNameLst>
                                      </p:cBhvr>
                                      <p:to>
                                        <p:strVal val="visible"/>
                                      </p:to>
                                    </p:set>
                                    <p:animEffect transition="in" filter="wipe(down)">
                                      <p:cBhvr>
                                        <p:cTn id="43" dur="500"/>
                                        <p:tgtEl>
                                          <p:spTgt spid="8"/>
                                        </p:tgtEl>
                                      </p:cBhvr>
                                    </p:animEffect>
                                  </p:childTnLst>
                                </p:cTn>
                              </p:par>
                            </p:childTnLst>
                          </p:cTn>
                        </p:par>
                      </p:childTnLst>
                    </p:cTn>
                  </p:par>
                  <p:par>
                    <p:cTn id="44" fill="hold">
                      <p:stCondLst>
                        <p:cond delay="indefinite"/>
                      </p:stCondLst>
                      <p:childTnLst>
                        <p:par>
                          <p:cTn id="45" fill="hold">
                            <p:stCondLst>
                              <p:cond delay="0"/>
                            </p:stCondLst>
                            <p:childTnLst>
                              <p:par>
                                <p:cTn id="46" presetID="22" presetClass="entr" presetSubtype="4" fill="hold" nodeType="clickEffect">
                                  <p:stCondLst>
                                    <p:cond delay="0"/>
                                  </p:stCondLst>
                                  <p:childTnLst>
                                    <p:set>
                                      <p:cBhvr>
                                        <p:cTn id="47" dur="1" fill="hold">
                                          <p:stCondLst>
                                            <p:cond delay="0"/>
                                          </p:stCondLst>
                                        </p:cTn>
                                        <p:tgtEl>
                                          <p:spTgt spid="3"/>
                                        </p:tgtEl>
                                        <p:attrNameLst>
                                          <p:attrName>style.visibility</p:attrName>
                                        </p:attrNameLst>
                                      </p:cBhvr>
                                      <p:to>
                                        <p:strVal val="visible"/>
                                      </p:to>
                                    </p:set>
                                    <p:animEffect transition="in" filter="wipe(down)">
                                      <p:cBhvr>
                                        <p:cTn id="48" dur="500"/>
                                        <p:tgtEl>
                                          <p:spTgt spid="3"/>
                                        </p:tgtEl>
                                      </p:cBhvr>
                                    </p:animEffect>
                                  </p:childTnLst>
                                </p:cTn>
                              </p:par>
                            </p:childTnLst>
                          </p:cTn>
                        </p:par>
                      </p:childTnLst>
                    </p:cTn>
                  </p:par>
                  <p:par>
                    <p:cTn id="49" fill="hold">
                      <p:stCondLst>
                        <p:cond delay="indefinite"/>
                      </p:stCondLst>
                      <p:childTnLst>
                        <p:par>
                          <p:cTn id="50" fill="hold">
                            <p:stCondLst>
                              <p:cond delay="0"/>
                            </p:stCondLst>
                            <p:childTnLst>
                              <p:par>
                                <p:cTn id="51" presetID="22" presetClass="entr" presetSubtype="1" fill="hold" nodeType="clickEffect">
                                  <p:stCondLst>
                                    <p:cond delay="0"/>
                                  </p:stCondLst>
                                  <p:childTnLst>
                                    <p:set>
                                      <p:cBhvr>
                                        <p:cTn id="52" dur="1" fill="hold">
                                          <p:stCondLst>
                                            <p:cond delay="0"/>
                                          </p:stCondLst>
                                        </p:cTn>
                                        <p:tgtEl>
                                          <p:spTgt spid="4"/>
                                        </p:tgtEl>
                                        <p:attrNameLst>
                                          <p:attrName>style.visibility</p:attrName>
                                        </p:attrNameLst>
                                      </p:cBhvr>
                                      <p:to>
                                        <p:strVal val="visible"/>
                                      </p:to>
                                    </p:set>
                                    <p:animEffect transition="in" filter="wipe(up)">
                                      <p:cBhvr>
                                        <p:cTn id="53" dur="500"/>
                                        <p:tgtEl>
                                          <p:spTgt spid="4"/>
                                        </p:tgtEl>
                                      </p:cBhvr>
                                    </p:animEffect>
                                  </p:childTnLst>
                                </p:cTn>
                              </p:par>
                            </p:childTnLst>
                          </p:cTn>
                        </p:par>
                      </p:childTnLst>
                    </p:cTn>
                  </p:par>
                  <p:par>
                    <p:cTn id="54" fill="hold">
                      <p:stCondLst>
                        <p:cond delay="indefinite"/>
                      </p:stCondLst>
                      <p:childTnLst>
                        <p:par>
                          <p:cTn id="55" fill="hold">
                            <p:stCondLst>
                              <p:cond delay="0"/>
                            </p:stCondLst>
                            <p:childTnLst>
                              <p:par>
                                <p:cTn id="56" presetID="22" presetClass="entr" presetSubtype="1" fill="hold" nodeType="clickEffect">
                                  <p:stCondLst>
                                    <p:cond delay="0"/>
                                  </p:stCondLst>
                                  <p:childTnLst>
                                    <p:set>
                                      <p:cBhvr>
                                        <p:cTn id="57" dur="1" fill="hold">
                                          <p:stCondLst>
                                            <p:cond delay="0"/>
                                          </p:stCondLst>
                                        </p:cTn>
                                        <p:tgtEl>
                                          <p:spTgt spid="10"/>
                                        </p:tgtEl>
                                        <p:attrNameLst>
                                          <p:attrName>style.visibility</p:attrName>
                                        </p:attrNameLst>
                                      </p:cBhvr>
                                      <p:to>
                                        <p:strVal val="visible"/>
                                      </p:to>
                                    </p:set>
                                    <p:animEffect transition="in" filter="wipe(up)">
                                      <p:cBhvr>
                                        <p:cTn id="58" dur="500"/>
                                        <p:tgtEl>
                                          <p:spTgt spid="10"/>
                                        </p:tgtEl>
                                      </p:cBhvr>
                                    </p:animEffect>
                                  </p:childTnLst>
                                </p:cTn>
                              </p:par>
                            </p:childTnLst>
                          </p:cTn>
                        </p:par>
                      </p:childTnLst>
                    </p:cTn>
                  </p:par>
                  <p:par>
                    <p:cTn id="59" fill="hold">
                      <p:stCondLst>
                        <p:cond delay="indefinite"/>
                      </p:stCondLst>
                      <p:childTnLst>
                        <p:par>
                          <p:cTn id="60" fill="hold">
                            <p:stCondLst>
                              <p:cond delay="0"/>
                            </p:stCondLst>
                            <p:childTnLst>
                              <p:par>
                                <p:cTn id="61" presetID="22" presetClass="entr" presetSubtype="1" fill="hold" nodeType="clickEffect">
                                  <p:stCondLst>
                                    <p:cond delay="0"/>
                                  </p:stCondLst>
                                  <p:childTnLst>
                                    <p:set>
                                      <p:cBhvr>
                                        <p:cTn id="62" dur="1" fill="hold">
                                          <p:stCondLst>
                                            <p:cond delay="0"/>
                                          </p:stCondLst>
                                        </p:cTn>
                                        <p:tgtEl>
                                          <p:spTgt spid="11"/>
                                        </p:tgtEl>
                                        <p:attrNameLst>
                                          <p:attrName>style.visibility</p:attrName>
                                        </p:attrNameLst>
                                      </p:cBhvr>
                                      <p:to>
                                        <p:strVal val="visible"/>
                                      </p:to>
                                    </p:set>
                                    <p:animEffect transition="in" filter="wipe(up)">
                                      <p:cBhvr>
                                        <p:cTn id="63" dur="500"/>
                                        <p:tgtEl>
                                          <p:spTgt spid="11"/>
                                        </p:tgtEl>
                                      </p:cBhvr>
                                    </p:animEffect>
                                  </p:childTnLst>
                                </p:cTn>
                              </p:par>
                            </p:childTnLst>
                          </p:cTn>
                        </p:par>
                        <p:par>
                          <p:cTn id="64" fill="hold">
                            <p:stCondLst>
                              <p:cond delay="500"/>
                            </p:stCondLst>
                            <p:childTnLst>
                              <p:par>
                                <p:cTn id="65" presetID="3" presetClass="entr" presetSubtype="10" fill="hold" grpId="0" nodeType="afterEffect">
                                  <p:stCondLst>
                                    <p:cond delay="0"/>
                                  </p:stCondLst>
                                  <p:childTnLst>
                                    <p:set>
                                      <p:cBhvr>
                                        <p:cTn id="66" dur="1" fill="hold">
                                          <p:stCondLst>
                                            <p:cond delay="0"/>
                                          </p:stCondLst>
                                        </p:cTn>
                                        <p:tgtEl>
                                          <p:spTgt spid="306275"/>
                                        </p:tgtEl>
                                        <p:attrNameLst>
                                          <p:attrName>style.visibility</p:attrName>
                                        </p:attrNameLst>
                                      </p:cBhvr>
                                      <p:to>
                                        <p:strVal val="visible"/>
                                      </p:to>
                                    </p:set>
                                    <p:animEffect transition="in" filter="blinds(horizontal)">
                                      <p:cBhvr>
                                        <p:cTn id="67" dur="500"/>
                                        <p:tgtEl>
                                          <p:spTgt spid="30627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06178" grpId="0" animBg="1"/>
      <p:bldP spid="306179" grpId="0"/>
      <p:bldP spid="306275" grpId="0"/>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4450" name="Text Box 2"/>
          <p:cNvSpPr txBox="1"/>
          <p:nvPr/>
        </p:nvSpPr>
        <p:spPr>
          <a:xfrm>
            <a:off x="1187450" y="549275"/>
            <a:ext cx="7129463" cy="701675"/>
          </a:xfrm>
          <a:prstGeom prst="rect">
            <a:avLst/>
          </a:prstGeom>
          <a:noFill/>
          <a:ln w="9525">
            <a:noFill/>
          </a:ln>
          <a:effectLst>
            <a:prstShdw prst="shdw17" dist="17961" dir="2699999">
              <a:srgbClr val="7A8E99"/>
            </a:prstShdw>
          </a:effectLst>
        </p:spPr>
        <p:txBody>
          <a:bodyPr>
            <a:spAutoFit/>
          </a:bodyPr>
          <a:p>
            <a:r>
              <a:rPr lang="en-US" altLang="zh-CN" sz="4000" b="0" dirty="0">
                <a:solidFill>
                  <a:schemeClr val="bg1"/>
                </a:solidFill>
                <a:latin typeface="Times New Roman" panose="02020603050405020304" pitchFamily="18" charset="0"/>
              </a:rPr>
              <a:t>9-3</a:t>
            </a:r>
            <a:r>
              <a:rPr lang="en-US" altLang="zh-CN" sz="4000" dirty="0">
                <a:solidFill>
                  <a:schemeClr val="bg1"/>
                </a:solidFill>
                <a:latin typeface="楷体_GB2312" pitchFamily="49" charset="-122"/>
              </a:rPr>
              <a:t>  </a:t>
            </a:r>
            <a:r>
              <a:rPr lang="zh-CN" altLang="en-US" sz="4000" dirty="0">
                <a:solidFill>
                  <a:schemeClr val="bg1"/>
                </a:solidFill>
                <a:latin typeface="楷体_GB2312" pitchFamily="49" charset="-122"/>
              </a:rPr>
              <a:t>正弦稳态电路的分析</a:t>
            </a:r>
            <a:endParaRPr lang="zh-CN" altLang="en-US" sz="4000" dirty="0">
              <a:solidFill>
                <a:schemeClr val="bg1"/>
              </a:solidFill>
              <a:latin typeface="楷体_GB2312" pitchFamily="49" charset="-122"/>
            </a:endParaRPr>
          </a:p>
        </p:txBody>
      </p:sp>
      <p:sp>
        <p:nvSpPr>
          <p:cNvPr id="104451" name="Text Box 3"/>
          <p:cNvSpPr txBox="1"/>
          <p:nvPr/>
        </p:nvSpPr>
        <p:spPr>
          <a:xfrm>
            <a:off x="1331913" y="1341438"/>
            <a:ext cx="5902325" cy="522287"/>
          </a:xfrm>
          <a:prstGeom prst="rect">
            <a:avLst/>
          </a:prstGeom>
          <a:noFill/>
          <a:ln w="9525">
            <a:noFill/>
          </a:ln>
        </p:spPr>
        <p:txBody>
          <a:bodyPr wrap="none">
            <a:spAutoFit/>
          </a:bodyPr>
          <a:p>
            <a:pPr>
              <a:spcBef>
                <a:spcPct val="50000"/>
              </a:spcBef>
            </a:pPr>
            <a:r>
              <a:rPr lang="zh-CN" altLang="en-US" dirty="0">
                <a:latin typeface="Times New Roman" panose="02020603050405020304" pitchFamily="18" charset="0"/>
              </a:rPr>
              <a:t>电阻电路与正弦稳态电路的分析比较</a:t>
            </a:r>
            <a:endParaRPr lang="zh-CN" altLang="en-US" dirty="0">
              <a:latin typeface="Times New Roman" panose="02020603050405020304" pitchFamily="18" charset="0"/>
            </a:endParaRPr>
          </a:p>
        </p:txBody>
      </p:sp>
      <p:graphicFrame>
        <p:nvGraphicFramePr>
          <p:cNvPr id="104452" name="Object 4"/>
          <p:cNvGraphicFramePr/>
          <p:nvPr/>
        </p:nvGraphicFramePr>
        <p:xfrm>
          <a:off x="900113" y="2205038"/>
          <a:ext cx="3167062" cy="3111500"/>
        </p:xfrm>
        <a:graphic>
          <a:graphicData uri="http://schemas.openxmlformats.org/presentationml/2006/ole">
            <mc:AlternateContent xmlns:mc="http://schemas.openxmlformats.org/markup-compatibility/2006">
              <mc:Choice xmlns:v="urn:schemas-microsoft-com:vml" Requires="v">
                <p:oleObj spid="_x0000_s3195" name="" r:id="rId1" imgW="1562100" imgH="1536700" progId="Equation.3">
                  <p:embed/>
                </p:oleObj>
              </mc:Choice>
              <mc:Fallback>
                <p:oleObj name="" r:id="rId1" imgW="1562100" imgH="1536700" progId="Equation.3">
                  <p:embed/>
                  <p:pic>
                    <p:nvPicPr>
                      <p:cNvPr id="0" name="图片 3194"/>
                      <p:cNvPicPr/>
                      <p:nvPr/>
                    </p:nvPicPr>
                    <p:blipFill>
                      <a:blip r:embed="rId2">
                        <a:clrChange>
                          <a:clrFrom>
                            <a:srgbClr val="000000"/>
                          </a:clrFrom>
                          <a:clrTo>
                            <a:srgbClr val="FFFFFF"/>
                          </a:clrTo>
                        </a:clrChange>
                      </a:blip>
                      <a:stretch>
                        <a:fillRect/>
                      </a:stretch>
                    </p:blipFill>
                    <p:spPr>
                      <a:xfrm>
                        <a:off x="900113" y="2205038"/>
                        <a:ext cx="3167062" cy="3111500"/>
                      </a:xfrm>
                      <a:prstGeom prst="rect">
                        <a:avLst/>
                      </a:prstGeom>
                      <a:noFill/>
                      <a:ln w="38100">
                        <a:noFill/>
                        <a:miter/>
                      </a:ln>
                    </p:spPr>
                  </p:pic>
                </p:oleObj>
              </mc:Fallback>
            </mc:AlternateContent>
          </a:graphicData>
        </a:graphic>
      </p:graphicFrame>
      <p:graphicFrame>
        <p:nvGraphicFramePr>
          <p:cNvPr id="104453" name="Object 5"/>
          <p:cNvGraphicFramePr/>
          <p:nvPr/>
        </p:nvGraphicFramePr>
        <p:xfrm>
          <a:off x="4572000" y="2133600"/>
          <a:ext cx="3816350" cy="3321050"/>
        </p:xfrm>
        <a:graphic>
          <a:graphicData uri="http://schemas.openxmlformats.org/presentationml/2006/ole">
            <mc:AlternateContent xmlns:mc="http://schemas.openxmlformats.org/markup-compatibility/2006">
              <mc:Choice xmlns:v="urn:schemas-microsoft-com:vml" Requires="v">
                <p:oleObj spid="_x0000_s3194" name="" r:id="rId3" imgW="1968500" imgH="1714500" progId="Equation.3">
                  <p:embed/>
                </p:oleObj>
              </mc:Choice>
              <mc:Fallback>
                <p:oleObj name="" r:id="rId3" imgW="1968500" imgH="1714500" progId="Equation.3">
                  <p:embed/>
                  <p:pic>
                    <p:nvPicPr>
                      <p:cNvPr id="0" name="图片 3193"/>
                      <p:cNvPicPr/>
                      <p:nvPr/>
                    </p:nvPicPr>
                    <p:blipFill>
                      <a:blip r:embed="rId4">
                        <a:clrChange>
                          <a:clrFrom>
                            <a:srgbClr val="000000"/>
                          </a:clrFrom>
                          <a:clrTo>
                            <a:srgbClr val="FFFFFF"/>
                          </a:clrTo>
                        </a:clrChange>
                      </a:blip>
                      <a:stretch>
                        <a:fillRect/>
                      </a:stretch>
                    </p:blipFill>
                    <p:spPr>
                      <a:xfrm>
                        <a:off x="4572000" y="2133600"/>
                        <a:ext cx="3816350" cy="3321050"/>
                      </a:xfrm>
                      <a:prstGeom prst="rect">
                        <a:avLst/>
                      </a:prstGeom>
                      <a:noFill/>
                      <a:ln w="38100">
                        <a:noFill/>
                        <a:miter/>
                      </a:ln>
                    </p:spPr>
                  </p:pic>
                </p:oleObj>
              </mc:Fallback>
            </mc:AlternateContent>
          </a:graphicData>
        </a:graphic>
      </p:graphicFrame>
      <p:grpSp>
        <p:nvGrpSpPr>
          <p:cNvPr id="28678" name="Group 7"/>
          <p:cNvGrpSpPr/>
          <p:nvPr/>
        </p:nvGrpSpPr>
        <p:grpSpPr>
          <a:xfrm>
            <a:off x="8316913" y="6446838"/>
            <a:ext cx="792162" cy="366712"/>
            <a:chOff x="5193" y="4020"/>
            <a:chExt cx="499" cy="231"/>
          </a:xfrm>
        </p:grpSpPr>
        <p:pic>
          <p:nvPicPr>
            <p:cNvPr id="28685" name="Picture 8" descr="78900"/>
            <p:cNvPicPr>
              <a:picLocks noChangeAspect="1"/>
            </p:cNvPicPr>
            <p:nvPr/>
          </p:nvPicPr>
          <p:blipFill>
            <a:blip r:embed="rId5"/>
            <a:stretch>
              <a:fillRect/>
            </a:stretch>
          </p:blipFill>
          <p:spPr>
            <a:xfrm>
              <a:off x="5193" y="4066"/>
              <a:ext cx="499" cy="181"/>
            </a:xfrm>
            <a:prstGeom prst="rect">
              <a:avLst/>
            </a:prstGeom>
            <a:noFill/>
            <a:ln w="9525">
              <a:noFill/>
            </a:ln>
          </p:spPr>
        </p:pic>
        <p:sp>
          <p:nvSpPr>
            <p:cNvPr id="28686" name="Text Box 9">
              <a:hlinkClick r:id="" action="ppaction://hlinkshowjump?jump=nextslide"/>
            </p:cNvPr>
            <p:cNvSpPr txBox="1"/>
            <p:nvPr/>
          </p:nvSpPr>
          <p:spPr>
            <a:xfrm>
              <a:off x="5216" y="4020"/>
              <a:ext cx="476" cy="231"/>
            </a:xfrm>
            <a:prstGeom prst="rect">
              <a:avLst/>
            </a:prstGeom>
            <a:noFill/>
            <a:ln w="9525">
              <a:noFill/>
            </a:ln>
          </p:spPr>
          <p:txBody>
            <a:bodyPr wrap="none">
              <a:spAutoFit/>
            </a:bodyPr>
            <a:p>
              <a:pPr>
                <a:spcBef>
                  <a:spcPct val="50000"/>
                </a:spcBef>
              </a:pPr>
              <a:r>
                <a:rPr lang="zh-CN" altLang="en-US" sz="1800" b="0" dirty="0">
                  <a:solidFill>
                    <a:schemeClr val="bg1"/>
                  </a:solidFill>
                  <a:latin typeface="隶书" panose="02010509060101010101" pitchFamily="49" charset="-122"/>
                  <a:ea typeface="隶书" panose="02010509060101010101" pitchFamily="49" charset="-122"/>
                </a:rPr>
                <a:t>下 页</a:t>
              </a:r>
              <a:endParaRPr lang="zh-CN" altLang="en-US" sz="1800" b="0" dirty="0">
                <a:solidFill>
                  <a:schemeClr val="bg1"/>
                </a:solidFill>
                <a:latin typeface="隶书" panose="02010509060101010101" pitchFamily="49" charset="-122"/>
                <a:ea typeface="隶书" panose="02010509060101010101" pitchFamily="49" charset="-122"/>
              </a:endParaRPr>
            </a:p>
          </p:txBody>
        </p:sp>
      </p:grpSp>
      <p:grpSp>
        <p:nvGrpSpPr>
          <p:cNvPr id="28679" name="Group 10"/>
          <p:cNvGrpSpPr/>
          <p:nvPr/>
        </p:nvGrpSpPr>
        <p:grpSpPr>
          <a:xfrm>
            <a:off x="7453313" y="6446838"/>
            <a:ext cx="792162" cy="366712"/>
            <a:chOff x="4649" y="4020"/>
            <a:chExt cx="499" cy="231"/>
          </a:xfrm>
        </p:grpSpPr>
        <p:pic>
          <p:nvPicPr>
            <p:cNvPr id="28683" name="Picture 11" descr="78900"/>
            <p:cNvPicPr>
              <a:picLocks noChangeAspect="1"/>
            </p:cNvPicPr>
            <p:nvPr/>
          </p:nvPicPr>
          <p:blipFill>
            <a:blip r:embed="rId5"/>
            <a:stretch>
              <a:fillRect/>
            </a:stretch>
          </p:blipFill>
          <p:spPr>
            <a:xfrm>
              <a:off x="4649" y="4066"/>
              <a:ext cx="499" cy="181"/>
            </a:xfrm>
            <a:prstGeom prst="rect">
              <a:avLst/>
            </a:prstGeom>
            <a:noFill/>
            <a:ln w="9525">
              <a:noFill/>
            </a:ln>
          </p:spPr>
        </p:pic>
        <p:sp>
          <p:nvSpPr>
            <p:cNvPr id="28684" name="Text Box 12">
              <a:hlinkClick r:id="" action="ppaction://hlinkshowjump?jump=previousslide"/>
            </p:cNvPr>
            <p:cNvSpPr txBox="1"/>
            <p:nvPr/>
          </p:nvSpPr>
          <p:spPr>
            <a:xfrm>
              <a:off x="4672" y="4020"/>
              <a:ext cx="476" cy="231"/>
            </a:xfrm>
            <a:prstGeom prst="rect">
              <a:avLst/>
            </a:prstGeom>
            <a:noFill/>
            <a:ln w="9525">
              <a:noFill/>
            </a:ln>
          </p:spPr>
          <p:txBody>
            <a:bodyPr wrap="none">
              <a:spAutoFit/>
            </a:bodyPr>
            <a:p>
              <a:pPr>
                <a:spcBef>
                  <a:spcPct val="50000"/>
                </a:spcBef>
              </a:pPr>
              <a:r>
                <a:rPr lang="zh-CN" altLang="en-US" sz="1800" b="0" dirty="0">
                  <a:solidFill>
                    <a:schemeClr val="bg1"/>
                  </a:solidFill>
                  <a:latin typeface="隶书" panose="02010509060101010101" pitchFamily="49" charset="-122"/>
                  <a:ea typeface="隶书" panose="02010509060101010101" pitchFamily="49" charset="-122"/>
                </a:rPr>
                <a:t>上 页</a:t>
              </a:r>
              <a:endParaRPr lang="zh-CN" altLang="en-US" sz="1800" b="0" dirty="0">
                <a:solidFill>
                  <a:schemeClr val="bg1"/>
                </a:solidFill>
                <a:latin typeface="隶书" panose="02010509060101010101" pitchFamily="49" charset="-122"/>
                <a:ea typeface="隶书" panose="02010509060101010101" pitchFamily="49" charset="-122"/>
              </a:endParaRPr>
            </a:p>
          </p:txBody>
        </p:sp>
      </p:grpSp>
      <p:grpSp>
        <p:nvGrpSpPr>
          <p:cNvPr id="28680" name="Group 16"/>
          <p:cNvGrpSpPr/>
          <p:nvPr/>
        </p:nvGrpSpPr>
        <p:grpSpPr>
          <a:xfrm>
            <a:off x="6588125" y="6446838"/>
            <a:ext cx="792163" cy="366712"/>
            <a:chOff x="4649" y="4020"/>
            <a:chExt cx="499" cy="231"/>
          </a:xfrm>
        </p:grpSpPr>
        <p:pic>
          <p:nvPicPr>
            <p:cNvPr id="28681" name="Picture 17" descr="78900"/>
            <p:cNvPicPr>
              <a:picLocks noChangeAspect="1"/>
            </p:cNvPicPr>
            <p:nvPr/>
          </p:nvPicPr>
          <p:blipFill>
            <a:blip r:embed="rId5"/>
            <a:stretch>
              <a:fillRect/>
            </a:stretch>
          </p:blipFill>
          <p:spPr>
            <a:xfrm>
              <a:off x="4649" y="4066"/>
              <a:ext cx="499" cy="181"/>
            </a:xfrm>
            <a:prstGeom prst="rect">
              <a:avLst/>
            </a:prstGeom>
            <a:noFill/>
            <a:ln w="9525">
              <a:noFill/>
            </a:ln>
          </p:spPr>
        </p:pic>
        <p:sp>
          <p:nvSpPr>
            <p:cNvPr id="28682" name="Text Box 18">
              <a:hlinkClick r:id="" action="ppaction://hlinkshowjump?jump=firstslide"/>
            </p:cNvPr>
            <p:cNvSpPr txBox="1"/>
            <p:nvPr/>
          </p:nvSpPr>
          <p:spPr>
            <a:xfrm>
              <a:off x="4672" y="4020"/>
              <a:ext cx="476" cy="231"/>
            </a:xfrm>
            <a:prstGeom prst="rect">
              <a:avLst/>
            </a:prstGeom>
            <a:noFill/>
            <a:ln w="9525">
              <a:noFill/>
            </a:ln>
          </p:spPr>
          <p:txBody>
            <a:bodyPr wrap="none">
              <a:spAutoFit/>
            </a:bodyPr>
            <a:p>
              <a:pPr>
                <a:spcBef>
                  <a:spcPct val="50000"/>
                </a:spcBef>
              </a:pPr>
              <a:r>
                <a:rPr lang="zh-CN" altLang="en-US" sz="1800" b="0" dirty="0">
                  <a:solidFill>
                    <a:schemeClr val="bg1"/>
                  </a:solidFill>
                  <a:latin typeface="隶书" panose="02010509060101010101" pitchFamily="49" charset="-122"/>
                  <a:ea typeface="隶书" panose="02010509060101010101" pitchFamily="49" charset="-122"/>
                </a:rPr>
                <a:t>返 回</a:t>
              </a:r>
              <a:endParaRPr lang="zh-CN" altLang="en-US" sz="1800" b="0" dirty="0">
                <a:solidFill>
                  <a:schemeClr val="bg1"/>
                </a:solidFill>
                <a:latin typeface="隶书" panose="02010509060101010101" pitchFamily="49" charset="-122"/>
                <a:ea typeface="隶书" panose="02010509060101010101" pitchFamily="49" charset="-122"/>
              </a:endParaRP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9" fill="hold" grpId="0" nodeType="withEffect">
                                  <p:stCondLst>
                                    <p:cond delay="0"/>
                                  </p:stCondLst>
                                  <p:childTnLst>
                                    <p:set>
                                      <p:cBhvr>
                                        <p:cTn id="6" dur="1" fill="hold">
                                          <p:stCondLst>
                                            <p:cond delay="0"/>
                                          </p:stCondLst>
                                        </p:cTn>
                                        <p:tgtEl>
                                          <p:spTgt spid="104450"/>
                                        </p:tgtEl>
                                        <p:attrNameLst>
                                          <p:attrName>style.visibility</p:attrName>
                                        </p:attrNameLst>
                                      </p:cBhvr>
                                      <p:to>
                                        <p:strVal val="visible"/>
                                      </p:to>
                                    </p:set>
                                    <p:anim calcmode="lin" valueType="num">
                                      <p:cBhvr additive="base">
                                        <p:cTn id="7" dur="500" fill="hold"/>
                                        <p:tgtEl>
                                          <p:spTgt spid="104450"/>
                                        </p:tgtEl>
                                        <p:attrNameLst>
                                          <p:attrName>ppt_x</p:attrName>
                                        </p:attrNameLst>
                                      </p:cBhvr>
                                      <p:tavLst>
                                        <p:tav tm="0">
                                          <p:val>
                                            <p:strVal val="0-#ppt_w/2"/>
                                          </p:val>
                                        </p:tav>
                                        <p:tav tm="100000">
                                          <p:val>
                                            <p:strVal val="#ppt_x"/>
                                          </p:val>
                                        </p:tav>
                                      </p:tavLst>
                                    </p:anim>
                                    <p:anim calcmode="lin" valueType="num">
                                      <p:cBhvr additive="base">
                                        <p:cTn id="8" dur="500" fill="hold"/>
                                        <p:tgtEl>
                                          <p:spTgt spid="104450"/>
                                        </p:tgtEl>
                                        <p:attrNameLst>
                                          <p:attrName>ppt_y</p:attrName>
                                        </p:attrNameLst>
                                      </p:cBhvr>
                                      <p:tavLst>
                                        <p:tav tm="0">
                                          <p:val>
                                            <p:strVal val="0-#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2" presetClass="entr" presetSubtype="8" fill="hold" grpId="0" nodeType="clickEffect">
                                  <p:stCondLst>
                                    <p:cond delay="0"/>
                                  </p:stCondLst>
                                  <p:childTnLst>
                                    <p:set>
                                      <p:cBhvr>
                                        <p:cTn id="12" dur="1" fill="hold">
                                          <p:stCondLst>
                                            <p:cond delay="0"/>
                                          </p:stCondLst>
                                        </p:cTn>
                                        <p:tgtEl>
                                          <p:spTgt spid="104451"/>
                                        </p:tgtEl>
                                        <p:attrNameLst>
                                          <p:attrName>style.visibility</p:attrName>
                                        </p:attrNameLst>
                                      </p:cBhvr>
                                      <p:to>
                                        <p:strVal val="visible"/>
                                      </p:to>
                                    </p:set>
                                    <p:animEffect transition="in" filter="wipe(left)">
                                      <p:cBhvr>
                                        <p:cTn id="13" dur="2000"/>
                                        <p:tgtEl>
                                          <p:spTgt spid="104451"/>
                                        </p:tgtEl>
                                      </p:cBhvr>
                                    </p:animEffect>
                                  </p:childTnLst>
                                </p:cTn>
                              </p:par>
                            </p:childTnLst>
                          </p:cTn>
                        </p:par>
                      </p:childTnLst>
                    </p:cTn>
                  </p:par>
                  <p:par>
                    <p:cTn id="14" fill="hold">
                      <p:stCondLst>
                        <p:cond delay="indefinite"/>
                      </p:stCondLst>
                      <p:childTnLst>
                        <p:par>
                          <p:cTn id="15" fill="hold">
                            <p:stCondLst>
                              <p:cond delay="0"/>
                            </p:stCondLst>
                            <p:childTnLst>
                              <p:par>
                                <p:cTn id="16" presetID="22" presetClass="entr" presetSubtype="1" fill="hold" nodeType="clickEffect">
                                  <p:stCondLst>
                                    <p:cond delay="0"/>
                                  </p:stCondLst>
                                  <p:childTnLst>
                                    <p:set>
                                      <p:cBhvr>
                                        <p:cTn id="17" dur="1" fill="hold">
                                          <p:stCondLst>
                                            <p:cond delay="0"/>
                                          </p:stCondLst>
                                        </p:cTn>
                                        <p:tgtEl>
                                          <p:spTgt spid="104452"/>
                                        </p:tgtEl>
                                        <p:attrNameLst>
                                          <p:attrName>style.visibility</p:attrName>
                                        </p:attrNameLst>
                                      </p:cBhvr>
                                      <p:to>
                                        <p:strVal val="visible"/>
                                      </p:to>
                                    </p:set>
                                    <p:animEffect transition="in" filter="wipe(up)">
                                      <p:cBhvr>
                                        <p:cTn id="18" dur="2000"/>
                                        <p:tgtEl>
                                          <p:spTgt spid="104452"/>
                                        </p:tgtEl>
                                      </p:cBhvr>
                                    </p:animEffect>
                                  </p:childTnLst>
                                </p:cTn>
                              </p:par>
                            </p:childTnLst>
                          </p:cTn>
                        </p:par>
                      </p:childTnLst>
                    </p:cTn>
                  </p:par>
                  <p:par>
                    <p:cTn id="19" fill="hold">
                      <p:stCondLst>
                        <p:cond delay="indefinite"/>
                      </p:stCondLst>
                      <p:childTnLst>
                        <p:par>
                          <p:cTn id="20" fill="hold">
                            <p:stCondLst>
                              <p:cond delay="0"/>
                            </p:stCondLst>
                            <p:childTnLst>
                              <p:par>
                                <p:cTn id="21" presetID="22" presetClass="entr" presetSubtype="1" fill="hold" nodeType="clickEffect">
                                  <p:stCondLst>
                                    <p:cond delay="0"/>
                                  </p:stCondLst>
                                  <p:childTnLst>
                                    <p:set>
                                      <p:cBhvr>
                                        <p:cTn id="22" dur="1" fill="hold">
                                          <p:stCondLst>
                                            <p:cond delay="0"/>
                                          </p:stCondLst>
                                        </p:cTn>
                                        <p:tgtEl>
                                          <p:spTgt spid="104453"/>
                                        </p:tgtEl>
                                        <p:attrNameLst>
                                          <p:attrName>style.visibility</p:attrName>
                                        </p:attrNameLst>
                                      </p:cBhvr>
                                      <p:to>
                                        <p:strVal val="visible"/>
                                      </p:to>
                                    </p:set>
                                    <p:animEffect transition="in" filter="wipe(up)">
                                      <p:cBhvr>
                                        <p:cTn id="23" dur="2000"/>
                                        <p:tgtEl>
                                          <p:spTgt spid="10445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4450" grpId="0"/>
      <p:bldP spid="104451" grpId="0"/>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9155" name="Text Box 3"/>
          <p:cNvSpPr txBox="1"/>
          <p:nvPr/>
        </p:nvSpPr>
        <p:spPr>
          <a:xfrm>
            <a:off x="900113" y="1125538"/>
            <a:ext cx="7559675" cy="1123950"/>
          </a:xfrm>
          <a:prstGeom prst="rect">
            <a:avLst/>
          </a:prstGeom>
          <a:noFill/>
          <a:ln w="9525">
            <a:noFill/>
          </a:ln>
        </p:spPr>
        <p:txBody>
          <a:bodyPr>
            <a:spAutoFit/>
          </a:bodyPr>
          <a:p>
            <a:pPr marL="381000" indent="-381000" algn="just">
              <a:lnSpc>
                <a:spcPct val="120000"/>
              </a:lnSpc>
            </a:pPr>
            <a:r>
              <a:rPr lang="en-US" altLang="zh-CN" dirty="0">
                <a:latin typeface="楷体_GB2312" pitchFamily="49" charset="-122"/>
              </a:rPr>
              <a:t>1.</a:t>
            </a:r>
            <a:r>
              <a:rPr lang="zh-CN" altLang="en-US" dirty="0">
                <a:latin typeface="楷体_GB2312" pitchFamily="49" charset="-122"/>
              </a:rPr>
              <a:t>引入相量法，电阻电路和正弦稳态电路依据的电路定律是相似的。</a:t>
            </a:r>
            <a:endParaRPr lang="zh-CN" altLang="en-US" dirty="0">
              <a:latin typeface="楷体_GB2312" pitchFamily="49" charset="-122"/>
            </a:endParaRPr>
          </a:p>
        </p:txBody>
      </p:sp>
      <p:grpSp>
        <p:nvGrpSpPr>
          <p:cNvPr id="86019" name="Group 10"/>
          <p:cNvGrpSpPr/>
          <p:nvPr/>
        </p:nvGrpSpPr>
        <p:grpSpPr>
          <a:xfrm>
            <a:off x="8316913" y="6446838"/>
            <a:ext cx="792162" cy="366712"/>
            <a:chOff x="5193" y="4020"/>
            <a:chExt cx="499" cy="231"/>
          </a:xfrm>
        </p:grpSpPr>
        <p:pic>
          <p:nvPicPr>
            <p:cNvPr id="86031" name="Picture 11" descr="78900"/>
            <p:cNvPicPr>
              <a:picLocks noChangeAspect="1"/>
            </p:cNvPicPr>
            <p:nvPr/>
          </p:nvPicPr>
          <p:blipFill>
            <a:blip r:embed="rId1"/>
            <a:stretch>
              <a:fillRect/>
            </a:stretch>
          </p:blipFill>
          <p:spPr>
            <a:xfrm>
              <a:off x="5193" y="4066"/>
              <a:ext cx="499" cy="181"/>
            </a:xfrm>
            <a:prstGeom prst="rect">
              <a:avLst/>
            </a:prstGeom>
            <a:noFill/>
            <a:ln w="9525">
              <a:noFill/>
            </a:ln>
          </p:spPr>
        </p:pic>
        <p:sp>
          <p:nvSpPr>
            <p:cNvPr id="86032" name="Text Box 12">
              <a:hlinkClick r:id="" action="ppaction://hlinkshowjump?jump=nextslide"/>
            </p:cNvPr>
            <p:cNvSpPr txBox="1"/>
            <p:nvPr/>
          </p:nvSpPr>
          <p:spPr>
            <a:xfrm>
              <a:off x="5216" y="4020"/>
              <a:ext cx="476" cy="231"/>
            </a:xfrm>
            <a:prstGeom prst="rect">
              <a:avLst/>
            </a:prstGeom>
            <a:noFill/>
            <a:ln w="9525">
              <a:noFill/>
            </a:ln>
          </p:spPr>
          <p:txBody>
            <a:bodyPr wrap="none">
              <a:spAutoFit/>
            </a:bodyPr>
            <a:p>
              <a:pPr>
                <a:spcBef>
                  <a:spcPct val="50000"/>
                </a:spcBef>
              </a:pPr>
              <a:r>
                <a:rPr lang="zh-CN" altLang="en-US" sz="1800" b="0" dirty="0">
                  <a:solidFill>
                    <a:schemeClr val="bg1"/>
                  </a:solidFill>
                  <a:latin typeface="隶书" panose="02010509060101010101" pitchFamily="49" charset="-122"/>
                  <a:ea typeface="隶书" panose="02010509060101010101" pitchFamily="49" charset="-122"/>
                </a:rPr>
                <a:t>下 页</a:t>
              </a:r>
              <a:endParaRPr lang="zh-CN" altLang="en-US" sz="1800" b="0" dirty="0">
                <a:solidFill>
                  <a:schemeClr val="bg1"/>
                </a:solidFill>
                <a:latin typeface="隶书" panose="02010509060101010101" pitchFamily="49" charset="-122"/>
                <a:ea typeface="隶书" panose="02010509060101010101" pitchFamily="49" charset="-122"/>
              </a:endParaRPr>
            </a:p>
          </p:txBody>
        </p:sp>
      </p:grpSp>
      <p:grpSp>
        <p:nvGrpSpPr>
          <p:cNvPr id="86020" name="Group 13"/>
          <p:cNvGrpSpPr/>
          <p:nvPr/>
        </p:nvGrpSpPr>
        <p:grpSpPr>
          <a:xfrm>
            <a:off x="7453313" y="6446838"/>
            <a:ext cx="792162" cy="366712"/>
            <a:chOff x="4649" y="4020"/>
            <a:chExt cx="499" cy="231"/>
          </a:xfrm>
        </p:grpSpPr>
        <p:pic>
          <p:nvPicPr>
            <p:cNvPr id="86029" name="Picture 14" descr="78900"/>
            <p:cNvPicPr>
              <a:picLocks noChangeAspect="1"/>
            </p:cNvPicPr>
            <p:nvPr/>
          </p:nvPicPr>
          <p:blipFill>
            <a:blip r:embed="rId1"/>
            <a:stretch>
              <a:fillRect/>
            </a:stretch>
          </p:blipFill>
          <p:spPr>
            <a:xfrm>
              <a:off x="4649" y="4066"/>
              <a:ext cx="499" cy="181"/>
            </a:xfrm>
            <a:prstGeom prst="rect">
              <a:avLst/>
            </a:prstGeom>
            <a:noFill/>
            <a:ln w="9525">
              <a:noFill/>
            </a:ln>
          </p:spPr>
        </p:pic>
        <p:sp>
          <p:nvSpPr>
            <p:cNvPr id="86030" name="Text Box 15">
              <a:hlinkClick r:id="" action="ppaction://hlinkshowjump?jump=previousslide"/>
            </p:cNvPr>
            <p:cNvSpPr txBox="1"/>
            <p:nvPr/>
          </p:nvSpPr>
          <p:spPr>
            <a:xfrm>
              <a:off x="4672" y="4020"/>
              <a:ext cx="476" cy="231"/>
            </a:xfrm>
            <a:prstGeom prst="rect">
              <a:avLst/>
            </a:prstGeom>
            <a:noFill/>
            <a:ln w="9525">
              <a:noFill/>
            </a:ln>
          </p:spPr>
          <p:txBody>
            <a:bodyPr wrap="none">
              <a:spAutoFit/>
            </a:bodyPr>
            <a:p>
              <a:pPr>
                <a:spcBef>
                  <a:spcPct val="50000"/>
                </a:spcBef>
              </a:pPr>
              <a:r>
                <a:rPr lang="zh-CN" altLang="en-US" sz="1800" b="0" dirty="0">
                  <a:solidFill>
                    <a:schemeClr val="bg1"/>
                  </a:solidFill>
                  <a:latin typeface="隶书" panose="02010509060101010101" pitchFamily="49" charset="-122"/>
                  <a:ea typeface="隶书" panose="02010509060101010101" pitchFamily="49" charset="-122"/>
                </a:rPr>
                <a:t>上 页</a:t>
              </a:r>
              <a:endParaRPr lang="zh-CN" altLang="en-US" sz="1800" b="0" dirty="0">
                <a:solidFill>
                  <a:schemeClr val="bg1"/>
                </a:solidFill>
                <a:latin typeface="隶书" panose="02010509060101010101" pitchFamily="49" charset="-122"/>
                <a:ea typeface="隶书" panose="02010509060101010101" pitchFamily="49" charset="-122"/>
              </a:endParaRPr>
            </a:p>
          </p:txBody>
        </p:sp>
      </p:grpSp>
      <p:grpSp>
        <p:nvGrpSpPr>
          <p:cNvPr id="4" name="Group 20"/>
          <p:cNvGrpSpPr/>
          <p:nvPr/>
        </p:nvGrpSpPr>
        <p:grpSpPr>
          <a:xfrm>
            <a:off x="395288" y="404813"/>
            <a:ext cx="1644650" cy="850900"/>
            <a:chOff x="385" y="3022"/>
            <a:chExt cx="1036" cy="536"/>
          </a:xfrm>
        </p:grpSpPr>
        <p:pic>
          <p:nvPicPr>
            <p:cNvPr id="86027" name="Picture 21" descr="123"/>
            <p:cNvPicPr>
              <a:picLocks noChangeAspect="1"/>
            </p:cNvPicPr>
            <p:nvPr/>
          </p:nvPicPr>
          <p:blipFill>
            <a:blip r:embed="rId2"/>
            <a:stretch>
              <a:fillRect/>
            </a:stretch>
          </p:blipFill>
          <p:spPr>
            <a:xfrm>
              <a:off x="385" y="3022"/>
              <a:ext cx="590" cy="536"/>
            </a:xfrm>
            <a:prstGeom prst="rect">
              <a:avLst/>
            </a:prstGeom>
            <a:noFill/>
            <a:ln w="9525">
              <a:noFill/>
            </a:ln>
          </p:spPr>
        </p:pic>
        <p:sp>
          <p:nvSpPr>
            <p:cNvPr id="86028" name="Text Box 22"/>
            <p:cNvSpPr txBox="1"/>
            <p:nvPr/>
          </p:nvSpPr>
          <p:spPr>
            <a:xfrm>
              <a:off x="793" y="3125"/>
              <a:ext cx="628" cy="365"/>
            </a:xfrm>
            <a:prstGeom prst="rect">
              <a:avLst/>
            </a:prstGeom>
            <a:noFill/>
            <a:ln w="9525">
              <a:noFill/>
            </a:ln>
          </p:spPr>
          <p:txBody>
            <a:bodyPr wrap="none">
              <a:spAutoFit/>
            </a:bodyPr>
            <a:p>
              <a:r>
                <a:rPr lang="zh-CN" altLang="en-US" sz="3200" b="0" dirty="0">
                  <a:solidFill>
                    <a:srgbClr val="FA7748"/>
                  </a:solidFill>
                  <a:latin typeface="Times New Roman" panose="02020603050405020304" pitchFamily="18" charset="0"/>
                  <a:ea typeface="华文行楷" panose="02010800040101010101" pitchFamily="2" charset="-122"/>
                </a:rPr>
                <a:t>结论</a:t>
              </a:r>
              <a:endParaRPr lang="zh-CN" altLang="en-US" sz="3200" b="0" dirty="0">
                <a:solidFill>
                  <a:srgbClr val="FA7748"/>
                </a:solidFill>
                <a:latin typeface="Times New Roman" panose="02020603050405020304" pitchFamily="18" charset="0"/>
                <a:ea typeface="华文行楷" panose="02010800040101010101" pitchFamily="2" charset="-122"/>
              </a:endParaRPr>
            </a:p>
          </p:txBody>
        </p:sp>
      </p:grpSp>
      <p:sp>
        <p:nvSpPr>
          <p:cNvPr id="49175" name="Text Box 23"/>
          <p:cNvSpPr txBox="1"/>
          <p:nvPr/>
        </p:nvSpPr>
        <p:spPr>
          <a:xfrm>
            <a:off x="900113" y="2276475"/>
            <a:ext cx="7239000" cy="1117600"/>
          </a:xfrm>
          <a:prstGeom prst="rect">
            <a:avLst/>
          </a:prstGeom>
          <a:noFill/>
          <a:ln w="9525">
            <a:noFill/>
          </a:ln>
        </p:spPr>
        <p:txBody>
          <a:bodyPr>
            <a:spAutoFit/>
          </a:bodyPr>
          <a:p>
            <a:pPr marL="381000" indent="-381000" algn="just">
              <a:lnSpc>
                <a:spcPct val="120000"/>
              </a:lnSpc>
            </a:pPr>
            <a:r>
              <a:rPr lang="en-US" altLang="zh-CN" dirty="0">
                <a:latin typeface="楷体_GB2312" pitchFamily="49" charset="-122"/>
              </a:rPr>
              <a:t>2.</a:t>
            </a:r>
            <a:r>
              <a:rPr lang="zh-CN" altLang="en-US" dirty="0">
                <a:latin typeface="楷体_GB2312" pitchFamily="49" charset="-122"/>
              </a:rPr>
              <a:t>引入电路的相量模型，把列写时域微分方程转为直接列写相量形式的代数方程。</a:t>
            </a:r>
            <a:endParaRPr lang="zh-CN" altLang="en-US" dirty="0">
              <a:latin typeface="楷体_GB2312" pitchFamily="49" charset="-122"/>
            </a:endParaRPr>
          </a:p>
        </p:txBody>
      </p:sp>
      <p:sp>
        <p:nvSpPr>
          <p:cNvPr id="49176" name="Text Box 24"/>
          <p:cNvSpPr txBox="1"/>
          <p:nvPr/>
        </p:nvSpPr>
        <p:spPr>
          <a:xfrm>
            <a:off x="900113" y="3429000"/>
            <a:ext cx="7416800" cy="1630363"/>
          </a:xfrm>
          <a:prstGeom prst="rect">
            <a:avLst/>
          </a:prstGeom>
          <a:noFill/>
          <a:ln w="9525">
            <a:noFill/>
          </a:ln>
        </p:spPr>
        <p:txBody>
          <a:bodyPr>
            <a:spAutoFit/>
          </a:bodyPr>
          <a:p>
            <a:pPr marL="285750" indent="-285750" algn="just">
              <a:lnSpc>
                <a:spcPct val="120000"/>
              </a:lnSpc>
            </a:pPr>
            <a:r>
              <a:rPr lang="en-US" altLang="zh-CN" dirty="0">
                <a:latin typeface="楷体_GB2312" pitchFamily="49" charset="-122"/>
              </a:rPr>
              <a:t>3.</a:t>
            </a:r>
            <a:r>
              <a:rPr lang="zh-CN" altLang="en-US" dirty="0">
                <a:latin typeface="楷体_GB2312" pitchFamily="49" charset="-122"/>
              </a:rPr>
              <a:t>引入阻抗以后，可将电阻电路中讨论的所有网络定理和分析方法都推广应用于正弦稳态的相量分析中。直流</a:t>
            </a:r>
            <a:r>
              <a:rPr lang="zh-CN" altLang="en-US" b="0" dirty="0">
                <a:latin typeface="楷体_GB2312" pitchFamily="49" charset="-122"/>
              </a:rPr>
              <a:t>（</a:t>
            </a:r>
            <a:r>
              <a:rPr lang="en-US" altLang="zh-CN" b="0" i="1" dirty="0">
                <a:solidFill>
                  <a:schemeClr val="bg1"/>
                </a:solidFill>
                <a:latin typeface="Times New Roman" panose="02020603050405020304" pitchFamily="18" charset="0"/>
              </a:rPr>
              <a:t>f </a:t>
            </a:r>
            <a:r>
              <a:rPr lang="en-US" altLang="zh-CN" b="0" dirty="0">
                <a:solidFill>
                  <a:schemeClr val="bg1"/>
                </a:solidFill>
                <a:latin typeface="Times New Roman" panose="02020603050405020304" pitchFamily="18" charset="0"/>
              </a:rPr>
              <a:t>=0</a:t>
            </a:r>
            <a:r>
              <a:rPr lang="en-US" altLang="zh-CN" b="0" dirty="0">
                <a:latin typeface="楷体_GB2312" pitchFamily="49" charset="-122"/>
              </a:rPr>
              <a:t>)</a:t>
            </a:r>
            <a:r>
              <a:rPr lang="zh-CN" altLang="en-US" dirty="0">
                <a:latin typeface="楷体_GB2312" pitchFamily="49" charset="-122"/>
              </a:rPr>
              <a:t>是一个特例。</a:t>
            </a:r>
            <a:endParaRPr lang="zh-CN" altLang="en-US" dirty="0">
              <a:latin typeface="楷体_GB2312" pitchFamily="49" charset="-122"/>
            </a:endParaRPr>
          </a:p>
        </p:txBody>
      </p:sp>
      <p:grpSp>
        <p:nvGrpSpPr>
          <p:cNvPr id="86024" name="Group 28"/>
          <p:cNvGrpSpPr/>
          <p:nvPr/>
        </p:nvGrpSpPr>
        <p:grpSpPr>
          <a:xfrm>
            <a:off x="6588125" y="6446838"/>
            <a:ext cx="792163" cy="366712"/>
            <a:chOff x="4649" y="4020"/>
            <a:chExt cx="499" cy="231"/>
          </a:xfrm>
        </p:grpSpPr>
        <p:pic>
          <p:nvPicPr>
            <p:cNvPr id="86025" name="Picture 29" descr="78900"/>
            <p:cNvPicPr>
              <a:picLocks noChangeAspect="1"/>
            </p:cNvPicPr>
            <p:nvPr/>
          </p:nvPicPr>
          <p:blipFill>
            <a:blip r:embed="rId1"/>
            <a:stretch>
              <a:fillRect/>
            </a:stretch>
          </p:blipFill>
          <p:spPr>
            <a:xfrm>
              <a:off x="4649" y="4066"/>
              <a:ext cx="499" cy="181"/>
            </a:xfrm>
            <a:prstGeom prst="rect">
              <a:avLst/>
            </a:prstGeom>
            <a:noFill/>
            <a:ln w="9525">
              <a:noFill/>
            </a:ln>
          </p:spPr>
        </p:pic>
        <p:sp>
          <p:nvSpPr>
            <p:cNvPr id="86026" name="Text Box 30">
              <a:hlinkClick r:id="" action="ppaction://hlinkshowjump?jump=firstslide"/>
            </p:cNvPr>
            <p:cNvSpPr txBox="1"/>
            <p:nvPr/>
          </p:nvSpPr>
          <p:spPr>
            <a:xfrm>
              <a:off x="4672" y="4020"/>
              <a:ext cx="476" cy="231"/>
            </a:xfrm>
            <a:prstGeom prst="rect">
              <a:avLst/>
            </a:prstGeom>
            <a:noFill/>
            <a:ln w="9525">
              <a:noFill/>
            </a:ln>
          </p:spPr>
          <p:txBody>
            <a:bodyPr wrap="none">
              <a:spAutoFit/>
            </a:bodyPr>
            <a:p>
              <a:pPr>
                <a:spcBef>
                  <a:spcPct val="50000"/>
                </a:spcBef>
              </a:pPr>
              <a:r>
                <a:rPr lang="zh-CN" altLang="en-US" sz="1800" b="0" dirty="0">
                  <a:solidFill>
                    <a:schemeClr val="bg1"/>
                  </a:solidFill>
                  <a:latin typeface="隶书" panose="02010509060101010101" pitchFamily="49" charset="-122"/>
                  <a:ea typeface="隶书" panose="02010509060101010101" pitchFamily="49" charset="-122"/>
                </a:rPr>
                <a:t>返 回</a:t>
              </a:r>
              <a:endParaRPr lang="zh-CN" altLang="en-US" sz="1800" b="0" dirty="0">
                <a:solidFill>
                  <a:schemeClr val="bg1"/>
                </a:solidFill>
                <a:latin typeface="隶书" panose="02010509060101010101" pitchFamily="49" charset="-122"/>
                <a:ea typeface="隶书" panose="02010509060101010101" pitchFamily="49" charset="-122"/>
              </a:endParaRP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 presetClass="entr" presetSubtype="10" fill="hold" nodeType="with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blinds(horizontal)">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17" presetClass="entr" presetSubtype="2" fill="hold" grpId="0" nodeType="clickEffect">
                                  <p:stCondLst>
                                    <p:cond delay="0"/>
                                  </p:stCondLst>
                                  <p:iterate type="lt">
                                    <p:tmPct val="100000"/>
                                  </p:iterate>
                                  <p:childTnLst>
                                    <p:set>
                                      <p:cBhvr>
                                        <p:cTn id="11" dur="1" fill="hold">
                                          <p:stCondLst>
                                            <p:cond delay="0"/>
                                          </p:stCondLst>
                                        </p:cTn>
                                        <p:tgtEl>
                                          <p:spTgt spid="49155"/>
                                        </p:tgtEl>
                                        <p:attrNameLst>
                                          <p:attrName>style.visibility</p:attrName>
                                        </p:attrNameLst>
                                      </p:cBhvr>
                                      <p:to>
                                        <p:strVal val="visible"/>
                                      </p:to>
                                    </p:set>
                                    <p:anim calcmode="lin" valueType="num">
                                      <p:cBhvr>
                                        <p:cTn id="12" dur="75" fill="hold"/>
                                        <p:tgtEl>
                                          <p:spTgt spid="49155"/>
                                        </p:tgtEl>
                                        <p:attrNameLst>
                                          <p:attrName>ppt_x</p:attrName>
                                        </p:attrNameLst>
                                      </p:cBhvr>
                                      <p:tavLst>
                                        <p:tav tm="0">
                                          <p:val>
                                            <p:strVal val="#ppt_x+#ppt_w/2"/>
                                          </p:val>
                                        </p:tav>
                                        <p:tav tm="100000">
                                          <p:val>
                                            <p:strVal val="#ppt_x"/>
                                          </p:val>
                                        </p:tav>
                                      </p:tavLst>
                                    </p:anim>
                                    <p:anim calcmode="lin" valueType="num">
                                      <p:cBhvr>
                                        <p:cTn id="13" dur="75" fill="hold"/>
                                        <p:tgtEl>
                                          <p:spTgt spid="49155"/>
                                        </p:tgtEl>
                                        <p:attrNameLst>
                                          <p:attrName>ppt_y</p:attrName>
                                        </p:attrNameLst>
                                      </p:cBhvr>
                                      <p:tavLst>
                                        <p:tav tm="0">
                                          <p:val>
                                            <p:strVal val="#ppt_y"/>
                                          </p:val>
                                        </p:tav>
                                        <p:tav tm="100000">
                                          <p:val>
                                            <p:strVal val="#ppt_y"/>
                                          </p:val>
                                        </p:tav>
                                      </p:tavLst>
                                    </p:anim>
                                    <p:anim calcmode="lin" valueType="num">
                                      <p:cBhvr>
                                        <p:cTn id="14" dur="75" fill="hold"/>
                                        <p:tgtEl>
                                          <p:spTgt spid="49155"/>
                                        </p:tgtEl>
                                        <p:attrNameLst>
                                          <p:attrName>ppt_w</p:attrName>
                                        </p:attrNameLst>
                                      </p:cBhvr>
                                      <p:tavLst>
                                        <p:tav tm="0">
                                          <p:val>
                                            <p:fltVal val="0.000000"/>
                                          </p:val>
                                        </p:tav>
                                        <p:tav tm="100000">
                                          <p:val>
                                            <p:strVal val="#ppt_w"/>
                                          </p:val>
                                        </p:tav>
                                      </p:tavLst>
                                    </p:anim>
                                    <p:anim calcmode="lin" valueType="num">
                                      <p:cBhvr>
                                        <p:cTn id="15" dur="75" fill="hold"/>
                                        <p:tgtEl>
                                          <p:spTgt spid="49155"/>
                                        </p:tgtEl>
                                        <p:attrNameLst>
                                          <p:attrName>ppt_h</p:attrName>
                                        </p:attrNameLst>
                                      </p:cBhvr>
                                      <p:tavLst>
                                        <p:tav tm="0">
                                          <p:val>
                                            <p:strVal val="#ppt_h"/>
                                          </p:val>
                                        </p:tav>
                                        <p:tav tm="100000">
                                          <p:val>
                                            <p:strVal val="#ppt_h"/>
                                          </p:val>
                                        </p:tav>
                                      </p:tavLst>
                                    </p:anim>
                                  </p:childTnLst>
                                </p:cTn>
                              </p:par>
                            </p:childTnLst>
                          </p:cTn>
                        </p:par>
                      </p:childTnLst>
                    </p:cTn>
                  </p:par>
                  <p:par>
                    <p:cTn id="16" fill="hold">
                      <p:stCondLst>
                        <p:cond delay="indefinite"/>
                      </p:stCondLst>
                      <p:childTnLst>
                        <p:par>
                          <p:cTn id="17" fill="hold">
                            <p:stCondLst>
                              <p:cond delay="0"/>
                            </p:stCondLst>
                            <p:childTnLst>
                              <p:par>
                                <p:cTn id="18" presetID="17" presetClass="entr" presetSubtype="2" fill="hold" grpId="0" nodeType="clickEffect">
                                  <p:stCondLst>
                                    <p:cond delay="0"/>
                                  </p:stCondLst>
                                  <p:iterate type="lt">
                                    <p:tmPct val="100000"/>
                                  </p:iterate>
                                  <p:childTnLst>
                                    <p:set>
                                      <p:cBhvr>
                                        <p:cTn id="19" dur="1" fill="hold">
                                          <p:stCondLst>
                                            <p:cond delay="0"/>
                                          </p:stCondLst>
                                        </p:cTn>
                                        <p:tgtEl>
                                          <p:spTgt spid="49175"/>
                                        </p:tgtEl>
                                        <p:attrNameLst>
                                          <p:attrName>style.visibility</p:attrName>
                                        </p:attrNameLst>
                                      </p:cBhvr>
                                      <p:to>
                                        <p:strVal val="visible"/>
                                      </p:to>
                                    </p:set>
                                    <p:anim calcmode="lin" valueType="num">
                                      <p:cBhvr>
                                        <p:cTn id="20" dur="75" fill="hold"/>
                                        <p:tgtEl>
                                          <p:spTgt spid="49175"/>
                                        </p:tgtEl>
                                        <p:attrNameLst>
                                          <p:attrName>ppt_x</p:attrName>
                                        </p:attrNameLst>
                                      </p:cBhvr>
                                      <p:tavLst>
                                        <p:tav tm="0">
                                          <p:val>
                                            <p:strVal val="#ppt_x+#ppt_w/2"/>
                                          </p:val>
                                        </p:tav>
                                        <p:tav tm="100000">
                                          <p:val>
                                            <p:strVal val="#ppt_x"/>
                                          </p:val>
                                        </p:tav>
                                      </p:tavLst>
                                    </p:anim>
                                    <p:anim calcmode="lin" valueType="num">
                                      <p:cBhvr>
                                        <p:cTn id="21" dur="75" fill="hold"/>
                                        <p:tgtEl>
                                          <p:spTgt spid="49175"/>
                                        </p:tgtEl>
                                        <p:attrNameLst>
                                          <p:attrName>ppt_y</p:attrName>
                                        </p:attrNameLst>
                                      </p:cBhvr>
                                      <p:tavLst>
                                        <p:tav tm="0">
                                          <p:val>
                                            <p:strVal val="#ppt_y"/>
                                          </p:val>
                                        </p:tav>
                                        <p:tav tm="100000">
                                          <p:val>
                                            <p:strVal val="#ppt_y"/>
                                          </p:val>
                                        </p:tav>
                                      </p:tavLst>
                                    </p:anim>
                                    <p:anim calcmode="lin" valueType="num">
                                      <p:cBhvr>
                                        <p:cTn id="22" dur="75" fill="hold"/>
                                        <p:tgtEl>
                                          <p:spTgt spid="49175"/>
                                        </p:tgtEl>
                                        <p:attrNameLst>
                                          <p:attrName>ppt_w</p:attrName>
                                        </p:attrNameLst>
                                      </p:cBhvr>
                                      <p:tavLst>
                                        <p:tav tm="0">
                                          <p:val>
                                            <p:fltVal val="0.000000"/>
                                          </p:val>
                                        </p:tav>
                                        <p:tav tm="100000">
                                          <p:val>
                                            <p:strVal val="#ppt_w"/>
                                          </p:val>
                                        </p:tav>
                                      </p:tavLst>
                                    </p:anim>
                                    <p:anim calcmode="lin" valueType="num">
                                      <p:cBhvr>
                                        <p:cTn id="23" dur="75" fill="hold"/>
                                        <p:tgtEl>
                                          <p:spTgt spid="49175"/>
                                        </p:tgtEl>
                                        <p:attrNameLst>
                                          <p:attrName>ppt_h</p:attrName>
                                        </p:attrNameLst>
                                      </p:cBhvr>
                                      <p:tavLst>
                                        <p:tav tm="0">
                                          <p:val>
                                            <p:strVal val="#ppt_h"/>
                                          </p:val>
                                        </p:tav>
                                        <p:tav tm="100000">
                                          <p:val>
                                            <p:strVal val="#ppt_h"/>
                                          </p:val>
                                        </p:tav>
                                      </p:tavLst>
                                    </p:anim>
                                  </p:childTnLst>
                                </p:cTn>
                              </p:par>
                            </p:childTnLst>
                          </p:cTn>
                        </p:par>
                      </p:childTnLst>
                    </p:cTn>
                  </p:par>
                  <p:par>
                    <p:cTn id="24" fill="hold">
                      <p:stCondLst>
                        <p:cond delay="indefinite"/>
                      </p:stCondLst>
                      <p:childTnLst>
                        <p:par>
                          <p:cTn id="25" fill="hold">
                            <p:stCondLst>
                              <p:cond delay="0"/>
                            </p:stCondLst>
                            <p:childTnLst>
                              <p:par>
                                <p:cTn id="26" presetID="17" presetClass="entr" presetSubtype="2" fill="hold" grpId="0" nodeType="clickEffect">
                                  <p:stCondLst>
                                    <p:cond delay="0"/>
                                  </p:stCondLst>
                                  <p:iterate type="lt">
                                    <p:tmPct val="100000"/>
                                  </p:iterate>
                                  <p:childTnLst>
                                    <p:set>
                                      <p:cBhvr>
                                        <p:cTn id="27" dur="1" fill="hold">
                                          <p:stCondLst>
                                            <p:cond delay="0"/>
                                          </p:stCondLst>
                                        </p:cTn>
                                        <p:tgtEl>
                                          <p:spTgt spid="49176"/>
                                        </p:tgtEl>
                                        <p:attrNameLst>
                                          <p:attrName>style.visibility</p:attrName>
                                        </p:attrNameLst>
                                      </p:cBhvr>
                                      <p:to>
                                        <p:strVal val="visible"/>
                                      </p:to>
                                    </p:set>
                                    <p:anim calcmode="lin" valueType="num">
                                      <p:cBhvr>
                                        <p:cTn id="28" dur="75" fill="hold"/>
                                        <p:tgtEl>
                                          <p:spTgt spid="49176"/>
                                        </p:tgtEl>
                                        <p:attrNameLst>
                                          <p:attrName>ppt_x</p:attrName>
                                        </p:attrNameLst>
                                      </p:cBhvr>
                                      <p:tavLst>
                                        <p:tav tm="0">
                                          <p:val>
                                            <p:strVal val="#ppt_x+#ppt_w/2"/>
                                          </p:val>
                                        </p:tav>
                                        <p:tav tm="100000">
                                          <p:val>
                                            <p:strVal val="#ppt_x"/>
                                          </p:val>
                                        </p:tav>
                                      </p:tavLst>
                                    </p:anim>
                                    <p:anim calcmode="lin" valueType="num">
                                      <p:cBhvr>
                                        <p:cTn id="29" dur="75" fill="hold"/>
                                        <p:tgtEl>
                                          <p:spTgt spid="49176"/>
                                        </p:tgtEl>
                                        <p:attrNameLst>
                                          <p:attrName>ppt_y</p:attrName>
                                        </p:attrNameLst>
                                      </p:cBhvr>
                                      <p:tavLst>
                                        <p:tav tm="0">
                                          <p:val>
                                            <p:strVal val="#ppt_y"/>
                                          </p:val>
                                        </p:tav>
                                        <p:tav tm="100000">
                                          <p:val>
                                            <p:strVal val="#ppt_y"/>
                                          </p:val>
                                        </p:tav>
                                      </p:tavLst>
                                    </p:anim>
                                    <p:anim calcmode="lin" valueType="num">
                                      <p:cBhvr>
                                        <p:cTn id="30" dur="75" fill="hold"/>
                                        <p:tgtEl>
                                          <p:spTgt spid="49176"/>
                                        </p:tgtEl>
                                        <p:attrNameLst>
                                          <p:attrName>ppt_w</p:attrName>
                                        </p:attrNameLst>
                                      </p:cBhvr>
                                      <p:tavLst>
                                        <p:tav tm="0">
                                          <p:val>
                                            <p:fltVal val="0.000000"/>
                                          </p:val>
                                        </p:tav>
                                        <p:tav tm="100000">
                                          <p:val>
                                            <p:strVal val="#ppt_w"/>
                                          </p:val>
                                        </p:tav>
                                      </p:tavLst>
                                    </p:anim>
                                    <p:anim calcmode="lin" valueType="num">
                                      <p:cBhvr>
                                        <p:cTn id="31" dur="75" fill="hold"/>
                                        <p:tgtEl>
                                          <p:spTgt spid="49176"/>
                                        </p:tgtEl>
                                        <p:attrNameLst>
                                          <p:attrName>ppt_h</p:attrName>
                                        </p:attrNameLst>
                                      </p:cBhvr>
                                      <p:tavLst>
                                        <p:tav tm="0">
                                          <p:val>
                                            <p:strVal val="#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9155" grpId="0"/>
      <p:bldP spid="49175" grpId="0"/>
      <p:bldP spid="49176" grpId="0"/>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8131" name="Text Box 3"/>
          <p:cNvSpPr txBox="1"/>
          <p:nvPr/>
        </p:nvSpPr>
        <p:spPr>
          <a:xfrm>
            <a:off x="179388" y="476250"/>
            <a:ext cx="1133475" cy="579438"/>
          </a:xfrm>
          <a:prstGeom prst="rect">
            <a:avLst/>
          </a:prstGeom>
          <a:noFill/>
          <a:ln w="25400">
            <a:noFill/>
          </a:ln>
        </p:spPr>
        <p:txBody>
          <a:bodyPr wrap="none">
            <a:spAutoFit/>
          </a:bodyPr>
          <a:p>
            <a:pPr>
              <a:spcBef>
                <a:spcPct val="50000"/>
              </a:spcBef>
            </a:pPr>
            <a:r>
              <a:rPr lang="zh-CN" altLang="en-US" sz="3200" dirty="0">
                <a:solidFill>
                  <a:schemeClr val="bg1"/>
                </a:solidFill>
                <a:latin typeface="Times New Roman" panose="02020603050405020304" pitchFamily="18" charset="0"/>
                <a:ea typeface="宋体" panose="02010600030101010101" pitchFamily="2" charset="-122"/>
              </a:rPr>
              <a:t>例</a:t>
            </a:r>
            <a:r>
              <a:rPr lang="en-US" altLang="zh-CN" sz="3200" b="0" dirty="0">
                <a:solidFill>
                  <a:schemeClr val="bg1"/>
                </a:solidFill>
                <a:latin typeface="Times New Roman" panose="02020603050405020304" pitchFamily="18" charset="0"/>
                <a:ea typeface="宋体" panose="02010600030101010101" pitchFamily="2" charset="-122"/>
              </a:rPr>
              <a:t>3-1</a:t>
            </a:r>
            <a:endParaRPr lang="en-US" altLang="zh-CN" sz="3200" b="0" dirty="0">
              <a:solidFill>
                <a:schemeClr val="bg1"/>
              </a:solidFill>
              <a:latin typeface="Times New Roman" panose="02020603050405020304" pitchFamily="18" charset="0"/>
              <a:ea typeface="宋体" panose="02010600030101010101" pitchFamily="2" charset="-122"/>
            </a:endParaRPr>
          </a:p>
        </p:txBody>
      </p:sp>
      <p:sp>
        <p:nvSpPr>
          <p:cNvPr id="48216" name="Text Box 88"/>
          <p:cNvSpPr txBox="1"/>
          <p:nvPr/>
        </p:nvSpPr>
        <p:spPr>
          <a:xfrm>
            <a:off x="1258888" y="4365625"/>
            <a:ext cx="4392612" cy="519113"/>
          </a:xfrm>
          <a:prstGeom prst="rect">
            <a:avLst/>
          </a:prstGeom>
          <a:noFill/>
          <a:ln w="25400">
            <a:noFill/>
          </a:ln>
        </p:spPr>
        <p:txBody>
          <a:bodyPr>
            <a:spAutoFit/>
          </a:bodyPr>
          <a:p>
            <a:pPr>
              <a:spcBef>
                <a:spcPct val="50000"/>
              </a:spcBef>
            </a:pPr>
            <a:r>
              <a:rPr lang="zh-CN" altLang="en-US" dirty="0">
                <a:latin typeface="Times New Roman" panose="02020603050405020304" pitchFamily="18" charset="0"/>
              </a:rPr>
              <a:t>画出电路的相量模型</a:t>
            </a:r>
            <a:endParaRPr lang="zh-CN" altLang="en-US" dirty="0">
              <a:latin typeface="Times New Roman" panose="02020603050405020304" pitchFamily="18" charset="0"/>
            </a:endParaRPr>
          </a:p>
        </p:txBody>
      </p:sp>
      <p:sp>
        <p:nvSpPr>
          <p:cNvPr id="48217" name="AutoShape 89"/>
          <p:cNvSpPr/>
          <p:nvPr/>
        </p:nvSpPr>
        <p:spPr>
          <a:xfrm>
            <a:off x="4140200" y="2708275"/>
            <a:ext cx="669925" cy="144463"/>
          </a:xfrm>
          <a:prstGeom prst="rightArrow">
            <a:avLst>
              <a:gd name="adj1" fmla="val 50000"/>
              <a:gd name="adj2" fmla="val 115912"/>
            </a:avLst>
          </a:prstGeom>
          <a:solidFill>
            <a:srgbClr val="0066FF"/>
          </a:solidFill>
          <a:ln w="25400" cap="flat" cmpd="sng">
            <a:solidFill>
              <a:srgbClr val="0066FF"/>
            </a:solidFill>
            <a:prstDash val="solid"/>
            <a:miter/>
            <a:headEnd type="none" w="med" len="med"/>
            <a:tailEnd type="none" w="sm" len="med"/>
          </a:ln>
        </p:spPr>
        <p:txBody>
          <a:bodyPr wrap="none" anchor="ctr" anchorCtr="0"/>
          <a:p>
            <a:endParaRPr lang="zh-CN" altLang="en-US" dirty="0">
              <a:latin typeface="楷体_GB2312" pitchFamily="49" charset="-122"/>
            </a:endParaRPr>
          </a:p>
        </p:txBody>
      </p:sp>
      <p:grpSp>
        <p:nvGrpSpPr>
          <p:cNvPr id="2" name="Group 109"/>
          <p:cNvGrpSpPr/>
          <p:nvPr/>
        </p:nvGrpSpPr>
        <p:grpSpPr>
          <a:xfrm>
            <a:off x="1116013" y="476250"/>
            <a:ext cx="7554912" cy="1023938"/>
            <a:chOff x="703" y="164"/>
            <a:chExt cx="4759" cy="645"/>
          </a:xfrm>
        </p:grpSpPr>
        <p:graphicFrame>
          <p:nvGraphicFramePr>
            <p:cNvPr id="29705" name="Object 4"/>
            <p:cNvGraphicFramePr/>
            <p:nvPr/>
          </p:nvGraphicFramePr>
          <p:xfrm>
            <a:off x="1300" y="164"/>
            <a:ext cx="4162" cy="635"/>
          </p:xfrm>
          <a:graphic>
            <a:graphicData uri="http://schemas.openxmlformats.org/presentationml/2006/ole">
              <mc:AlternateContent xmlns:mc="http://schemas.openxmlformats.org/markup-compatibility/2006">
                <mc:Choice xmlns:v="urn:schemas-microsoft-com:vml" Requires="v">
                  <p:oleObj spid="_x0000_s3196" name="" r:id="rId1" imgW="3402330" imgH="520700" progId="Equation.3">
                    <p:embed/>
                  </p:oleObj>
                </mc:Choice>
                <mc:Fallback>
                  <p:oleObj name="" r:id="rId1" imgW="3402330" imgH="520700" progId="Equation.3">
                    <p:embed/>
                    <p:pic>
                      <p:nvPicPr>
                        <p:cNvPr id="0" name="图片 3195"/>
                        <p:cNvPicPr/>
                        <p:nvPr/>
                      </p:nvPicPr>
                      <p:blipFill>
                        <a:blip r:embed="rId2">
                          <a:clrChange>
                            <a:clrFrom>
                              <a:srgbClr val="000000"/>
                            </a:clrFrom>
                            <a:clrTo>
                              <a:srgbClr val="FFFFFF"/>
                            </a:clrTo>
                          </a:clrChange>
                        </a:blip>
                        <a:stretch>
                          <a:fillRect/>
                        </a:stretch>
                      </p:blipFill>
                      <p:spPr>
                        <a:xfrm>
                          <a:off x="1300" y="164"/>
                          <a:ext cx="4162" cy="635"/>
                        </a:xfrm>
                        <a:prstGeom prst="rect">
                          <a:avLst/>
                        </a:prstGeom>
                        <a:noFill/>
                        <a:ln w="38100">
                          <a:noFill/>
                          <a:miter/>
                        </a:ln>
                      </p:spPr>
                    </p:pic>
                  </p:oleObj>
                </mc:Fallback>
              </mc:AlternateContent>
            </a:graphicData>
          </a:graphic>
        </p:graphicFrame>
        <p:sp>
          <p:nvSpPr>
            <p:cNvPr id="29797" name="Text Box 5"/>
            <p:cNvSpPr txBox="1"/>
            <p:nvPr/>
          </p:nvSpPr>
          <p:spPr>
            <a:xfrm>
              <a:off x="3606" y="482"/>
              <a:ext cx="1691" cy="327"/>
            </a:xfrm>
            <a:prstGeom prst="rect">
              <a:avLst/>
            </a:prstGeom>
            <a:noFill/>
            <a:ln w="25400">
              <a:noFill/>
            </a:ln>
          </p:spPr>
          <p:txBody>
            <a:bodyPr wrap="none">
              <a:spAutoFit/>
            </a:bodyPr>
            <a:p>
              <a:pPr>
                <a:spcBef>
                  <a:spcPct val="50000"/>
                </a:spcBef>
              </a:pPr>
              <a:r>
                <a:rPr lang="zh-CN" altLang="en-US" dirty="0">
                  <a:latin typeface="楷体_GB2312" pitchFamily="49" charset="-122"/>
                </a:rPr>
                <a:t>求各支路电流。</a:t>
              </a:r>
              <a:endParaRPr lang="zh-CN" altLang="en-US" dirty="0">
                <a:latin typeface="楷体_GB2312" pitchFamily="49" charset="-122"/>
              </a:endParaRPr>
            </a:p>
          </p:txBody>
        </p:sp>
        <p:sp>
          <p:nvSpPr>
            <p:cNvPr id="29798" name="Text Box 92"/>
            <p:cNvSpPr txBox="1"/>
            <p:nvPr/>
          </p:nvSpPr>
          <p:spPr>
            <a:xfrm>
              <a:off x="703" y="164"/>
              <a:ext cx="953" cy="327"/>
            </a:xfrm>
            <a:prstGeom prst="rect">
              <a:avLst/>
            </a:prstGeom>
            <a:noFill/>
            <a:ln w="9525">
              <a:noFill/>
            </a:ln>
          </p:spPr>
          <p:txBody>
            <a:bodyPr>
              <a:spAutoFit/>
            </a:bodyPr>
            <a:p>
              <a:pPr>
                <a:spcBef>
                  <a:spcPct val="50000"/>
                </a:spcBef>
              </a:pPr>
              <a:r>
                <a:rPr lang="zh-CN" altLang="en-US" dirty="0">
                  <a:latin typeface="Arial" panose="020B0604020202020204" pitchFamily="34" charset="0"/>
                </a:rPr>
                <a:t>已知：</a:t>
              </a:r>
              <a:endParaRPr lang="zh-CN" altLang="en-US" dirty="0">
                <a:latin typeface="Arial" panose="020B0604020202020204" pitchFamily="34" charset="0"/>
              </a:endParaRPr>
            </a:p>
          </p:txBody>
        </p:sp>
      </p:grpSp>
      <p:sp>
        <p:nvSpPr>
          <p:cNvPr id="48223" name="Text Box 95"/>
          <p:cNvSpPr txBox="1"/>
          <p:nvPr/>
        </p:nvSpPr>
        <p:spPr>
          <a:xfrm>
            <a:off x="468313" y="4365625"/>
            <a:ext cx="541337" cy="519113"/>
          </a:xfrm>
          <a:prstGeom prst="rect">
            <a:avLst/>
          </a:prstGeom>
          <a:solidFill>
            <a:srgbClr val="990033"/>
          </a:solidFill>
          <a:ln w="25400">
            <a:noFill/>
          </a:ln>
        </p:spPr>
        <p:txBody>
          <a:bodyPr wrap="none">
            <a:spAutoFit/>
          </a:bodyPr>
          <a:p>
            <a:pPr>
              <a:spcBef>
                <a:spcPct val="50000"/>
              </a:spcBef>
            </a:pPr>
            <a:r>
              <a:rPr lang="zh-CN" altLang="en-US" dirty="0">
                <a:solidFill>
                  <a:schemeClr val="bg1"/>
                </a:solidFill>
                <a:latin typeface="Times New Roman" panose="02020603050405020304" pitchFamily="18" charset="0"/>
                <a:ea typeface="宋体" panose="02010600030101010101" pitchFamily="2" charset="-122"/>
              </a:rPr>
              <a:t>解</a:t>
            </a:r>
            <a:endParaRPr lang="zh-CN" altLang="en-US" dirty="0">
              <a:solidFill>
                <a:schemeClr val="bg1"/>
              </a:solidFill>
              <a:latin typeface="Times New Roman" panose="02020603050405020304" pitchFamily="18" charset="0"/>
              <a:ea typeface="宋体" panose="02010600030101010101" pitchFamily="2" charset="-122"/>
            </a:endParaRPr>
          </a:p>
        </p:txBody>
      </p:sp>
      <p:grpSp>
        <p:nvGrpSpPr>
          <p:cNvPr id="29711" name="Group 100"/>
          <p:cNvGrpSpPr/>
          <p:nvPr/>
        </p:nvGrpSpPr>
        <p:grpSpPr>
          <a:xfrm>
            <a:off x="8316913" y="6446838"/>
            <a:ext cx="792162" cy="366712"/>
            <a:chOff x="5193" y="4020"/>
            <a:chExt cx="499" cy="231"/>
          </a:xfrm>
        </p:grpSpPr>
        <p:pic>
          <p:nvPicPr>
            <p:cNvPr id="29795" name="Picture 101" descr="78900"/>
            <p:cNvPicPr>
              <a:picLocks noChangeAspect="1"/>
            </p:cNvPicPr>
            <p:nvPr/>
          </p:nvPicPr>
          <p:blipFill>
            <a:blip r:embed="rId3"/>
            <a:stretch>
              <a:fillRect/>
            </a:stretch>
          </p:blipFill>
          <p:spPr>
            <a:xfrm>
              <a:off x="5193" y="4066"/>
              <a:ext cx="499" cy="181"/>
            </a:xfrm>
            <a:prstGeom prst="rect">
              <a:avLst/>
            </a:prstGeom>
            <a:noFill/>
            <a:ln w="9525">
              <a:noFill/>
            </a:ln>
          </p:spPr>
        </p:pic>
        <p:sp>
          <p:nvSpPr>
            <p:cNvPr id="29796" name="Text Box 102">
              <a:hlinkClick r:id="" action="ppaction://hlinkshowjump?jump=nextslide"/>
            </p:cNvPr>
            <p:cNvSpPr txBox="1"/>
            <p:nvPr/>
          </p:nvSpPr>
          <p:spPr>
            <a:xfrm>
              <a:off x="5216" y="4020"/>
              <a:ext cx="476" cy="231"/>
            </a:xfrm>
            <a:prstGeom prst="rect">
              <a:avLst/>
            </a:prstGeom>
            <a:noFill/>
            <a:ln w="9525">
              <a:noFill/>
            </a:ln>
          </p:spPr>
          <p:txBody>
            <a:bodyPr wrap="none">
              <a:spAutoFit/>
            </a:bodyPr>
            <a:p>
              <a:pPr>
                <a:spcBef>
                  <a:spcPct val="50000"/>
                </a:spcBef>
              </a:pPr>
              <a:r>
                <a:rPr lang="zh-CN" altLang="en-US" sz="1800" b="0" dirty="0">
                  <a:solidFill>
                    <a:schemeClr val="bg1"/>
                  </a:solidFill>
                  <a:latin typeface="隶书" panose="02010509060101010101" pitchFamily="49" charset="-122"/>
                  <a:ea typeface="隶书" panose="02010509060101010101" pitchFamily="49" charset="-122"/>
                </a:rPr>
                <a:t>下 页</a:t>
              </a:r>
              <a:endParaRPr lang="zh-CN" altLang="en-US" sz="1800" b="0" dirty="0">
                <a:solidFill>
                  <a:schemeClr val="bg1"/>
                </a:solidFill>
                <a:latin typeface="隶书" panose="02010509060101010101" pitchFamily="49" charset="-122"/>
                <a:ea typeface="隶书" panose="02010509060101010101" pitchFamily="49" charset="-122"/>
              </a:endParaRPr>
            </a:p>
          </p:txBody>
        </p:sp>
      </p:grpSp>
      <p:grpSp>
        <p:nvGrpSpPr>
          <p:cNvPr id="29712" name="Group 103"/>
          <p:cNvGrpSpPr/>
          <p:nvPr/>
        </p:nvGrpSpPr>
        <p:grpSpPr>
          <a:xfrm>
            <a:off x="7453313" y="6446838"/>
            <a:ext cx="792162" cy="366712"/>
            <a:chOff x="4649" y="4020"/>
            <a:chExt cx="499" cy="231"/>
          </a:xfrm>
        </p:grpSpPr>
        <p:pic>
          <p:nvPicPr>
            <p:cNvPr id="29793" name="Picture 104" descr="78900"/>
            <p:cNvPicPr>
              <a:picLocks noChangeAspect="1"/>
            </p:cNvPicPr>
            <p:nvPr/>
          </p:nvPicPr>
          <p:blipFill>
            <a:blip r:embed="rId3"/>
            <a:stretch>
              <a:fillRect/>
            </a:stretch>
          </p:blipFill>
          <p:spPr>
            <a:xfrm>
              <a:off x="4649" y="4066"/>
              <a:ext cx="499" cy="181"/>
            </a:xfrm>
            <a:prstGeom prst="rect">
              <a:avLst/>
            </a:prstGeom>
            <a:noFill/>
            <a:ln w="9525">
              <a:noFill/>
            </a:ln>
          </p:spPr>
        </p:pic>
        <p:sp>
          <p:nvSpPr>
            <p:cNvPr id="29794" name="Text Box 105">
              <a:hlinkClick r:id="" action="ppaction://hlinkshowjump?jump=previousslide"/>
            </p:cNvPr>
            <p:cNvSpPr txBox="1"/>
            <p:nvPr/>
          </p:nvSpPr>
          <p:spPr>
            <a:xfrm>
              <a:off x="4672" y="4020"/>
              <a:ext cx="476" cy="231"/>
            </a:xfrm>
            <a:prstGeom prst="rect">
              <a:avLst/>
            </a:prstGeom>
            <a:noFill/>
            <a:ln w="9525">
              <a:noFill/>
            </a:ln>
          </p:spPr>
          <p:txBody>
            <a:bodyPr wrap="none">
              <a:spAutoFit/>
            </a:bodyPr>
            <a:p>
              <a:pPr>
                <a:spcBef>
                  <a:spcPct val="50000"/>
                </a:spcBef>
              </a:pPr>
              <a:r>
                <a:rPr lang="zh-CN" altLang="en-US" sz="1800" b="0" dirty="0">
                  <a:solidFill>
                    <a:schemeClr val="bg1"/>
                  </a:solidFill>
                  <a:latin typeface="隶书" panose="02010509060101010101" pitchFamily="49" charset="-122"/>
                  <a:ea typeface="隶书" panose="02010509060101010101" pitchFamily="49" charset="-122"/>
                </a:rPr>
                <a:t>上 页</a:t>
              </a:r>
              <a:endParaRPr lang="zh-CN" altLang="en-US" sz="1800" b="0" dirty="0">
                <a:solidFill>
                  <a:schemeClr val="bg1"/>
                </a:solidFill>
                <a:latin typeface="隶书" panose="02010509060101010101" pitchFamily="49" charset="-122"/>
                <a:ea typeface="隶书" panose="02010509060101010101" pitchFamily="49" charset="-122"/>
              </a:endParaRPr>
            </a:p>
          </p:txBody>
        </p:sp>
      </p:grpSp>
      <p:grpSp>
        <p:nvGrpSpPr>
          <p:cNvPr id="29713" name="Group 234"/>
          <p:cNvGrpSpPr/>
          <p:nvPr/>
        </p:nvGrpSpPr>
        <p:grpSpPr>
          <a:xfrm>
            <a:off x="6588125" y="6446838"/>
            <a:ext cx="792163" cy="366712"/>
            <a:chOff x="4649" y="4020"/>
            <a:chExt cx="499" cy="231"/>
          </a:xfrm>
        </p:grpSpPr>
        <p:pic>
          <p:nvPicPr>
            <p:cNvPr id="29791" name="Picture 235" descr="78900"/>
            <p:cNvPicPr>
              <a:picLocks noChangeAspect="1"/>
            </p:cNvPicPr>
            <p:nvPr/>
          </p:nvPicPr>
          <p:blipFill>
            <a:blip r:embed="rId3"/>
            <a:stretch>
              <a:fillRect/>
            </a:stretch>
          </p:blipFill>
          <p:spPr>
            <a:xfrm>
              <a:off x="4649" y="4066"/>
              <a:ext cx="499" cy="181"/>
            </a:xfrm>
            <a:prstGeom prst="rect">
              <a:avLst/>
            </a:prstGeom>
            <a:noFill/>
            <a:ln w="9525">
              <a:noFill/>
            </a:ln>
          </p:spPr>
        </p:pic>
        <p:sp>
          <p:nvSpPr>
            <p:cNvPr id="29792" name="Text Box 236">
              <a:hlinkClick r:id="" action="ppaction://hlinkshowjump?jump=firstslide"/>
            </p:cNvPr>
            <p:cNvSpPr txBox="1"/>
            <p:nvPr/>
          </p:nvSpPr>
          <p:spPr>
            <a:xfrm>
              <a:off x="4672" y="4020"/>
              <a:ext cx="476" cy="231"/>
            </a:xfrm>
            <a:prstGeom prst="rect">
              <a:avLst/>
            </a:prstGeom>
            <a:noFill/>
            <a:ln w="9525">
              <a:noFill/>
            </a:ln>
          </p:spPr>
          <p:txBody>
            <a:bodyPr wrap="none">
              <a:spAutoFit/>
            </a:bodyPr>
            <a:p>
              <a:pPr>
                <a:spcBef>
                  <a:spcPct val="50000"/>
                </a:spcBef>
              </a:pPr>
              <a:r>
                <a:rPr lang="zh-CN" altLang="en-US" sz="1800" b="0" dirty="0">
                  <a:solidFill>
                    <a:schemeClr val="bg1"/>
                  </a:solidFill>
                  <a:latin typeface="隶书" panose="02010509060101010101" pitchFamily="49" charset="-122"/>
                  <a:ea typeface="隶书" panose="02010509060101010101" pitchFamily="49" charset="-122"/>
                </a:rPr>
                <a:t>返 回</a:t>
              </a:r>
              <a:endParaRPr lang="zh-CN" altLang="en-US" sz="1800" b="0" dirty="0">
                <a:solidFill>
                  <a:schemeClr val="bg1"/>
                </a:solidFill>
                <a:latin typeface="隶书" panose="02010509060101010101" pitchFamily="49" charset="-122"/>
                <a:ea typeface="隶书" panose="02010509060101010101" pitchFamily="49" charset="-122"/>
              </a:endParaRPr>
            </a:p>
          </p:txBody>
        </p:sp>
      </p:grpSp>
      <p:grpSp>
        <p:nvGrpSpPr>
          <p:cNvPr id="6" name="Group 242"/>
          <p:cNvGrpSpPr/>
          <p:nvPr/>
        </p:nvGrpSpPr>
        <p:grpSpPr>
          <a:xfrm>
            <a:off x="468313" y="1316038"/>
            <a:ext cx="3440112" cy="2833687"/>
            <a:chOff x="295" y="829"/>
            <a:chExt cx="2167" cy="1785"/>
          </a:xfrm>
        </p:grpSpPr>
        <p:sp>
          <p:nvSpPr>
            <p:cNvPr id="29755" name="Line 145"/>
            <p:cNvSpPr/>
            <p:nvPr/>
          </p:nvSpPr>
          <p:spPr>
            <a:xfrm>
              <a:off x="884" y="1743"/>
              <a:ext cx="499" cy="0"/>
            </a:xfrm>
            <a:prstGeom prst="line">
              <a:avLst/>
            </a:prstGeom>
            <a:ln w="28575" cap="flat" cmpd="sng">
              <a:solidFill>
                <a:srgbClr val="FFCC00"/>
              </a:solidFill>
              <a:prstDash val="solid"/>
              <a:headEnd type="none" w="med" len="med"/>
              <a:tailEnd type="none" w="med" len="med"/>
            </a:ln>
          </p:spPr>
        </p:sp>
        <p:sp>
          <p:nvSpPr>
            <p:cNvPr id="29756" name="Oval 111"/>
            <p:cNvSpPr/>
            <p:nvPr/>
          </p:nvSpPr>
          <p:spPr>
            <a:xfrm>
              <a:off x="295" y="1829"/>
              <a:ext cx="363" cy="363"/>
            </a:xfrm>
            <a:prstGeom prst="ellipse">
              <a:avLst/>
            </a:prstGeom>
            <a:gradFill rotWithShape="1">
              <a:gsLst>
                <a:gs pos="0">
                  <a:srgbClr val="0099FF"/>
                </a:gs>
                <a:gs pos="100000">
                  <a:srgbClr val="004776"/>
                </a:gs>
              </a:gsLst>
              <a:path path="shape">
                <a:fillToRect l="50000" t="50000" r="50000" b="50000"/>
              </a:path>
              <a:tileRect/>
            </a:gradFill>
            <a:ln w="38100" cap="flat" cmpd="sng">
              <a:solidFill>
                <a:srgbClr val="FF9900"/>
              </a:solidFill>
              <a:prstDash val="solid"/>
              <a:headEnd type="none" w="med" len="med"/>
              <a:tailEnd type="none" w="med" len="med"/>
            </a:ln>
          </p:spPr>
          <p:txBody>
            <a:bodyPr wrap="none" anchor="ctr" anchorCtr="0"/>
            <a:p>
              <a:endParaRPr lang="zh-CN" altLang="en-US" dirty="0">
                <a:latin typeface="楷体_GB2312" pitchFamily="49" charset="-122"/>
              </a:endParaRPr>
            </a:p>
          </p:txBody>
        </p:sp>
        <p:sp>
          <p:nvSpPr>
            <p:cNvPr id="29757" name="Text Box 112"/>
            <p:cNvSpPr txBox="1"/>
            <p:nvPr/>
          </p:nvSpPr>
          <p:spPr>
            <a:xfrm>
              <a:off x="2019" y="1557"/>
              <a:ext cx="329" cy="327"/>
            </a:xfrm>
            <a:prstGeom prst="rect">
              <a:avLst/>
            </a:prstGeom>
            <a:noFill/>
            <a:ln w="28575">
              <a:noFill/>
            </a:ln>
          </p:spPr>
          <p:txBody>
            <a:bodyPr wrap="none" anchor="ctr" anchorCtr="0">
              <a:spAutoFit/>
            </a:bodyPr>
            <a:p>
              <a:pPr algn="ctr"/>
              <a:r>
                <a:rPr lang="en-US" altLang="zh-CN" b="0" i="1" dirty="0">
                  <a:solidFill>
                    <a:schemeClr val="bg1"/>
                  </a:solidFill>
                  <a:latin typeface="Times New Roman" panose="02020603050405020304" pitchFamily="18" charset="0"/>
                  <a:ea typeface="宋体" panose="02010600030101010101" pitchFamily="2" charset="-122"/>
                </a:rPr>
                <a:t>R</a:t>
              </a:r>
              <a:r>
                <a:rPr lang="en-US" altLang="zh-CN" b="0" baseline="-25000" dirty="0">
                  <a:solidFill>
                    <a:schemeClr val="bg1"/>
                  </a:solidFill>
                  <a:latin typeface="Times New Roman" panose="02020603050405020304" pitchFamily="18" charset="0"/>
                  <a:ea typeface="宋体" panose="02010600030101010101" pitchFamily="2" charset="-122"/>
                </a:rPr>
                <a:t>2</a:t>
              </a:r>
              <a:endParaRPr lang="en-US" altLang="zh-CN" b="0" dirty="0">
                <a:solidFill>
                  <a:schemeClr val="bg1"/>
                </a:solidFill>
                <a:latin typeface="Times New Roman" panose="02020603050405020304" pitchFamily="18" charset="0"/>
                <a:ea typeface="宋体" panose="02010600030101010101" pitchFamily="2" charset="-122"/>
              </a:endParaRPr>
            </a:p>
          </p:txBody>
        </p:sp>
        <p:sp>
          <p:nvSpPr>
            <p:cNvPr id="29758" name="Text Box 113"/>
            <p:cNvSpPr txBox="1"/>
            <p:nvPr/>
          </p:nvSpPr>
          <p:spPr>
            <a:xfrm>
              <a:off x="477" y="1511"/>
              <a:ext cx="244" cy="327"/>
            </a:xfrm>
            <a:prstGeom prst="rect">
              <a:avLst/>
            </a:prstGeom>
            <a:noFill/>
            <a:ln w="28575">
              <a:noFill/>
            </a:ln>
          </p:spPr>
          <p:txBody>
            <a:bodyPr wrap="none" anchor="ctr" anchorCtr="0">
              <a:spAutoFit/>
            </a:bodyPr>
            <a:p>
              <a:pPr algn="ctr"/>
              <a:r>
                <a:rPr lang="en-US" altLang="zh-CN" b="0" dirty="0">
                  <a:solidFill>
                    <a:schemeClr val="bg1"/>
                  </a:solidFill>
                  <a:latin typeface="Times New Roman" panose="02020603050405020304" pitchFamily="18" charset="0"/>
                  <a:ea typeface="宋体" panose="02010600030101010101" pitchFamily="2" charset="-122"/>
                </a:rPr>
                <a:t>+</a:t>
              </a:r>
              <a:endParaRPr lang="en-US" altLang="zh-CN" b="0" dirty="0">
                <a:solidFill>
                  <a:schemeClr val="bg1"/>
                </a:solidFill>
                <a:latin typeface="Times New Roman" panose="02020603050405020304" pitchFamily="18" charset="0"/>
                <a:ea typeface="宋体" panose="02010600030101010101" pitchFamily="2" charset="-122"/>
              </a:endParaRPr>
            </a:p>
          </p:txBody>
        </p:sp>
        <p:sp>
          <p:nvSpPr>
            <p:cNvPr id="29759" name="Text Box 114"/>
            <p:cNvSpPr txBox="1"/>
            <p:nvPr/>
          </p:nvSpPr>
          <p:spPr>
            <a:xfrm>
              <a:off x="477" y="2146"/>
              <a:ext cx="228" cy="327"/>
            </a:xfrm>
            <a:prstGeom prst="rect">
              <a:avLst/>
            </a:prstGeom>
            <a:noFill/>
            <a:ln w="28575">
              <a:noFill/>
            </a:ln>
          </p:spPr>
          <p:txBody>
            <a:bodyPr wrap="none" anchor="ctr" anchorCtr="0">
              <a:spAutoFit/>
            </a:bodyPr>
            <a:p>
              <a:pPr algn="ctr"/>
              <a:r>
                <a:rPr lang="en-US" altLang="zh-CN" b="0" dirty="0">
                  <a:solidFill>
                    <a:schemeClr val="bg1"/>
                  </a:solidFill>
                  <a:latin typeface="Times New Roman" panose="02020603050405020304" pitchFamily="18" charset="0"/>
                  <a:ea typeface="宋体" panose="02010600030101010101" pitchFamily="2" charset="-122"/>
                </a:rPr>
                <a:t>_</a:t>
              </a:r>
              <a:endParaRPr lang="en-US" altLang="zh-CN" b="0" dirty="0">
                <a:solidFill>
                  <a:schemeClr val="bg1"/>
                </a:solidFill>
                <a:latin typeface="Times New Roman" panose="02020603050405020304" pitchFamily="18" charset="0"/>
                <a:ea typeface="宋体" panose="02010600030101010101" pitchFamily="2" charset="-122"/>
              </a:endParaRPr>
            </a:p>
          </p:txBody>
        </p:sp>
        <p:grpSp>
          <p:nvGrpSpPr>
            <p:cNvPr id="29760" name="Group 115"/>
            <p:cNvGrpSpPr/>
            <p:nvPr/>
          </p:nvGrpSpPr>
          <p:grpSpPr>
            <a:xfrm rot="-5400000">
              <a:off x="1315" y="1675"/>
              <a:ext cx="221" cy="96"/>
              <a:chOff x="3845" y="3156"/>
              <a:chExt cx="221" cy="96"/>
            </a:xfrm>
          </p:grpSpPr>
          <p:sp>
            <p:nvSpPr>
              <p:cNvPr id="29789" name="Line 116"/>
              <p:cNvSpPr/>
              <p:nvPr/>
            </p:nvSpPr>
            <p:spPr>
              <a:xfrm>
                <a:off x="3845" y="3156"/>
                <a:ext cx="221" cy="1"/>
              </a:xfrm>
              <a:prstGeom prst="line">
                <a:avLst/>
              </a:prstGeom>
              <a:ln w="57150" cap="flat" cmpd="sng">
                <a:solidFill>
                  <a:srgbClr val="FF9900"/>
                </a:solidFill>
                <a:prstDash val="solid"/>
                <a:headEnd type="none" w="med" len="med"/>
                <a:tailEnd type="none" w="med" len="med"/>
              </a:ln>
            </p:spPr>
          </p:sp>
          <p:sp>
            <p:nvSpPr>
              <p:cNvPr id="29790" name="Line 117"/>
              <p:cNvSpPr/>
              <p:nvPr/>
            </p:nvSpPr>
            <p:spPr>
              <a:xfrm flipV="1">
                <a:off x="3845" y="3249"/>
                <a:ext cx="221" cy="3"/>
              </a:xfrm>
              <a:prstGeom prst="line">
                <a:avLst/>
              </a:prstGeom>
              <a:ln w="57150" cap="flat" cmpd="sng">
                <a:solidFill>
                  <a:srgbClr val="FF9900"/>
                </a:solidFill>
                <a:prstDash val="solid"/>
                <a:headEnd type="none" w="med" len="med"/>
                <a:tailEnd type="none" w="med" len="med"/>
              </a:ln>
            </p:spPr>
          </p:sp>
        </p:grpSp>
        <p:sp>
          <p:nvSpPr>
            <p:cNvPr id="29761" name="Text Box 118"/>
            <p:cNvSpPr txBox="1"/>
            <p:nvPr/>
          </p:nvSpPr>
          <p:spPr>
            <a:xfrm>
              <a:off x="2110" y="2101"/>
              <a:ext cx="241" cy="327"/>
            </a:xfrm>
            <a:prstGeom prst="rect">
              <a:avLst/>
            </a:prstGeom>
            <a:noFill/>
            <a:ln w="28575">
              <a:noFill/>
            </a:ln>
          </p:spPr>
          <p:txBody>
            <a:bodyPr wrap="none">
              <a:spAutoFit/>
            </a:bodyPr>
            <a:p>
              <a:r>
                <a:rPr lang="en-US" altLang="zh-CN" b="0" i="1" dirty="0">
                  <a:solidFill>
                    <a:schemeClr val="bg1"/>
                  </a:solidFill>
                  <a:latin typeface="Times New Roman" panose="02020603050405020304" pitchFamily="18" charset="0"/>
                  <a:ea typeface="宋体" panose="02010600030101010101" pitchFamily="2" charset="-122"/>
                </a:rPr>
                <a:t>L</a:t>
              </a:r>
              <a:endParaRPr lang="en-US" altLang="zh-CN" b="0" i="1" dirty="0">
                <a:solidFill>
                  <a:schemeClr val="bg1"/>
                </a:solidFill>
                <a:latin typeface="Times New Roman" panose="02020603050405020304" pitchFamily="18" charset="0"/>
                <a:ea typeface="宋体" panose="02010600030101010101" pitchFamily="2" charset="-122"/>
              </a:endParaRPr>
            </a:p>
          </p:txBody>
        </p:sp>
        <p:sp>
          <p:nvSpPr>
            <p:cNvPr id="29762" name="Line 119"/>
            <p:cNvSpPr/>
            <p:nvPr/>
          </p:nvSpPr>
          <p:spPr>
            <a:xfrm>
              <a:off x="888" y="1190"/>
              <a:ext cx="936" cy="0"/>
            </a:xfrm>
            <a:prstGeom prst="line">
              <a:avLst/>
            </a:prstGeom>
            <a:ln w="28575" cap="flat" cmpd="sng">
              <a:solidFill>
                <a:srgbClr val="FFCC00"/>
              </a:solidFill>
              <a:prstDash val="solid"/>
              <a:headEnd type="none" w="med" len="med"/>
              <a:tailEnd type="none" w="med" len="med"/>
            </a:ln>
          </p:spPr>
        </p:sp>
        <p:sp>
          <p:nvSpPr>
            <p:cNvPr id="29763" name="Line 120"/>
            <p:cNvSpPr/>
            <p:nvPr/>
          </p:nvSpPr>
          <p:spPr>
            <a:xfrm>
              <a:off x="889" y="1190"/>
              <a:ext cx="0" cy="568"/>
            </a:xfrm>
            <a:prstGeom prst="line">
              <a:avLst/>
            </a:prstGeom>
            <a:ln w="28575" cap="flat" cmpd="sng">
              <a:solidFill>
                <a:srgbClr val="FFCC00"/>
              </a:solidFill>
              <a:prstDash val="solid"/>
              <a:headEnd type="none" w="med" len="med"/>
              <a:tailEnd type="none" w="med" len="med"/>
            </a:ln>
          </p:spPr>
        </p:sp>
        <p:sp>
          <p:nvSpPr>
            <p:cNvPr id="29764" name="Line 121"/>
            <p:cNvSpPr/>
            <p:nvPr/>
          </p:nvSpPr>
          <p:spPr>
            <a:xfrm>
              <a:off x="1883" y="1194"/>
              <a:ext cx="0" cy="568"/>
            </a:xfrm>
            <a:prstGeom prst="line">
              <a:avLst/>
            </a:prstGeom>
            <a:ln w="28575" cap="flat" cmpd="sng">
              <a:solidFill>
                <a:srgbClr val="FFCC00"/>
              </a:solidFill>
              <a:prstDash val="solid"/>
              <a:headEnd type="none" w="med" len="med"/>
              <a:tailEnd type="none" w="med" len="med"/>
            </a:ln>
          </p:spPr>
        </p:sp>
        <p:sp>
          <p:nvSpPr>
            <p:cNvPr id="29765" name="Line 122"/>
            <p:cNvSpPr/>
            <p:nvPr/>
          </p:nvSpPr>
          <p:spPr>
            <a:xfrm>
              <a:off x="1475" y="1738"/>
              <a:ext cx="403" cy="0"/>
            </a:xfrm>
            <a:prstGeom prst="line">
              <a:avLst/>
            </a:prstGeom>
            <a:ln w="28575" cap="flat" cmpd="sng">
              <a:solidFill>
                <a:srgbClr val="FFCC00"/>
              </a:solidFill>
              <a:prstDash val="solid"/>
              <a:headEnd type="none" w="med" len="med"/>
              <a:tailEnd type="none" w="med" len="med"/>
            </a:ln>
          </p:spPr>
        </p:sp>
        <p:sp>
          <p:nvSpPr>
            <p:cNvPr id="29766" name="Line 123"/>
            <p:cNvSpPr/>
            <p:nvPr/>
          </p:nvSpPr>
          <p:spPr>
            <a:xfrm>
              <a:off x="947" y="1190"/>
              <a:ext cx="936" cy="0"/>
            </a:xfrm>
            <a:prstGeom prst="line">
              <a:avLst/>
            </a:prstGeom>
            <a:ln w="28575" cap="flat" cmpd="sng">
              <a:solidFill>
                <a:srgbClr val="FFCC00"/>
              </a:solidFill>
              <a:prstDash val="solid"/>
              <a:headEnd type="none" w="med" len="med"/>
              <a:tailEnd type="none" w="med" len="med"/>
            </a:ln>
          </p:spPr>
        </p:sp>
        <p:sp>
          <p:nvSpPr>
            <p:cNvPr id="29767" name="Line 124"/>
            <p:cNvSpPr/>
            <p:nvPr/>
          </p:nvSpPr>
          <p:spPr>
            <a:xfrm>
              <a:off x="481" y="1422"/>
              <a:ext cx="408" cy="0"/>
            </a:xfrm>
            <a:prstGeom prst="line">
              <a:avLst/>
            </a:prstGeom>
            <a:ln w="28575" cap="flat" cmpd="sng">
              <a:solidFill>
                <a:srgbClr val="FFCC00"/>
              </a:solidFill>
              <a:prstDash val="solid"/>
              <a:headEnd type="none" w="med" len="med"/>
              <a:tailEnd type="oval" w="med" len="med"/>
            </a:ln>
          </p:spPr>
        </p:sp>
        <p:sp>
          <p:nvSpPr>
            <p:cNvPr id="29768" name="Line 125"/>
            <p:cNvSpPr/>
            <p:nvPr/>
          </p:nvSpPr>
          <p:spPr>
            <a:xfrm>
              <a:off x="1883" y="1466"/>
              <a:ext cx="499" cy="0"/>
            </a:xfrm>
            <a:prstGeom prst="line">
              <a:avLst/>
            </a:prstGeom>
            <a:ln w="28575" cap="flat" cmpd="sng">
              <a:solidFill>
                <a:srgbClr val="FFCC00"/>
              </a:solidFill>
              <a:prstDash val="solid"/>
              <a:headEnd type="oval" w="med" len="med"/>
              <a:tailEnd type="none" w="med" len="med"/>
            </a:ln>
          </p:spPr>
        </p:sp>
        <p:sp>
          <p:nvSpPr>
            <p:cNvPr id="29769" name="Line 126"/>
            <p:cNvSpPr/>
            <p:nvPr/>
          </p:nvSpPr>
          <p:spPr>
            <a:xfrm>
              <a:off x="2370" y="2430"/>
              <a:ext cx="0" cy="180"/>
            </a:xfrm>
            <a:prstGeom prst="line">
              <a:avLst/>
            </a:prstGeom>
            <a:ln w="28575" cap="flat" cmpd="sng">
              <a:solidFill>
                <a:srgbClr val="FFCC00"/>
              </a:solidFill>
              <a:prstDash val="solid"/>
              <a:headEnd type="none" w="med" len="med"/>
              <a:tailEnd type="none" w="med" len="med"/>
            </a:ln>
          </p:spPr>
        </p:sp>
        <p:sp>
          <p:nvSpPr>
            <p:cNvPr id="29770" name="Line 127"/>
            <p:cNvSpPr/>
            <p:nvPr/>
          </p:nvSpPr>
          <p:spPr>
            <a:xfrm flipH="1">
              <a:off x="481" y="2610"/>
              <a:ext cx="1889" cy="0"/>
            </a:xfrm>
            <a:prstGeom prst="line">
              <a:avLst/>
            </a:prstGeom>
            <a:ln w="28575" cap="flat" cmpd="sng">
              <a:solidFill>
                <a:srgbClr val="FFCC00"/>
              </a:solidFill>
              <a:prstDash val="solid"/>
              <a:headEnd type="none" w="med" len="med"/>
              <a:tailEnd type="none" w="med" len="med"/>
            </a:ln>
          </p:spPr>
        </p:sp>
        <p:sp>
          <p:nvSpPr>
            <p:cNvPr id="29771" name="Line 128"/>
            <p:cNvSpPr/>
            <p:nvPr/>
          </p:nvSpPr>
          <p:spPr>
            <a:xfrm flipH="1">
              <a:off x="476" y="1410"/>
              <a:ext cx="5" cy="1204"/>
            </a:xfrm>
            <a:prstGeom prst="line">
              <a:avLst/>
            </a:prstGeom>
            <a:ln w="28575" cap="flat" cmpd="sng">
              <a:solidFill>
                <a:srgbClr val="FFCC00"/>
              </a:solidFill>
              <a:prstDash val="solid"/>
              <a:headEnd type="none" w="med" len="med"/>
              <a:tailEnd type="none" w="med" len="med"/>
            </a:ln>
          </p:spPr>
        </p:sp>
        <p:sp>
          <p:nvSpPr>
            <p:cNvPr id="29772" name="Text Box 129"/>
            <p:cNvSpPr txBox="1"/>
            <p:nvPr/>
          </p:nvSpPr>
          <p:spPr>
            <a:xfrm>
              <a:off x="522" y="1094"/>
              <a:ext cx="254" cy="327"/>
            </a:xfrm>
            <a:prstGeom prst="rect">
              <a:avLst/>
            </a:prstGeom>
            <a:noFill/>
            <a:ln w="28575">
              <a:noFill/>
            </a:ln>
          </p:spPr>
          <p:txBody>
            <a:bodyPr wrap="none">
              <a:spAutoFit/>
            </a:bodyPr>
            <a:p>
              <a:pPr>
                <a:spcBef>
                  <a:spcPct val="50000"/>
                </a:spcBef>
              </a:pPr>
              <a:r>
                <a:rPr lang="en-US" altLang="zh-CN" b="0" i="1" dirty="0">
                  <a:solidFill>
                    <a:schemeClr val="bg1"/>
                  </a:solidFill>
                  <a:latin typeface="Times New Roman" panose="02020603050405020304" pitchFamily="18" charset="0"/>
                  <a:ea typeface="宋体" panose="02010600030101010101" pitchFamily="2" charset="-122"/>
                </a:rPr>
                <a:t>i</a:t>
              </a:r>
              <a:r>
                <a:rPr lang="en-US" altLang="zh-CN" b="0" baseline="-25000" dirty="0">
                  <a:solidFill>
                    <a:schemeClr val="bg1"/>
                  </a:solidFill>
                  <a:latin typeface="Times New Roman" panose="02020603050405020304" pitchFamily="18" charset="0"/>
                  <a:ea typeface="宋体" panose="02010600030101010101" pitchFamily="2" charset="-122"/>
                </a:rPr>
                <a:t>1</a:t>
              </a:r>
              <a:endParaRPr lang="en-US" altLang="zh-CN" b="0" i="1" dirty="0">
                <a:solidFill>
                  <a:schemeClr val="bg1"/>
                </a:solidFill>
                <a:latin typeface="Times New Roman" panose="02020603050405020304" pitchFamily="18" charset="0"/>
                <a:ea typeface="宋体" panose="02010600030101010101" pitchFamily="2" charset="-122"/>
              </a:endParaRPr>
            </a:p>
          </p:txBody>
        </p:sp>
        <p:sp>
          <p:nvSpPr>
            <p:cNvPr id="29773" name="Text Box 130"/>
            <p:cNvSpPr txBox="1"/>
            <p:nvPr/>
          </p:nvSpPr>
          <p:spPr>
            <a:xfrm>
              <a:off x="975" y="845"/>
              <a:ext cx="254" cy="327"/>
            </a:xfrm>
            <a:prstGeom prst="rect">
              <a:avLst/>
            </a:prstGeom>
            <a:noFill/>
            <a:ln w="28575">
              <a:noFill/>
            </a:ln>
          </p:spPr>
          <p:txBody>
            <a:bodyPr wrap="none">
              <a:spAutoFit/>
            </a:bodyPr>
            <a:p>
              <a:pPr>
                <a:spcBef>
                  <a:spcPct val="50000"/>
                </a:spcBef>
              </a:pPr>
              <a:r>
                <a:rPr lang="en-US" altLang="zh-CN" b="0" i="1" dirty="0">
                  <a:solidFill>
                    <a:schemeClr val="bg1"/>
                  </a:solidFill>
                  <a:latin typeface="Times New Roman" panose="02020603050405020304" pitchFamily="18" charset="0"/>
                  <a:ea typeface="宋体" panose="02010600030101010101" pitchFamily="2" charset="-122"/>
                </a:rPr>
                <a:t>i</a:t>
              </a:r>
              <a:r>
                <a:rPr lang="en-US" altLang="zh-CN" b="0" baseline="-25000" dirty="0">
                  <a:solidFill>
                    <a:schemeClr val="bg1"/>
                  </a:solidFill>
                  <a:latin typeface="Times New Roman" panose="02020603050405020304" pitchFamily="18" charset="0"/>
                  <a:ea typeface="宋体" panose="02010600030101010101" pitchFamily="2" charset="-122"/>
                </a:rPr>
                <a:t>2</a:t>
              </a:r>
              <a:endParaRPr lang="en-US" altLang="zh-CN" b="0" i="1" dirty="0">
                <a:solidFill>
                  <a:schemeClr val="bg1"/>
                </a:solidFill>
                <a:latin typeface="Times New Roman" panose="02020603050405020304" pitchFamily="18" charset="0"/>
                <a:ea typeface="宋体" panose="02010600030101010101" pitchFamily="2" charset="-122"/>
              </a:endParaRPr>
            </a:p>
          </p:txBody>
        </p:sp>
        <p:sp>
          <p:nvSpPr>
            <p:cNvPr id="29774" name="Text Box 131"/>
            <p:cNvSpPr txBox="1"/>
            <p:nvPr/>
          </p:nvSpPr>
          <p:spPr>
            <a:xfrm>
              <a:off x="930" y="1416"/>
              <a:ext cx="254" cy="327"/>
            </a:xfrm>
            <a:prstGeom prst="rect">
              <a:avLst/>
            </a:prstGeom>
            <a:noFill/>
            <a:ln w="28575">
              <a:noFill/>
            </a:ln>
          </p:spPr>
          <p:txBody>
            <a:bodyPr wrap="none">
              <a:spAutoFit/>
            </a:bodyPr>
            <a:p>
              <a:pPr>
                <a:spcBef>
                  <a:spcPct val="50000"/>
                </a:spcBef>
              </a:pPr>
              <a:r>
                <a:rPr lang="en-US" altLang="zh-CN" b="0" i="1" dirty="0">
                  <a:solidFill>
                    <a:schemeClr val="bg1"/>
                  </a:solidFill>
                  <a:latin typeface="Times New Roman" panose="02020603050405020304" pitchFamily="18" charset="0"/>
                  <a:ea typeface="宋体" panose="02010600030101010101" pitchFamily="2" charset="-122"/>
                </a:rPr>
                <a:t>i</a:t>
              </a:r>
              <a:r>
                <a:rPr lang="en-US" altLang="zh-CN" b="0" baseline="-25000" dirty="0">
                  <a:solidFill>
                    <a:schemeClr val="bg1"/>
                  </a:solidFill>
                  <a:latin typeface="Times New Roman" panose="02020603050405020304" pitchFamily="18" charset="0"/>
                  <a:ea typeface="宋体" panose="02010600030101010101" pitchFamily="2" charset="-122"/>
                </a:rPr>
                <a:t>3</a:t>
              </a:r>
              <a:endParaRPr lang="en-US" altLang="zh-CN" b="0" i="1" dirty="0">
                <a:solidFill>
                  <a:schemeClr val="bg1"/>
                </a:solidFill>
                <a:latin typeface="Times New Roman" panose="02020603050405020304" pitchFamily="18" charset="0"/>
                <a:ea typeface="宋体" panose="02010600030101010101" pitchFamily="2" charset="-122"/>
              </a:endParaRPr>
            </a:p>
          </p:txBody>
        </p:sp>
        <p:sp>
          <p:nvSpPr>
            <p:cNvPr id="29775" name="Text Box 132"/>
            <p:cNvSpPr txBox="1"/>
            <p:nvPr/>
          </p:nvSpPr>
          <p:spPr>
            <a:xfrm>
              <a:off x="1297" y="829"/>
              <a:ext cx="329" cy="327"/>
            </a:xfrm>
            <a:prstGeom prst="rect">
              <a:avLst/>
            </a:prstGeom>
            <a:noFill/>
            <a:ln w="28575">
              <a:noFill/>
            </a:ln>
          </p:spPr>
          <p:txBody>
            <a:bodyPr wrap="none">
              <a:spAutoFit/>
            </a:bodyPr>
            <a:p>
              <a:pPr>
                <a:spcBef>
                  <a:spcPct val="50000"/>
                </a:spcBef>
              </a:pPr>
              <a:r>
                <a:rPr lang="en-US" altLang="zh-CN" b="0" i="1" dirty="0">
                  <a:solidFill>
                    <a:schemeClr val="bg1"/>
                  </a:solidFill>
                  <a:latin typeface="Times New Roman" panose="02020603050405020304" pitchFamily="18" charset="0"/>
                  <a:ea typeface="宋体" panose="02010600030101010101" pitchFamily="2" charset="-122"/>
                </a:rPr>
                <a:t>R</a:t>
              </a:r>
              <a:r>
                <a:rPr lang="en-US" altLang="zh-CN" b="0" baseline="-25000" dirty="0">
                  <a:solidFill>
                    <a:schemeClr val="bg1"/>
                  </a:solidFill>
                  <a:latin typeface="Times New Roman" panose="02020603050405020304" pitchFamily="18" charset="0"/>
                  <a:ea typeface="宋体" panose="02010600030101010101" pitchFamily="2" charset="-122"/>
                </a:rPr>
                <a:t>1</a:t>
              </a:r>
              <a:endParaRPr lang="en-US" altLang="zh-CN" b="0" i="1" dirty="0">
                <a:solidFill>
                  <a:schemeClr val="bg1"/>
                </a:solidFill>
                <a:latin typeface="Times New Roman" panose="02020603050405020304" pitchFamily="18" charset="0"/>
                <a:ea typeface="宋体" panose="02010600030101010101" pitchFamily="2" charset="-122"/>
              </a:endParaRPr>
            </a:p>
          </p:txBody>
        </p:sp>
        <p:sp>
          <p:nvSpPr>
            <p:cNvPr id="29776" name="Text Box 133"/>
            <p:cNvSpPr txBox="1"/>
            <p:nvPr/>
          </p:nvSpPr>
          <p:spPr>
            <a:xfrm>
              <a:off x="1247" y="1797"/>
              <a:ext cx="265" cy="327"/>
            </a:xfrm>
            <a:prstGeom prst="rect">
              <a:avLst/>
            </a:prstGeom>
            <a:noFill/>
            <a:ln w="28575">
              <a:noFill/>
            </a:ln>
          </p:spPr>
          <p:txBody>
            <a:bodyPr wrap="none">
              <a:spAutoFit/>
            </a:bodyPr>
            <a:p>
              <a:pPr>
                <a:spcBef>
                  <a:spcPct val="50000"/>
                </a:spcBef>
              </a:pPr>
              <a:r>
                <a:rPr lang="en-US" altLang="zh-CN" b="0" i="1" dirty="0">
                  <a:solidFill>
                    <a:schemeClr val="bg1"/>
                  </a:solidFill>
                  <a:latin typeface="Times New Roman" panose="02020603050405020304" pitchFamily="18" charset="0"/>
                  <a:ea typeface="宋体" panose="02010600030101010101" pitchFamily="2" charset="-122"/>
                </a:rPr>
                <a:t>C</a:t>
              </a:r>
              <a:endParaRPr lang="en-US" altLang="zh-CN" b="0" i="1" dirty="0">
                <a:solidFill>
                  <a:schemeClr val="bg1"/>
                </a:solidFill>
                <a:latin typeface="Times New Roman" panose="02020603050405020304" pitchFamily="18" charset="0"/>
                <a:ea typeface="宋体" panose="02010600030101010101" pitchFamily="2" charset="-122"/>
              </a:endParaRPr>
            </a:p>
          </p:txBody>
        </p:sp>
        <p:sp>
          <p:nvSpPr>
            <p:cNvPr id="29777" name="Text Box 134"/>
            <p:cNvSpPr txBox="1"/>
            <p:nvPr/>
          </p:nvSpPr>
          <p:spPr>
            <a:xfrm>
              <a:off x="630" y="1888"/>
              <a:ext cx="228" cy="327"/>
            </a:xfrm>
            <a:prstGeom prst="rect">
              <a:avLst/>
            </a:prstGeom>
            <a:noFill/>
            <a:ln w="28575">
              <a:noFill/>
            </a:ln>
          </p:spPr>
          <p:txBody>
            <a:bodyPr wrap="none">
              <a:spAutoFit/>
            </a:bodyPr>
            <a:p>
              <a:pPr>
                <a:spcBef>
                  <a:spcPct val="50000"/>
                </a:spcBef>
              </a:pPr>
              <a:r>
                <a:rPr lang="en-US" altLang="zh-CN" b="0" i="1" dirty="0">
                  <a:solidFill>
                    <a:schemeClr val="bg1"/>
                  </a:solidFill>
                  <a:latin typeface="Times New Roman" panose="02020603050405020304" pitchFamily="18" charset="0"/>
                  <a:ea typeface="宋体" panose="02010600030101010101" pitchFamily="2" charset="-122"/>
                </a:rPr>
                <a:t>u</a:t>
              </a:r>
              <a:endParaRPr lang="en-US" altLang="zh-CN" b="0" i="1" dirty="0">
                <a:solidFill>
                  <a:schemeClr val="bg1"/>
                </a:solidFill>
                <a:latin typeface="Times New Roman" panose="02020603050405020304" pitchFamily="18" charset="0"/>
                <a:ea typeface="宋体" panose="02010600030101010101" pitchFamily="2" charset="-122"/>
              </a:endParaRPr>
            </a:p>
          </p:txBody>
        </p:sp>
        <p:sp>
          <p:nvSpPr>
            <p:cNvPr id="29778" name="Line 139"/>
            <p:cNvSpPr/>
            <p:nvPr/>
          </p:nvSpPr>
          <p:spPr>
            <a:xfrm>
              <a:off x="2382" y="1467"/>
              <a:ext cx="0" cy="589"/>
            </a:xfrm>
            <a:prstGeom prst="line">
              <a:avLst/>
            </a:prstGeom>
            <a:ln w="28575" cap="flat" cmpd="sng">
              <a:solidFill>
                <a:srgbClr val="FFCC00"/>
              </a:solidFill>
              <a:prstDash val="solid"/>
              <a:headEnd type="none" w="med" len="med"/>
              <a:tailEnd type="none" w="med" len="med"/>
            </a:ln>
          </p:spPr>
        </p:sp>
        <p:sp>
          <p:nvSpPr>
            <p:cNvPr id="29779" name="Rectangle 140"/>
            <p:cNvSpPr/>
            <p:nvPr/>
          </p:nvSpPr>
          <p:spPr>
            <a:xfrm>
              <a:off x="2318" y="1584"/>
              <a:ext cx="127" cy="318"/>
            </a:xfrm>
            <a:prstGeom prst="rect">
              <a:avLst/>
            </a:prstGeom>
            <a:gradFill rotWithShape="1">
              <a:gsLst>
                <a:gs pos="0">
                  <a:srgbClr val="764700"/>
                </a:gs>
                <a:gs pos="50000">
                  <a:srgbClr val="FF9900"/>
                </a:gs>
                <a:gs pos="100000">
                  <a:srgbClr val="764700"/>
                </a:gs>
              </a:gsLst>
              <a:lin ang="0" scaled="1"/>
              <a:tileRect/>
            </a:gradFill>
            <a:ln w="28575">
              <a:noFill/>
            </a:ln>
          </p:spPr>
          <p:txBody>
            <a:bodyPr wrap="none" anchor="ctr" anchorCtr="0"/>
            <a:p>
              <a:endParaRPr lang="zh-CN" altLang="en-US" dirty="0">
                <a:latin typeface="楷体_GB2312" pitchFamily="49" charset="-122"/>
              </a:endParaRPr>
            </a:p>
          </p:txBody>
        </p:sp>
        <p:sp>
          <p:nvSpPr>
            <p:cNvPr id="29780" name="Rectangle 141"/>
            <p:cNvSpPr/>
            <p:nvPr/>
          </p:nvSpPr>
          <p:spPr>
            <a:xfrm>
              <a:off x="1248" y="1130"/>
              <a:ext cx="317" cy="136"/>
            </a:xfrm>
            <a:prstGeom prst="rect">
              <a:avLst/>
            </a:prstGeom>
            <a:gradFill rotWithShape="1">
              <a:gsLst>
                <a:gs pos="0">
                  <a:srgbClr val="764700"/>
                </a:gs>
                <a:gs pos="50000">
                  <a:srgbClr val="FF9900"/>
                </a:gs>
                <a:gs pos="100000">
                  <a:srgbClr val="764700"/>
                </a:gs>
              </a:gsLst>
              <a:lin ang="5400000" scaled="1"/>
              <a:tileRect/>
            </a:gradFill>
            <a:ln w="28575">
              <a:noFill/>
            </a:ln>
          </p:spPr>
          <p:txBody>
            <a:bodyPr wrap="none" anchor="ctr" anchorCtr="0"/>
            <a:p>
              <a:endParaRPr lang="zh-CN" altLang="en-US" dirty="0">
                <a:latin typeface="楷体_GB2312" pitchFamily="49" charset="-122"/>
              </a:endParaRPr>
            </a:p>
          </p:txBody>
        </p:sp>
        <p:sp>
          <p:nvSpPr>
            <p:cNvPr id="29781" name="Line 142"/>
            <p:cNvSpPr/>
            <p:nvPr/>
          </p:nvSpPr>
          <p:spPr>
            <a:xfrm flipV="1">
              <a:off x="975" y="1743"/>
              <a:ext cx="272" cy="9"/>
            </a:xfrm>
            <a:prstGeom prst="line">
              <a:avLst/>
            </a:prstGeom>
            <a:ln w="28575" cap="flat" cmpd="sng">
              <a:solidFill>
                <a:srgbClr val="00FFFF"/>
              </a:solidFill>
              <a:prstDash val="solid"/>
              <a:headEnd type="none" w="med" len="med"/>
              <a:tailEnd type="triangle" w="med" len="med"/>
            </a:ln>
          </p:spPr>
        </p:sp>
        <p:sp>
          <p:nvSpPr>
            <p:cNvPr id="29782" name="Line 143"/>
            <p:cNvSpPr/>
            <p:nvPr/>
          </p:nvSpPr>
          <p:spPr>
            <a:xfrm>
              <a:off x="521" y="1425"/>
              <a:ext cx="272" cy="0"/>
            </a:xfrm>
            <a:prstGeom prst="line">
              <a:avLst/>
            </a:prstGeom>
            <a:ln w="28575" cap="flat" cmpd="sng">
              <a:solidFill>
                <a:srgbClr val="00FFFF"/>
              </a:solidFill>
              <a:prstDash val="solid"/>
              <a:headEnd type="none" w="med" len="med"/>
              <a:tailEnd type="triangle" w="med" len="med"/>
            </a:ln>
          </p:spPr>
        </p:sp>
        <p:sp>
          <p:nvSpPr>
            <p:cNvPr id="29783" name="Line 144"/>
            <p:cNvSpPr/>
            <p:nvPr/>
          </p:nvSpPr>
          <p:spPr>
            <a:xfrm>
              <a:off x="930" y="1189"/>
              <a:ext cx="272" cy="0"/>
            </a:xfrm>
            <a:prstGeom prst="line">
              <a:avLst/>
            </a:prstGeom>
            <a:ln w="28575" cap="flat" cmpd="sng">
              <a:solidFill>
                <a:srgbClr val="00FFFF"/>
              </a:solidFill>
              <a:prstDash val="solid"/>
              <a:headEnd type="none" w="med" len="med"/>
              <a:tailEnd type="triangle" w="med" len="med"/>
            </a:ln>
          </p:spPr>
        </p:sp>
        <p:grpSp>
          <p:nvGrpSpPr>
            <p:cNvPr id="29784" name="Group 237"/>
            <p:cNvGrpSpPr/>
            <p:nvPr/>
          </p:nvGrpSpPr>
          <p:grpSpPr>
            <a:xfrm rot="10800000">
              <a:off x="2372" y="2069"/>
              <a:ext cx="90" cy="363"/>
              <a:chOff x="1565" y="2614"/>
              <a:chExt cx="90" cy="486"/>
            </a:xfrm>
          </p:grpSpPr>
          <p:sp>
            <p:nvSpPr>
              <p:cNvPr id="29785" name="Arc 238"/>
              <p:cNvSpPr/>
              <p:nvPr/>
            </p:nvSpPr>
            <p:spPr>
              <a:xfrm flipH="1" flipV="1">
                <a:off x="1565" y="2860"/>
                <a:ext cx="90" cy="116"/>
              </a:xfrm>
              <a:custGeom>
                <a:avLst/>
                <a:gdLst>
                  <a:gd name="txL" fmla="*/ 0 w 22723"/>
                  <a:gd name="txT" fmla="*/ 0 h 43200"/>
                  <a:gd name="txR" fmla="*/ 22723 w 22723"/>
                  <a:gd name="txB" fmla="*/ 43200 h 43200"/>
                </a:gdLst>
                <a:ahLst/>
                <a:cxnLst>
                  <a:cxn ang="0">
                    <a:pos x="1122" y="0"/>
                  </a:cxn>
                  <a:cxn ang="0">
                    <a:pos x="22723" y="21600"/>
                  </a:cxn>
                  <a:cxn ang="0">
                    <a:pos x="1123" y="43200"/>
                  </a:cxn>
                  <a:cxn ang="0">
                    <a:pos x="0" y="43170"/>
                  </a:cxn>
                  <a:cxn ang="0">
                    <a:pos x="1122" y="0"/>
                  </a:cxn>
                  <a:cxn ang="0">
                    <a:pos x="22723" y="21600"/>
                  </a:cxn>
                  <a:cxn ang="0">
                    <a:pos x="1123" y="43200"/>
                  </a:cxn>
                  <a:cxn ang="0">
                    <a:pos x="0" y="43170"/>
                  </a:cxn>
                  <a:cxn ang="0">
                    <a:pos x="1123" y="21600"/>
                  </a:cxn>
                </a:cxnLst>
                <a:rect l="txL" t="txT" r="txR" b="txB"/>
                <a:pathLst>
                  <a:path w="22723" h="43200" fill="none">
                    <a:moveTo>
                      <a:pt x="1122" y="0"/>
                    </a:moveTo>
                    <a:cubicBezTo>
                      <a:pt x="13052" y="0"/>
                      <a:pt x="22723" y="9670"/>
                      <a:pt x="22723" y="21600"/>
                    </a:cubicBezTo>
                    <a:cubicBezTo>
                      <a:pt x="22723" y="33529"/>
                      <a:pt x="13052" y="43200"/>
                      <a:pt x="1123" y="43200"/>
                    </a:cubicBezTo>
                    <a:cubicBezTo>
                      <a:pt x="748" y="43200"/>
                      <a:pt x="374" y="43190"/>
                      <a:pt x="0" y="43170"/>
                    </a:cubicBezTo>
                  </a:path>
                  <a:path w="22723" h="43200" stroke="0">
                    <a:moveTo>
                      <a:pt x="1122" y="0"/>
                    </a:moveTo>
                    <a:cubicBezTo>
                      <a:pt x="13052" y="0"/>
                      <a:pt x="22723" y="9670"/>
                      <a:pt x="22723" y="21600"/>
                    </a:cubicBezTo>
                    <a:cubicBezTo>
                      <a:pt x="22723" y="33529"/>
                      <a:pt x="13052" y="43200"/>
                      <a:pt x="1123" y="43200"/>
                    </a:cubicBezTo>
                    <a:cubicBezTo>
                      <a:pt x="748" y="43200"/>
                      <a:pt x="374" y="43190"/>
                      <a:pt x="0" y="43170"/>
                    </a:cubicBezTo>
                    <a:lnTo>
                      <a:pt x="1123" y="21600"/>
                    </a:lnTo>
                    <a:close/>
                  </a:path>
                </a:pathLst>
              </a:custGeom>
              <a:noFill/>
              <a:ln w="28575" cap="flat" cmpd="sng">
                <a:solidFill>
                  <a:srgbClr val="FF9900"/>
                </a:solidFill>
                <a:prstDash val="solid"/>
                <a:round/>
                <a:headEnd type="none" w="med" len="med"/>
                <a:tailEnd type="none" w="med" len="med"/>
              </a:ln>
            </p:spPr>
            <p:txBody>
              <a:bodyPr wrap="none" anchor="ctr" anchorCtr="0"/>
              <a:p>
                <a:endParaRPr lang="zh-CN" altLang="en-US" dirty="0">
                  <a:latin typeface="楷体_GB2312" pitchFamily="49" charset="-122"/>
                </a:endParaRPr>
              </a:p>
            </p:txBody>
          </p:sp>
          <p:sp>
            <p:nvSpPr>
              <p:cNvPr id="29786" name="Arc 239"/>
              <p:cNvSpPr/>
              <p:nvPr/>
            </p:nvSpPr>
            <p:spPr>
              <a:xfrm flipH="1" flipV="1">
                <a:off x="1565" y="2737"/>
                <a:ext cx="90" cy="116"/>
              </a:xfrm>
              <a:custGeom>
                <a:avLst/>
                <a:gdLst>
                  <a:gd name="txL" fmla="*/ 0 w 22723"/>
                  <a:gd name="txT" fmla="*/ 0 h 43200"/>
                  <a:gd name="txR" fmla="*/ 22723 w 22723"/>
                  <a:gd name="txB" fmla="*/ 43200 h 43200"/>
                </a:gdLst>
                <a:ahLst/>
                <a:cxnLst>
                  <a:cxn ang="0">
                    <a:pos x="1122" y="0"/>
                  </a:cxn>
                  <a:cxn ang="0">
                    <a:pos x="22723" y="21600"/>
                  </a:cxn>
                  <a:cxn ang="0">
                    <a:pos x="1123" y="43200"/>
                  </a:cxn>
                  <a:cxn ang="0">
                    <a:pos x="0" y="43170"/>
                  </a:cxn>
                  <a:cxn ang="0">
                    <a:pos x="1122" y="0"/>
                  </a:cxn>
                  <a:cxn ang="0">
                    <a:pos x="22723" y="21600"/>
                  </a:cxn>
                  <a:cxn ang="0">
                    <a:pos x="1123" y="43200"/>
                  </a:cxn>
                  <a:cxn ang="0">
                    <a:pos x="0" y="43170"/>
                  </a:cxn>
                  <a:cxn ang="0">
                    <a:pos x="1123" y="21600"/>
                  </a:cxn>
                </a:cxnLst>
                <a:rect l="txL" t="txT" r="txR" b="txB"/>
                <a:pathLst>
                  <a:path w="22723" h="43200" fill="none">
                    <a:moveTo>
                      <a:pt x="1122" y="0"/>
                    </a:moveTo>
                    <a:cubicBezTo>
                      <a:pt x="13052" y="0"/>
                      <a:pt x="22723" y="9670"/>
                      <a:pt x="22723" y="21600"/>
                    </a:cubicBezTo>
                    <a:cubicBezTo>
                      <a:pt x="22723" y="33529"/>
                      <a:pt x="13052" y="43200"/>
                      <a:pt x="1123" y="43200"/>
                    </a:cubicBezTo>
                    <a:cubicBezTo>
                      <a:pt x="748" y="43200"/>
                      <a:pt x="374" y="43190"/>
                      <a:pt x="0" y="43170"/>
                    </a:cubicBezTo>
                  </a:path>
                  <a:path w="22723" h="43200" stroke="0">
                    <a:moveTo>
                      <a:pt x="1122" y="0"/>
                    </a:moveTo>
                    <a:cubicBezTo>
                      <a:pt x="13052" y="0"/>
                      <a:pt x="22723" y="9670"/>
                      <a:pt x="22723" y="21600"/>
                    </a:cubicBezTo>
                    <a:cubicBezTo>
                      <a:pt x="22723" y="33529"/>
                      <a:pt x="13052" y="43200"/>
                      <a:pt x="1123" y="43200"/>
                    </a:cubicBezTo>
                    <a:cubicBezTo>
                      <a:pt x="748" y="43200"/>
                      <a:pt x="374" y="43190"/>
                      <a:pt x="0" y="43170"/>
                    </a:cubicBezTo>
                    <a:lnTo>
                      <a:pt x="1123" y="21600"/>
                    </a:lnTo>
                    <a:close/>
                  </a:path>
                </a:pathLst>
              </a:custGeom>
              <a:noFill/>
              <a:ln w="28575" cap="flat" cmpd="sng">
                <a:solidFill>
                  <a:srgbClr val="FF9900"/>
                </a:solidFill>
                <a:prstDash val="solid"/>
                <a:round/>
                <a:headEnd type="none" w="med" len="med"/>
                <a:tailEnd type="none" w="med" len="med"/>
              </a:ln>
            </p:spPr>
            <p:txBody>
              <a:bodyPr wrap="none" anchor="ctr" anchorCtr="0"/>
              <a:p>
                <a:endParaRPr lang="zh-CN" altLang="en-US" dirty="0">
                  <a:latin typeface="楷体_GB2312" pitchFamily="49" charset="-122"/>
                </a:endParaRPr>
              </a:p>
            </p:txBody>
          </p:sp>
          <p:sp>
            <p:nvSpPr>
              <p:cNvPr id="29787" name="Arc 240"/>
              <p:cNvSpPr/>
              <p:nvPr/>
            </p:nvSpPr>
            <p:spPr>
              <a:xfrm flipH="1" flipV="1">
                <a:off x="1565" y="2614"/>
                <a:ext cx="90" cy="116"/>
              </a:xfrm>
              <a:custGeom>
                <a:avLst/>
                <a:gdLst>
                  <a:gd name="txL" fmla="*/ 0 w 22723"/>
                  <a:gd name="txT" fmla="*/ 0 h 43200"/>
                  <a:gd name="txR" fmla="*/ 22723 w 22723"/>
                  <a:gd name="txB" fmla="*/ 43200 h 43200"/>
                </a:gdLst>
                <a:ahLst/>
                <a:cxnLst>
                  <a:cxn ang="0">
                    <a:pos x="1122" y="0"/>
                  </a:cxn>
                  <a:cxn ang="0">
                    <a:pos x="22723" y="21600"/>
                  </a:cxn>
                  <a:cxn ang="0">
                    <a:pos x="1123" y="43200"/>
                  </a:cxn>
                  <a:cxn ang="0">
                    <a:pos x="0" y="43170"/>
                  </a:cxn>
                  <a:cxn ang="0">
                    <a:pos x="1122" y="0"/>
                  </a:cxn>
                  <a:cxn ang="0">
                    <a:pos x="22723" y="21600"/>
                  </a:cxn>
                  <a:cxn ang="0">
                    <a:pos x="1123" y="43200"/>
                  </a:cxn>
                  <a:cxn ang="0">
                    <a:pos x="0" y="43170"/>
                  </a:cxn>
                  <a:cxn ang="0">
                    <a:pos x="1123" y="21600"/>
                  </a:cxn>
                </a:cxnLst>
                <a:rect l="txL" t="txT" r="txR" b="txB"/>
                <a:pathLst>
                  <a:path w="22723" h="43200" fill="none">
                    <a:moveTo>
                      <a:pt x="1122" y="0"/>
                    </a:moveTo>
                    <a:cubicBezTo>
                      <a:pt x="13052" y="0"/>
                      <a:pt x="22723" y="9670"/>
                      <a:pt x="22723" y="21600"/>
                    </a:cubicBezTo>
                    <a:cubicBezTo>
                      <a:pt x="22723" y="33529"/>
                      <a:pt x="13052" y="43200"/>
                      <a:pt x="1123" y="43200"/>
                    </a:cubicBezTo>
                    <a:cubicBezTo>
                      <a:pt x="748" y="43200"/>
                      <a:pt x="374" y="43190"/>
                      <a:pt x="0" y="43170"/>
                    </a:cubicBezTo>
                  </a:path>
                  <a:path w="22723" h="43200" stroke="0">
                    <a:moveTo>
                      <a:pt x="1122" y="0"/>
                    </a:moveTo>
                    <a:cubicBezTo>
                      <a:pt x="13052" y="0"/>
                      <a:pt x="22723" y="9670"/>
                      <a:pt x="22723" y="21600"/>
                    </a:cubicBezTo>
                    <a:cubicBezTo>
                      <a:pt x="22723" y="33529"/>
                      <a:pt x="13052" y="43200"/>
                      <a:pt x="1123" y="43200"/>
                    </a:cubicBezTo>
                    <a:cubicBezTo>
                      <a:pt x="748" y="43200"/>
                      <a:pt x="374" y="43190"/>
                      <a:pt x="0" y="43170"/>
                    </a:cubicBezTo>
                    <a:lnTo>
                      <a:pt x="1123" y="21600"/>
                    </a:lnTo>
                    <a:close/>
                  </a:path>
                </a:pathLst>
              </a:custGeom>
              <a:noFill/>
              <a:ln w="28575" cap="flat" cmpd="sng">
                <a:solidFill>
                  <a:srgbClr val="FF9900"/>
                </a:solidFill>
                <a:prstDash val="solid"/>
                <a:round/>
                <a:headEnd type="none" w="med" len="med"/>
                <a:tailEnd type="none" w="med" len="med"/>
              </a:ln>
            </p:spPr>
            <p:txBody>
              <a:bodyPr wrap="none" anchor="ctr" anchorCtr="0"/>
              <a:p>
                <a:endParaRPr lang="zh-CN" altLang="en-US" dirty="0">
                  <a:latin typeface="楷体_GB2312" pitchFamily="49" charset="-122"/>
                </a:endParaRPr>
              </a:p>
            </p:txBody>
          </p:sp>
          <p:sp>
            <p:nvSpPr>
              <p:cNvPr id="29788" name="Arc 241"/>
              <p:cNvSpPr/>
              <p:nvPr/>
            </p:nvSpPr>
            <p:spPr>
              <a:xfrm flipH="1" flipV="1">
                <a:off x="1565" y="2984"/>
                <a:ext cx="90" cy="116"/>
              </a:xfrm>
              <a:custGeom>
                <a:avLst/>
                <a:gdLst>
                  <a:gd name="txL" fmla="*/ 0 w 22723"/>
                  <a:gd name="txT" fmla="*/ 0 h 43200"/>
                  <a:gd name="txR" fmla="*/ 22723 w 22723"/>
                  <a:gd name="txB" fmla="*/ 43200 h 43200"/>
                </a:gdLst>
                <a:ahLst/>
                <a:cxnLst>
                  <a:cxn ang="0">
                    <a:pos x="1122" y="0"/>
                  </a:cxn>
                  <a:cxn ang="0">
                    <a:pos x="22723" y="21600"/>
                  </a:cxn>
                  <a:cxn ang="0">
                    <a:pos x="1123" y="43200"/>
                  </a:cxn>
                  <a:cxn ang="0">
                    <a:pos x="0" y="43170"/>
                  </a:cxn>
                  <a:cxn ang="0">
                    <a:pos x="1122" y="0"/>
                  </a:cxn>
                  <a:cxn ang="0">
                    <a:pos x="22723" y="21600"/>
                  </a:cxn>
                  <a:cxn ang="0">
                    <a:pos x="1123" y="43200"/>
                  </a:cxn>
                  <a:cxn ang="0">
                    <a:pos x="0" y="43170"/>
                  </a:cxn>
                  <a:cxn ang="0">
                    <a:pos x="1123" y="21600"/>
                  </a:cxn>
                </a:cxnLst>
                <a:rect l="txL" t="txT" r="txR" b="txB"/>
                <a:pathLst>
                  <a:path w="22723" h="43200" fill="none">
                    <a:moveTo>
                      <a:pt x="1122" y="0"/>
                    </a:moveTo>
                    <a:cubicBezTo>
                      <a:pt x="13052" y="0"/>
                      <a:pt x="22723" y="9670"/>
                      <a:pt x="22723" y="21600"/>
                    </a:cubicBezTo>
                    <a:cubicBezTo>
                      <a:pt x="22723" y="33529"/>
                      <a:pt x="13052" y="43200"/>
                      <a:pt x="1123" y="43200"/>
                    </a:cubicBezTo>
                    <a:cubicBezTo>
                      <a:pt x="748" y="43200"/>
                      <a:pt x="374" y="43190"/>
                      <a:pt x="0" y="43170"/>
                    </a:cubicBezTo>
                  </a:path>
                  <a:path w="22723" h="43200" stroke="0">
                    <a:moveTo>
                      <a:pt x="1122" y="0"/>
                    </a:moveTo>
                    <a:cubicBezTo>
                      <a:pt x="13052" y="0"/>
                      <a:pt x="22723" y="9670"/>
                      <a:pt x="22723" y="21600"/>
                    </a:cubicBezTo>
                    <a:cubicBezTo>
                      <a:pt x="22723" y="33529"/>
                      <a:pt x="13052" y="43200"/>
                      <a:pt x="1123" y="43200"/>
                    </a:cubicBezTo>
                    <a:cubicBezTo>
                      <a:pt x="748" y="43200"/>
                      <a:pt x="374" y="43190"/>
                      <a:pt x="0" y="43170"/>
                    </a:cubicBezTo>
                    <a:lnTo>
                      <a:pt x="1123" y="21600"/>
                    </a:lnTo>
                    <a:close/>
                  </a:path>
                </a:pathLst>
              </a:custGeom>
              <a:noFill/>
              <a:ln w="28575" cap="flat" cmpd="sng">
                <a:solidFill>
                  <a:srgbClr val="FF9900"/>
                </a:solidFill>
                <a:prstDash val="solid"/>
                <a:round/>
                <a:headEnd type="none" w="med" len="med"/>
                <a:tailEnd type="none" w="med" len="med"/>
              </a:ln>
            </p:spPr>
            <p:txBody>
              <a:bodyPr wrap="none" anchor="ctr" anchorCtr="0"/>
              <a:p>
                <a:endParaRPr lang="zh-CN" altLang="en-US" dirty="0">
                  <a:latin typeface="楷体_GB2312" pitchFamily="49" charset="-122"/>
                </a:endParaRPr>
              </a:p>
            </p:txBody>
          </p:sp>
        </p:grpSp>
      </p:grpSp>
      <p:grpSp>
        <p:nvGrpSpPr>
          <p:cNvPr id="9" name="Group 285"/>
          <p:cNvGrpSpPr/>
          <p:nvPr/>
        </p:nvGrpSpPr>
        <p:grpSpPr>
          <a:xfrm>
            <a:off x="4859338" y="1412875"/>
            <a:ext cx="4203700" cy="2879725"/>
            <a:chOff x="3061" y="890"/>
            <a:chExt cx="2648" cy="1814"/>
          </a:xfrm>
        </p:grpSpPr>
        <p:sp>
          <p:nvSpPr>
            <p:cNvPr id="29719" name="Line 230"/>
            <p:cNvSpPr/>
            <p:nvPr/>
          </p:nvSpPr>
          <p:spPr>
            <a:xfrm>
              <a:off x="3651" y="1817"/>
              <a:ext cx="499" cy="0"/>
            </a:xfrm>
            <a:prstGeom prst="line">
              <a:avLst/>
            </a:prstGeom>
            <a:ln w="28575" cap="flat" cmpd="sng">
              <a:solidFill>
                <a:srgbClr val="FFCC00"/>
              </a:solidFill>
              <a:prstDash val="solid"/>
              <a:headEnd type="none" w="med" len="med"/>
              <a:tailEnd type="none" w="med" len="med"/>
            </a:ln>
          </p:spPr>
        </p:sp>
        <p:grpSp>
          <p:nvGrpSpPr>
            <p:cNvPr id="29720" name="Group 190"/>
            <p:cNvGrpSpPr/>
            <p:nvPr/>
          </p:nvGrpSpPr>
          <p:grpSpPr>
            <a:xfrm>
              <a:off x="3742" y="1921"/>
              <a:ext cx="723" cy="399"/>
              <a:chOff x="3710" y="1720"/>
              <a:chExt cx="723" cy="399"/>
            </a:xfrm>
          </p:grpSpPr>
          <p:sp>
            <p:nvSpPr>
              <p:cNvPr id="29753" name="AutoShape 191"/>
              <p:cNvSpPr/>
              <p:nvPr/>
            </p:nvSpPr>
            <p:spPr>
              <a:xfrm rot="-5400000">
                <a:off x="3992" y="1435"/>
                <a:ext cx="156" cy="723"/>
              </a:xfrm>
              <a:prstGeom prst="leftBrace">
                <a:avLst>
                  <a:gd name="adj1" fmla="val 38600"/>
                  <a:gd name="adj2" fmla="val 50000"/>
                </a:avLst>
              </a:prstGeom>
              <a:noFill/>
              <a:ln w="28575" cap="flat" cmpd="sng">
                <a:solidFill>
                  <a:srgbClr val="FFFF00"/>
                </a:solidFill>
                <a:prstDash val="solid"/>
                <a:headEnd type="none" w="med" len="med"/>
                <a:tailEnd type="none" w="sm" len="med"/>
              </a:ln>
            </p:spPr>
            <p:txBody>
              <a:bodyPr vert="eaVert" wrap="none" anchor="ctr" anchorCtr="0"/>
              <a:p>
                <a:pPr algn="ctr"/>
                <a:endParaRPr lang="zh-CN" altLang="zh-CN" b="0" dirty="0">
                  <a:latin typeface="Arial" panose="020B0604020202020204" pitchFamily="34" charset="0"/>
                  <a:ea typeface="仿宋_GB2312" pitchFamily="49" charset="-122"/>
                </a:endParaRPr>
              </a:p>
            </p:txBody>
          </p:sp>
          <p:sp>
            <p:nvSpPr>
              <p:cNvPr id="29754" name="Text Box 192"/>
              <p:cNvSpPr txBox="1"/>
              <p:nvPr/>
            </p:nvSpPr>
            <p:spPr>
              <a:xfrm>
                <a:off x="3927" y="1792"/>
                <a:ext cx="317" cy="327"/>
              </a:xfrm>
              <a:prstGeom prst="rect">
                <a:avLst/>
              </a:prstGeom>
              <a:noFill/>
              <a:ln w="25400">
                <a:noFill/>
              </a:ln>
            </p:spPr>
            <p:txBody>
              <a:bodyPr wrap="none">
                <a:spAutoFit/>
              </a:bodyPr>
              <a:p>
                <a:pPr>
                  <a:spcBef>
                    <a:spcPct val="50000"/>
                  </a:spcBef>
                </a:pPr>
                <a:r>
                  <a:rPr lang="en-US" altLang="zh-CN" b="0" i="1" dirty="0">
                    <a:solidFill>
                      <a:schemeClr val="bg1"/>
                    </a:solidFill>
                    <a:latin typeface="Times New Roman" panose="02020603050405020304" pitchFamily="18" charset="0"/>
                    <a:ea typeface="宋体" panose="02010600030101010101" pitchFamily="2" charset="-122"/>
                  </a:rPr>
                  <a:t>Z</a:t>
                </a:r>
                <a:r>
                  <a:rPr lang="en-US" altLang="zh-CN" b="0" baseline="-25000" dirty="0">
                    <a:solidFill>
                      <a:schemeClr val="bg1"/>
                    </a:solidFill>
                    <a:latin typeface="Times New Roman" panose="02020603050405020304" pitchFamily="18" charset="0"/>
                    <a:ea typeface="宋体" panose="02010600030101010101" pitchFamily="2" charset="-122"/>
                  </a:rPr>
                  <a:t>1</a:t>
                </a:r>
                <a:endParaRPr lang="en-US" altLang="zh-CN" b="0" i="1" dirty="0">
                  <a:solidFill>
                    <a:schemeClr val="bg1"/>
                  </a:solidFill>
                  <a:latin typeface="Times New Roman" panose="02020603050405020304" pitchFamily="18" charset="0"/>
                  <a:ea typeface="宋体" panose="02010600030101010101" pitchFamily="2" charset="-122"/>
                </a:endParaRPr>
              </a:p>
            </p:txBody>
          </p:sp>
        </p:grpSp>
        <p:grpSp>
          <p:nvGrpSpPr>
            <p:cNvPr id="29721" name="Group 193"/>
            <p:cNvGrpSpPr/>
            <p:nvPr/>
          </p:nvGrpSpPr>
          <p:grpSpPr>
            <a:xfrm>
              <a:off x="5284" y="1694"/>
              <a:ext cx="425" cy="804"/>
              <a:chOff x="5163" y="1524"/>
              <a:chExt cx="425" cy="804"/>
            </a:xfrm>
          </p:grpSpPr>
          <p:sp>
            <p:nvSpPr>
              <p:cNvPr id="29751" name="AutoShape 194"/>
              <p:cNvSpPr/>
              <p:nvPr/>
            </p:nvSpPr>
            <p:spPr>
              <a:xfrm>
                <a:off x="5163" y="1524"/>
                <a:ext cx="129" cy="804"/>
              </a:xfrm>
              <a:prstGeom prst="rightBrace">
                <a:avLst>
                  <a:gd name="adj1" fmla="val 51909"/>
                  <a:gd name="adj2" fmla="val 50000"/>
                </a:avLst>
              </a:prstGeom>
              <a:noFill/>
              <a:ln w="28575" cap="flat" cmpd="sng">
                <a:solidFill>
                  <a:srgbClr val="FFFF00"/>
                </a:solidFill>
                <a:prstDash val="solid"/>
                <a:headEnd type="none" w="med" len="med"/>
                <a:tailEnd type="none" w="sm" len="med"/>
              </a:ln>
            </p:spPr>
            <p:txBody>
              <a:bodyPr wrap="none" anchor="ctr" anchorCtr="0"/>
              <a:p>
                <a:endParaRPr lang="zh-CN" altLang="en-US" dirty="0">
                  <a:latin typeface="楷体_GB2312" pitchFamily="49" charset="-122"/>
                </a:endParaRPr>
              </a:p>
            </p:txBody>
          </p:sp>
          <p:sp>
            <p:nvSpPr>
              <p:cNvPr id="29752" name="Text Box 195"/>
              <p:cNvSpPr txBox="1"/>
              <p:nvPr/>
            </p:nvSpPr>
            <p:spPr>
              <a:xfrm>
                <a:off x="5271" y="1709"/>
                <a:ext cx="317" cy="327"/>
              </a:xfrm>
              <a:prstGeom prst="rect">
                <a:avLst/>
              </a:prstGeom>
              <a:noFill/>
              <a:ln w="25400">
                <a:noFill/>
              </a:ln>
            </p:spPr>
            <p:txBody>
              <a:bodyPr wrap="none">
                <a:spAutoFit/>
              </a:bodyPr>
              <a:p>
                <a:pPr>
                  <a:spcBef>
                    <a:spcPct val="50000"/>
                  </a:spcBef>
                </a:pPr>
                <a:r>
                  <a:rPr lang="en-US" altLang="zh-CN" b="0" i="1" dirty="0">
                    <a:solidFill>
                      <a:schemeClr val="bg1"/>
                    </a:solidFill>
                    <a:latin typeface="Times New Roman" panose="02020603050405020304" pitchFamily="18" charset="0"/>
                    <a:ea typeface="宋体" panose="02010600030101010101" pitchFamily="2" charset="-122"/>
                  </a:rPr>
                  <a:t>Z</a:t>
                </a:r>
                <a:r>
                  <a:rPr lang="en-US" altLang="zh-CN" b="0" baseline="-25000" dirty="0">
                    <a:solidFill>
                      <a:schemeClr val="bg1"/>
                    </a:solidFill>
                    <a:latin typeface="Times New Roman" panose="02020603050405020304" pitchFamily="18" charset="0"/>
                    <a:ea typeface="宋体" panose="02010600030101010101" pitchFamily="2" charset="-122"/>
                  </a:rPr>
                  <a:t>2</a:t>
                </a:r>
                <a:endParaRPr lang="en-US" altLang="zh-CN" b="0" i="1" dirty="0">
                  <a:solidFill>
                    <a:schemeClr val="bg1"/>
                  </a:solidFill>
                  <a:latin typeface="Times New Roman" panose="02020603050405020304" pitchFamily="18" charset="0"/>
                  <a:ea typeface="宋体" panose="02010600030101010101" pitchFamily="2" charset="-122"/>
                </a:endParaRPr>
              </a:p>
            </p:txBody>
          </p:sp>
        </p:grpSp>
        <p:graphicFrame>
          <p:nvGraphicFramePr>
            <p:cNvPr id="29699" name="Object 196"/>
            <p:cNvGraphicFramePr/>
            <p:nvPr/>
          </p:nvGraphicFramePr>
          <p:xfrm>
            <a:off x="3424" y="2012"/>
            <a:ext cx="216" cy="279"/>
          </p:xfrm>
          <a:graphic>
            <a:graphicData uri="http://schemas.openxmlformats.org/presentationml/2006/ole">
              <mc:AlternateContent xmlns:mc="http://schemas.openxmlformats.org/markup-compatibility/2006">
                <mc:Choice xmlns:v="urn:schemas-microsoft-com:vml" Requires="v">
                  <p:oleObj spid="_x0000_s3202" name="" r:id="rId4" imgW="177800" imgH="227965" progId="Equation.3">
                    <p:embed/>
                  </p:oleObj>
                </mc:Choice>
                <mc:Fallback>
                  <p:oleObj name="" r:id="rId4" imgW="177800" imgH="227965" progId="Equation.3">
                    <p:embed/>
                    <p:pic>
                      <p:nvPicPr>
                        <p:cNvPr id="0" name="图片 3201"/>
                        <p:cNvPicPr/>
                        <p:nvPr/>
                      </p:nvPicPr>
                      <p:blipFill>
                        <a:blip r:embed="rId5">
                          <a:clrChange>
                            <a:clrFrom>
                              <a:srgbClr val="000000"/>
                            </a:clrFrom>
                            <a:clrTo>
                              <a:srgbClr val="FFFFFF"/>
                            </a:clrTo>
                          </a:clrChange>
                        </a:blip>
                        <a:stretch>
                          <a:fillRect/>
                        </a:stretch>
                      </p:blipFill>
                      <p:spPr>
                        <a:xfrm>
                          <a:off x="3424" y="2012"/>
                          <a:ext cx="216" cy="279"/>
                        </a:xfrm>
                        <a:prstGeom prst="rect">
                          <a:avLst/>
                        </a:prstGeom>
                        <a:noFill/>
                        <a:ln w="38100">
                          <a:noFill/>
                          <a:miter/>
                        </a:ln>
                      </p:spPr>
                    </p:pic>
                  </p:oleObj>
                </mc:Fallback>
              </mc:AlternateContent>
            </a:graphicData>
          </a:graphic>
        </p:graphicFrame>
        <p:graphicFrame>
          <p:nvGraphicFramePr>
            <p:cNvPr id="29700" name="Object 197"/>
            <p:cNvGraphicFramePr/>
            <p:nvPr/>
          </p:nvGraphicFramePr>
          <p:xfrm>
            <a:off x="3288" y="1149"/>
            <a:ext cx="206" cy="364"/>
          </p:xfrm>
          <a:graphic>
            <a:graphicData uri="http://schemas.openxmlformats.org/presentationml/2006/ole">
              <mc:AlternateContent xmlns:mc="http://schemas.openxmlformats.org/markup-compatibility/2006">
                <mc:Choice xmlns:v="urn:schemas-microsoft-com:vml" Requires="v">
                  <p:oleObj spid="_x0000_s3197" name="" r:id="rId6" imgW="152400" imgH="266065" progId="Equation.3">
                    <p:embed/>
                  </p:oleObj>
                </mc:Choice>
                <mc:Fallback>
                  <p:oleObj name="" r:id="rId6" imgW="152400" imgH="266065" progId="Equation.3">
                    <p:embed/>
                    <p:pic>
                      <p:nvPicPr>
                        <p:cNvPr id="0" name="图片 3196"/>
                        <p:cNvPicPr/>
                        <p:nvPr/>
                      </p:nvPicPr>
                      <p:blipFill>
                        <a:blip r:embed="rId7">
                          <a:clrChange>
                            <a:clrFrom>
                              <a:srgbClr val="000000"/>
                            </a:clrFrom>
                            <a:clrTo>
                              <a:srgbClr val="FFFFFF"/>
                            </a:clrTo>
                          </a:clrChange>
                        </a:blip>
                        <a:stretch>
                          <a:fillRect/>
                        </a:stretch>
                      </p:blipFill>
                      <p:spPr>
                        <a:xfrm>
                          <a:off x="3288" y="1149"/>
                          <a:ext cx="206" cy="364"/>
                        </a:xfrm>
                        <a:prstGeom prst="rect">
                          <a:avLst/>
                        </a:prstGeom>
                        <a:noFill/>
                        <a:ln w="38100">
                          <a:noFill/>
                          <a:miter/>
                        </a:ln>
                      </p:spPr>
                    </p:pic>
                  </p:oleObj>
                </mc:Fallback>
              </mc:AlternateContent>
            </a:graphicData>
          </a:graphic>
        </p:graphicFrame>
        <p:graphicFrame>
          <p:nvGraphicFramePr>
            <p:cNvPr id="29701" name="Object 198"/>
            <p:cNvGraphicFramePr/>
            <p:nvPr/>
          </p:nvGraphicFramePr>
          <p:xfrm>
            <a:off x="3696" y="923"/>
            <a:ext cx="202" cy="331"/>
          </p:xfrm>
          <a:graphic>
            <a:graphicData uri="http://schemas.openxmlformats.org/presentationml/2006/ole">
              <mc:AlternateContent xmlns:mc="http://schemas.openxmlformats.org/markup-compatibility/2006">
                <mc:Choice xmlns:v="urn:schemas-microsoft-com:vml" Requires="v">
                  <p:oleObj spid="_x0000_s3198" name="" r:id="rId8" imgW="165100" imgH="266065" progId="Equation.3">
                    <p:embed/>
                  </p:oleObj>
                </mc:Choice>
                <mc:Fallback>
                  <p:oleObj name="" r:id="rId8" imgW="165100" imgH="266065" progId="Equation.3">
                    <p:embed/>
                    <p:pic>
                      <p:nvPicPr>
                        <p:cNvPr id="0" name="图片 3197"/>
                        <p:cNvPicPr/>
                        <p:nvPr/>
                      </p:nvPicPr>
                      <p:blipFill>
                        <a:blip r:embed="rId9">
                          <a:clrChange>
                            <a:clrFrom>
                              <a:srgbClr val="000000"/>
                            </a:clrFrom>
                            <a:clrTo>
                              <a:srgbClr val="FFFFFF"/>
                            </a:clrTo>
                          </a:clrChange>
                        </a:blip>
                        <a:stretch>
                          <a:fillRect/>
                        </a:stretch>
                      </p:blipFill>
                      <p:spPr>
                        <a:xfrm>
                          <a:off x="3696" y="923"/>
                          <a:ext cx="202" cy="331"/>
                        </a:xfrm>
                        <a:prstGeom prst="rect">
                          <a:avLst/>
                        </a:prstGeom>
                        <a:noFill/>
                        <a:ln w="38100">
                          <a:noFill/>
                          <a:miter/>
                        </a:ln>
                      </p:spPr>
                    </p:pic>
                  </p:oleObj>
                </mc:Fallback>
              </mc:AlternateContent>
            </a:graphicData>
          </a:graphic>
        </p:graphicFrame>
        <p:graphicFrame>
          <p:nvGraphicFramePr>
            <p:cNvPr id="29702" name="Object 199"/>
            <p:cNvGraphicFramePr/>
            <p:nvPr/>
          </p:nvGraphicFramePr>
          <p:xfrm>
            <a:off x="3696" y="1467"/>
            <a:ext cx="224" cy="363"/>
          </p:xfrm>
          <a:graphic>
            <a:graphicData uri="http://schemas.openxmlformats.org/presentationml/2006/ole">
              <mc:AlternateContent xmlns:mc="http://schemas.openxmlformats.org/markup-compatibility/2006">
                <mc:Choice xmlns:v="urn:schemas-microsoft-com:vml" Requires="v">
                  <p:oleObj spid="_x0000_s3199" name="" r:id="rId10" imgW="165100" imgH="266065" progId="Equation.3">
                    <p:embed/>
                  </p:oleObj>
                </mc:Choice>
                <mc:Fallback>
                  <p:oleObj name="" r:id="rId10" imgW="165100" imgH="266065" progId="Equation.3">
                    <p:embed/>
                    <p:pic>
                      <p:nvPicPr>
                        <p:cNvPr id="0" name="图片 3198"/>
                        <p:cNvPicPr/>
                        <p:nvPr/>
                      </p:nvPicPr>
                      <p:blipFill>
                        <a:blip r:embed="rId11">
                          <a:clrChange>
                            <a:clrFrom>
                              <a:srgbClr val="000000"/>
                            </a:clrFrom>
                            <a:clrTo>
                              <a:srgbClr val="FFFFFF"/>
                            </a:clrTo>
                          </a:clrChange>
                        </a:blip>
                        <a:stretch>
                          <a:fillRect/>
                        </a:stretch>
                      </p:blipFill>
                      <p:spPr>
                        <a:xfrm>
                          <a:off x="3696" y="1467"/>
                          <a:ext cx="224" cy="363"/>
                        </a:xfrm>
                        <a:prstGeom prst="rect">
                          <a:avLst/>
                        </a:prstGeom>
                        <a:noFill/>
                        <a:ln w="38100">
                          <a:noFill/>
                          <a:miter/>
                        </a:ln>
                      </p:spPr>
                    </p:pic>
                  </p:oleObj>
                </mc:Fallback>
              </mc:AlternateContent>
            </a:graphicData>
          </a:graphic>
        </p:graphicFrame>
        <p:graphicFrame>
          <p:nvGraphicFramePr>
            <p:cNvPr id="29703" name="Object 200"/>
            <p:cNvGraphicFramePr/>
            <p:nvPr/>
          </p:nvGraphicFramePr>
          <p:xfrm>
            <a:off x="3969" y="1286"/>
            <a:ext cx="687" cy="521"/>
          </p:xfrm>
          <a:graphic>
            <a:graphicData uri="http://schemas.openxmlformats.org/presentationml/2006/ole">
              <mc:AlternateContent xmlns:mc="http://schemas.openxmlformats.org/markup-compatibility/2006">
                <mc:Choice xmlns:v="urn:schemas-microsoft-com:vml" Requires="v">
                  <p:oleObj spid="_x0000_s3200" name="" r:id="rId12" imgW="520700" imgH="457200" progId="Equation.3">
                    <p:embed/>
                  </p:oleObj>
                </mc:Choice>
                <mc:Fallback>
                  <p:oleObj name="" r:id="rId12" imgW="520700" imgH="457200" progId="Equation.3">
                    <p:embed/>
                    <p:pic>
                      <p:nvPicPr>
                        <p:cNvPr id="0" name="图片 3199"/>
                        <p:cNvPicPr/>
                        <p:nvPr/>
                      </p:nvPicPr>
                      <p:blipFill>
                        <a:blip r:embed="rId13">
                          <a:clrChange>
                            <a:clrFrom>
                              <a:srgbClr val="000000"/>
                            </a:clrFrom>
                            <a:clrTo>
                              <a:srgbClr val="FFFFFF"/>
                            </a:clrTo>
                          </a:clrChange>
                        </a:blip>
                        <a:stretch>
                          <a:fillRect/>
                        </a:stretch>
                      </p:blipFill>
                      <p:spPr>
                        <a:xfrm>
                          <a:off x="3969" y="1286"/>
                          <a:ext cx="687" cy="521"/>
                        </a:xfrm>
                        <a:prstGeom prst="rect">
                          <a:avLst/>
                        </a:prstGeom>
                        <a:noFill/>
                        <a:ln w="38100">
                          <a:noFill/>
                          <a:miter/>
                        </a:ln>
                      </p:spPr>
                    </p:pic>
                  </p:oleObj>
                </mc:Fallback>
              </mc:AlternateContent>
            </a:graphicData>
          </a:graphic>
        </p:graphicFrame>
        <p:graphicFrame>
          <p:nvGraphicFramePr>
            <p:cNvPr id="29704" name="Object 201"/>
            <p:cNvGraphicFramePr/>
            <p:nvPr/>
          </p:nvGraphicFramePr>
          <p:xfrm>
            <a:off x="4694" y="2193"/>
            <a:ext cx="468" cy="311"/>
          </p:xfrm>
          <a:graphic>
            <a:graphicData uri="http://schemas.openxmlformats.org/presentationml/2006/ole">
              <mc:AlternateContent xmlns:mc="http://schemas.openxmlformats.org/markup-compatibility/2006">
                <mc:Choice xmlns:v="urn:schemas-microsoft-com:vml" Requires="v">
                  <p:oleObj spid="_x0000_s3201" name="" r:id="rId14" imgW="342900" imgH="228600" progId="Equation.3">
                    <p:embed/>
                  </p:oleObj>
                </mc:Choice>
                <mc:Fallback>
                  <p:oleObj name="" r:id="rId14" imgW="342900" imgH="228600" progId="Equation.3">
                    <p:embed/>
                    <p:pic>
                      <p:nvPicPr>
                        <p:cNvPr id="0" name="图片 3200"/>
                        <p:cNvPicPr/>
                        <p:nvPr/>
                      </p:nvPicPr>
                      <p:blipFill>
                        <a:blip r:embed="rId15">
                          <a:clrChange>
                            <a:clrFrom>
                              <a:srgbClr val="000000"/>
                            </a:clrFrom>
                            <a:clrTo>
                              <a:srgbClr val="FFFFFF"/>
                            </a:clrTo>
                          </a:clrChange>
                        </a:blip>
                        <a:stretch>
                          <a:fillRect/>
                        </a:stretch>
                      </p:blipFill>
                      <p:spPr>
                        <a:xfrm>
                          <a:off x="4694" y="2193"/>
                          <a:ext cx="468" cy="311"/>
                        </a:xfrm>
                        <a:prstGeom prst="rect">
                          <a:avLst/>
                        </a:prstGeom>
                        <a:noFill/>
                        <a:ln w="38100">
                          <a:noFill/>
                          <a:miter/>
                        </a:ln>
                      </p:spPr>
                    </p:pic>
                  </p:oleObj>
                </mc:Fallback>
              </mc:AlternateContent>
            </a:graphicData>
          </a:graphic>
        </p:graphicFrame>
        <p:sp>
          <p:nvSpPr>
            <p:cNvPr id="29722" name="Oval 202"/>
            <p:cNvSpPr/>
            <p:nvPr/>
          </p:nvSpPr>
          <p:spPr>
            <a:xfrm>
              <a:off x="3061" y="1908"/>
              <a:ext cx="363" cy="363"/>
            </a:xfrm>
            <a:prstGeom prst="ellipse">
              <a:avLst/>
            </a:prstGeom>
            <a:gradFill rotWithShape="1">
              <a:gsLst>
                <a:gs pos="0">
                  <a:srgbClr val="0099FF"/>
                </a:gs>
                <a:gs pos="100000">
                  <a:srgbClr val="004776"/>
                </a:gs>
              </a:gsLst>
              <a:path path="shape">
                <a:fillToRect l="50000" t="50000" r="50000" b="50000"/>
              </a:path>
              <a:tileRect/>
            </a:gradFill>
            <a:ln w="38100" cap="flat" cmpd="sng">
              <a:solidFill>
                <a:srgbClr val="FF9900"/>
              </a:solidFill>
              <a:prstDash val="solid"/>
              <a:headEnd type="none" w="med" len="med"/>
              <a:tailEnd type="none" w="med" len="med"/>
            </a:ln>
          </p:spPr>
          <p:txBody>
            <a:bodyPr wrap="none" anchor="ctr" anchorCtr="0"/>
            <a:p>
              <a:endParaRPr lang="zh-CN" altLang="en-US" dirty="0">
                <a:latin typeface="楷体_GB2312" pitchFamily="49" charset="-122"/>
              </a:endParaRPr>
            </a:p>
          </p:txBody>
        </p:sp>
        <p:sp>
          <p:nvSpPr>
            <p:cNvPr id="29723" name="Text Box 203"/>
            <p:cNvSpPr txBox="1"/>
            <p:nvPr/>
          </p:nvSpPr>
          <p:spPr>
            <a:xfrm>
              <a:off x="4785" y="1636"/>
              <a:ext cx="329" cy="327"/>
            </a:xfrm>
            <a:prstGeom prst="rect">
              <a:avLst/>
            </a:prstGeom>
            <a:noFill/>
            <a:ln w="28575">
              <a:noFill/>
            </a:ln>
          </p:spPr>
          <p:txBody>
            <a:bodyPr wrap="none" anchor="ctr" anchorCtr="0">
              <a:spAutoFit/>
            </a:bodyPr>
            <a:p>
              <a:pPr algn="ctr"/>
              <a:r>
                <a:rPr lang="en-US" altLang="zh-CN" b="0" i="1" dirty="0">
                  <a:solidFill>
                    <a:schemeClr val="bg1"/>
                  </a:solidFill>
                  <a:latin typeface="Times New Roman" panose="02020603050405020304" pitchFamily="18" charset="0"/>
                  <a:ea typeface="宋体" panose="02010600030101010101" pitchFamily="2" charset="-122"/>
                </a:rPr>
                <a:t>R</a:t>
              </a:r>
              <a:r>
                <a:rPr lang="en-US" altLang="zh-CN" b="0" baseline="-25000" dirty="0">
                  <a:solidFill>
                    <a:schemeClr val="bg1"/>
                  </a:solidFill>
                  <a:latin typeface="Times New Roman" panose="02020603050405020304" pitchFamily="18" charset="0"/>
                  <a:ea typeface="宋体" panose="02010600030101010101" pitchFamily="2" charset="-122"/>
                </a:rPr>
                <a:t>2</a:t>
              </a:r>
              <a:endParaRPr lang="en-US" altLang="zh-CN" b="0" dirty="0">
                <a:solidFill>
                  <a:schemeClr val="bg1"/>
                </a:solidFill>
                <a:latin typeface="Times New Roman" panose="02020603050405020304" pitchFamily="18" charset="0"/>
                <a:ea typeface="宋体" panose="02010600030101010101" pitchFamily="2" charset="-122"/>
              </a:endParaRPr>
            </a:p>
          </p:txBody>
        </p:sp>
        <p:sp>
          <p:nvSpPr>
            <p:cNvPr id="29724" name="Text Box 204"/>
            <p:cNvSpPr txBox="1"/>
            <p:nvPr/>
          </p:nvSpPr>
          <p:spPr>
            <a:xfrm>
              <a:off x="3243" y="1590"/>
              <a:ext cx="244" cy="327"/>
            </a:xfrm>
            <a:prstGeom prst="rect">
              <a:avLst/>
            </a:prstGeom>
            <a:noFill/>
            <a:ln w="28575">
              <a:noFill/>
            </a:ln>
          </p:spPr>
          <p:txBody>
            <a:bodyPr wrap="none" anchor="ctr" anchorCtr="0">
              <a:spAutoFit/>
            </a:bodyPr>
            <a:p>
              <a:pPr algn="ctr"/>
              <a:r>
                <a:rPr lang="en-US" altLang="zh-CN" b="0" dirty="0">
                  <a:solidFill>
                    <a:schemeClr val="bg1"/>
                  </a:solidFill>
                  <a:latin typeface="Times New Roman" panose="02020603050405020304" pitchFamily="18" charset="0"/>
                  <a:ea typeface="宋体" panose="02010600030101010101" pitchFamily="2" charset="-122"/>
                </a:rPr>
                <a:t>+</a:t>
              </a:r>
              <a:endParaRPr lang="en-US" altLang="zh-CN" b="0" dirty="0">
                <a:solidFill>
                  <a:schemeClr val="bg1"/>
                </a:solidFill>
                <a:latin typeface="Times New Roman" panose="02020603050405020304" pitchFamily="18" charset="0"/>
                <a:ea typeface="宋体" panose="02010600030101010101" pitchFamily="2" charset="-122"/>
              </a:endParaRPr>
            </a:p>
          </p:txBody>
        </p:sp>
        <p:sp>
          <p:nvSpPr>
            <p:cNvPr id="29725" name="Text Box 205"/>
            <p:cNvSpPr txBox="1"/>
            <p:nvPr/>
          </p:nvSpPr>
          <p:spPr>
            <a:xfrm>
              <a:off x="3243" y="2225"/>
              <a:ext cx="228" cy="327"/>
            </a:xfrm>
            <a:prstGeom prst="rect">
              <a:avLst/>
            </a:prstGeom>
            <a:noFill/>
            <a:ln w="28575">
              <a:noFill/>
            </a:ln>
          </p:spPr>
          <p:txBody>
            <a:bodyPr wrap="none" anchor="ctr" anchorCtr="0">
              <a:spAutoFit/>
            </a:bodyPr>
            <a:p>
              <a:pPr algn="ctr"/>
              <a:r>
                <a:rPr lang="en-US" altLang="zh-CN" b="0" dirty="0">
                  <a:solidFill>
                    <a:schemeClr val="bg1"/>
                  </a:solidFill>
                  <a:latin typeface="Times New Roman" panose="02020603050405020304" pitchFamily="18" charset="0"/>
                  <a:ea typeface="宋体" panose="02010600030101010101" pitchFamily="2" charset="-122"/>
                </a:rPr>
                <a:t>_</a:t>
              </a:r>
              <a:endParaRPr lang="en-US" altLang="zh-CN" b="0" dirty="0">
                <a:solidFill>
                  <a:schemeClr val="bg1"/>
                </a:solidFill>
                <a:latin typeface="Times New Roman" panose="02020603050405020304" pitchFamily="18" charset="0"/>
                <a:ea typeface="宋体" panose="02010600030101010101" pitchFamily="2" charset="-122"/>
              </a:endParaRPr>
            </a:p>
          </p:txBody>
        </p:sp>
        <p:grpSp>
          <p:nvGrpSpPr>
            <p:cNvPr id="29726" name="Group 206"/>
            <p:cNvGrpSpPr/>
            <p:nvPr/>
          </p:nvGrpSpPr>
          <p:grpSpPr>
            <a:xfrm rot="-5400000">
              <a:off x="4081" y="1754"/>
              <a:ext cx="221" cy="96"/>
              <a:chOff x="3845" y="3156"/>
              <a:chExt cx="221" cy="96"/>
            </a:xfrm>
          </p:grpSpPr>
          <p:sp>
            <p:nvSpPr>
              <p:cNvPr id="29749" name="Line 207"/>
              <p:cNvSpPr/>
              <p:nvPr/>
            </p:nvSpPr>
            <p:spPr>
              <a:xfrm>
                <a:off x="3845" y="3156"/>
                <a:ext cx="221" cy="1"/>
              </a:xfrm>
              <a:prstGeom prst="line">
                <a:avLst/>
              </a:prstGeom>
              <a:ln w="57150" cap="flat" cmpd="sng">
                <a:solidFill>
                  <a:srgbClr val="FF9900"/>
                </a:solidFill>
                <a:prstDash val="solid"/>
                <a:headEnd type="none" w="med" len="med"/>
                <a:tailEnd type="none" w="med" len="med"/>
              </a:ln>
            </p:spPr>
          </p:sp>
          <p:sp>
            <p:nvSpPr>
              <p:cNvPr id="29750" name="Line 208"/>
              <p:cNvSpPr/>
              <p:nvPr/>
            </p:nvSpPr>
            <p:spPr>
              <a:xfrm flipV="1">
                <a:off x="3845" y="3249"/>
                <a:ext cx="221" cy="3"/>
              </a:xfrm>
              <a:prstGeom prst="line">
                <a:avLst/>
              </a:prstGeom>
              <a:ln w="57150" cap="flat" cmpd="sng">
                <a:solidFill>
                  <a:srgbClr val="FF9900"/>
                </a:solidFill>
                <a:prstDash val="solid"/>
                <a:headEnd type="none" w="med" len="med"/>
                <a:tailEnd type="none" w="med" len="med"/>
              </a:ln>
            </p:spPr>
          </p:sp>
        </p:grpSp>
        <p:sp>
          <p:nvSpPr>
            <p:cNvPr id="29727" name="Line 209"/>
            <p:cNvSpPr/>
            <p:nvPr/>
          </p:nvSpPr>
          <p:spPr>
            <a:xfrm>
              <a:off x="3654" y="1269"/>
              <a:ext cx="936" cy="0"/>
            </a:xfrm>
            <a:prstGeom prst="line">
              <a:avLst/>
            </a:prstGeom>
            <a:ln w="28575" cap="flat" cmpd="sng">
              <a:solidFill>
                <a:srgbClr val="FFCC00"/>
              </a:solidFill>
              <a:prstDash val="solid"/>
              <a:headEnd type="none" w="med" len="med"/>
              <a:tailEnd type="none" w="med" len="med"/>
            </a:ln>
          </p:spPr>
        </p:sp>
        <p:sp>
          <p:nvSpPr>
            <p:cNvPr id="29728" name="Line 210"/>
            <p:cNvSpPr/>
            <p:nvPr/>
          </p:nvSpPr>
          <p:spPr>
            <a:xfrm>
              <a:off x="3655" y="1269"/>
              <a:ext cx="0" cy="568"/>
            </a:xfrm>
            <a:prstGeom prst="line">
              <a:avLst/>
            </a:prstGeom>
            <a:ln w="28575" cap="flat" cmpd="sng">
              <a:solidFill>
                <a:srgbClr val="FFCC00"/>
              </a:solidFill>
              <a:prstDash val="solid"/>
              <a:headEnd type="none" w="med" len="med"/>
              <a:tailEnd type="none" w="med" len="med"/>
            </a:ln>
          </p:spPr>
        </p:sp>
        <p:sp>
          <p:nvSpPr>
            <p:cNvPr id="29729" name="Line 211"/>
            <p:cNvSpPr/>
            <p:nvPr/>
          </p:nvSpPr>
          <p:spPr>
            <a:xfrm>
              <a:off x="4649" y="1273"/>
              <a:ext cx="0" cy="568"/>
            </a:xfrm>
            <a:prstGeom prst="line">
              <a:avLst/>
            </a:prstGeom>
            <a:ln w="28575" cap="flat" cmpd="sng">
              <a:solidFill>
                <a:srgbClr val="FFCC00"/>
              </a:solidFill>
              <a:prstDash val="solid"/>
              <a:headEnd type="none" w="med" len="med"/>
              <a:tailEnd type="none" w="med" len="med"/>
            </a:ln>
          </p:spPr>
        </p:sp>
        <p:sp>
          <p:nvSpPr>
            <p:cNvPr id="29730" name="Line 212"/>
            <p:cNvSpPr/>
            <p:nvPr/>
          </p:nvSpPr>
          <p:spPr>
            <a:xfrm>
              <a:off x="4241" y="1817"/>
              <a:ext cx="403" cy="0"/>
            </a:xfrm>
            <a:prstGeom prst="line">
              <a:avLst/>
            </a:prstGeom>
            <a:ln w="28575" cap="flat" cmpd="sng">
              <a:solidFill>
                <a:srgbClr val="FFCC00"/>
              </a:solidFill>
              <a:prstDash val="solid"/>
              <a:headEnd type="none" w="med" len="med"/>
              <a:tailEnd type="none" w="med" len="med"/>
            </a:ln>
          </p:spPr>
        </p:sp>
        <p:sp>
          <p:nvSpPr>
            <p:cNvPr id="29731" name="Line 213"/>
            <p:cNvSpPr/>
            <p:nvPr/>
          </p:nvSpPr>
          <p:spPr>
            <a:xfrm>
              <a:off x="3713" y="1269"/>
              <a:ext cx="936" cy="0"/>
            </a:xfrm>
            <a:prstGeom prst="line">
              <a:avLst/>
            </a:prstGeom>
            <a:ln w="28575" cap="flat" cmpd="sng">
              <a:solidFill>
                <a:srgbClr val="FFCC00"/>
              </a:solidFill>
              <a:prstDash val="solid"/>
              <a:headEnd type="none" w="med" len="med"/>
              <a:tailEnd type="none" w="med" len="med"/>
            </a:ln>
          </p:spPr>
        </p:sp>
        <p:sp>
          <p:nvSpPr>
            <p:cNvPr id="29732" name="Line 214"/>
            <p:cNvSpPr/>
            <p:nvPr/>
          </p:nvSpPr>
          <p:spPr>
            <a:xfrm>
              <a:off x="3247" y="1501"/>
              <a:ext cx="408" cy="0"/>
            </a:xfrm>
            <a:prstGeom prst="line">
              <a:avLst/>
            </a:prstGeom>
            <a:ln w="28575" cap="flat" cmpd="sng">
              <a:solidFill>
                <a:srgbClr val="FFCC00"/>
              </a:solidFill>
              <a:prstDash val="solid"/>
              <a:headEnd type="none" w="med" len="med"/>
              <a:tailEnd type="oval" w="med" len="med"/>
            </a:ln>
          </p:spPr>
        </p:sp>
        <p:sp>
          <p:nvSpPr>
            <p:cNvPr id="29733" name="Line 215"/>
            <p:cNvSpPr/>
            <p:nvPr/>
          </p:nvSpPr>
          <p:spPr>
            <a:xfrm>
              <a:off x="4649" y="1545"/>
              <a:ext cx="499" cy="0"/>
            </a:xfrm>
            <a:prstGeom prst="line">
              <a:avLst/>
            </a:prstGeom>
            <a:ln w="28575" cap="flat" cmpd="sng">
              <a:solidFill>
                <a:srgbClr val="FFCC00"/>
              </a:solidFill>
              <a:prstDash val="solid"/>
              <a:headEnd type="oval" w="med" len="med"/>
              <a:tailEnd type="none" w="med" len="med"/>
            </a:ln>
          </p:spPr>
        </p:sp>
        <p:sp>
          <p:nvSpPr>
            <p:cNvPr id="29734" name="Line 216"/>
            <p:cNvSpPr/>
            <p:nvPr/>
          </p:nvSpPr>
          <p:spPr>
            <a:xfrm flipH="1">
              <a:off x="5148" y="2478"/>
              <a:ext cx="0" cy="226"/>
            </a:xfrm>
            <a:prstGeom prst="line">
              <a:avLst/>
            </a:prstGeom>
            <a:ln w="28575" cap="flat" cmpd="sng">
              <a:solidFill>
                <a:srgbClr val="FFCC00"/>
              </a:solidFill>
              <a:prstDash val="solid"/>
              <a:headEnd type="none" w="med" len="med"/>
              <a:tailEnd type="none" w="med" len="med"/>
            </a:ln>
          </p:spPr>
        </p:sp>
        <p:sp>
          <p:nvSpPr>
            <p:cNvPr id="29735" name="Line 217"/>
            <p:cNvSpPr/>
            <p:nvPr/>
          </p:nvSpPr>
          <p:spPr>
            <a:xfrm flipH="1">
              <a:off x="3247" y="2689"/>
              <a:ext cx="1889" cy="0"/>
            </a:xfrm>
            <a:prstGeom prst="line">
              <a:avLst/>
            </a:prstGeom>
            <a:ln w="28575" cap="flat" cmpd="sng">
              <a:solidFill>
                <a:srgbClr val="FFCC00"/>
              </a:solidFill>
              <a:prstDash val="solid"/>
              <a:headEnd type="none" w="med" len="med"/>
              <a:tailEnd type="none" w="med" len="med"/>
            </a:ln>
          </p:spPr>
        </p:sp>
        <p:sp>
          <p:nvSpPr>
            <p:cNvPr id="29736" name="Line 218"/>
            <p:cNvSpPr/>
            <p:nvPr/>
          </p:nvSpPr>
          <p:spPr>
            <a:xfrm flipH="1">
              <a:off x="3243" y="1489"/>
              <a:ext cx="4" cy="1215"/>
            </a:xfrm>
            <a:prstGeom prst="line">
              <a:avLst/>
            </a:prstGeom>
            <a:ln w="28575" cap="flat" cmpd="sng">
              <a:solidFill>
                <a:srgbClr val="FFCC00"/>
              </a:solidFill>
              <a:prstDash val="solid"/>
              <a:headEnd type="none" w="med" len="med"/>
              <a:tailEnd type="none" w="med" len="med"/>
            </a:ln>
          </p:spPr>
        </p:sp>
        <p:sp>
          <p:nvSpPr>
            <p:cNvPr id="29737" name="Text Box 219"/>
            <p:cNvSpPr txBox="1"/>
            <p:nvPr/>
          </p:nvSpPr>
          <p:spPr>
            <a:xfrm>
              <a:off x="4063" y="890"/>
              <a:ext cx="329" cy="327"/>
            </a:xfrm>
            <a:prstGeom prst="rect">
              <a:avLst/>
            </a:prstGeom>
            <a:noFill/>
            <a:ln w="28575">
              <a:noFill/>
            </a:ln>
          </p:spPr>
          <p:txBody>
            <a:bodyPr wrap="none">
              <a:spAutoFit/>
            </a:bodyPr>
            <a:p>
              <a:pPr>
                <a:spcBef>
                  <a:spcPct val="50000"/>
                </a:spcBef>
              </a:pPr>
              <a:r>
                <a:rPr lang="en-US" altLang="zh-CN" b="0" i="1" dirty="0">
                  <a:solidFill>
                    <a:schemeClr val="bg1"/>
                  </a:solidFill>
                  <a:latin typeface="Times New Roman" panose="02020603050405020304" pitchFamily="18" charset="0"/>
                  <a:ea typeface="宋体" panose="02010600030101010101" pitchFamily="2" charset="-122"/>
                </a:rPr>
                <a:t>R</a:t>
              </a:r>
              <a:r>
                <a:rPr lang="en-US" altLang="zh-CN" b="0" baseline="-25000" dirty="0">
                  <a:solidFill>
                    <a:schemeClr val="bg1"/>
                  </a:solidFill>
                  <a:latin typeface="Times New Roman" panose="02020603050405020304" pitchFamily="18" charset="0"/>
                  <a:ea typeface="宋体" panose="02010600030101010101" pitchFamily="2" charset="-122"/>
                </a:rPr>
                <a:t>1</a:t>
              </a:r>
              <a:endParaRPr lang="en-US" altLang="zh-CN" b="0" i="1" dirty="0">
                <a:solidFill>
                  <a:schemeClr val="bg1"/>
                </a:solidFill>
                <a:latin typeface="Times New Roman" panose="02020603050405020304" pitchFamily="18" charset="0"/>
                <a:ea typeface="宋体" panose="02010600030101010101" pitchFamily="2" charset="-122"/>
              </a:endParaRPr>
            </a:p>
          </p:txBody>
        </p:sp>
        <p:sp>
          <p:nvSpPr>
            <p:cNvPr id="29738" name="Line 224"/>
            <p:cNvSpPr/>
            <p:nvPr/>
          </p:nvSpPr>
          <p:spPr>
            <a:xfrm>
              <a:off x="5148" y="1546"/>
              <a:ext cx="0" cy="589"/>
            </a:xfrm>
            <a:prstGeom prst="line">
              <a:avLst/>
            </a:prstGeom>
            <a:ln w="28575" cap="flat" cmpd="sng">
              <a:solidFill>
                <a:srgbClr val="FFCC00"/>
              </a:solidFill>
              <a:prstDash val="solid"/>
              <a:headEnd type="none" w="med" len="med"/>
              <a:tailEnd type="none" w="med" len="med"/>
            </a:ln>
          </p:spPr>
        </p:sp>
        <p:sp>
          <p:nvSpPr>
            <p:cNvPr id="29739" name="Rectangle 225"/>
            <p:cNvSpPr/>
            <p:nvPr/>
          </p:nvSpPr>
          <p:spPr>
            <a:xfrm>
              <a:off x="5102" y="1636"/>
              <a:ext cx="127" cy="318"/>
            </a:xfrm>
            <a:prstGeom prst="rect">
              <a:avLst/>
            </a:prstGeom>
            <a:gradFill rotWithShape="1">
              <a:gsLst>
                <a:gs pos="0">
                  <a:srgbClr val="764700"/>
                </a:gs>
                <a:gs pos="50000">
                  <a:srgbClr val="FF9900"/>
                </a:gs>
                <a:gs pos="100000">
                  <a:srgbClr val="764700"/>
                </a:gs>
              </a:gsLst>
              <a:lin ang="0" scaled="1"/>
              <a:tileRect/>
            </a:gradFill>
            <a:ln w="28575">
              <a:noFill/>
            </a:ln>
          </p:spPr>
          <p:txBody>
            <a:bodyPr wrap="none" anchor="ctr" anchorCtr="0"/>
            <a:p>
              <a:endParaRPr lang="zh-CN" altLang="en-US" dirty="0">
                <a:latin typeface="楷体_GB2312" pitchFamily="49" charset="-122"/>
              </a:endParaRPr>
            </a:p>
          </p:txBody>
        </p:sp>
        <p:sp>
          <p:nvSpPr>
            <p:cNvPr id="29740" name="Rectangle 226"/>
            <p:cNvSpPr/>
            <p:nvPr/>
          </p:nvSpPr>
          <p:spPr>
            <a:xfrm>
              <a:off x="4014" y="1209"/>
              <a:ext cx="317" cy="136"/>
            </a:xfrm>
            <a:prstGeom prst="rect">
              <a:avLst/>
            </a:prstGeom>
            <a:gradFill rotWithShape="1">
              <a:gsLst>
                <a:gs pos="0">
                  <a:srgbClr val="764700"/>
                </a:gs>
                <a:gs pos="50000">
                  <a:srgbClr val="FF9900"/>
                </a:gs>
                <a:gs pos="100000">
                  <a:srgbClr val="764700"/>
                </a:gs>
              </a:gsLst>
              <a:lin ang="5400000" scaled="1"/>
              <a:tileRect/>
            </a:gradFill>
            <a:ln w="28575">
              <a:noFill/>
            </a:ln>
          </p:spPr>
          <p:txBody>
            <a:bodyPr wrap="none" anchor="ctr" anchorCtr="0"/>
            <a:p>
              <a:endParaRPr lang="zh-CN" altLang="en-US" dirty="0">
                <a:latin typeface="楷体_GB2312" pitchFamily="49" charset="-122"/>
              </a:endParaRPr>
            </a:p>
          </p:txBody>
        </p:sp>
        <p:sp>
          <p:nvSpPr>
            <p:cNvPr id="29741" name="Line 227"/>
            <p:cNvSpPr/>
            <p:nvPr/>
          </p:nvSpPr>
          <p:spPr>
            <a:xfrm>
              <a:off x="3696" y="1817"/>
              <a:ext cx="272" cy="0"/>
            </a:xfrm>
            <a:prstGeom prst="line">
              <a:avLst/>
            </a:prstGeom>
            <a:ln w="28575" cap="flat" cmpd="sng">
              <a:solidFill>
                <a:srgbClr val="00FFFF"/>
              </a:solidFill>
              <a:prstDash val="solid"/>
              <a:headEnd type="none" w="med" len="med"/>
              <a:tailEnd type="triangle" w="med" len="med"/>
            </a:ln>
          </p:spPr>
        </p:sp>
        <p:sp>
          <p:nvSpPr>
            <p:cNvPr id="29742" name="Line 228"/>
            <p:cNvSpPr/>
            <p:nvPr/>
          </p:nvSpPr>
          <p:spPr>
            <a:xfrm>
              <a:off x="3288" y="1507"/>
              <a:ext cx="272" cy="0"/>
            </a:xfrm>
            <a:prstGeom prst="line">
              <a:avLst/>
            </a:prstGeom>
            <a:ln w="28575" cap="flat" cmpd="sng">
              <a:solidFill>
                <a:srgbClr val="00FFFF"/>
              </a:solidFill>
              <a:prstDash val="solid"/>
              <a:headEnd type="none" w="med" len="med"/>
              <a:tailEnd type="triangle" w="med" len="med"/>
            </a:ln>
          </p:spPr>
        </p:sp>
        <p:sp>
          <p:nvSpPr>
            <p:cNvPr id="29743" name="Line 229"/>
            <p:cNvSpPr/>
            <p:nvPr/>
          </p:nvSpPr>
          <p:spPr>
            <a:xfrm>
              <a:off x="3696" y="1273"/>
              <a:ext cx="272" cy="0"/>
            </a:xfrm>
            <a:prstGeom prst="line">
              <a:avLst/>
            </a:prstGeom>
            <a:ln w="28575" cap="flat" cmpd="sng">
              <a:solidFill>
                <a:srgbClr val="00FFFF"/>
              </a:solidFill>
              <a:prstDash val="solid"/>
              <a:headEnd type="none" w="med" len="med"/>
              <a:tailEnd type="triangle" w="med" len="med"/>
            </a:ln>
          </p:spPr>
        </p:sp>
        <p:grpSp>
          <p:nvGrpSpPr>
            <p:cNvPr id="29744" name="Group 280"/>
            <p:cNvGrpSpPr/>
            <p:nvPr/>
          </p:nvGrpSpPr>
          <p:grpSpPr>
            <a:xfrm rot="10800000">
              <a:off x="5139" y="2124"/>
              <a:ext cx="90" cy="363"/>
              <a:chOff x="1565" y="2614"/>
              <a:chExt cx="90" cy="486"/>
            </a:xfrm>
          </p:grpSpPr>
          <p:sp>
            <p:nvSpPr>
              <p:cNvPr id="29745" name="Arc 281"/>
              <p:cNvSpPr/>
              <p:nvPr/>
            </p:nvSpPr>
            <p:spPr>
              <a:xfrm flipH="1" flipV="1">
                <a:off x="1565" y="2860"/>
                <a:ext cx="90" cy="116"/>
              </a:xfrm>
              <a:custGeom>
                <a:avLst/>
                <a:gdLst>
                  <a:gd name="txL" fmla="*/ 0 w 22723"/>
                  <a:gd name="txT" fmla="*/ 0 h 43200"/>
                  <a:gd name="txR" fmla="*/ 22723 w 22723"/>
                  <a:gd name="txB" fmla="*/ 43200 h 43200"/>
                </a:gdLst>
                <a:ahLst/>
                <a:cxnLst>
                  <a:cxn ang="0">
                    <a:pos x="1122" y="0"/>
                  </a:cxn>
                  <a:cxn ang="0">
                    <a:pos x="22723" y="21600"/>
                  </a:cxn>
                  <a:cxn ang="0">
                    <a:pos x="1123" y="43200"/>
                  </a:cxn>
                  <a:cxn ang="0">
                    <a:pos x="0" y="43170"/>
                  </a:cxn>
                  <a:cxn ang="0">
                    <a:pos x="1122" y="0"/>
                  </a:cxn>
                  <a:cxn ang="0">
                    <a:pos x="22723" y="21600"/>
                  </a:cxn>
                  <a:cxn ang="0">
                    <a:pos x="1123" y="43200"/>
                  </a:cxn>
                  <a:cxn ang="0">
                    <a:pos x="0" y="43170"/>
                  </a:cxn>
                  <a:cxn ang="0">
                    <a:pos x="1123" y="21600"/>
                  </a:cxn>
                </a:cxnLst>
                <a:rect l="txL" t="txT" r="txR" b="txB"/>
                <a:pathLst>
                  <a:path w="22723" h="43200" fill="none">
                    <a:moveTo>
                      <a:pt x="1122" y="0"/>
                    </a:moveTo>
                    <a:cubicBezTo>
                      <a:pt x="13052" y="0"/>
                      <a:pt x="22723" y="9670"/>
                      <a:pt x="22723" y="21600"/>
                    </a:cubicBezTo>
                    <a:cubicBezTo>
                      <a:pt x="22723" y="33529"/>
                      <a:pt x="13052" y="43200"/>
                      <a:pt x="1123" y="43200"/>
                    </a:cubicBezTo>
                    <a:cubicBezTo>
                      <a:pt x="748" y="43200"/>
                      <a:pt x="374" y="43190"/>
                      <a:pt x="0" y="43170"/>
                    </a:cubicBezTo>
                  </a:path>
                  <a:path w="22723" h="43200" stroke="0">
                    <a:moveTo>
                      <a:pt x="1122" y="0"/>
                    </a:moveTo>
                    <a:cubicBezTo>
                      <a:pt x="13052" y="0"/>
                      <a:pt x="22723" y="9670"/>
                      <a:pt x="22723" y="21600"/>
                    </a:cubicBezTo>
                    <a:cubicBezTo>
                      <a:pt x="22723" y="33529"/>
                      <a:pt x="13052" y="43200"/>
                      <a:pt x="1123" y="43200"/>
                    </a:cubicBezTo>
                    <a:cubicBezTo>
                      <a:pt x="748" y="43200"/>
                      <a:pt x="374" y="43190"/>
                      <a:pt x="0" y="43170"/>
                    </a:cubicBezTo>
                    <a:lnTo>
                      <a:pt x="1123" y="21600"/>
                    </a:lnTo>
                    <a:close/>
                  </a:path>
                </a:pathLst>
              </a:custGeom>
              <a:noFill/>
              <a:ln w="28575" cap="flat" cmpd="sng">
                <a:solidFill>
                  <a:srgbClr val="FF9900"/>
                </a:solidFill>
                <a:prstDash val="solid"/>
                <a:round/>
                <a:headEnd type="none" w="med" len="med"/>
                <a:tailEnd type="none" w="med" len="med"/>
              </a:ln>
            </p:spPr>
            <p:txBody>
              <a:bodyPr wrap="none" anchor="ctr" anchorCtr="0"/>
              <a:p>
                <a:endParaRPr lang="zh-CN" altLang="en-US" dirty="0">
                  <a:latin typeface="楷体_GB2312" pitchFamily="49" charset="-122"/>
                </a:endParaRPr>
              </a:p>
            </p:txBody>
          </p:sp>
          <p:sp>
            <p:nvSpPr>
              <p:cNvPr id="29746" name="Arc 282"/>
              <p:cNvSpPr/>
              <p:nvPr/>
            </p:nvSpPr>
            <p:spPr>
              <a:xfrm flipH="1" flipV="1">
                <a:off x="1565" y="2737"/>
                <a:ext cx="90" cy="116"/>
              </a:xfrm>
              <a:custGeom>
                <a:avLst/>
                <a:gdLst>
                  <a:gd name="txL" fmla="*/ 0 w 22723"/>
                  <a:gd name="txT" fmla="*/ 0 h 43200"/>
                  <a:gd name="txR" fmla="*/ 22723 w 22723"/>
                  <a:gd name="txB" fmla="*/ 43200 h 43200"/>
                </a:gdLst>
                <a:ahLst/>
                <a:cxnLst>
                  <a:cxn ang="0">
                    <a:pos x="1122" y="0"/>
                  </a:cxn>
                  <a:cxn ang="0">
                    <a:pos x="22723" y="21600"/>
                  </a:cxn>
                  <a:cxn ang="0">
                    <a:pos x="1123" y="43200"/>
                  </a:cxn>
                  <a:cxn ang="0">
                    <a:pos x="0" y="43170"/>
                  </a:cxn>
                  <a:cxn ang="0">
                    <a:pos x="1122" y="0"/>
                  </a:cxn>
                  <a:cxn ang="0">
                    <a:pos x="22723" y="21600"/>
                  </a:cxn>
                  <a:cxn ang="0">
                    <a:pos x="1123" y="43200"/>
                  </a:cxn>
                  <a:cxn ang="0">
                    <a:pos x="0" y="43170"/>
                  </a:cxn>
                  <a:cxn ang="0">
                    <a:pos x="1123" y="21600"/>
                  </a:cxn>
                </a:cxnLst>
                <a:rect l="txL" t="txT" r="txR" b="txB"/>
                <a:pathLst>
                  <a:path w="22723" h="43200" fill="none">
                    <a:moveTo>
                      <a:pt x="1122" y="0"/>
                    </a:moveTo>
                    <a:cubicBezTo>
                      <a:pt x="13052" y="0"/>
                      <a:pt x="22723" y="9670"/>
                      <a:pt x="22723" y="21600"/>
                    </a:cubicBezTo>
                    <a:cubicBezTo>
                      <a:pt x="22723" y="33529"/>
                      <a:pt x="13052" y="43200"/>
                      <a:pt x="1123" y="43200"/>
                    </a:cubicBezTo>
                    <a:cubicBezTo>
                      <a:pt x="748" y="43200"/>
                      <a:pt x="374" y="43190"/>
                      <a:pt x="0" y="43170"/>
                    </a:cubicBezTo>
                  </a:path>
                  <a:path w="22723" h="43200" stroke="0">
                    <a:moveTo>
                      <a:pt x="1122" y="0"/>
                    </a:moveTo>
                    <a:cubicBezTo>
                      <a:pt x="13052" y="0"/>
                      <a:pt x="22723" y="9670"/>
                      <a:pt x="22723" y="21600"/>
                    </a:cubicBezTo>
                    <a:cubicBezTo>
                      <a:pt x="22723" y="33529"/>
                      <a:pt x="13052" y="43200"/>
                      <a:pt x="1123" y="43200"/>
                    </a:cubicBezTo>
                    <a:cubicBezTo>
                      <a:pt x="748" y="43200"/>
                      <a:pt x="374" y="43190"/>
                      <a:pt x="0" y="43170"/>
                    </a:cubicBezTo>
                    <a:lnTo>
                      <a:pt x="1123" y="21600"/>
                    </a:lnTo>
                    <a:close/>
                  </a:path>
                </a:pathLst>
              </a:custGeom>
              <a:noFill/>
              <a:ln w="28575" cap="flat" cmpd="sng">
                <a:solidFill>
                  <a:srgbClr val="FF9900"/>
                </a:solidFill>
                <a:prstDash val="solid"/>
                <a:round/>
                <a:headEnd type="none" w="med" len="med"/>
                <a:tailEnd type="none" w="med" len="med"/>
              </a:ln>
            </p:spPr>
            <p:txBody>
              <a:bodyPr wrap="none" anchor="ctr" anchorCtr="0"/>
              <a:p>
                <a:endParaRPr lang="zh-CN" altLang="en-US" dirty="0">
                  <a:latin typeface="楷体_GB2312" pitchFamily="49" charset="-122"/>
                </a:endParaRPr>
              </a:p>
            </p:txBody>
          </p:sp>
          <p:sp>
            <p:nvSpPr>
              <p:cNvPr id="29747" name="Arc 283"/>
              <p:cNvSpPr/>
              <p:nvPr/>
            </p:nvSpPr>
            <p:spPr>
              <a:xfrm flipH="1" flipV="1">
                <a:off x="1565" y="2614"/>
                <a:ext cx="90" cy="116"/>
              </a:xfrm>
              <a:custGeom>
                <a:avLst/>
                <a:gdLst>
                  <a:gd name="txL" fmla="*/ 0 w 22723"/>
                  <a:gd name="txT" fmla="*/ 0 h 43200"/>
                  <a:gd name="txR" fmla="*/ 22723 w 22723"/>
                  <a:gd name="txB" fmla="*/ 43200 h 43200"/>
                </a:gdLst>
                <a:ahLst/>
                <a:cxnLst>
                  <a:cxn ang="0">
                    <a:pos x="1122" y="0"/>
                  </a:cxn>
                  <a:cxn ang="0">
                    <a:pos x="22723" y="21600"/>
                  </a:cxn>
                  <a:cxn ang="0">
                    <a:pos x="1123" y="43200"/>
                  </a:cxn>
                  <a:cxn ang="0">
                    <a:pos x="0" y="43170"/>
                  </a:cxn>
                  <a:cxn ang="0">
                    <a:pos x="1122" y="0"/>
                  </a:cxn>
                  <a:cxn ang="0">
                    <a:pos x="22723" y="21600"/>
                  </a:cxn>
                  <a:cxn ang="0">
                    <a:pos x="1123" y="43200"/>
                  </a:cxn>
                  <a:cxn ang="0">
                    <a:pos x="0" y="43170"/>
                  </a:cxn>
                  <a:cxn ang="0">
                    <a:pos x="1123" y="21600"/>
                  </a:cxn>
                </a:cxnLst>
                <a:rect l="txL" t="txT" r="txR" b="txB"/>
                <a:pathLst>
                  <a:path w="22723" h="43200" fill="none">
                    <a:moveTo>
                      <a:pt x="1122" y="0"/>
                    </a:moveTo>
                    <a:cubicBezTo>
                      <a:pt x="13052" y="0"/>
                      <a:pt x="22723" y="9670"/>
                      <a:pt x="22723" y="21600"/>
                    </a:cubicBezTo>
                    <a:cubicBezTo>
                      <a:pt x="22723" y="33529"/>
                      <a:pt x="13052" y="43200"/>
                      <a:pt x="1123" y="43200"/>
                    </a:cubicBezTo>
                    <a:cubicBezTo>
                      <a:pt x="748" y="43200"/>
                      <a:pt x="374" y="43190"/>
                      <a:pt x="0" y="43170"/>
                    </a:cubicBezTo>
                  </a:path>
                  <a:path w="22723" h="43200" stroke="0">
                    <a:moveTo>
                      <a:pt x="1122" y="0"/>
                    </a:moveTo>
                    <a:cubicBezTo>
                      <a:pt x="13052" y="0"/>
                      <a:pt x="22723" y="9670"/>
                      <a:pt x="22723" y="21600"/>
                    </a:cubicBezTo>
                    <a:cubicBezTo>
                      <a:pt x="22723" y="33529"/>
                      <a:pt x="13052" y="43200"/>
                      <a:pt x="1123" y="43200"/>
                    </a:cubicBezTo>
                    <a:cubicBezTo>
                      <a:pt x="748" y="43200"/>
                      <a:pt x="374" y="43190"/>
                      <a:pt x="0" y="43170"/>
                    </a:cubicBezTo>
                    <a:lnTo>
                      <a:pt x="1123" y="21600"/>
                    </a:lnTo>
                    <a:close/>
                  </a:path>
                </a:pathLst>
              </a:custGeom>
              <a:noFill/>
              <a:ln w="28575" cap="flat" cmpd="sng">
                <a:solidFill>
                  <a:srgbClr val="FF9900"/>
                </a:solidFill>
                <a:prstDash val="solid"/>
                <a:round/>
                <a:headEnd type="none" w="med" len="med"/>
                <a:tailEnd type="none" w="med" len="med"/>
              </a:ln>
            </p:spPr>
            <p:txBody>
              <a:bodyPr wrap="none" anchor="ctr" anchorCtr="0"/>
              <a:p>
                <a:endParaRPr lang="zh-CN" altLang="en-US" dirty="0">
                  <a:latin typeface="楷体_GB2312" pitchFamily="49" charset="-122"/>
                </a:endParaRPr>
              </a:p>
            </p:txBody>
          </p:sp>
          <p:sp>
            <p:nvSpPr>
              <p:cNvPr id="29748" name="Arc 284"/>
              <p:cNvSpPr/>
              <p:nvPr/>
            </p:nvSpPr>
            <p:spPr>
              <a:xfrm flipH="1" flipV="1">
                <a:off x="1565" y="2984"/>
                <a:ext cx="90" cy="116"/>
              </a:xfrm>
              <a:custGeom>
                <a:avLst/>
                <a:gdLst>
                  <a:gd name="txL" fmla="*/ 0 w 22723"/>
                  <a:gd name="txT" fmla="*/ 0 h 43200"/>
                  <a:gd name="txR" fmla="*/ 22723 w 22723"/>
                  <a:gd name="txB" fmla="*/ 43200 h 43200"/>
                </a:gdLst>
                <a:ahLst/>
                <a:cxnLst>
                  <a:cxn ang="0">
                    <a:pos x="1122" y="0"/>
                  </a:cxn>
                  <a:cxn ang="0">
                    <a:pos x="22723" y="21600"/>
                  </a:cxn>
                  <a:cxn ang="0">
                    <a:pos x="1123" y="43200"/>
                  </a:cxn>
                  <a:cxn ang="0">
                    <a:pos x="0" y="43170"/>
                  </a:cxn>
                  <a:cxn ang="0">
                    <a:pos x="1122" y="0"/>
                  </a:cxn>
                  <a:cxn ang="0">
                    <a:pos x="22723" y="21600"/>
                  </a:cxn>
                  <a:cxn ang="0">
                    <a:pos x="1123" y="43200"/>
                  </a:cxn>
                  <a:cxn ang="0">
                    <a:pos x="0" y="43170"/>
                  </a:cxn>
                  <a:cxn ang="0">
                    <a:pos x="1123" y="21600"/>
                  </a:cxn>
                </a:cxnLst>
                <a:rect l="txL" t="txT" r="txR" b="txB"/>
                <a:pathLst>
                  <a:path w="22723" h="43200" fill="none">
                    <a:moveTo>
                      <a:pt x="1122" y="0"/>
                    </a:moveTo>
                    <a:cubicBezTo>
                      <a:pt x="13052" y="0"/>
                      <a:pt x="22723" y="9670"/>
                      <a:pt x="22723" y="21600"/>
                    </a:cubicBezTo>
                    <a:cubicBezTo>
                      <a:pt x="22723" y="33529"/>
                      <a:pt x="13052" y="43200"/>
                      <a:pt x="1123" y="43200"/>
                    </a:cubicBezTo>
                    <a:cubicBezTo>
                      <a:pt x="748" y="43200"/>
                      <a:pt x="374" y="43190"/>
                      <a:pt x="0" y="43170"/>
                    </a:cubicBezTo>
                  </a:path>
                  <a:path w="22723" h="43200" stroke="0">
                    <a:moveTo>
                      <a:pt x="1122" y="0"/>
                    </a:moveTo>
                    <a:cubicBezTo>
                      <a:pt x="13052" y="0"/>
                      <a:pt x="22723" y="9670"/>
                      <a:pt x="22723" y="21600"/>
                    </a:cubicBezTo>
                    <a:cubicBezTo>
                      <a:pt x="22723" y="33529"/>
                      <a:pt x="13052" y="43200"/>
                      <a:pt x="1123" y="43200"/>
                    </a:cubicBezTo>
                    <a:cubicBezTo>
                      <a:pt x="748" y="43200"/>
                      <a:pt x="374" y="43190"/>
                      <a:pt x="0" y="43170"/>
                    </a:cubicBezTo>
                    <a:lnTo>
                      <a:pt x="1123" y="21600"/>
                    </a:lnTo>
                    <a:close/>
                  </a:path>
                </a:pathLst>
              </a:custGeom>
              <a:noFill/>
              <a:ln w="28575" cap="flat" cmpd="sng">
                <a:solidFill>
                  <a:srgbClr val="FF9900"/>
                </a:solidFill>
                <a:prstDash val="solid"/>
                <a:round/>
                <a:headEnd type="none" w="med" len="med"/>
                <a:tailEnd type="none" w="med" len="med"/>
              </a:ln>
            </p:spPr>
            <p:txBody>
              <a:bodyPr wrap="none" anchor="ctr" anchorCtr="0"/>
              <a:p>
                <a:endParaRPr lang="zh-CN" altLang="en-US" dirty="0">
                  <a:latin typeface="楷体_GB2312" pitchFamily="49" charset="-122"/>
                </a:endParaRPr>
              </a:p>
            </p:txBody>
          </p:sp>
        </p:grpSp>
      </p:grpSp>
      <p:grpSp>
        <p:nvGrpSpPr>
          <p:cNvPr id="14" name="Group 288"/>
          <p:cNvGrpSpPr/>
          <p:nvPr/>
        </p:nvGrpSpPr>
        <p:grpSpPr>
          <a:xfrm>
            <a:off x="417513" y="4792663"/>
            <a:ext cx="8499475" cy="1698625"/>
            <a:chOff x="263" y="3019"/>
            <a:chExt cx="5354" cy="1070"/>
          </a:xfrm>
        </p:grpSpPr>
        <p:graphicFrame>
          <p:nvGraphicFramePr>
            <p:cNvPr id="29698" name="Object 90"/>
            <p:cNvGraphicFramePr/>
            <p:nvPr/>
          </p:nvGraphicFramePr>
          <p:xfrm>
            <a:off x="263" y="3019"/>
            <a:ext cx="5354" cy="1070"/>
          </p:xfrm>
          <a:graphic>
            <a:graphicData uri="http://schemas.openxmlformats.org/presentationml/2006/ole">
              <mc:AlternateContent xmlns:mc="http://schemas.openxmlformats.org/markup-compatibility/2006">
                <mc:Choice xmlns:v="urn:schemas-microsoft-com:vml" Requires="v">
                  <p:oleObj spid="_x0000_s3204" name="" r:id="rId16" imgW="4381500" imgH="876300" progId="Equation.3">
                    <p:embed/>
                  </p:oleObj>
                </mc:Choice>
                <mc:Fallback>
                  <p:oleObj name="" r:id="rId16" imgW="4381500" imgH="876300" progId="Equation.3">
                    <p:embed/>
                    <p:pic>
                      <p:nvPicPr>
                        <p:cNvPr id="0" name="图片 3203"/>
                        <p:cNvPicPr/>
                        <p:nvPr/>
                      </p:nvPicPr>
                      <p:blipFill>
                        <a:blip r:embed="rId17">
                          <a:clrChange>
                            <a:clrFrom>
                              <a:srgbClr val="000000"/>
                            </a:clrFrom>
                            <a:clrTo>
                              <a:srgbClr val="FFFFFF"/>
                            </a:clrTo>
                          </a:clrChange>
                        </a:blip>
                        <a:stretch>
                          <a:fillRect/>
                        </a:stretch>
                      </p:blipFill>
                      <p:spPr>
                        <a:xfrm>
                          <a:off x="263" y="3019"/>
                          <a:ext cx="5354" cy="1070"/>
                        </a:xfrm>
                        <a:prstGeom prst="rect">
                          <a:avLst/>
                        </a:prstGeom>
                        <a:noFill/>
                        <a:ln w="38100">
                          <a:noFill/>
                          <a:miter/>
                        </a:ln>
                      </p:spPr>
                    </p:pic>
                  </p:oleObj>
                </mc:Fallback>
              </mc:AlternateContent>
            </a:graphicData>
          </a:graphic>
        </p:graphicFrame>
        <p:sp>
          <p:nvSpPr>
            <p:cNvPr id="29717" name="Line 286"/>
            <p:cNvSpPr/>
            <p:nvPr/>
          </p:nvSpPr>
          <p:spPr>
            <a:xfrm>
              <a:off x="4558" y="3829"/>
              <a:ext cx="635" cy="0"/>
            </a:xfrm>
            <a:prstGeom prst="line">
              <a:avLst/>
            </a:prstGeom>
            <a:ln w="9525" cap="flat" cmpd="sng">
              <a:solidFill>
                <a:schemeClr val="bg1"/>
              </a:solidFill>
              <a:prstDash val="solid"/>
              <a:headEnd type="none" w="med" len="med"/>
              <a:tailEnd type="none" w="med" len="med"/>
            </a:ln>
          </p:spPr>
        </p:sp>
        <p:sp>
          <p:nvSpPr>
            <p:cNvPr id="29718" name="Line 287"/>
            <p:cNvSpPr/>
            <p:nvPr/>
          </p:nvSpPr>
          <p:spPr>
            <a:xfrm>
              <a:off x="4876" y="3512"/>
              <a:ext cx="408" cy="0"/>
            </a:xfrm>
            <a:prstGeom prst="line">
              <a:avLst/>
            </a:prstGeom>
            <a:ln w="9525" cap="flat" cmpd="sng">
              <a:solidFill>
                <a:schemeClr val="bg1"/>
              </a:solidFill>
              <a:prstDash val="solid"/>
              <a:headEnd type="none" w="med" len="med"/>
              <a:tailEnd type="none" w="med" len="med"/>
            </a:ln>
          </p:spPr>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5" presetClass="entr" presetSubtype="0" fill="hold" grpId="0" nodeType="withEffect">
                                  <p:stCondLst>
                                    <p:cond delay="0"/>
                                  </p:stCondLst>
                                  <p:childTnLst>
                                    <p:set>
                                      <p:cBhvr>
                                        <p:cTn id="6" dur="1" fill="hold">
                                          <p:stCondLst>
                                            <p:cond delay="0"/>
                                          </p:stCondLst>
                                        </p:cTn>
                                        <p:tgtEl>
                                          <p:spTgt spid="48131"/>
                                        </p:tgtEl>
                                        <p:attrNameLst>
                                          <p:attrName>style.visibility</p:attrName>
                                        </p:attrNameLst>
                                      </p:cBhvr>
                                      <p:to>
                                        <p:strVal val="visible"/>
                                      </p:to>
                                    </p:set>
                                    <p:anim calcmode="lin" valueType="num">
                                      <p:cBhvr>
                                        <p:cTn id="7" dur="1000" fill="hold"/>
                                        <p:tgtEl>
                                          <p:spTgt spid="48131"/>
                                        </p:tgtEl>
                                        <p:attrNameLst>
                                          <p:attrName>ppt_w</p:attrName>
                                        </p:attrNameLst>
                                      </p:cBhvr>
                                      <p:tavLst>
                                        <p:tav tm="0">
                                          <p:val>
                                            <p:fltVal val="0.000000"/>
                                          </p:val>
                                        </p:tav>
                                        <p:tav tm="100000">
                                          <p:val>
                                            <p:strVal val="#ppt_w"/>
                                          </p:val>
                                        </p:tav>
                                      </p:tavLst>
                                    </p:anim>
                                    <p:anim calcmode="lin" valueType="num">
                                      <p:cBhvr>
                                        <p:cTn id="8" dur="1000" fill="hold"/>
                                        <p:tgtEl>
                                          <p:spTgt spid="48131"/>
                                        </p:tgtEl>
                                        <p:attrNameLst>
                                          <p:attrName>ppt_h</p:attrName>
                                        </p:attrNameLst>
                                      </p:cBhvr>
                                      <p:tavLst>
                                        <p:tav tm="0">
                                          <p:val>
                                            <p:fltVal val="0.000000"/>
                                          </p:val>
                                        </p:tav>
                                        <p:tav tm="100000">
                                          <p:val>
                                            <p:strVal val="#ppt_h"/>
                                          </p:val>
                                        </p:tav>
                                      </p:tavLst>
                                    </p:anim>
                                    <p:anim calcmode="lin" valueType="num">
                                      <p:cBhvr>
                                        <p:cTn id="9" dur="1000" fill="hold"/>
                                        <p:tgtEl>
                                          <p:spTgt spid="48131"/>
                                        </p:tgtEl>
                                        <p:attrNameLst>
                                          <p:attrName>ppt_x</p:attrName>
                                        </p:attrNameLst>
                                      </p:cBhvr>
                                      <p:tavLst>
                                        <p:tav tm="0" fmla="#ppt_x+(cos(-2*pi*(1-$))*-#ppt_x-sin(-2*pi*(1-$))*(1-#ppt_y))*(1-$)">
                                          <p:val>
                                            <p:fltVal val="0.000000"/>
                                          </p:val>
                                        </p:tav>
                                        <p:tav tm="100000">
                                          <p:val>
                                            <p:fltVal val="1.000000"/>
                                          </p:val>
                                        </p:tav>
                                      </p:tavLst>
                                    </p:anim>
                                    <p:anim calcmode="lin" valueType="num">
                                      <p:cBhvr>
                                        <p:cTn id="10" dur="1000" fill="hold"/>
                                        <p:tgtEl>
                                          <p:spTgt spid="48131"/>
                                        </p:tgtEl>
                                        <p:attrNameLst>
                                          <p:attrName>ppt_y</p:attrName>
                                        </p:attrNameLst>
                                      </p:cBhvr>
                                      <p:tavLst>
                                        <p:tav tm="0" fmla="#ppt_y+(sin(-2*pi*(1-$))*-#ppt_x+cos(-2*pi*(1-$))*(1-#ppt_y))*(1-$)">
                                          <p:val>
                                            <p:fltVal val="0.000000"/>
                                          </p:val>
                                        </p:tav>
                                        <p:tav tm="100000">
                                          <p:val>
                                            <p:fltVal val="1.000000"/>
                                          </p:val>
                                        </p:tav>
                                      </p:tavLst>
                                    </p:anim>
                                  </p:childTnLst>
                                </p:cTn>
                              </p:par>
                            </p:childTnLst>
                          </p:cTn>
                        </p:par>
                        <p:par>
                          <p:cTn id="11" fill="hold">
                            <p:stCondLst>
                              <p:cond delay="1000"/>
                            </p:stCondLst>
                            <p:childTnLst>
                              <p:par>
                                <p:cTn id="12" presetID="3" presetClass="entr" presetSubtype="10" fill="hold" nodeType="afterEffect">
                                  <p:stCondLst>
                                    <p:cond delay="0"/>
                                  </p:stCondLst>
                                  <p:childTnLst>
                                    <p:set>
                                      <p:cBhvr>
                                        <p:cTn id="13" dur="1" fill="hold">
                                          <p:stCondLst>
                                            <p:cond delay="0"/>
                                          </p:stCondLst>
                                        </p:cTn>
                                        <p:tgtEl>
                                          <p:spTgt spid="6"/>
                                        </p:tgtEl>
                                        <p:attrNameLst>
                                          <p:attrName>style.visibility</p:attrName>
                                        </p:attrNameLst>
                                      </p:cBhvr>
                                      <p:to>
                                        <p:strVal val="visible"/>
                                      </p:to>
                                    </p:set>
                                    <p:animEffect transition="in" filter="blinds(horizontal)">
                                      <p:cBhvr>
                                        <p:cTn id="14" dur="500"/>
                                        <p:tgtEl>
                                          <p:spTgt spid="6"/>
                                        </p:tgtEl>
                                      </p:cBhvr>
                                    </p:animEffect>
                                  </p:childTnLst>
                                </p:cTn>
                              </p:par>
                            </p:childTnLst>
                          </p:cTn>
                        </p:par>
                        <p:par>
                          <p:cTn id="15" fill="hold">
                            <p:stCondLst>
                              <p:cond delay="1500"/>
                            </p:stCondLst>
                            <p:childTnLst>
                              <p:par>
                                <p:cTn id="16" presetID="3" presetClass="entr" presetSubtype="10" fill="hold" nodeType="afterEffect">
                                  <p:stCondLst>
                                    <p:cond delay="0"/>
                                  </p:stCondLst>
                                  <p:childTnLst>
                                    <p:set>
                                      <p:cBhvr>
                                        <p:cTn id="17" dur="1" fill="hold">
                                          <p:stCondLst>
                                            <p:cond delay="0"/>
                                          </p:stCondLst>
                                        </p:cTn>
                                        <p:tgtEl>
                                          <p:spTgt spid="2"/>
                                        </p:tgtEl>
                                        <p:attrNameLst>
                                          <p:attrName>style.visibility</p:attrName>
                                        </p:attrNameLst>
                                      </p:cBhvr>
                                      <p:to>
                                        <p:strVal val="visible"/>
                                      </p:to>
                                    </p:set>
                                    <p:animEffect transition="in" filter="blinds(horizontal)">
                                      <p:cBhvr>
                                        <p:cTn id="18" dur="500"/>
                                        <p:tgtEl>
                                          <p:spTgt spid="2"/>
                                        </p:tgtEl>
                                      </p:cBhvr>
                                    </p:animEffect>
                                  </p:childTnLst>
                                </p:cTn>
                              </p:par>
                            </p:childTnLst>
                          </p:cTn>
                        </p:par>
                      </p:childTnLst>
                    </p:cTn>
                  </p:par>
                  <p:par>
                    <p:cTn id="19" fill="hold">
                      <p:stCondLst>
                        <p:cond delay="indefinite"/>
                      </p:stCondLst>
                      <p:childTnLst>
                        <p:par>
                          <p:cTn id="20" fill="hold">
                            <p:stCondLst>
                              <p:cond delay="0"/>
                            </p:stCondLst>
                            <p:childTnLst>
                              <p:par>
                                <p:cTn id="21" presetID="15" presetClass="entr" presetSubtype="0" fill="hold" grpId="0" nodeType="clickEffect">
                                  <p:stCondLst>
                                    <p:cond delay="0"/>
                                  </p:stCondLst>
                                  <p:childTnLst>
                                    <p:set>
                                      <p:cBhvr>
                                        <p:cTn id="22" dur="1" fill="hold">
                                          <p:stCondLst>
                                            <p:cond delay="0"/>
                                          </p:stCondLst>
                                        </p:cTn>
                                        <p:tgtEl>
                                          <p:spTgt spid="48223"/>
                                        </p:tgtEl>
                                        <p:attrNameLst>
                                          <p:attrName>style.visibility</p:attrName>
                                        </p:attrNameLst>
                                      </p:cBhvr>
                                      <p:to>
                                        <p:strVal val="visible"/>
                                      </p:to>
                                    </p:set>
                                    <p:anim calcmode="lin" valueType="num">
                                      <p:cBhvr>
                                        <p:cTn id="23" dur="1000" fill="hold"/>
                                        <p:tgtEl>
                                          <p:spTgt spid="48223"/>
                                        </p:tgtEl>
                                        <p:attrNameLst>
                                          <p:attrName>ppt_w</p:attrName>
                                        </p:attrNameLst>
                                      </p:cBhvr>
                                      <p:tavLst>
                                        <p:tav tm="0">
                                          <p:val>
                                            <p:fltVal val="0.000000"/>
                                          </p:val>
                                        </p:tav>
                                        <p:tav tm="100000">
                                          <p:val>
                                            <p:strVal val="#ppt_w"/>
                                          </p:val>
                                        </p:tav>
                                      </p:tavLst>
                                    </p:anim>
                                    <p:anim calcmode="lin" valueType="num">
                                      <p:cBhvr>
                                        <p:cTn id="24" dur="1000" fill="hold"/>
                                        <p:tgtEl>
                                          <p:spTgt spid="48223"/>
                                        </p:tgtEl>
                                        <p:attrNameLst>
                                          <p:attrName>ppt_h</p:attrName>
                                        </p:attrNameLst>
                                      </p:cBhvr>
                                      <p:tavLst>
                                        <p:tav tm="0">
                                          <p:val>
                                            <p:fltVal val="0.000000"/>
                                          </p:val>
                                        </p:tav>
                                        <p:tav tm="100000">
                                          <p:val>
                                            <p:strVal val="#ppt_h"/>
                                          </p:val>
                                        </p:tav>
                                      </p:tavLst>
                                    </p:anim>
                                    <p:anim calcmode="lin" valueType="num">
                                      <p:cBhvr>
                                        <p:cTn id="25" dur="1000" fill="hold"/>
                                        <p:tgtEl>
                                          <p:spTgt spid="48223"/>
                                        </p:tgtEl>
                                        <p:attrNameLst>
                                          <p:attrName>ppt_x</p:attrName>
                                        </p:attrNameLst>
                                      </p:cBhvr>
                                      <p:tavLst>
                                        <p:tav tm="0" fmla="#ppt_x+(cos(-2*pi*(1-$))*-#ppt_x-sin(-2*pi*(1-$))*(1-#ppt_y))*(1-$)">
                                          <p:val>
                                            <p:fltVal val="0.000000"/>
                                          </p:val>
                                        </p:tav>
                                        <p:tav tm="100000">
                                          <p:val>
                                            <p:fltVal val="1.000000"/>
                                          </p:val>
                                        </p:tav>
                                      </p:tavLst>
                                    </p:anim>
                                    <p:anim calcmode="lin" valueType="num">
                                      <p:cBhvr>
                                        <p:cTn id="26" dur="1000" fill="hold"/>
                                        <p:tgtEl>
                                          <p:spTgt spid="48223"/>
                                        </p:tgtEl>
                                        <p:attrNameLst>
                                          <p:attrName>ppt_y</p:attrName>
                                        </p:attrNameLst>
                                      </p:cBhvr>
                                      <p:tavLst>
                                        <p:tav tm="0" fmla="#ppt_y+(sin(-2*pi*(1-$))*-#ppt_x+cos(-2*pi*(1-$))*(1-#ppt_y))*(1-$)">
                                          <p:val>
                                            <p:fltVal val="0.000000"/>
                                          </p:val>
                                        </p:tav>
                                        <p:tav tm="100000">
                                          <p:val>
                                            <p:fltVal val="1.000000"/>
                                          </p:val>
                                        </p:tav>
                                      </p:tavLst>
                                    </p:anim>
                                  </p:childTnLst>
                                </p:cTn>
                              </p:par>
                            </p:childTnLst>
                          </p:cTn>
                        </p:par>
                      </p:childTnLst>
                    </p:cTn>
                  </p:par>
                  <p:par>
                    <p:cTn id="27" fill="hold">
                      <p:stCondLst>
                        <p:cond delay="indefinite"/>
                      </p:stCondLst>
                      <p:childTnLst>
                        <p:par>
                          <p:cTn id="28" fill="hold">
                            <p:stCondLst>
                              <p:cond delay="0"/>
                            </p:stCondLst>
                            <p:childTnLst>
                              <p:par>
                                <p:cTn id="29" presetID="55" presetClass="entr" presetSubtype="0" fill="hold" grpId="0" nodeType="clickEffect">
                                  <p:stCondLst>
                                    <p:cond delay="0"/>
                                  </p:stCondLst>
                                  <p:childTnLst>
                                    <p:set>
                                      <p:cBhvr>
                                        <p:cTn id="30" dur="1" fill="hold">
                                          <p:stCondLst>
                                            <p:cond delay="0"/>
                                          </p:stCondLst>
                                        </p:cTn>
                                        <p:tgtEl>
                                          <p:spTgt spid="48216"/>
                                        </p:tgtEl>
                                        <p:attrNameLst>
                                          <p:attrName>style.visibility</p:attrName>
                                        </p:attrNameLst>
                                      </p:cBhvr>
                                      <p:to>
                                        <p:strVal val="visible"/>
                                      </p:to>
                                    </p:set>
                                    <p:anim calcmode="lin" valueType="num">
                                      <p:cBhvr>
                                        <p:cTn id="31" dur="1000" fill="hold"/>
                                        <p:tgtEl>
                                          <p:spTgt spid="48216"/>
                                        </p:tgtEl>
                                        <p:attrNameLst>
                                          <p:attrName>ppt_w</p:attrName>
                                        </p:attrNameLst>
                                      </p:cBhvr>
                                      <p:tavLst>
                                        <p:tav tm="0">
                                          <p:val>
                                            <p:strVal val="#ppt_w*0.70"/>
                                          </p:val>
                                        </p:tav>
                                        <p:tav tm="100000">
                                          <p:val>
                                            <p:strVal val="#ppt_w"/>
                                          </p:val>
                                        </p:tav>
                                      </p:tavLst>
                                    </p:anim>
                                    <p:anim calcmode="lin" valueType="num">
                                      <p:cBhvr>
                                        <p:cTn id="32" dur="1000" fill="hold"/>
                                        <p:tgtEl>
                                          <p:spTgt spid="48216"/>
                                        </p:tgtEl>
                                        <p:attrNameLst>
                                          <p:attrName>ppt_h</p:attrName>
                                        </p:attrNameLst>
                                      </p:cBhvr>
                                      <p:tavLst>
                                        <p:tav tm="0">
                                          <p:val>
                                            <p:strVal val="#ppt_h"/>
                                          </p:val>
                                        </p:tav>
                                        <p:tav tm="100000">
                                          <p:val>
                                            <p:strVal val="#ppt_h"/>
                                          </p:val>
                                        </p:tav>
                                      </p:tavLst>
                                    </p:anim>
                                    <p:animEffect transition="in" filter="fade">
                                      <p:cBhvr>
                                        <p:cTn id="33" dur="1000"/>
                                        <p:tgtEl>
                                          <p:spTgt spid="48216"/>
                                        </p:tgtEl>
                                      </p:cBhvr>
                                    </p:animEffect>
                                  </p:childTnLst>
                                </p:cTn>
                              </p:par>
                            </p:childTnLst>
                          </p:cTn>
                        </p:par>
                      </p:childTnLst>
                    </p:cTn>
                  </p:par>
                  <p:par>
                    <p:cTn id="34" fill="hold">
                      <p:stCondLst>
                        <p:cond delay="indefinite"/>
                      </p:stCondLst>
                      <p:childTnLst>
                        <p:par>
                          <p:cTn id="35" fill="hold">
                            <p:stCondLst>
                              <p:cond delay="0"/>
                            </p:stCondLst>
                            <p:childTnLst>
                              <p:par>
                                <p:cTn id="36" presetID="12" presetClass="entr" presetSubtype="8" fill="hold" grpId="0" nodeType="clickEffect">
                                  <p:stCondLst>
                                    <p:cond delay="0"/>
                                  </p:stCondLst>
                                  <p:childTnLst>
                                    <p:set>
                                      <p:cBhvr>
                                        <p:cTn id="37" dur="1" fill="hold">
                                          <p:stCondLst>
                                            <p:cond delay="0"/>
                                          </p:stCondLst>
                                        </p:cTn>
                                        <p:tgtEl>
                                          <p:spTgt spid="48217"/>
                                        </p:tgtEl>
                                        <p:attrNameLst>
                                          <p:attrName>style.visibility</p:attrName>
                                        </p:attrNameLst>
                                      </p:cBhvr>
                                      <p:to>
                                        <p:strVal val="visible"/>
                                      </p:to>
                                    </p:set>
                                    <p:animEffect transition="in" filter="slide(fromLeft)">
                                      <p:cBhvr>
                                        <p:cTn id="38" dur="500"/>
                                        <p:tgtEl>
                                          <p:spTgt spid="48217"/>
                                        </p:tgtEl>
                                      </p:cBhvr>
                                    </p:animEffect>
                                  </p:childTnLst>
                                </p:cTn>
                              </p:par>
                            </p:childTnLst>
                          </p:cTn>
                        </p:par>
                        <p:par>
                          <p:cTn id="39" fill="hold">
                            <p:stCondLst>
                              <p:cond delay="500"/>
                            </p:stCondLst>
                            <p:childTnLst>
                              <p:par>
                                <p:cTn id="40" presetID="3" presetClass="entr" presetSubtype="10" fill="hold" nodeType="afterEffect">
                                  <p:stCondLst>
                                    <p:cond delay="0"/>
                                  </p:stCondLst>
                                  <p:childTnLst>
                                    <p:set>
                                      <p:cBhvr>
                                        <p:cTn id="41" dur="1" fill="hold">
                                          <p:stCondLst>
                                            <p:cond delay="0"/>
                                          </p:stCondLst>
                                        </p:cTn>
                                        <p:tgtEl>
                                          <p:spTgt spid="9"/>
                                        </p:tgtEl>
                                        <p:attrNameLst>
                                          <p:attrName>style.visibility</p:attrName>
                                        </p:attrNameLst>
                                      </p:cBhvr>
                                      <p:to>
                                        <p:strVal val="visible"/>
                                      </p:to>
                                    </p:set>
                                    <p:animEffect transition="in" filter="blinds(horizontal)">
                                      <p:cBhvr>
                                        <p:cTn id="42" dur="500"/>
                                        <p:tgtEl>
                                          <p:spTgt spid="9"/>
                                        </p:tgtEl>
                                      </p:cBhvr>
                                    </p:animEffect>
                                  </p:childTnLst>
                                </p:cTn>
                              </p:par>
                            </p:childTnLst>
                          </p:cTn>
                        </p:par>
                      </p:childTnLst>
                    </p:cTn>
                  </p:par>
                  <p:par>
                    <p:cTn id="43" fill="hold">
                      <p:stCondLst>
                        <p:cond delay="indefinite"/>
                      </p:stCondLst>
                      <p:childTnLst>
                        <p:par>
                          <p:cTn id="44" fill="hold">
                            <p:stCondLst>
                              <p:cond delay="0"/>
                            </p:stCondLst>
                            <p:childTnLst>
                              <p:par>
                                <p:cTn id="45" presetID="3" presetClass="entr" presetSubtype="10" fill="hold" nodeType="clickEffect">
                                  <p:stCondLst>
                                    <p:cond delay="0"/>
                                  </p:stCondLst>
                                  <p:childTnLst>
                                    <p:set>
                                      <p:cBhvr>
                                        <p:cTn id="46" dur="1" fill="hold">
                                          <p:stCondLst>
                                            <p:cond delay="0"/>
                                          </p:stCondLst>
                                        </p:cTn>
                                        <p:tgtEl>
                                          <p:spTgt spid="14"/>
                                        </p:tgtEl>
                                        <p:attrNameLst>
                                          <p:attrName>style.visibility</p:attrName>
                                        </p:attrNameLst>
                                      </p:cBhvr>
                                      <p:to>
                                        <p:strVal val="visible"/>
                                      </p:to>
                                    </p:set>
                                    <p:animEffect transition="in" filter="blinds(horizontal)">
                                      <p:cBhvr>
                                        <p:cTn id="47" dur="5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8131" grpId="0"/>
      <p:bldP spid="48216" grpId="0"/>
      <p:bldP spid="48217" grpId="0" animBg="1"/>
      <p:bldP spid="48223" grpId="0" animBg="1"/>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graphicFrame>
        <p:nvGraphicFramePr>
          <p:cNvPr id="47106" name="Object 2"/>
          <p:cNvGraphicFramePr/>
          <p:nvPr/>
        </p:nvGraphicFramePr>
        <p:xfrm>
          <a:off x="757238" y="1390650"/>
          <a:ext cx="4602162" cy="519113"/>
        </p:xfrm>
        <a:graphic>
          <a:graphicData uri="http://schemas.openxmlformats.org/presentationml/2006/ole">
            <mc:AlternateContent xmlns:mc="http://schemas.openxmlformats.org/markup-compatibility/2006">
              <mc:Choice xmlns:v="urn:schemas-microsoft-com:vml" Requires="v">
                <p:oleObj spid="_x0000_s3203" name="" r:id="rId1" imgW="2120265" imgH="241300" progId="Equation.3">
                  <p:embed/>
                </p:oleObj>
              </mc:Choice>
              <mc:Fallback>
                <p:oleObj name="" r:id="rId1" imgW="2120265" imgH="241300" progId="Equation.3">
                  <p:embed/>
                  <p:pic>
                    <p:nvPicPr>
                      <p:cNvPr id="0" name="图片 3202"/>
                      <p:cNvPicPr/>
                      <p:nvPr/>
                    </p:nvPicPr>
                    <p:blipFill>
                      <a:blip r:embed="rId2">
                        <a:clrChange>
                          <a:clrFrom>
                            <a:srgbClr val="000000"/>
                          </a:clrFrom>
                          <a:clrTo>
                            <a:srgbClr val="FFFFFF"/>
                          </a:clrTo>
                        </a:clrChange>
                      </a:blip>
                      <a:stretch>
                        <a:fillRect/>
                      </a:stretch>
                    </p:blipFill>
                    <p:spPr>
                      <a:xfrm>
                        <a:off x="757238" y="1390650"/>
                        <a:ext cx="4602162" cy="519113"/>
                      </a:xfrm>
                      <a:prstGeom prst="rect">
                        <a:avLst/>
                      </a:prstGeom>
                      <a:noFill/>
                      <a:ln w="38100">
                        <a:noFill/>
                        <a:miter/>
                      </a:ln>
                    </p:spPr>
                  </p:pic>
                </p:oleObj>
              </mc:Fallback>
            </mc:AlternateContent>
          </a:graphicData>
        </a:graphic>
      </p:graphicFrame>
      <p:grpSp>
        <p:nvGrpSpPr>
          <p:cNvPr id="30731" name="Group 55"/>
          <p:cNvGrpSpPr/>
          <p:nvPr/>
        </p:nvGrpSpPr>
        <p:grpSpPr>
          <a:xfrm>
            <a:off x="8316913" y="6446838"/>
            <a:ext cx="792162" cy="366712"/>
            <a:chOff x="5193" y="4020"/>
            <a:chExt cx="499" cy="231"/>
          </a:xfrm>
        </p:grpSpPr>
        <p:pic>
          <p:nvPicPr>
            <p:cNvPr id="30779" name="Picture 56" descr="78900"/>
            <p:cNvPicPr>
              <a:picLocks noChangeAspect="1"/>
            </p:cNvPicPr>
            <p:nvPr/>
          </p:nvPicPr>
          <p:blipFill>
            <a:blip r:embed="rId3"/>
            <a:stretch>
              <a:fillRect/>
            </a:stretch>
          </p:blipFill>
          <p:spPr>
            <a:xfrm>
              <a:off x="5193" y="4066"/>
              <a:ext cx="499" cy="181"/>
            </a:xfrm>
            <a:prstGeom prst="rect">
              <a:avLst/>
            </a:prstGeom>
            <a:noFill/>
            <a:ln w="9525">
              <a:noFill/>
            </a:ln>
          </p:spPr>
        </p:pic>
        <p:sp>
          <p:nvSpPr>
            <p:cNvPr id="30780" name="Text Box 57">
              <a:hlinkClick r:id="" action="ppaction://hlinkshowjump?jump=nextslide"/>
            </p:cNvPr>
            <p:cNvSpPr txBox="1"/>
            <p:nvPr/>
          </p:nvSpPr>
          <p:spPr>
            <a:xfrm>
              <a:off x="5216" y="4020"/>
              <a:ext cx="476" cy="231"/>
            </a:xfrm>
            <a:prstGeom prst="rect">
              <a:avLst/>
            </a:prstGeom>
            <a:noFill/>
            <a:ln w="9525">
              <a:noFill/>
            </a:ln>
          </p:spPr>
          <p:txBody>
            <a:bodyPr wrap="none">
              <a:spAutoFit/>
            </a:bodyPr>
            <a:p>
              <a:pPr>
                <a:spcBef>
                  <a:spcPct val="50000"/>
                </a:spcBef>
              </a:pPr>
              <a:r>
                <a:rPr lang="zh-CN" altLang="en-US" sz="1800" b="0" dirty="0">
                  <a:solidFill>
                    <a:schemeClr val="bg1"/>
                  </a:solidFill>
                  <a:latin typeface="隶书" panose="02010509060101010101" pitchFamily="49" charset="-122"/>
                  <a:ea typeface="隶书" panose="02010509060101010101" pitchFamily="49" charset="-122"/>
                </a:rPr>
                <a:t>下 页</a:t>
              </a:r>
              <a:endParaRPr lang="zh-CN" altLang="en-US" sz="1800" b="0" dirty="0">
                <a:solidFill>
                  <a:schemeClr val="bg1"/>
                </a:solidFill>
                <a:latin typeface="隶书" panose="02010509060101010101" pitchFamily="49" charset="-122"/>
                <a:ea typeface="隶书" panose="02010509060101010101" pitchFamily="49" charset="-122"/>
              </a:endParaRPr>
            </a:p>
          </p:txBody>
        </p:sp>
      </p:grpSp>
      <p:grpSp>
        <p:nvGrpSpPr>
          <p:cNvPr id="30732" name="Group 58"/>
          <p:cNvGrpSpPr/>
          <p:nvPr/>
        </p:nvGrpSpPr>
        <p:grpSpPr>
          <a:xfrm>
            <a:off x="7453313" y="6446838"/>
            <a:ext cx="792162" cy="366712"/>
            <a:chOff x="4649" y="4020"/>
            <a:chExt cx="499" cy="231"/>
          </a:xfrm>
        </p:grpSpPr>
        <p:pic>
          <p:nvPicPr>
            <p:cNvPr id="30777" name="Picture 59" descr="78900"/>
            <p:cNvPicPr>
              <a:picLocks noChangeAspect="1"/>
            </p:cNvPicPr>
            <p:nvPr/>
          </p:nvPicPr>
          <p:blipFill>
            <a:blip r:embed="rId3"/>
            <a:stretch>
              <a:fillRect/>
            </a:stretch>
          </p:blipFill>
          <p:spPr>
            <a:xfrm>
              <a:off x="4649" y="4066"/>
              <a:ext cx="499" cy="181"/>
            </a:xfrm>
            <a:prstGeom prst="rect">
              <a:avLst/>
            </a:prstGeom>
            <a:noFill/>
            <a:ln w="9525">
              <a:noFill/>
            </a:ln>
          </p:spPr>
        </p:pic>
        <p:sp>
          <p:nvSpPr>
            <p:cNvPr id="30778" name="Text Box 60">
              <a:hlinkClick r:id="" action="ppaction://hlinkshowjump?jump=previousslide"/>
            </p:cNvPr>
            <p:cNvSpPr txBox="1"/>
            <p:nvPr/>
          </p:nvSpPr>
          <p:spPr>
            <a:xfrm>
              <a:off x="4672" y="4020"/>
              <a:ext cx="476" cy="231"/>
            </a:xfrm>
            <a:prstGeom prst="rect">
              <a:avLst/>
            </a:prstGeom>
            <a:noFill/>
            <a:ln w="9525">
              <a:noFill/>
            </a:ln>
          </p:spPr>
          <p:txBody>
            <a:bodyPr wrap="none">
              <a:spAutoFit/>
            </a:bodyPr>
            <a:p>
              <a:pPr>
                <a:spcBef>
                  <a:spcPct val="50000"/>
                </a:spcBef>
              </a:pPr>
              <a:r>
                <a:rPr lang="zh-CN" altLang="en-US" sz="1800" b="0" dirty="0">
                  <a:solidFill>
                    <a:schemeClr val="bg1"/>
                  </a:solidFill>
                  <a:latin typeface="隶书" panose="02010509060101010101" pitchFamily="49" charset="-122"/>
                  <a:ea typeface="隶书" panose="02010509060101010101" pitchFamily="49" charset="-122"/>
                </a:rPr>
                <a:t>上 页</a:t>
              </a:r>
              <a:endParaRPr lang="zh-CN" altLang="en-US" sz="1800" b="0" dirty="0">
                <a:solidFill>
                  <a:schemeClr val="bg1"/>
                </a:solidFill>
                <a:latin typeface="隶书" panose="02010509060101010101" pitchFamily="49" charset="-122"/>
                <a:ea typeface="隶书" panose="02010509060101010101" pitchFamily="49" charset="-122"/>
              </a:endParaRPr>
            </a:p>
          </p:txBody>
        </p:sp>
      </p:grpSp>
      <p:grpSp>
        <p:nvGrpSpPr>
          <p:cNvPr id="30733" name="Group 110"/>
          <p:cNvGrpSpPr/>
          <p:nvPr/>
        </p:nvGrpSpPr>
        <p:grpSpPr>
          <a:xfrm>
            <a:off x="6588125" y="6446838"/>
            <a:ext cx="792163" cy="366712"/>
            <a:chOff x="4649" y="4020"/>
            <a:chExt cx="499" cy="231"/>
          </a:xfrm>
        </p:grpSpPr>
        <p:pic>
          <p:nvPicPr>
            <p:cNvPr id="30775" name="Picture 111" descr="78900"/>
            <p:cNvPicPr>
              <a:picLocks noChangeAspect="1"/>
            </p:cNvPicPr>
            <p:nvPr/>
          </p:nvPicPr>
          <p:blipFill>
            <a:blip r:embed="rId3"/>
            <a:stretch>
              <a:fillRect/>
            </a:stretch>
          </p:blipFill>
          <p:spPr>
            <a:xfrm>
              <a:off x="4649" y="4066"/>
              <a:ext cx="499" cy="181"/>
            </a:xfrm>
            <a:prstGeom prst="rect">
              <a:avLst/>
            </a:prstGeom>
            <a:noFill/>
            <a:ln w="9525">
              <a:noFill/>
            </a:ln>
          </p:spPr>
        </p:pic>
        <p:sp>
          <p:nvSpPr>
            <p:cNvPr id="30776" name="Text Box 112">
              <a:hlinkClick r:id="" action="ppaction://hlinkshowjump?jump=firstslide"/>
            </p:cNvPr>
            <p:cNvSpPr txBox="1"/>
            <p:nvPr/>
          </p:nvSpPr>
          <p:spPr>
            <a:xfrm>
              <a:off x="4672" y="4020"/>
              <a:ext cx="476" cy="231"/>
            </a:xfrm>
            <a:prstGeom prst="rect">
              <a:avLst/>
            </a:prstGeom>
            <a:noFill/>
            <a:ln w="9525">
              <a:noFill/>
            </a:ln>
          </p:spPr>
          <p:txBody>
            <a:bodyPr wrap="none">
              <a:spAutoFit/>
            </a:bodyPr>
            <a:p>
              <a:pPr>
                <a:spcBef>
                  <a:spcPct val="50000"/>
                </a:spcBef>
              </a:pPr>
              <a:r>
                <a:rPr lang="zh-CN" altLang="en-US" sz="1800" b="0" dirty="0">
                  <a:solidFill>
                    <a:schemeClr val="bg1"/>
                  </a:solidFill>
                  <a:latin typeface="隶书" panose="02010509060101010101" pitchFamily="49" charset="-122"/>
                  <a:ea typeface="隶书" panose="02010509060101010101" pitchFamily="49" charset="-122"/>
                </a:rPr>
                <a:t>返 回</a:t>
              </a:r>
              <a:endParaRPr lang="zh-CN" altLang="en-US" sz="1800" b="0" dirty="0">
                <a:solidFill>
                  <a:schemeClr val="bg1"/>
                </a:solidFill>
                <a:latin typeface="隶书" panose="02010509060101010101" pitchFamily="49" charset="-122"/>
                <a:ea typeface="隶书" panose="02010509060101010101" pitchFamily="49" charset="-122"/>
              </a:endParaRPr>
            </a:p>
          </p:txBody>
        </p:sp>
      </p:grpSp>
      <p:grpSp>
        <p:nvGrpSpPr>
          <p:cNvPr id="5" name="Group 117"/>
          <p:cNvGrpSpPr/>
          <p:nvPr/>
        </p:nvGrpSpPr>
        <p:grpSpPr>
          <a:xfrm>
            <a:off x="750888" y="669925"/>
            <a:ext cx="6708775" cy="544513"/>
            <a:chOff x="473" y="300"/>
            <a:chExt cx="4226" cy="343"/>
          </a:xfrm>
        </p:grpSpPr>
        <p:graphicFrame>
          <p:nvGraphicFramePr>
            <p:cNvPr id="30730" name="Object 64"/>
            <p:cNvGraphicFramePr/>
            <p:nvPr/>
          </p:nvGraphicFramePr>
          <p:xfrm>
            <a:off x="473" y="300"/>
            <a:ext cx="4226" cy="343"/>
          </p:xfrm>
          <a:graphic>
            <a:graphicData uri="http://schemas.openxmlformats.org/presentationml/2006/ole">
              <mc:AlternateContent xmlns:mc="http://schemas.openxmlformats.org/markup-compatibility/2006">
                <mc:Choice xmlns:v="urn:schemas-microsoft-com:vml" Requires="v">
                  <p:oleObj spid="_x0000_s3205" name="" r:id="rId4" imgW="3121660" imgH="254000" progId="Equation.3">
                    <p:embed/>
                  </p:oleObj>
                </mc:Choice>
                <mc:Fallback>
                  <p:oleObj name="" r:id="rId4" imgW="3121660" imgH="254000" progId="Equation.3">
                    <p:embed/>
                    <p:pic>
                      <p:nvPicPr>
                        <p:cNvPr id="0" name="图片 3204"/>
                        <p:cNvPicPr/>
                        <p:nvPr/>
                      </p:nvPicPr>
                      <p:blipFill>
                        <a:blip r:embed="rId5">
                          <a:clrChange>
                            <a:clrFrom>
                              <a:srgbClr val="000000"/>
                            </a:clrFrom>
                            <a:clrTo>
                              <a:srgbClr val="FFFFFF"/>
                            </a:clrTo>
                          </a:clrChange>
                        </a:blip>
                        <a:stretch>
                          <a:fillRect/>
                        </a:stretch>
                      </p:blipFill>
                      <p:spPr>
                        <a:xfrm>
                          <a:off x="473" y="300"/>
                          <a:ext cx="4226" cy="343"/>
                        </a:xfrm>
                        <a:prstGeom prst="rect">
                          <a:avLst/>
                        </a:prstGeom>
                        <a:noFill/>
                        <a:ln w="38100">
                          <a:noFill/>
                          <a:miter/>
                        </a:ln>
                      </p:spPr>
                    </p:pic>
                  </p:oleObj>
                </mc:Fallback>
              </mc:AlternateContent>
            </a:graphicData>
          </a:graphic>
        </p:graphicFrame>
        <p:sp>
          <p:nvSpPr>
            <p:cNvPr id="30774" name="Line 114"/>
            <p:cNvSpPr/>
            <p:nvPr/>
          </p:nvSpPr>
          <p:spPr>
            <a:xfrm>
              <a:off x="1601" y="609"/>
              <a:ext cx="680" cy="0"/>
            </a:xfrm>
            <a:prstGeom prst="line">
              <a:avLst/>
            </a:prstGeom>
            <a:ln w="9525" cap="flat" cmpd="sng">
              <a:solidFill>
                <a:schemeClr val="bg1"/>
              </a:solidFill>
              <a:prstDash val="solid"/>
              <a:headEnd type="none" w="med" len="med"/>
              <a:tailEnd type="none" w="med" len="med"/>
            </a:ln>
          </p:spPr>
        </p:sp>
      </p:grpSp>
      <p:grpSp>
        <p:nvGrpSpPr>
          <p:cNvPr id="6" name="Group 116"/>
          <p:cNvGrpSpPr/>
          <p:nvPr/>
        </p:nvGrpSpPr>
        <p:grpSpPr>
          <a:xfrm>
            <a:off x="685800" y="2038350"/>
            <a:ext cx="7126288" cy="1174750"/>
            <a:chOff x="432" y="1162"/>
            <a:chExt cx="4489" cy="740"/>
          </a:xfrm>
        </p:grpSpPr>
        <p:graphicFrame>
          <p:nvGraphicFramePr>
            <p:cNvPr id="30729" name="Object 3"/>
            <p:cNvGraphicFramePr/>
            <p:nvPr/>
          </p:nvGraphicFramePr>
          <p:xfrm>
            <a:off x="432" y="1162"/>
            <a:ext cx="4489" cy="740"/>
          </p:xfrm>
          <a:graphic>
            <a:graphicData uri="http://schemas.openxmlformats.org/presentationml/2006/ole">
              <mc:AlternateContent xmlns:mc="http://schemas.openxmlformats.org/markup-compatibility/2006">
                <mc:Choice xmlns:v="urn:schemas-microsoft-com:vml" Requires="v">
                  <p:oleObj spid="_x0000_s3209" name="" r:id="rId6" imgW="3161030" imgH="520700" progId="Equation.3">
                    <p:embed/>
                  </p:oleObj>
                </mc:Choice>
                <mc:Fallback>
                  <p:oleObj name="" r:id="rId6" imgW="3161030" imgH="520700" progId="Equation.3">
                    <p:embed/>
                    <p:pic>
                      <p:nvPicPr>
                        <p:cNvPr id="0" name="图片 3208"/>
                        <p:cNvPicPr/>
                        <p:nvPr/>
                      </p:nvPicPr>
                      <p:blipFill>
                        <a:blip r:embed="rId7">
                          <a:clrChange>
                            <a:clrFrom>
                              <a:srgbClr val="000000"/>
                            </a:clrFrom>
                            <a:clrTo>
                              <a:srgbClr val="FFFFFF"/>
                            </a:clrTo>
                          </a:clrChange>
                        </a:blip>
                        <a:stretch>
                          <a:fillRect/>
                        </a:stretch>
                      </p:blipFill>
                      <p:spPr>
                        <a:xfrm>
                          <a:off x="432" y="1162"/>
                          <a:ext cx="4489" cy="740"/>
                        </a:xfrm>
                        <a:prstGeom prst="rect">
                          <a:avLst/>
                        </a:prstGeom>
                        <a:noFill/>
                        <a:ln w="38100">
                          <a:noFill/>
                          <a:miter/>
                        </a:ln>
                      </p:spPr>
                    </p:pic>
                  </p:oleObj>
                </mc:Fallback>
              </mc:AlternateContent>
            </a:graphicData>
          </a:graphic>
        </p:graphicFrame>
        <p:sp>
          <p:nvSpPr>
            <p:cNvPr id="30773" name="Line 115"/>
            <p:cNvSpPr/>
            <p:nvPr/>
          </p:nvSpPr>
          <p:spPr>
            <a:xfrm>
              <a:off x="3869" y="1851"/>
              <a:ext cx="726" cy="0"/>
            </a:xfrm>
            <a:prstGeom prst="line">
              <a:avLst/>
            </a:prstGeom>
            <a:ln w="9525" cap="flat" cmpd="sng">
              <a:solidFill>
                <a:schemeClr val="bg1"/>
              </a:solidFill>
              <a:prstDash val="solid"/>
              <a:headEnd type="none" w="med" len="med"/>
              <a:tailEnd type="none" w="med" len="med"/>
            </a:ln>
          </p:spPr>
        </p:sp>
      </p:grpSp>
      <p:grpSp>
        <p:nvGrpSpPr>
          <p:cNvPr id="30736" name="Group 118"/>
          <p:cNvGrpSpPr/>
          <p:nvPr/>
        </p:nvGrpSpPr>
        <p:grpSpPr>
          <a:xfrm>
            <a:off x="2195513" y="3141663"/>
            <a:ext cx="4203700" cy="2879725"/>
            <a:chOff x="3061" y="890"/>
            <a:chExt cx="2648" cy="1814"/>
          </a:xfrm>
        </p:grpSpPr>
        <p:sp>
          <p:nvSpPr>
            <p:cNvPr id="30737" name="Line 119"/>
            <p:cNvSpPr/>
            <p:nvPr/>
          </p:nvSpPr>
          <p:spPr>
            <a:xfrm>
              <a:off x="3651" y="1817"/>
              <a:ext cx="499" cy="0"/>
            </a:xfrm>
            <a:prstGeom prst="line">
              <a:avLst/>
            </a:prstGeom>
            <a:ln w="28575" cap="flat" cmpd="sng">
              <a:solidFill>
                <a:srgbClr val="FFCC00"/>
              </a:solidFill>
              <a:prstDash val="solid"/>
              <a:headEnd type="none" w="med" len="med"/>
              <a:tailEnd type="none" w="med" len="med"/>
            </a:ln>
          </p:spPr>
        </p:sp>
        <p:grpSp>
          <p:nvGrpSpPr>
            <p:cNvPr id="30738" name="Group 120"/>
            <p:cNvGrpSpPr/>
            <p:nvPr/>
          </p:nvGrpSpPr>
          <p:grpSpPr>
            <a:xfrm>
              <a:off x="3742" y="1921"/>
              <a:ext cx="723" cy="399"/>
              <a:chOff x="3710" y="1720"/>
              <a:chExt cx="723" cy="399"/>
            </a:xfrm>
          </p:grpSpPr>
          <p:sp>
            <p:nvSpPr>
              <p:cNvPr id="30771" name="AutoShape 121"/>
              <p:cNvSpPr/>
              <p:nvPr/>
            </p:nvSpPr>
            <p:spPr>
              <a:xfrm rot="-5400000">
                <a:off x="3992" y="1435"/>
                <a:ext cx="156" cy="723"/>
              </a:xfrm>
              <a:prstGeom prst="leftBrace">
                <a:avLst>
                  <a:gd name="adj1" fmla="val 38600"/>
                  <a:gd name="adj2" fmla="val 50000"/>
                </a:avLst>
              </a:prstGeom>
              <a:noFill/>
              <a:ln w="28575" cap="flat" cmpd="sng">
                <a:solidFill>
                  <a:srgbClr val="FFFF00"/>
                </a:solidFill>
                <a:prstDash val="solid"/>
                <a:headEnd type="none" w="med" len="med"/>
                <a:tailEnd type="none" w="sm" len="med"/>
              </a:ln>
            </p:spPr>
            <p:txBody>
              <a:bodyPr vert="eaVert" wrap="none" anchor="ctr" anchorCtr="0"/>
              <a:p>
                <a:pPr algn="ctr"/>
                <a:endParaRPr lang="zh-CN" altLang="zh-CN" b="0" dirty="0">
                  <a:latin typeface="Arial" panose="020B0604020202020204" pitchFamily="34" charset="0"/>
                  <a:ea typeface="仿宋_GB2312" pitchFamily="49" charset="-122"/>
                </a:endParaRPr>
              </a:p>
            </p:txBody>
          </p:sp>
          <p:sp>
            <p:nvSpPr>
              <p:cNvPr id="30772" name="Text Box 122"/>
              <p:cNvSpPr txBox="1"/>
              <p:nvPr/>
            </p:nvSpPr>
            <p:spPr>
              <a:xfrm>
                <a:off x="3927" y="1792"/>
                <a:ext cx="317" cy="327"/>
              </a:xfrm>
              <a:prstGeom prst="rect">
                <a:avLst/>
              </a:prstGeom>
              <a:noFill/>
              <a:ln w="25400">
                <a:noFill/>
              </a:ln>
            </p:spPr>
            <p:txBody>
              <a:bodyPr wrap="none">
                <a:spAutoFit/>
              </a:bodyPr>
              <a:p>
                <a:pPr>
                  <a:spcBef>
                    <a:spcPct val="50000"/>
                  </a:spcBef>
                </a:pPr>
                <a:r>
                  <a:rPr lang="en-US" altLang="zh-CN" b="0" i="1" dirty="0">
                    <a:solidFill>
                      <a:schemeClr val="bg1"/>
                    </a:solidFill>
                    <a:latin typeface="Times New Roman" panose="02020603050405020304" pitchFamily="18" charset="0"/>
                    <a:ea typeface="宋体" panose="02010600030101010101" pitchFamily="2" charset="-122"/>
                  </a:rPr>
                  <a:t>Z</a:t>
                </a:r>
                <a:r>
                  <a:rPr lang="en-US" altLang="zh-CN" b="0" baseline="-25000" dirty="0">
                    <a:solidFill>
                      <a:schemeClr val="bg1"/>
                    </a:solidFill>
                    <a:latin typeface="Times New Roman" panose="02020603050405020304" pitchFamily="18" charset="0"/>
                    <a:ea typeface="宋体" panose="02010600030101010101" pitchFamily="2" charset="-122"/>
                  </a:rPr>
                  <a:t>1</a:t>
                </a:r>
                <a:endParaRPr lang="en-US" altLang="zh-CN" b="0" i="1" dirty="0">
                  <a:solidFill>
                    <a:schemeClr val="bg1"/>
                  </a:solidFill>
                  <a:latin typeface="Times New Roman" panose="02020603050405020304" pitchFamily="18" charset="0"/>
                  <a:ea typeface="宋体" panose="02010600030101010101" pitchFamily="2" charset="-122"/>
                </a:endParaRPr>
              </a:p>
            </p:txBody>
          </p:sp>
        </p:grpSp>
        <p:grpSp>
          <p:nvGrpSpPr>
            <p:cNvPr id="30739" name="Group 123"/>
            <p:cNvGrpSpPr/>
            <p:nvPr/>
          </p:nvGrpSpPr>
          <p:grpSpPr>
            <a:xfrm>
              <a:off x="5284" y="1694"/>
              <a:ext cx="425" cy="804"/>
              <a:chOff x="5163" y="1524"/>
              <a:chExt cx="425" cy="804"/>
            </a:xfrm>
          </p:grpSpPr>
          <p:sp>
            <p:nvSpPr>
              <p:cNvPr id="30769" name="AutoShape 124"/>
              <p:cNvSpPr/>
              <p:nvPr/>
            </p:nvSpPr>
            <p:spPr>
              <a:xfrm>
                <a:off x="5163" y="1524"/>
                <a:ext cx="129" cy="804"/>
              </a:xfrm>
              <a:prstGeom prst="rightBrace">
                <a:avLst>
                  <a:gd name="adj1" fmla="val 51909"/>
                  <a:gd name="adj2" fmla="val 50000"/>
                </a:avLst>
              </a:prstGeom>
              <a:noFill/>
              <a:ln w="28575" cap="flat" cmpd="sng">
                <a:solidFill>
                  <a:srgbClr val="FFFF00"/>
                </a:solidFill>
                <a:prstDash val="solid"/>
                <a:headEnd type="none" w="med" len="med"/>
                <a:tailEnd type="none" w="sm" len="med"/>
              </a:ln>
            </p:spPr>
            <p:txBody>
              <a:bodyPr wrap="none" anchor="ctr" anchorCtr="0"/>
              <a:p>
                <a:endParaRPr lang="zh-CN" altLang="en-US" dirty="0">
                  <a:latin typeface="楷体_GB2312" pitchFamily="49" charset="-122"/>
                </a:endParaRPr>
              </a:p>
            </p:txBody>
          </p:sp>
          <p:sp>
            <p:nvSpPr>
              <p:cNvPr id="30770" name="Text Box 125"/>
              <p:cNvSpPr txBox="1"/>
              <p:nvPr/>
            </p:nvSpPr>
            <p:spPr>
              <a:xfrm>
                <a:off x="5271" y="1709"/>
                <a:ext cx="317" cy="327"/>
              </a:xfrm>
              <a:prstGeom prst="rect">
                <a:avLst/>
              </a:prstGeom>
              <a:noFill/>
              <a:ln w="25400">
                <a:noFill/>
              </a:ln>
            </p:spPr>
            <p:txBody>
              <a:bodyPr wrap="none">
                <a:spAutoFit/>
              </a:bodyPr>
              <a:p>
                <a:pPr>
                  <a:spcBef>
                    <a:spcPct val="50000"/>
                  </a:spcBef>
                </a:pPr>
                <a:r>
                  <a:rPr lang="en-US" altLang="zh-CN" b="0" i="1" dirty="0">
                    <a:solidFill>
                      <a:schemeClr val="bg1"/>
                    </a:solidFill>
                    <a:latin typeface="Times New Roman" panose="02020603050405020304" pitchFamily="18" charset="0"/>
                    <a:ea typeface="宋体" panose="02010600030101010101" pitchFamily="2" charset="-122"/>
                  </a:rPr>
                  <a:t>Z</a:t>
                </a:r>
                <a:r>
                  <a:rPr lang="en-US" altLang="zh-CN" b="0" baseline="-25000" dirty="0">
                    <a:solidFill>
                      <a:schemeClr val="bg1"/>
                    </a:solidFill>
                    <a:latin typeface="Times New Roman" panose="02020603050405020304" pitchFamily="18" charset="0"/>
                    <a:ea typeface="宋体" panose="02010600030101010101" pitchFamily="2" charset="-122"/>
                  </a:rPr>
                  <a:t>2</a:t>
                </a:r>
                <a:endParaRPr lang="en-US" altLang="zh-CN" b="0" i="1" dirty="0">
                  <a:solidFill>
                    <a:schemeClr val="bg1"/>
                  </a:solidFill>
                  <a:latin typeface="Times New Roman" panose="02020603050405020304" pitchFamily="18" charset="0"/>
                  <a:ea typeface="宋体" panose="02010600030101010101" pitchFamily="2" charset="-122"/>
                </a:endParaRPr>
              </a:p>
            </p:txBody>
          </p:sp>
        </p:grpSp>
        <p:graphicFrame>
          <p:nvGraphicFramePr>
            <p:cNvPr id="30723" name="Object 126"/>
            <p:cNvGraphicFramePr/>
            <p:nvPr/>
          </p:nvGraphicFramePr>
          <p:xfrm>
            <a:off x="3424" y="2012"/>
            <a:ext cx="216" cy="279"/>
          </p:xfrm>
          <a:graphic>
            <a:graphicData uri="http://schemas.openxmlformats.org/presentationml/2006/ole">
              <mc:AlternateContent xmlns:mc="http://schemas.openxmlformats.org/markup-compatibility/2006">
                <mc:Choice xmlns:v="urn:schemas-microsoft-com:vml" Requires="v">
                  <p:oleObj spid="_x0000_s3206" name="" r:id="rId8" imgW="177800" imgH="227965" progId="Equation.3">
                    <p:embed/>
                  </p:oleObj>
                </mc:Choice>
                <mc:Fallback>
                  <p:oleObj name="" r:id="rId8" imgW="177800" imgH="227965" progId="Equation.3">
                    <p:embed/>
                    <p:pic>
                      <p:nvPicPr>
                        <p:cNvPr id="0" name="图片 3205"/>
                        <p:cNvPicPr/>
                        <p:nvPr/>
                      </p:nvPicPr>
                      <p:blipFill>
                        <a:blip r:embed="rId9">
                          <a:clrChange>
                            <a:clrFrom>
                              <a:srgbClr val="000000"/>
                            </a:clrFrom>
                            <a:clrTo>
                              <a:srgbClr val="FFFFFF"/>
                            </a:clrTo>
                          </a:clrChange>
                        </a:blip>
                        <a:stretch>
                          <a:fillRect/>
                        </a:stretch>
                      </p:blipFill>
                      <p:spPr>
                        <a:xfrm>
                          <a:off x="3424" y="2012"/>
                          <a:ext cx="216" cy="279"/>
                        </a:xfrm>
                        <a:prstGeom prst="rect">
                          <a:avLst/>
                        </a:prstGeom>
                        <a:noFill/>
                        <a:ln w="38100">
                          <a:noFill/>
                          <a:miter/>
                        </a:ln>
                      </p:spPr>
                    </p:pic>
                  </p:oleObj>
                </mc:Fallback>
              </mc:AlternateContent>
            </a:graphicData>
          </a:graphic>
        </p:graphicFrame>
        <p:graphicFrame>
          <p:nvGraphicFramePr>
            <p:cNvPr id="30724" name="Object 127"/>
            <p:cNvGraphicFramePr/>
            <p:nvPr/>
          </p:nvGraphicFramePr>
          <p:xfrm>
            <a:off x="3288" y="1149"/>
            <a:ext cx="206" cy="364"/>
          </p:xfrm>
          <a:graphic>
            <a:graphicData uri="http://schemas.openxmlformats.org/presentationml/2006/ole">
              <mc:AlternateContent xmlns:mc="http://schemas.openxmlformats.org/markup-compatibility/2006">
                <mc:Choice xmlns:v="urn:schemas-microsoft-com:vml" Requires="v">
                  <p:oleObj spid="_x0000_s3207" name="" r:id="rId10" imgW="152400" imgH="266065" progId="Equation.3">
                    <p:embed/>
                  </p:oleObj>
                </mc:Choice>
                <mc:Fallback>
                  <p:oleObj name="" r:id="rId10" imgW="152400" imgH="266065" progId="Equation.3">
                    <p:embed/>
                    <p:pic>
                      <p:nvPicPr>
                        <p:cNvPr id="0" name="图片 3206"/>
                        <p:cNvPicPr/>
                        <p:nvPr/>
                      </p:nvPicPr>
                      <p:blipFill>
                        <a:blip r:embed="rId11">
                          <a:clrChange>
                            <a:clrFrom>
                              <a:srgbClr val="000000"/>
                            </a:clrFrom>
                            <a:clrTo>
                              <a:srgbClr val="FFFFFF"/>
                            </a:clrTo>
                          </a:clrChange>
                        </a:blip>
                        <a:stretch>
                          <a:fillRect/>
                        </a:stretch>
                      </p:blipFill>
                      <p:spPr>
                        <a:xfrm>
                          <a:off x="3288" y="1149"/>
                          <a:ext cx="206" cy="364"/>
                        </a:xfrm>
                        <a:prstGeom prst="rect">
                          <a:avLst/>
                        </a:prstGeom>
                        <a:noFill/>
                        <a:ln w="38100">
                          <a:noFill/>
                          <a:miter/>
                        </a:ln>
                      </p:spPr>
                    </p:pic>
                  </p:oleObj>
                </mc:Fallback>
              </mc:AlternateContent>
            </a:graphicData>
          </a:graphic>
        </p:graphicFrame>
        <p:graphicFrame>
          <p:nvGraphicFramePr>
            <p:cNvPr id="30725" name="Object 128"/>
            <p:cNvGraphicFramePr/>
            <p:nvPr/>
          </p:nvGraphicFramePr>
          <p:xfrm>
            <a:off x="3696" y="923"/>
            <a:ext cx="202" cy="331"/>
          </p:xfrm>
          <a:graphic>
            <a:graphicData uri="http://schemas.openxmlformats.org/presentationml/2006/ole">
              <mc:AlternateContent xmlns:mc="http://schemas.openxmlformats.org/markup-compatibility/2006">
                <mc:Choice xmlns:v="urn:schemas-microsoft-com:vml" Requires="v">
                  <p:oleObj spid="_x0000_s3211" name="" r:id="rId12" imgW="165100" imgH="266065" progId="Equation.3">
                    <p:embed/>
                  </p:oleObj>
                </mc:Choice>
                <mc:Fallback>
                  <p:oleObj name="" r:id="rId12" imgW="165100" imgH="266065" progId="Equation.3">
                    <p:embed/>
                    <p:pic>
                      <p:nvPicPr>
                        <p:cNvPr id="0" name="图片 3210"/>
                        <p:cNvPicPr/>
                        <p:nvPr/>
                      </p:nvPicPr>
                      <p:blipFill>
                        <a:blip r:embed="rId13">
                          <a:clrChange>
                            <a:clrFrom>
                              <a:srgbClr val="000000"/>
                            </a:clrFrom>
                            <a:clrTo>
                              <a:srgbClr val="FFFFFF"/>
                            </a:clrTo>
                          </a:clrChange>
                        </a:blip>
                        <a:stretch>
                          <a:fillRect/>
                        </a:stretch>
                      </p:blipFill>
                      <p:spPr>
                        <a:xfrm>
                          <a:off x="3696" y="923"/>
                          <a:ext cx="202" cy="331"/>
                        </a:xfrm>
                        <a:prstGeom prst="rect">
                          <a:avLst/>
                        </a:prstGeom>
                        <a:noFill/>
                        <a:ln w="38100">
                          <a:noFill/>
                          <a:miter/>
                        </a:ln>
                      </p:spPr>
                    </p:pic>
                  </p:oleObj>
                </mc:Fallback>
              </mc:AlternateContent>
            </a:graphicData>
          </a:graphic>
        </p:graphicFrame>
        <p:graphicFrame>
          <p:nvGraphicFramePr>
            <p:cNvPr id="30726" name="Object 129"/>
            <p:cNvGraphicFramePr/>
            <p:nvPr/>
          </p:nvGraphicFramePr>
          <p:xfrm>
            <a:off x="3696" y="1467"/>
            <a:ext cx="224" cy="363"/>
          </p:xfrm>
          <a:graphic>
            <a:graphicData uri="http://schemas.openxmlformats.org/presentationml/2006/ole">
              <mc:AlternateContent xmlns:mc="http://schemas.openxmlformats.org/markup-compatibility/2006">
                <mc:Choice xmlns:v="urn:schemas-microsoft-com:vml" Requires="v">
                  <p:oleObj spid="_x0000_s3208" name="" r:id="rId14" imgW="165100" imgH="266065" progId="Equation.3">
                    <p:embed/>
                  </p:oleObj>
                </mc:Choice>
                <mc:Fallback>
                  <p:oleObj name="" r:id="rId14" imgW="165100" imgH="266065" progId="Equation.3">
                    <p:embed/>
                    <p:pic>
                      <p:nvPicPr>
                        <p:cNvPr id="0" name="图片 3207"/>
                        <p:cNvPicPr/>
                        <p:nvPr/>
                      </p:nvPicPr>
                      <p:blipFill>
                        <a:blip r:embed="rId15">
                          <a:clrChange>
                            <a:clrFrom>
                              <a:srgbClr val="000000"/>
                            </a:clrFrom>
                            <a:clrTo>
                              <a:srgbClr val="FFFFFF"/>
                            </a:clrTo>
                          </a:clrChange>
                        </a:blip>
                        <a:stretch>
                          <a:fillRect/>
                        </a:stretch>
                      </p:blipFill>
                      <p:spPr>
                        <a:xfrm>
                          <a:off x="3696" y="1467"/>
                          <a:ext cx="224" cy="363"/>
                        </a:xfrm>
                        <a:prstGeom prst="rect">
                          <a:avLst/>
                        </a:prstGeom>
                        <a:noFill/>
                        <a:ln w="38100">
                          <a:noFill/>
                          <a:miter/>
                        </a:ln>
                      </p:spPr>
                    </p:pic>
                  </p:oleObj>
                </mc:Fallback>
              </mc:AlternateContent>
            </a:graphicData>
          </a:graphic>
        </p:graphicFrame>
        <p:graphicFrame>
          <p:nvGraphicFramePr>
            <p:cNvPr id="30727" name="Object 130"/>
            <p:cNvGraphicFramePr/>
            <p:nvPr/>
          </p:nvGraphicFramePr>
          <p:xfrm>
            <a:off x="3969" y="1286"/>
            <a:ext cx="687" cy="521"/>
          </p:xfrm>
          <a:graphic>
            <a:graphicData uri="http://schemas.openxmlformats.org/presentationml/2006/ole">
              <mc:AlternateContent xmlns:mc="http://schemas.openxmlformats.org/markup-compatibility/2006">
                <mc:Choice xmlns:v="urn:schemas-microsoft-com:vml" Requires="v">
                  <p:oleObj spid="_x0000_s3210" name="" r:id="rId16" imgW="520700" imgH="457200" progId="Equation.3">
                    <p:embed/>
                  </p:oleObj>
                </mc:Choice>
                <mc:Fallback>
                  <p:oleObj name="" r:id="rId16" imgW="520700" imgH="457200" progId="Equation.3">
                    <p:embed/>
                    <p:pic>
                      <p:nvPicPr>
                        <p:cNvPr id="0" name="图片 3209"/>
                        <p:cNvPicPr/>
                        <p:nvPr/>
                      </p:nvPicPr>
                      <p:blipFill>
                        <a:blip r:embed="rId17">
                          <a:clrChange>
                            <a:clrFrom>
                              <a:srgbClr val="000000"/>
                            </a:clrFrom>
                            <a:clrTo>
                              <a:srgbClr val="FFFFFF"/>
                            </a:clrTo>
                          </a:clrChange>
                        </a:blip>
                        <a:stretch>
                          <a:fillRect/>
                        </a:stretch>
                      </p:blipFill>
                      <p:spPr>
                        <a:xfrm>
                          <a:off x="3969" y="1286"/>
                          <a:ext cx="687" cy="521"/>
                        </a:xfrm>
                        <a:prstGeom prst="rect">
                          <a:avLst/>
                        </a:prstGeom>
                        <a:noFill/>
                        <a:ln w="38100">
                          <a:noFill/>
                          <a:miter/>
                        </a:ln>
                      </p:spPr>
                    </p:pic>
                  </p:oleObj>
                </mc:Fallback>
              </mc:AlternateContent>
            </a:graphicData>
          </a:graphic>
        </p:graphicFrame>
        <p:graphicFrame>
          <p:nvGraphicFramePr>
            <p:cNvPr id="30728" name="Object 131"/>
            <p:cNvGraphicFramePr/>
            <p:nvPr/>
          </p:nvGraphicFramePr>
          <p:xfrm>
            <a:off x="4694" y="2193"/>
            <a:ext cx="468" cy="311"/>
          </p:xfrm>
          <a:graphic>
            <a:graphicData uri="http://schemas.openxmlformats.org/presentationml/2006/ole">
              <mc:AlternateContent xmlns:mc="http://schemas.openxmlformats.org/markup-compatibility/2006">
                <mc:Choice xmlns:v="urn:schemas-microsoft-com:vml" Requires="v">
                  <p:oleObj spid="_x0000_s3212" name="" r:id="rId18" imgW="342900" imgH="228600" progId="Equation.3">
                    <p:embed/>
                  </p:oleObj>
                </mc:Choice>
                <mc:Fallback>
                  <p:oleObj name="" r:id="rId18" imgW="342900" imgH="228600" progId="Equation.3">
                    <p:embed/>
                    <p:pic>
                      <p:nvPicPr>
                        <p:cNvPr id="0" name="图片 3211"/>
                        <p:cNvPicPr/>
                        <p:nvPr/>
                      </p:nvPicPr>
                      <p:blipFill>
                        <a:blip r:embed="rId19">
                          <a:clrChange>
                            <a:clrFrom>
                              <a:srgbClr val="000000"/>
                            </a:clrFrom>
                            <a:clrTo>
                              <a:srgbClr val="FFFFFF"/>
                            </a:clrTo>
                          </a:clrChange>
                        </a:blip>
                        <a:stretch>
                          <a:fillRect/>
                        </a:stretch>
                      </p:blipFill>
                      <p:spPr>
                        <a:xfrm>
                          <a:off x="4694" y="2193"/>
                          <a:ext cx="468" cy="311"/>
                        </a:xfrm>
                        <a:prstGeom prst="rect">
                          <a:avLst/>
                        </a:prstGeom>
                        <a:noFill/>
                        <a:ln w="38100">
                          <a:noFill/>
                          <a:miter/>
                        </a:ln>
                      </p:spPr>
                    </p:pic>
                  </p:oleObj>
                </mc:Fallback>
              </mc:AlternateContent>
            </a:graphicData>
          </a:graphic>
        </p:graphicFrame>
        <p:sp>
          <p:nvSpPr>
            <p:cNvPr id="30740" name="Oval 132"/>
            <p:cNvSpPr/>
            <p:nvPr/>
          </p:nvSpPr>
          <p:spPr>
            <a:xfrm>
              <a:off x="3061" y="1908"/>
              <a:ext cx="363" cy="363"/>
            </a:xfrm>
            <a:prstGeom prst="ellipse">
              <a:avLst/>
            </a:prstGeom>
            <a:gradFill rotWithShape="1">
              <a:gsLst>
                <a:gs pos="0">
                  <a:srgbClr val="0099FF"/>
                </a:gs>
                <a:gs pos="100000">
                  <a:srgbClr val="004776"/>
                </a:gs>
              </a:gsLst>
              <a:path path="shape">
                <a:fillToRect l="50000" t="50000" r="50000" b="50000"/>
              </a:path>
              <a:tileRect/>
            </a:gradFill>
            <a:ln w="38100" cap="flat" cmpd="sng">
              <a:solidFill>
                <a:srgbClr val="FF9900"/>
              </a:solidFill>
              <a:prstDash val="solid"/>
              <a:headEnd type="none" w="med" len="med"/>
              <a:tailEnd type="none" w="med" len="med"/>
            </a:ln>
          </p:spPr>
          <p:txBody>
            <a:bodyPr wrap="none" anchor="ctr" anchorCtr="0"/>
            <a:p>
              <a:endParaRPr lang="zh-CN" altLang="en-US" dirty="0">
                <a:latin typeface="楷体_GB2312" pitchFamily="49" charset="-122"/>
              </a:endParaRPr>
            </a:p>
          </p:txBody>
        </p:sp>
        <p:sp>
          <p:nvSpPr>
            <p:cNvPr id="30741" name="Text Box 133"/>
            <p:cNvSpPr txBox="1"/>
            <p:nvPr/>
          </p:nvSpPr>
          <p:spPr>
            <a:xfrm>
              <a:off x="4785" y="1636"/>
              <a:ext cx="329" cy="327"/>
            </a:xfrm>
            <a:prstGeom prst="rect">
              <a:avLst/>
            </a:prstGeom>
            <a:noFill/>
            <a:ln w="28575">
              <a:noFill/>
            </a:ln>
          </p:spPr>
          <p:txBody>
            <a:bodyPr wrap="none" anchor="ctr" anchorCtr="0">
              <a:spAutoFit/>
            </a:bodyPr>
            <a:p>
              <a:pPr algn="ctr"/>
              <a:r>
                <a:rPr lang="en-US" altLang="zh-CN" b="0" i="1" dirty="0">
                  <a:solidFill>
                    <a:schemeClr val="bg1"/>
                  </a:solidFill>
                  <a:latin typeface="Times New Roman" panose="02020603050405020304" pitchFamily="18" charset="0"/>
                  <a:ea typeface="宋体" panose="02010600030101010101" pitchFamily="2" charset="-122"/>
                </a:rPr>
                <a:t>R</a:t>
              </a:r>
              <a:r>
                <a:rPr lang="en-US" altLang="zh-CN" b="0" baseline="-25000" dirty="0">
                  <a:solidFill>
                    <a:schemeClr val="bg1"/>
                  </a:solidFill>
                  <a:latin typeface="Times New Roman" panose="02020603050405020304" pitchFamily="18" charset="0"/>
                  <a:ea typeface="宋体" panose="02010600030101010101" pitchFamily="2" charset="-122"/>
                </a:rPr>
                <a:t>2</a:t>
              </a:r>
              <a:endParaRPr lang="en-US" altLang="zh-CN" b="0" dirty="0">
                <a:solidFill>
                  <a:schemeClr val="bg1"/>
                </a:solidFill>
                <a:latin typeface="Times New Roman" panose="02020603050405020304" pitchFamily="18" charset="0"/>
                <a:ea typeface="宋体" panose="02010600030101010101" pitchFamily="2" charset="-122"/>
              </a:endParaRPr>
            </a:p>
          </p:txBody>
        </p:sp>
        <p:sp>
          <p:nvSpPr>
            <p:cNvPr id="30742" name="Text Box 134"/>
            <p:cNvSpPr txBox="1"/>
            <p:nvPr/>
          </p:nvSpPr>
          <p:spPr>
            <a:xfrm>
              <a:off x="3243" y="1590"/>
              <a:ext cx="244" cy="327"/>
            </a:xfrm>
            <a:prstGeom prst="rect">
              <a:avLst/>
            </a:prstGeom>
            <a:noFill/>
            <a:ln w="28575">
              <a:noFill/>
            </a:ln>
          </p:spPr>
          <p:txBody>
            <a:bodyPr wrap="none" anchor="ctr" anchorCtr="0">
              <a:spAutoFit/>
            </a:bodyPr>
            <a:p>
              <a:pPr algn="ctr"/>
              <a:r>
                <a:rPr lang="en-US" altLang="zh-CN" b="0" dirty="0">
                  <a:solidFill>
                    <a:schemeClr val="bg1"/>
                  </a:solidFill>
                  <a:latin typeface="Times New Roman" panose="02020603050405020304" pitchFamily="18" charset="0"/>
                  <a:ea typeface="宋体" panose="02010600030101010101" pitchFamily="2" charset="-122"/>
                </a:rPr>
                <a:t>+</a:t>
              </a:r>
              <a:endParaRPr lang="en-US" altLang="zh-CN" b="0" dirty="0">
                <a:solidFill>
                  <a:schemeClr val="bg1"/>
                </a:solidFill>
                <a:latin typeface="Times New Roman" panose="02020603050405020304" pitchFamily="18" charset="0"/>
                <a:ea typeface="宋体" panose="02010600030101010101" pitchFamily="2" charset="-122"/>
              </a:endParaRPr>
            </a:p>
          </p:txBody>
        </p:sp>
        <p:sp>
          <p:nvSpPr>
            <p:cNvPr id="30743" name="Text Box 135"/>
            <p:cNvSpPr txBox="1"/>
            <p:nvPr/>
          </p:nvSpPr>
          <p:spPr>
            <a:xfrm>
              <a:off x="3243" y="2225"/>
              <a:ext cx="228" cy="327"/>
            </a:xfrm>
            <a:prstGeom prst="rect">
              <a:avLst/>
            </a:prstGeom>
            <a:noFill/>
            <a:ln w="28575">
              <a:noFill/>
            </a:ln>
          </p:spPr>
          <p:txBody>
            <a:bodyPr wrap="none" anchor="ctr" anchorCtr="0">
              <a:spAutoFit/>
            </a:bodyPr>
            <a:p>
              <a:pPr algn="ctr"/>
              <a:r>
                <a:rPr lang="en-US" altLang="zh-CN" b="0" dirty="0">
                  <a:solidFill>
                    <a:schemeClr val="bg1"/>
                  </a:solidFill>
                  <a:latin typeface="Times New Roman" panose="02020603050405020304" pitchFamily="18" charset="0"/>
                  <a:ea typeface="宋体" panose="02010600030101010101" pitchFamily="2" charset="-122"/>
                </a:rPr>
                <a:t>_</a:t>
              </a:r>
              <a:endParaRPr lang="en-US" altLang="zh-CN" b="0" dirty="0">
                <a:solidFill>
                  <a:schemeClr val="bg1"/>
                </a:solidFill>
                <a:latin typeface="Times New Roman" panose="02020603050405020304" pitchFamily="18" charset="0"/>
                <a:ea typeface="宋体" panose="02010600030101010101" pitchFamily="2" charset="-122"/>
              </a:endParaRPr>
            </a:p>
          </p:txBody>
        </p:sp>
        <p:grpSp>
          <p:nvGrpSpPr>
            <p:cNvPr id="30744" name="Group 136"/>
            <p:cNvGrpSpPr/>
            <p:nvPr/>
          </p:nvGrpSpPr>
          <p:grpSpPr>
            <a:xfrm rot="-5400000">
              <a:off x="4081" y="1754"/>
              <a:ext cx="221" cy="96"/>
              <a:chOff x="3845" y="3156"/>
              <a:chExt cx="221" cy="96"/>
            </a:xfrm>
          </p:grpSpPr>
          <p:sp>
            <p:nvSpPr>
              <p:cNvPr id="30767" name="Line 137"/>
              <p:cNvSpPr/>
              <p:nvPr/>
            </p:nvSpPr>
            <p:spPr>
              <a:xfrm>
                <a:off x="3845" y="3156"/>
                <a:ext cx="221" cy="1"/>
              </a:xfrm>
              <a:prstGeom prst="line">
                <a:avLst/>
              </a:prstGeom>
              <a:ln w="57150" cap="flat" cmpd="sng">
                <a:solidFill>
                  <a:srgbClr val="FF9900"/>
                </a:solidFill>
                <a:prstDash val="solid"/>
                <a:headEnd type="none" w="med" len="med"/>
                <a:tailEnd type="none" w="med" len="med"/>
              </a:ln>
            </p:spPr>
          </p:sp>
          <p:sp>
            <p:nvSpPr>
              <p:cNvPr id="30768" name="Line 138"/>
              <p:cNvSpPr/>
              <p:nvPr/>
            </p:nvSpPr>
            <p:spPr>
              <a:xfrm flipV="1">
                <a:off x="3845" y="3249"/>
                <a:ext cx="221" cy="3"/>
              </a:xfrm>
              <a:prstGeom prst="line">
                <a:avLst/>
              </a:prstGeom>
              <a:ln w="57150" cap="flat" cmpd="sng">
                <a:solidFill>
                  <a:srgbClr val="FF9900"/>
                </a:solidFill>
                <a:prstDash val="solid"/>
                <a:headEnd type="none" w="med" len="med"/>
                <a:tailEnd type="none" w="med" len="med"/>
              </a:ln>
            </p:spPr>
          </p:sp>
        </p:grpSp>
        <p:sp>
          <p:nvSpPr>
            <p:cNvPr id="30745" name="Line 139"/>
            <p:cNvSpPr/>
            <p:nvPr/>
          </p:nvSpPr>
          <p:spPr>
            <a:xfrm>
              <a:off x="3654" y="1269"/>
              <a:ext cx="936" cy="0"/>
            </a:xfrm>
            <a:prstGeom prst="line">
              <a:avLst/>
            </a:prstGeom>
            <a:ln w="28575" cap="flat" cmpd="sng">
              <a:solidFill>
                <a:srgbClr val="FFCC00"/>
              </a:solidFill>
              <a:prstDash val="solid"/>
              <a:headEnd type="none" w="med" len="med"/>
              <a:tailEnd type="none" w="med" len="med"/>
            </a:ln>
          </p:spPr>
        </p:sp>
        <p:sp>
          <p:nvSpPr>
            <p:cNvPr id="30746" name="Line 140"/>
            <p:cNvSpPr/>
            <p:nvPr/>
          </p:nvSpPr>
          <p:spPr>
            <a:xfrm>
              <a:off x="3655" y="1269"/>
              <a:ext cx="0" cy="568"/>
            </a:xfrm>
            <a:prstGeom prst="line">
              <a:avLst/>
            </a:prstGeom>
            <a:ln w="28575" cap="flat" cmpd="sng">
              <a:solidFill>
                <a:srgbClr val="FFCC00"/>
              </a:solidFill>
              <a:prstDash val="solid"/>
              <a:headEnd type="none" w="med" len="med"/>
              <a:tailEnd type="none" w="med" len="med"/>
            </a:ln>
          </p:spPr>
        </p:sp>
        <p:sp>
          <p:nvSpPr>
            <p:cNvPr id="30747" name="Line 141"/>
            <p:cNvSpPr/>
            <p:nvPr/>
          </p:nvSpPr>
          <p:spPr>
            <a:xfrm>
              <a:off x="4649" y="1273"/>
              <a:ext cx="0" cy="568"/>
            </a:xfrm>
            <a:prstGeom prst="line">
              <a:avLst/>
            </a:prstGeom>
            <a:ln w="28575" cap="flat" cmpd="sng">
              <a:solidFill>
                <a:srgbClr val="FFCC00"/>
              </a:solidFill>
              <a:prstDash val="solid"/>
              <a:headEnd type="none" w="med" len="med"/>
              <a:tailEnd type="none" w="med" len="med"/>
            </a:ln>
          </p:spPr>
        </p:sp>
        <p:sp>
          <p:nvSpPr>
            <p:cNvPr id="30748" name="Line 142"/>
            <p:cNvSpPr/>
            <p:nvPr/>
          </p:nvSpPr>
          <p:spPr>
            <a:xfrm>
              <a:off x="4241" y="1817"/>
              <a:ext cx="403" cy="0"/>
            </a:xfrm>
            <a:prstGeom prst="line">
              <a:avLst/>
            </a:prstGeom>
            <a:ln w="28575" cap="flat" cmpd="sng">
              <a:solidFill>
                <a:srgbClr val="FFCC00"/>
              </a:solidFill>
              <a:prstDash val="solid"/>
              <a:headEnd type="none" w="med" len="med"/>
              <a:tailEnd type="none" w="med" len="med"/>
            </a:ln>
          </p:spPr>
        </p:sp>
        <p:sp>
          <p:nvSpPr>
            <p:cNvPr id="30749" name="Line 143"/>
            <p:cNvSpPr/>
            <p:nvPr/>
          </p:nvSpPr>
          <p:spPr>
            <a:xfrm>
              <a:off x="3713" y="1269"/>
              <a:ext cx="936" cy="0"/>
            </a:xfrm>
            <a:prstGeom prst="line">
              <a:avLst/>
            </a:prstGeom>
            <a:ln w="28575" cap="flat" cmpd="sng">
              <a:solidFill>
                <a:srgbClr val="FFCC00"/>
              </a:solidFill>
              <a:prstDash val="solid"/>
              <a:headEnd type="none" w="med" len="med"/>
              <a:tailEnd type="none" w="med" len="med"/>
            </a:ln>
          </p:spPr>
        </p:sp>
        <p:sp>
          <p:nvSpPr>
            <p:cNvPr id="30750" name="Line 144"/>
            <p:cNvSpPr/>
            <p:nvPr/>
          </p:nvSpPr>
          <p:spPr>
            <a:xfrm>
              <a:off x="3247" y="1501"/>
              <a:ext cx="408" cy="0"/>
            </a:xfrm>
            <a:prstGeom prst="line">
              <a:avLst/>
            </a:prstGeom>
            <a:ln w="28575" cap="flat" cmpd="sng">
              <a:solidFill>
                <a:srgbClr val="FFCC00"/>
              </a:solidFill>
              <a:prstDash val="solid"/>
              <a:headEnd type="none" w="med" len="med"/>
              <a:tailEnd type="oval" w="med" len="med"/>
            </a:ln>
          </p:spPr>
        </p:sp>
        <p:sp>
          <p:nvSpPr>
            <p:cNvPr id="30751" name="Line 145"/>
            <p:cNvSpPr/>
            <p:nvPr/>
          </p:nvSpPr>
          <p:spPr>
            <a:xfrm>
              <a:off x="4649" y="1545"/>
              <a:ext cx="499" cy="0"/>
            </a:xfrm>
            <a:prstGeom prst="line">
              <a:avLst/>
            </a:prstGeom>
            <a:ln w="28575" cap="flat" cmpd="sng">
              <a:solidFill>
                <a:srgbClr val="FFCC00"/>
              </a:solidFill>
              <a:prstDash val="solid"/>
              <a:headEnd type="oval" w="med" len="med"/>
              <a:tailEnd type="none" w="med" len="med"/>
            </a:ln>
          </p:spPr>
        </p:sp>
        <p:sp>
          <p:nvSpPr>
            <p:cNvPr id="30752" name="Line 146"/>
            <p:cNvSpPr/>
            <p:nvPr/>
          </p:nvSpPr>
          <p:spPr>
            <a:xfrm flipH="1">
              <a:off x="5148" y="2478"/>
              <a:ext cx="0" cy="226"/>
            </a:xfrm>
            <a:prstGeom prst="line">
              <a:avLst/>
            </a:prstGeom>
            <a:ln w="28575" cap="flat" cmpd="sng">
              <a:solidFill>
                <a:srgbClr val="FFCC00"/>
              </a:solidFill>
              <a:prstDash val="solid"/>
              <a:headEnd type="none" w="med" len="med"/>
              <a:tailEnd type="none" w="med" len="med"/>
            </a:ln>
          </p:spPr>
        </p:sp>
        <p:sp>
          <p:nvSpPr>
            <p:cNvPr id="30753" name="Line 147"/>
            <p:cNvSpPr/>
            <p:nvPr/>
          </p:nvSpPr>
          <p:spPr>
            <a:xfrm flipH="1">
              <a:off x="3247" y="2689"/>
              <a:ext cx="1889" cy="0"/>
            </a:xfrm>
            <a:prstGeom prst="line">
              <a:avLst/>
            </a:prstGeom>
            <a:ln w="28575" cap="flat" cmpd="sng">
              <a:solidFill>
                <a:srgbClr val="FFCC00"/>
              </a:solidFill>
              <a:prstDash val="solid"/>
              <a:headEnd type="none" w="med" len="med"/>
              <a:tailEnd type="none" w="med" len="med"/>
            </a:ln>
          </p:spPr>
        </p:sp>
        <p:sp>
          <p:nvSpPr>
            <p:cNvPr id="30754" name="Line 148"/>
            <p:cNvSpPr/>
            <p:nvPr/>
          </p:nvSpPr>
          <p:spPr>
            <a:xfrm flipH="1">
              <a:off x="3243" y="1489"/>
              <a:ext cx="4" cy="1215"/>
            </a:xfrm>
            <a:prstGeom prst="line">
              <a:avLst/>
            </a:prstGeom>
            <a:ln w="28575" cap="flat" cmpd="sng">
              <a:solidFill>
                <a:srgbClr val="FFCC00"/>
              </a:solidFill>
              <a:prstDash val="solid"/>
              <a:headEnd type="none" w="med" len="med"/>
              <a:tailEnd type="none" w="med" len="med"/>
            </a:ln>
          </p:spPr>
        </p:sp>
        <p:sp>
          <p:nvSpPr>
            <p:cNvPr id="30755" name="Text Box 149"/>
            <p:cNvSpPr txBox="1"/>
            <p:nvPr/>
          </p:nvSpPr>
          <p:spPr>
            <a:xfrm>
              <a:off x="4063" y="890"/>
              <a:ext cx="329" cy="327"/>
            </a:xfrm>
            <a:prstGeom prst="rect">
              <a:avLst/>
            </a:prstGeom>
            <a:noFill/>
            <a:ln w="28575">
              <a:noFill/>
            </a:ln>
          </p:spPr>
          <p:txBody>
            <a:bodyPr wrap="none">
              <a:spAutoFit/>
            </a:bodyPr>
            <a:p>
              <a:pPr>
                <a:spcBef>
                  <a:spcPct val="50000"/>
                </a:spcBef>
              </a:pPr>
              <a:r>
                <a:rPr lang="en-US" altLang="zh-CN" b="0" i="1" dirty="0">
                  <a:solidFill>
                    <a:schemeClr val="bg1"/>
                  </a:solidFill>
                  <a:latin typeface="Times New Roman" panose="02020603050405020304" pitchFamily="18" charset="0"/>
                  <a:ea typeface="宋体" panose="02010600030101010101" pitchFamily="2" charset="-122"/>
                </a:rPr>
                <a:t>R</a:t>
              </a:r>
              <a:r>
                <a:rPr lang="en-US" altLang="zh-CN" b="0" baseline="-25000" dirty="0">
                  <a:solidFill>
                    <a:schemeClr val="bg1"/>
                  </a:solidFill>
                  <a:latin typeface="Times New Roman" panose="02020603050405020304" pitchFamily="18" charset="0"/>
                  <a:ea typeface="宋体" panose="02010600030101010101" pitchFamily="2" charset="-122"/>
                </a:rPr>
                <a:t>1</a:t>
              </a:r>
              <a:endParaRPr lang="en-US" altLang="zh-CN" b="0" i="1" dirty="0">
                <a:solidFill>
                  <a:schemeClr val="bg1"/>
                </a:solidFill>
                <a:latin typeface="Times New Roman" panose="02020603050405020304" pitchFamily="18" charset="0"/>
                <a:ea typeface="宋体" panose="02010600030101010101" pitchFamily="2" charset="-122"/>
              </a:endParaRPr>
            </a:p>
          </p:txBody>
        </p:sp>
        <p:sp>
          <p:nvSpPr>
            <p:cNvPr id="30756" name="Line 150"/>
            <p:cNvSpPr/>
            <p:nvPr/>
          </p:nvSpPr>
          <p:spPr>
            <a:xfrm>
              <a:off x="5148" y="1546"/>
              <a:ext cx="0" cy="589"/>
            </a:xfrm>
            <a:prstGeom prst="line">
              <a:avLst/>
            </a:prstGeom>
            <a:ln w="28575" cap="flat" cmpd="sng">
              <a:solidFill>
                <a:srgbClr val="FFCC00"/>
              </a:solidFill>
              <a:prstDash val="solid"/>
              <a:headEnd type="none" w="med" len="med"/>
              <a:tailEnd type="none" w="med" len="med"/>
            </a:ln>
          </p:spPr>
        </p:sp>
        <p:sp>
          <p:nvSpPr>
            <p:cNvPr id="30757" name="Rectangle 151"/>
            <p:cNvSpPr/>
            <p:nvPr/>
          </p:nvSpPr>
          <p:spPr>
            <a:xfrm>
              <a:off x="5102" y="1636"/>
              <a:ext cx="127" cy="318"/>
            </a:xfrm>
            <a:prstGeom prst="rect">
              <a:avLst/>
            </a:prstGeom>
            <a:gradFill rotWithShape="1">
              <a:gsLst>
                <a:gs pos="0">
                  <a:srgbClr val="764700"/>
                </a:gs>
                <a:gs pos="50000">
                  <a:srgbClr val="FF9900"/>
                </a:gs>
                <a:gs pos="100000">
                  <a:srgbClr val="764700"/>
                </a:gs>
              </a:gsLst>
              <a:lin ang="0" scaled="1"/>
              <a:tileRect/>
            </a:gradFill>
            <a:ln w="28575">
              <a:noFill/>
            </a:ln>
          </p:spPr>
          <p:txBody>
            <a:bodyPr wrap="none" anchor="ctr" anchorCtr="0"/>
            <a:p>
              <a:endParaRPr lang="zh-CN" altLang="en-US" dirty="0">
                <a:latin typeface="楷体_GB2312" pitchFamily="49" charset="-122"/>
              </a:endParaRPr>
            </a:p>
          </p:txBody>
        </p:sp>
        <p:sp>
          <p:nvSpPr>
            <p:cNvPr id="30758" name="Rectangle 152"/>
            <p:cNvSpPr/>
            <p:nvPr/>
          </p:nvSpPr>
          <p:spPr>
            <a:xfrm>
              <a:off x="4014" y="1209"/>
              <a:ext cx="317" cy="136"/>
            </a:xfrm>
            <a:prstGeom prst="rect">
              <a:avLst/>
            </a:prstGeom>
            <a:gradFill rotWithShape="1">
              <a:gsLst>
                <a:gs pos="0">
                  <a:srgbClr val="764700"/>
                </a:gs>
                <a:gs pos="50000">
                  <a:srgbClr val="FF9900"/>
                </a:gs>
                <a:gs pos="100000">
                  <a:srgbClr val="764700"/>
                </a:gs>
              </a:gsLst>
              <a:lin ang="5400000" scaled="1"/>
              <a:tileRect/>
            </a:gradFill>
            <a:ln w="28575">
              <a:noFill/>
            </a:ln>
          </p:spPr>
          <p:txBody>
            <a:bodyPr wrap="none" anchor="ctr" anchorCtr="0"/>
            <a:p>
              <a:endParaRPr lang="zh-CN" altLang="en-US" dirty="0">
                <a:latin typeface="楷体_GB2312" pitchFamily="49" charset="-122"/>
              </a:endParaRPr>
            </a:p>
          </p:txBody>
        </p:sp>
        <p:sp>
          <p:nvSpPr>
            <p:cNvPr id="30759" name="Line 153"/>
            <p:cNvSpPr/>
            <p:nvPr/>
          </p:nvSpPr>
          <p:spPr>
            <a:xfrm>
              <a:off x="3696" y="1817"/>
              <a:ext cx="272" cy="0"/>
            </a:xfrm>
            <a:prstGeom prst="line">
              <a:avLst/>
            </a:prstGeom>
            <a:ln w="28575" cap="flat" cmpd="sng">
              <a:solidFill>
                <a:srgbClr val="00FFFF"/>
              </a:solidFill>
              <a:prstDash val="solid"/>
              <a:headEnd type="none" w="med" len="med"/>
              <a:tailEnd type="triangle" w="med" len="med"/>
            </a:ln>
          </p:spPr>
        </p:sp>
        <p:sp>
          <p:nvSpPr>
            <p:cNvPr id="30760" name="Line 154"/>
            <p:cNvSpPr/>
            <p:nvPr/>
          </p:nvSpPr>
          <p:spPr>
            <a:xfrm>
              <a:off x="3288" y="1507"/>
              <a:ext cx="272" cy="0"/>
            </a:xfrm>
            <a:prstGeom prst="line">
              <a:avLst/>
            </a:prstGeom>
            <a:ln w="28575" cap="flat" cmpd="sng">
              <a:solidFill>
                <a:srgbClr val="00FFFF"/>
              </a:solidFill>
              <a:prstDash val="solid"/>
              <a:headEnd type="none" w="med" len="med"/>
              <a:tailEnd type="triangle" w="med" len="med"/>
            </a:ln>
          </p:spPr>
        </p:sp>
        <p:sp>
          <p:nvSpPr>
            <p:cNvPr id="30761" name="Line 155"/>
            <p:cNvSpPr/>
            <p:nvPr/>
          </p:nvSpPr>
          <p:spPr>
            <a:xfrm>
              <a:off x="3696" y="1273"/>
              <a:ext cx="272" cy="0"/>
            </a:xfrm>
            <a:prstGeom prst="line">
              <a:avLst/>
            </a:prstGeom>
            <a:ln w="28575" cap="flat" cmpd="sng">
              <a:solidFill>
                <a:srgbClr val="00FFFF"/>
              </a:solidFill>
              <a:prstDash val="solid"/>
              <a:headEnd type="none" w="med" len="med"/>
              <a:tailEnd type="triangle" w="med" len="med"/>
            </a:ln>
          </p:spPr>
        </p:sp>
        <p:grpSp>
          <p:nvGrpSpPr>
            <p:cNvPr id="30762" name="Group 156"/>
            <p:cNvGrpSpPr/>
            <p:nvPr/>
          </p:nvGrpSpPr>
          <p:grpSpPr>
            <a:xfrm rot="10800000">
              <a:off x="5139" y="2124"/>
              <a:ext cx="90" cy="363"/>
              <a:chOff x="1565" y="2614"/>
              <a:chExt cx="90" cy="486"/>
            </a:xfrm>
          </p:grpSpPr>
          <p:sp>
            <p:nvSpPr>
              <p:cNvPr id="30763" name="Arc 157"/>
              <p:cNvSpPr/>
              <p:nvPr/>
            </p:nvSpPr>
            <p:spPr>
              <a:xfrm flipH="1" flipV="1">
                <a:off x="1565" y="2860"/>
                <a:ext cx="90" cy="116"/>
              </a:xfrm>
              <a:custGeom>
                <a:avLst/>
                <a:gdLst>
                  <a:gd name="txL" fmla="*/ 0 w 22723"/>
                  <a:gd name="txT" fmla="*/ 0 h 43200"/>
                  <a:gd name="txR" fmla="*/ 22723 w 22723"/>
                  <a:gd name="txB" fmla="*/ 43200 h 43200"/>
                </a:gdLst>
                <a:ahLst/>
                <a:cxnLst>
                  <a:cxn ang="0">
                    <a:pos x="1122" y="0"/>
                  </a:cxn>
                  <a:cxn ang="0">
                    <a:pos x="22723" y="21600"/>
                  </a:cxn>
                  <a:cxn ang="0">
                    <a:pos x="1123" y="43200"/>
                  </a:cxn>
                  <a:cxn ang="0">
                    <a:pos x="0" y="43170"/>
                  </a:cxn>
                  <a:cxn ang="0">
                    <a:pos x="1122" y="0"/>
                  </a:cxn>
                  <a:cxn ang="0">
                    <a:pos x="22723" y="21600"/>
                  </a:cxn>
                  <a:cxn ang="0">
                    <a:pos x="1123" y="43200"/>
                  </a:cxn>
                  <a:cxn ang="0">
                    <a:pos x="0" y="43170"/>
                  </a:cxn>
                  <a:cxn ang="0">
                    <a:pos x="1123" y="21600"/>
                  </a:cxn>
                </a:cxnLst>
                <a:rect l="txL" t="txT" r="txR" b="txB"/>
                <a:pathLst>
                  <a:path w="22723" h="43200" fill="none">
                    <a:moveTo>
                      <a:pt x="1122" y="0"/>
                    </a:moveTo>
                    <a:cubicBezTo>
                      <a:pt x="13052" y="0"/>
                      <a:pt x="22723" y="9670"/>
                      <a:pt x="22723" y="21600"/>
                    </a:cubicBezTo>
                    <a:cubicBezTo>
                      <a:pt x="22723" y="33529"/>
                      <a:pt x="13052" y="43200"/>
                      <a:pt x="1123" y="43200"/>
                    </a:cubicBezTo>
                    <a:cubicBezTo>
                      <a:pt x="748" y="43200"/>
                      <a:pt x="374" y="43190"/>
                      <a:pt x="0" y="43170"/>
                    </a:cubicBezTo>
                  </a:path>
                  <a:path w="22723" h="43200" stroke="0">
                    <a:moveTo>
                      <a:pt x="1122" y="0"/>
                    </a:moveTo>
                    <a:cubicBezTo>
                      <a:pt x="13052" y="0"/>
                      <a:pt x="22723" y="9670"/>
                      <a:pt x="22723" y="21600"/>
                    </a:cubicBezTo>
                    <a:cubicBezTo>
                      <a:pt x="22723" y="33529"/>
                      <a:pt x="13052" y="43200"/>
                      <a:pt x="1123" y="43200"/>
                    </a:cubicBezTo>
                    <a:cubicBezTo>
                      <a:pt x="748" y="43200"/>
                      <a:pt x="374" y="43190"/>
                      <a:pt x="0" y="43170"/>
                    </a:cubicBezTo>
                    <a:lnTo>
                      <a:pt x="1123" y="21600"/>
                    </a:lnTo>
                    <a:close/>
                  </a:path>
                </a:pathLst>
              </a:custGeom>
              <a:noFill/>
              <a:ln w="28575" cap="flat" cmpd="sng">
                <a:solidFill>
                  <a:srgbClr val="FF9900"/>
                </a:solidFill>
                <a:prstDash val="solid"/>
                <a:round/>
                <a:headEnd type="none" w="med" len="med"/>
                <a:tailEnd type="none" w="med" len="med"/>
              </a:ln>
            </p:spPr>
            <p:txBody>
              <a:bodyPr wrap="none" anchor="ctr" anchorCtr="0"/>
              <a:p>
                <a:endParaRPr lang="zh-CN" altLang="en-US" dirty="0">
                  <a:latin typeface="楷体_GB2312" pitchFamily="49" charset="-122"/>
                </a:endParaRPr>
              </a:p>
            </p:txBody>
          </p:sp>
          <p:sp>
            <p:nvSpPr>
              <p:cNvPr id="30764" name="Arc 158"/>
              <p:cNvSpPr/>
              <p:nvPr/>
            </p:nvSpPr>
            <p:spPr>
              <a:xfrm flipH="1" flipV="1">
                <a:off x="1565" y="2737"/>
                <a:ext cx="90" cy="116"/>
              </a:xfrm>
              <a:custGeom>
                <a:avLst/>
                <a:gdLst>
                  <a:gd name="txL" fmla="*/ 0 w 22723"/>
                  <a:gd name="txT" fmla="*/ 0 h 43200"/>
                  <a:gd name="txR" fmla="*/ 22723 w 22723"/>
                  <a:gd name="txB" fmla="*/ 43200 h 43200"/>
                </a:gdLst>
                <a:ahLst/>
                <a:cxnLst>
                  <a:cxn ang="0">
                    <a:pos x="1122" y="0"/>
                  </a:cxn>
                  <a:cxn ang="0">
                    <a:pos x="22723" y="21600"/>
                  </a:cxn>
                  <a:cxn ang="0">
                    <a:pos x="1123" y="43200"/>
                  </a:cxn>
                  <a:cxn ang="0">
                    <a:pos x="0" y="43170"/>
                  </a:cxn>
                  <a:cxn ang="0">
                    <a:pos x="1122" y="0"/>
                  </a:cxn>
                  <a:cxn ang="0">
                    <a:pos x="22723" y="21600"/>
                  </a:cxn>
                  <a:cxn ang="0">
                    <a:pos x="1123" y="43200"/>
                  </a:cxn>
                  <a:cxn ang="0">
                    <a:pos x="0" y="43170"/>
                  </a:cxn>
                  <a:cxn ang="0">
                    <a:pos x="1123" y="21600"/>
                  </a:cxn>
                </a:cxnLst>
                <a:rect l="txL" t="txT" r="txR" b="txB"/>
                <a:pathLst>
                  <a:path w="22723" h="43200" fill="none">
                    <a:moveTo>
                      <a:pt x="1122" y="0"/>
                    </a:moveTo>
                    <a:cubicBezTo>
                      <a:pt x="13052" y="0"/>
                      <a:pt x="22723" y="9670"/>
                      <a:pt x="22723" y="21600"/>
                    </a:cubicBezTo>
                    <a:cubicBezTo>
                      <a:pt x="22723" y="33529"/>
                      <a:pt x="13052" y="43200"/>
                      <a:pt x="1123" y="43200"/>
                    </a:cubicBezTo>
                    <a:cubicBezTo>
                      <a:pt x="748" y="43200"/>
                      <a:pt x="374" y="43190"/>
                      <a:pt x="0" y="43170"/>
                    </a:cubicBezTo>
                  </a:path>
                  <a:path w="22723" h="43200" stroke="0">
                    <a:moveTo>
                      <a:pt x="1122" y="0"/>
                    </a:moveTo>
                    <a:cubicBezTo>
                      <a:pt x="13052" y="0"/>
                      <a:pt x="22723" y="9670"/>
                      <a:pt x="22723" y="21600"/>
                    </a:cubicBezTo>
                    <a:cubicBezTo>
                      <a:pt x="22723" y="33529"/>
                      <a:pt x="13052" y="43200"/>
                      <a:pt x="1123" y="43200"/>
                    </a:cubicBezTo>
                    <a:cubicBezTo>
                      <a:pt x="748" y="43200"/>
                      <a:pt x="374" y="43190"/>
                      <a:pt x="0" y="43170"/>
                    </a:cubicBezTo>
                    <a:lnTo>
                      <a:pt x="1123" y="21600"/>
                    </a:lnTo>
                    <a:close/>
                  </a:path>
                </a:pathLst>
              </a:custGeom>
              <a:noFill/>
              <a:ln w="28575" cap="flat" cmpd="sng">
                <a:solidFill>
                  <a:srgbClr val="FF9900"/>
                </a:solidFill>
                <a:prstDash val="solid"/>
                <a:round/>
                <a:headEnd type="none" w="med" len="med"/>
                <a:tailEnd type="none" w="med" len="med"/>
              </a:ln>
            </p:spPr>
            <p:txBody>
              <a:bodyPr wrap="none" anchor="ctr" anchorCtr="0"/>
              <a:p>
                <a:endParaRPr lang="zh-CN" altLang="en-US" dirty="0">
                  <a:latin typeface="楷体_GB2312" pitchFamily="49" charset="-122"/>
                </a:endParaRPr>
              </a:p>
            </p:txBody>
          </p:sp>
          <p:sp>
            <p:nvSpPr>
              <p:cNvPr id="30765" name="Arc 159"/>
              <p:cNvSpPr/>
              <p:nvPr/>
            </p:nvSpPr>
            <p:spPr>
              <a:xfrm flipH="1" flipV="1">
                <a:off x="1565" y="2614"/>
                <a:ext cx="90" cy="116"/>
              </a:xfrm>
              <a:custGeom>
                <a:avLst/>
                <a:gdLst>
                  <a:gd name="txL" fmla="*/ 0 w 22723"/>
                  <a:gd name="txT" fmla="*/ 0 h 43200"/>
                  <a:gd name="txR" fmla="*/ 22723 w 22723"/>
                  <a:gd name="txB" fmla="*/ 43200 h 43200"/>
                </a:gdLst>
                <a:ahLst/>
                <a:cxnLst>
                  <a:cxn ang="0">
                    <a:pos x="1122" y="0"/>
                  </a:cxn>
                  <a:cxn ang="0">
                    <a:pos x="22723" y="21600"/>
                  </a:cxn>
                  <a:cxn ang="0">
                    <a:pos x="1123" y="43200"/>
                  </a:cxn>
                  <a:cxn ang="0">
                    <a:pos x="0" y="43170"/>
                  </a:cxn>
                  <a:cxn ang="0">
                    <a:pos x="1122" y="0"/>
                  </a:cxn>
                  <a:cxn ang="0">
                    <a:pos x="22723" y="21600"/>
                  </a:cxn>
                  <a:cxn ang="0">
                    <a:pos x="1123" y="43200"/>
                  </a:cxn>
                  <a:cxn ang="0">
                    <a:pos x="0" y="43170"/>
                  </a:cxn>
                  <a:cxn ang="0">
                    <a:pos x="1123" y="21600"/>
                  </a:cxn>
                </a:cxnLst>
                <a:rect l="txL" t="txT" r="txR" b="txB"/>
                <a:pathLst>
                  <a:path w="22723" h="43200" fill="none">
                    <a:moveTo>
                      <a:pt x="1122" y="0"/>
                    </a:moveTo>
                    <a:cubicBezTo>
                      <a:pt x="13052" y="0"/>
                      <a:pt x="22723" y="9670"/>
                      <a:pt x="22723" y="21600"/>
                    </a:cubicBezTo>
                    <a:cubicBezTo>
                      <a:pt x="22723" y="33529"/>
                      <a:pt x="13052" y="43200"/>
                      <a:pt x="1123" y="43200"/>
                    </a:cubicBezTo>
                    <a:cubicBezTo>
                      <a:pt x="748" y="43200"/>
                      <a:pt x="374" y="43190"/>
                      <a:pt x="0" y="43170"/>
                    </a:cubicBezTo>
                  </a:path>
                  <a:path w="22723" h="43200" stroke="0">
                    <a:moveTo>
                      <a:pt x="1122" y="0"/>
                    </a:moveTo>
                    <a:cubicBezTo>
                      <a:pt x="13052" y="0"/>
                      <a:pt x="22723" y="9670"/>
                      <a:pt x="22723" y="21600"/>
                    </a:cubicBezTo>
                    <a:cubicBezTo>
                      <a:pt x="22723" y="33529"/>
                      <a:pt x="13052" y="43200"/>
                      <a:pt x="1123" y="43200"/>
                    </a:cubicBezTo>
                    <a:cubicBezTo>
                      <a:pt x="748" y="43200"/>
                      <a:pt x="374" y="43190"/>
                      <a:pt x="0" y="43170"/>
                    </a:cubicBezTo>
                    <a:lnTo>
                      <a:pt x="1123" y="21600"/>
                    </a:lnTo>
                    <a:close/>
                  </a:path>
                </a:pathLst>
              </a:custGeom>
              <a:noFill/>
              <a:ln w="28575" cap="flat" cmpd="sng">
                <a:solidFill>
                  <a:srgbClr val="FF9900"/>
                </a:solidFill>
                <a:prstDash val="solid"/>
                <a:round/>
                <a:headEnd type="none" w="med" len="med"/>
                <a:tailEnd type="none" w="med" len="med"/>
              </a:ln>
            </p:spPr>
            <p:txBody>
              <a:bodyPr wrap="none" anchor="ctr" anchorCtr="0"/>
              <a:p>
                <a:endParaRPr lang="zh-CN" altLang="en-US" dirty="0">
                  <a:latin typeface="楷体_GB2312" pitchFamily="49" charset="-122"/>
                </a:endParaRPr>
              </a:p>
            </p:txBody>
          </p:sp>
          <p:sp>
            <p:nvSpPr>
              <p:cNvPr id="30766" name="Arc 160"/>
              <p:cNvSpPr/>
              <p:nvPr/>
            </p:nvSpPr>
            <p:spPr>
              <a:xfrm flipH="1" flipV="1">
                <a:off x="1565" y="2984"/>
                <a:ext cx="90" cy="116"/>
              </a:xfrm>
              <a:custGeom>
                <a:avLst/>
                <a:gdLst>
                  <a:gd name="txL" fmla="*/ 0 w 22723"/>
                  <a:gd name="txT" fmla="*/ 0 h 43200"/>
                  <a:gd name="txR" fmla="*/ 22723 w 22723"/>
                  <a:gd name="txB" fmla="*/ 43200 h 43200"/>
                </a:gdLst>
                <a:ahLst/>
                <a:cxnLst>
                  <a:cxn ang="0">
                    <a:pos x="1122" y="0"/>
                  </a:cxn>
                  <a:cxn ang="0">
                    <a:pos x="22723" y="21600"/>
                  </a:cxn>
                  <a:cxn ang="0">
                    <a:pos x="1123" y="43200"/>
                  </a:cxn>
                  <a:cxn ang="0">
                    <a:pos x="0" y="43170"/>
                  </a:cxn>
                  <a:cxn ang="0">
                    <a:pos x="1122" y="0"/>
                  </a:cxn>
                  <a:cxn ang="0">
                    <a:pos x="22723" y="21600"/>
                  </a:cxn>
                  <a:cxn ang="0">
                    <a:pos x="1123" y="43200"/>
                  </a:cxn>
                  <a:cxn ang="0">
                    <a:pos x="0" y="43170"/>
                  </a:cxn>
                  <a:cxn ang="0">
                    <a:pos x="1123" y="21600"/>
                  </a:cxn>
                </a:cxnLst>
                <a:rect l="txL" t="txT" r="txR" b="txB"/>
                <a:pathLst>
                  <a:path w="22723" h="43200" fill="none">
                    <a:moveTo>
                      <a:pt x="1122" y="0"/>
                    </a:moveTo>
                    <a:cubicBezTo>
                      <a:pt x="13052" y="0"/>
                      <a:pt x="22723" y="9670"/>
                      <a:pt x="22723" y="21600"/>
                    </a:cubicBezTo>
                    <a:cubicBezTo>
                      <a:pt x="22723" y="33529"/>
                      <a:pt x="13052" y="43200"/>
                      <a:pt x="1123" y="43200"/>
                    </a:cubicBezTo>
                    <a:cubicBezTo>
                      <a:pt x="748" y="43200"/>
                      <a:pt x="374" y="43190"/>
                      <a:pt x="0" y="43170"/>
                    </a:cubicBezTo>
                  </a:path>
                  <a:path w="22723" h="43200" stroke="0">
                    <a:moveTo>
                      <a:pt x="1122" y="0"/>
                    </a:moveTo>
                    <a:cubicBezTo>
                      <a:pt x="13052" y="0"/>
                      <a:pt x="22723" y="9670"/>
                      <a:pt x="22723" y="21600"/>
                    </a:cubicBezTo>
                    <a:cubicBezTo>
                      <a:pt x="22723" y="33529"/>
                      <a:pt x="13052" y="43200"/>
                      <a:pt x="1123" y="43200"/>
                    </a:cubicBezTo>
                    <a:cubicBezTo>
                      <a:pt x="748" y="43200"/>
                      <a:pt x="374" y="43190"/>
                      <a:pt x="0" y="43170"/>
                    </a:cubicBezTo>
                    <a:lnTo>
                      <a:pt x="1123" y="21600"/>
                    </a:lnTo>
                    <a:close/>
                  </a:path>
                </a:pathLst>
              </a:custGeom>
              <a:noFill/>
              <a:ln w="28575" cap="flat" cmpd="sng">
                <a:solidFill>
                  <a:srgbClr val="FF9900"/>
                </a:solidFill>
                <a:prstDash val="solid"/>
                <a:round/>
                <a:headEnd type="none" w="med" len="med"/>
                <a:tailEnd type="none" w="med" len="med"/>
              </a:ln>
            </p:spPr>
            <p:txBody>
              <a:bodyPr wrap="none" anchor="ctr" anchorCtr="0"/>
              <a:p>
                <a:endParaRPr lang="zh-CN" altLang="en-US" dirty="0">
                  <a:latin typeface="楷体_GB2312" pitchFamily="49" charset="-122"/>
                </a:endParaRPr>
              </a:p>
            </p:txBody>
          </p:sp>
        </p:gr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 presetClass="entr" presetSubtype="10" fill="hold" nodeType="after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blinds(horizontal)">
                                      <p:cBhvr>
                                        <p:cTn id="7" dur="500"/>
                                        <p:tgtEl>
                                          <p:spTgt spid="5"/>
                                        </p:tgtEl>
                                      </p:cBhvr>
                                    </p:animEffect>
                                  </p:childTnLst>
                                </p:cTn>
                              </p:par>
                            </p:childTnLst>
                          </p:cTn>
                        </p:par>
                      </p:childTnLst>
                    </p:cTn>
                  </p:par>
                  <p:par>
                    <p:cTn id="8" fill="hold">
                      <p:stCondLst>
                        <p:cond delay="indefinite"/>
                      </p:stCondLst>
                      <p:childTnLst>
                        <p:par>
                          <p:cTn id="9" fill="hold">
                            <p:stCondLst>
                              <p:cond delay="0"/>
                            </p:stCondLst>
                            <p:childTnLst>
                              <p:par>
                                <p:cTn id="10" presetID="2" presetClass="entr" presetSubtype="8" fill="hold" nodeType="clickEffect">
                                  <p:stCondLst>
                                    <p:cond delay="0"/>
                                  </p:stCondLst>
                                  <p:childTnLst>
                                    <p:set>
                                      <p:cBhvr>
                                        <p:cTn id="11" dur="1" fill="hold">
                                          <p:stCondLst>
                                            <p:cond delay="0"/>
                                          </p:stCondLst>
                                        </p:cTn>
                                        <p:tgtEl>
                                          <p:spTgt spid="47106"/>
                                        </p:tgtEl>
                                        <p:attrNameLst>
                                          <p:attrName>style.visibility</p:attrName>
                                        </p:attrNameLst>
                                      </p:cBhvr>
                                      <p:to>
                                        <p:strVal val="visible"/>
                                      </p:to>
                                    </p:set>
                                    <p:anim calcmode="lin" valueType="num">
                                      <p:cBhvr additive="base">
                                        <p:cTn id="12" dur="500" fill="hold"/>
                                        <p:tgtEl>
                                          <p:spTgt spid="47106"/>
                                        </p:tgtEl>
                                        <p:attrNameLst>
                                          <p:attrName>ppt_x</p:attrName>
                                        </p:attrNameLst>
                                      </p:cBhvr>
                                      <p:tavLst>
                                        <p:tav tm="0">
                                          <p:val>
                                            <p:strVal val="0-#ppt_w/2"/>
                                          </p:val>
                                        </p:tav>
                                        <p:tav tm="100000">
                                          <p:val>
                                            <p:strVal val="#ppt_x"/>
                                          </p:val>
                                        </p:tav>
                                      </p:tavLst>
                                    </p:anim>
                                    <p:anim calcmode="lin" valueType="num">
                                      <p:cBhvr additive="base">
                                        <p:cTn id="13" dur="500" fill="hold"/>
                                        <p:tgtEl>
                                          <p:spTgt spid="47106"/>
                                        </p:tgtEl>
                                        <p:attrNameLst>
                                          <p:attrName>ppt_y</p:attrName>
                                        </p:attrNameLst>
                                      </p:cBhvr>
                                      <p:tavLst>
                                        <p:tav tm="0">
                                          <p:val>
                                            <p:strVal val="#ppt_y"/>
                                          </p:val>
                                        </p:tav>
                                        <p:tav tm="100000">
                                          <p:val>
                                            <p:strVal val="#ppt_y"/>
                                          </p:val>
                                        </p:tav>
                                      </p:tavLst>
                                    </p:anim>
                                  </p:childTnLst>
                                </p:cTn>
                              </p:par>
                            </p:childTnLst>
                          </p:cTn>
                        </p:par>
                      </p:childTnLst>
                    </p:cTn>
                  </p:par>
                  <p:par>
                    <p:cTn id="14" fill="hold">
                      <p:stCondLst>
                        <p:cond delay="indefinite"/>
                      </p:stCondLst>
                      <p:childTnLst>
                        <p:par>
                          <p:cTn id="15" fill="hold">
                            <p:stCondLst>
                              <p:cond delay="0"/>
                            </p:stCondLst>
                            <p:childTnLst>
                              <p:par>
                                <p:cTn id="16" presetID="3" presetClass="entr" presetSubtype="10" fill="hold" nodeType="clickEffect">
                                  <p:stCondLst>
                                    <p:cond delay="0"/>
                                  </p:stCondLst>
                                  <p:childTnLst>
                                    <p:set>
                                      <p:cBhvr>
                                        <p:cTn id="17" dur="1" fill="hold">
                                          <p:stCondLst>
                                            <p:cond delay="0"/>
                                          </p:stCondLst>
                                        </p:cTn>
                                        <p:tgtEl>
                                          <p:spTgt spid="6"/>
                                        </p:tgtEl>
                                        <p:attrNameLst>
                                          <p:attrName>style.visibility</p:attrName>
                                        </p:attrNameLst>
                                      </p:cBhvr>
                                      <p:to>
                                        <p:strVal val="visible"/>
                                      </p:to>
                                    </p:set>
                                    <p:animEffect transition="in" filter="blinds(horizontal)">
                                      <p:cBhvr>
                                        <p:cTn id="18"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grpSp>
        <p:nvGrpSpPr>
          <p:cNvPr id="31755" name="Group 51"/>
          <p:cNvGrpSpPr/>
          <p:nvPr/>
        </p:nvGrpSpPr>
        <p:grpSpPr>
          <a:xfrm>
            <a:off x="8316913" y="6446838"/>
            <a:ext cx="792162" cy="366712"/>
            <a:chOff x="5193" y="4020"/>
            <a:chExt cx="499" cy="231"/>
          </a:xfrm>
        </p:grpSpPr>
        <p:pic>
          <p:nvPicPr>
            <p:cNvPr id="31812" name="Picture 52" descr="78900"/>
            <p:cNvPicPr>
              <a:picLocks noChangeAspect="1"/>
            </p:cNvPicPr>
            <p:nvPr/>
          </p:nvPicPr>
          <p:blipFill>
            <a:blip r:embed="rId1"/>
            <a:stretch>
              <a:fillRect/>
            </a:stretch>
          </p:blipFill>
          <p:spPr>
            <a:xfrm>
              <a:off x="5193" y="4066"/>
              <a:ext cx="499" cy="181"/>
            </a:xfrm>
            <a:prstGeom prst="rect">
              <a:avLst/>
            </a:prstGeom>
            <a:noFill/>
            <a:ln w="9525">
              <a:noFill/>
            </a:ln>
          </p:spPr>
        </p:pic>
        <p:sp>
          <p:nvSpPr>
            <p:cNvPr id="31813" name="Text Box 53">
              <a:hlinkClick r:id="" action="ppaction://hlinkshowjump?jump=nextslide"/>
            </p:cNvPr>
            <p:cNvSpPr txBox="1"/>
            <p:nvPr/>
          </p:nvSpPr>
          <p:spPr>
            <a:xfrm>
              <a:off x="5216" y="4020"/>
              <a:ext cx="476" cy="231"/>
            </a:xfrm>
            <a:prstGeom prst="rect">
              <a:avLst/>
            </a:prstGeom>
            <a:noFill/>
            <a:ln w="9525">
              <a:noFill/>
            </a:ln>
          </p:spPr>
          <p:txBody>
            <a:bodyPr wrap="none">
              <a:spAutoFit/>
            </a:bodyPr>
            <a:p>
              <a:pPr>
                <a:spcBef>
                  <a:spcPct val="50000"/>
                </a:spcBef>
              </a:pPr>
              <a:r>
                <a:rPr lang="zh-CN" altLang="en-US" sz="1800" b="0" dirty="0">
                  <a:solidFill>
                    <a:schemeClr val="bg1"/>
                  </a:solidFill>
                  <a:latin typeface="隶书" panose="02010509060101010101" pitchFamily="49" charset="-122"/>
                  <a:ea typeface="隶书" panose="02010509060101010101" pitchFamily="49" charset="-122"/>
                </a:rPr>
                <a:t>下 页</a:t>
              </a:r>
              <a:endParaRPr lang="zh-CN" altLang="en-US" sz="1800" b="0" dirty="0">
                <a:solidFill>
                  <a:schemeClr val="bg1"/>
                </a:solidFill>
                <a:latin typeface="隶书" panose="02010509060101010101" pitchFamily="49" charset="-122"/>
                <a:ea typeface="隶书" panose="02010509060101010101" pitchFamily="49" charset="-122"/>
              </a:endParaRPr>
            </a:p>
          </p:txBody>
        </p:sp>
      </p:grpSp>
      <p:grpSp>
        <p:nvGrpSpPr>
          <p:cNvPr id="31756" name="Group 54"/>
          <p:cNvGrpSpPr/>
          <p:nvPr/>
        </p:nvGrpSpPr>
        <p:grpSpPr>
          <a:xfrm>
            <a:off x="7453313" y="6446838"/>
            <a:ext cx="792162" cy="366712"/>
            <a:chOff x="4649" y="4020"/>
            <a:chExt cx="499" cy="231"/>
          </a:xfrm>
        </p:grpSpPr>
        <p:pic>
          <p:nvPicPr>
            <p:cNvPr id="31810" name="Picture 55" descr="78900"/>
            <p:cNvPicPr>
              <a:picLocks noChangeAspect="1"/>
            </p:cNvPicPr>
            <p:nvPr/>
          </p:nvPicPr>
          <p:blipFill>
            <a:blip r:embed="rId1"/>
            <a:stretch>
              <a:fillRect/>
            </a:stretch>
          </p:blipFill>
          <p:spPr>
            <a:xfrm>
              <a:off x="4649" y="4066"/>
              <a:ext cx="499" cy="181"/>
            </a:xfrm>
            <a:prstGeom prst="rect">
              <a:avLst/>
            </a:prstGeom>
            <a:noFill/>
            <a:ln w="9525">
              <a:noFill/>
            </a:ln>
          </p:spPr>
        </p:pic>
        <p:sp>
          <p:nvSpPr>
            <p:cNvPr id="31811" name="Text Box 56">
              <a:hlinkClick r:id="" action="ppaction://hlinkshowjump?jump=previousslide"/>
            </p:cNvPr>
            <p:cNvSpPr txBox="1"/>
            <p:nvPr/>
          </p:nvSpPr>
          <p:spPr>
            <a:xfrm>
              <a:off x="4672" y="4020"/>
              <a:ext cx="476" cy="231"/>
            </a:xfrm>
            <a:prstGeom prst="rect">
              <a:avLst/>
            </a:prstGeom>
            <a:noFill/>
            <a:ln w="9525">
              <a:noFill/>
            </a:ln>
          </p:spPr>
          <p:txBody>
            <a:bodyPr wrap="none">
              <a:spAutoFit/>
            </a:bodyPr>
            <a:p>
              <a:pPr>
                <a:spcBef>
                  <a:spcPct val="50000"/>
                </a:spcBef>
              </a:pPr>
              <a:r>
                <a:rPr lang="zh-CN" altLang="en-US" sz="1800" b="0" dirty="0">
                  <a:solidFill>
                    <a:schemeClr val="bg1"/>
                  </a:solidFill>
                  <a:latin typeface="隶书" panose="02010509060101010101" pitchFamily="49" charset="-122"/>
                  <a:ea typeface="隶书" panose="02010509060101010101" pitchFamily="49" charset="-122"/>
                </a:rPr>
                <a:t>上 页</a:t>
              </a:r>
              <a:endParaRPr lang="zh-CN" altLang="en-US" sz="1800" b="0" dirty="0">
                <a:solidFill>
                  <a:schemeClr val="bg1"/>
                </a:solidFill>
                <a:latin typeface="隶书" panose="02010509060101010101" pitchFamily="49" charset="-122"/>
                <a:ea typeface="隶书" panose="02010509060101010101" pitchFamily="49" charset="-122"/>
              </a:endParaRPr>
            </a:p>
          </p:txBody>
        </p:sp>
      </p:grpSp>
      <p:grpSp>
        <p:nvGrpSpPr>
          <p:cNvPr id="31757" name="Group 102"/>
          <p:cNvGrpSpPr/>
          <p:nvPr/>
        </p:nvGrpSpPr>
        <p:grpSpPr>
          <a:xfrm>
            <a:off x="6588125" y="6446838"/>
            <a:ext cx="792163" cy="366712"/>
            <a:chOff x="4649" y="4020"/>
            <a:chExt cx="499" cy="231"/>
          </a:xfrm>
        </p:grpSpPr>
        <p:pic>
          <p:nvPicPr>
            <p:cNvPr id="31808" name="Picture 103" descr="78900"/>
            <p:cNvPicPr>
              <a:picLocks noChangeAspect="1"/>
            </p:cNvPicPr>
            <p:nvPr/>
          </p:nvPicPr>
          <p:blipFill>
            <a:blip r:embed="rId1"/>
            <a:stretch>
              <a:fillRect/>
            </a:stretch>
          </p:blipFill>
          <p:spPr>
            <a:xfrm>
              <a:off x="4649" y="4066"/>
              <a:ext cx="499" cy="181"/>
            </a:xfrm>
            <a:prstGeom prst="rect">
              <a:avLst/>
            </a:prstGeom>
            <a:noFill/>
            <a:ln w="9525">
              <a:noFill/>
            </a:ln>
          </p:spPr>
        </p:pic>
        <p:sp>
          <p:nvSpPr>
            <p:cNvPr id="31809" name="Text Box 104">
              <a:hlinkClick r:id="" action="ppaction://hlinkshowjump?jump=firstslide"/>
            </p:cNvPr>
            <p:cNvSpPr txBox="1"/>
            <p:nvPr/>
          </p:nvSpPr>
          <p:spPr>
            <a:xfrm>
              <a:off x="4672" y="4020"/>
              <a:ext cx="476" cy="231"/>
            </a:xfrm>
            <a:prstGeom prst="rect">
              <a:avLst/>
            </a:prstGeom>
            <a:noFill/>
            <a:ln w="9525">
              <a:noFill/>
            </a:ln>
          </p:spPr>
          <p:txBody>
            <a:bodyPr wrap="none">
              <a:spAutoFit/>
            </a:bodyPr>
            <a:p>
              <a:pPr>
                <a:spcBef>
                  <a:spcPct val="50000"/>
                </a:spcBef>
              </a:pPr>
              <a:r>
                <a:rPr lang="zh-CN" altLang="en-US" sz="1800" b="0" dirty="0">
                  <a:solidFill>
                    <a:schemeClr val="bg1"/>
                  </a:solidFill>
                  <a:latin typeface="隶书" panose="02010509060101010101" pitchFamily="49" charset="-122"/>
                  <a:ea typeface="隶书" panose="02010509060101010101" pitchFamily="49" charset="-122"/>
                </a:rPr>
                <a:t>返 回</a:t>
              </a:r>
              <a:endParaRPr lang="zh-CN" altLang="en-US" sz="1800" b="0" dirty="0">
                <a:solidFill>
                  <a:schemeClr val="bg1"/>
                </a:solidFill>
                <a:latin typeface="隶书" panose="02010509060101010101" pitchFamily="49" charset="-122"/>
                <a:ea typeface="隶书" panose="02010509060101010101" pitchFamily="49" charset="-122"/>
              </a:endParaRPr>
            </a:p>
          </p:txBody>
        </p:sp>
      </p:grpSp>
      <p:grpSp>
        <p:nvGrpSpPr>
          <p:cNvPr id="31758" name="Group 105"/>
          <p:cNvGrpSpPr/>
          <p:nvPr/>
        </p:nvGrpSpPr>
        <p:grpSpPr>
          <a:xfrm>
            <a:off x="4572000" y="2565400"/>
            <a:ext cx="4203700" cy="2879725"/>
            <a:chOff x="3061" y="890"/>
            <a:chExt cx="2648" cy="1814"/>
          </a:xfrm>
        </p:grpSpPr>
        <p:sp>
          <p:nvSpPr>
            <p:cNvPr id="31772" name="Line 106"/>
            <p:cNvSpPr/>
            <p:nvPr/>
          </p:nvSpPr>
          <p:spPr>
            <a:xfrm>
              <a:off x="3651" y="1817"/>
              <a:ext cx="499" cy="0"/>
            </a:xfrm>
            <a:prstGeom prst="line">
              <a:avLst/>
            </a:prstGeom>
            <a:ln w="28575" cap="flat" cmpd="sng">
              <a:solidFill>
                <a:srgbClr val="FFCC00"/>
              </a:solidFill>
              <a:prstDash val="solid"/>
              <a:headEnd type="none" w="med" len="med"/>
              <a:tailEnd type="none" w="med" len="med"/>
            </a:ln>
          </p:spPr>
        </p:sp>
        <p:grpSp>
          <p:nvGrpSpPr>
            <p:cNvPr id="31773" name="Group 107"/>
            <p:cNvGrpSpPr/>
            <p:nvPr/>
          </p:nvGrpSpPr>
          <p:grpSpPr>
            <a:xfrm>
              <a:off x="3742" y="1921"/>
              <a:ext cx="723" cy="399"/>
              <a:chOff x="3710" y="1720"/>
              <a:chExt cx="723" cy="399"/>
            </a:xfrm>
          </p:grpSpPr>
          <p:sp>
            <p:nvSpPr>
              <p:cNvPr id="31806" name="AutoShape 108"/>
              <p:cNvSpPr/>
              <p:nvPr/>
            </p:nvSpPr>
            <p:spPr>
              <a:xfrm rot="-5400000">
                <a:off x="3992" y="1435"/>
                <a:ext cx="156" cy="723"/>
              </a:xfrm>
              <a:prstGeom prst="leftBrace">
                <a:avLst>
                  <a:gd name="adj1" fmla="val 38600"/>
                  <a:gd name="adj2" fmla="val 50000"/>
                </a:avLst>
              </a:prstGeom>
              <a:noFill/>
              <a:ln w="28575" cap="flat" cmpd="sng">
                <a:solidFill>
                  <a:srgbClr val="FFFF00"/>
                </a:solidFill>
                <a:prstDash val="solid"/>
                <a:headEnd type="none" w="med" len="med"/>
                <a:tailEnd type="none" w="sm" len="med"/>
              </a:ln>
            </p:spPr>
            <p:txBody>
              <a:bodyPr vert="eaVert" wrap="none" anchor="ctr" anchorCtr="0"/>
              <a:p>
                <a:pPr algn="ctr"/>
                <a:endParaRPr lang="zh-CN" altLang="zh-CN" b="0" dirty="0">
                  <a:latin typeface="Arial" panose="020B0604020202020204" pitchFamily="34" charset="0"/>
                  <a:ea typeface="仿宋_GB2312" pitchFamily="49" charset="-122"/>
                </a:endParaRPr>
              </a:p>
            </p:txBody>
          </p:sp>
          <p:sp>
            <p:nvSpPr>
              <p:cNvPr id="31807" name="Text Box 109"/>
              <p:cNvSpPr txBox="1"/>
              <p:nvPr/>
            </p:nvSpPr>
            <p:spPr>
              <a:xfrm>
                <a:off x="3927" y="1792"/>
                <a:ext cx="317" cy="327"/>
              </a:xfrm>
              <a:prstGeom prst="rect">
                <a:avLst/>
              </a:prstGeom>
              <a:noFill/>
              <a:ln w="25400">
                <a:noFill/>
              </a:ln>
            </p:spPr>
            <p:txBody>
              <a:bodyPr wrap="none">
                <a:spAutoFit/>
              </a:bodyPr>
              <a:p>
                <a:pPr>
                  <a:spcBef>
                    <a:spcPct val="50000"/>
                  </a:spcBef>
                </a:pPr>
                <a:r>
                  <a:rPr lang="en-US" altLang="zh-CN" b="0" i="1" dirty="0">
                    <a:solidFill>
                      <a:schemeClr val="bg1"/>
                    </a:solidFill>
                    <a:latin typeface="Times New Roman" panose="02020603050405020304" pitchFamily="18" charset="0"/>
                    <a:ea typeface="宋体" panose="02010600030101010101" pitchFamily="2" charset="-122"/>
                  </a:rPr>
                  <a:t>Z</a:t>
                </a:r>
                <a:r>
                  <a:rPr lang="en-US" altLang="zh-CN" b="0" baseline="-25000" dirty="0">
                    <a:solidFill>
                      <a:schemeClr val="bg1"/>
                    </a:solidFill>
                    <a:latin typeface="Times New Roman" panose="02020603050405020304" pitchFamily="18" charset="0"/>
                    <a:ea typeface="宋体" panose="02010600030101010101" pitchFamily="2" charset="-122"/>
                  </a:rPr>
                  <a:t>1</a:t>
                </a:r>
                <a:endParaRPr lang="en-US" altLang="zh-CN" b="0" i="1" dirty="0">
                  <a:solidFill>
                    <a:schemeClr val="bg1"/>
                  </a:solidFill>
                  <a:latin typeface="Times New Roman" panose="02020603050405020304" pitchFamily="18" charset="0"/>
                  <a:ea typeface="宋体" panose="02010600030101010101" pitchFamily="2" charset="-122"/>
                </a:endParaRPr>
              </a:p>
            </p:txBody>
          </p:sp>
        </p:grpSp>
        <p:grpSp>
          <p:nvGrpSpPr>
            <p:cNvPr id="31774" name="Group 110"/>
            <p:cNvGrpSpPr/>
            <p:nvPr/>
          </p:nvGrpSpPr>
          <p:grpSpPr>
            <a:xfrm>
              <a:off x="5284" y="1694"/>
              <a:ext cx="425" cy="804"/>
              <a:chOff x="5163" y="1524"/>
              <a:chExt cx="425" cy="804"/>
            </a:xfrm>
          </p:grpSpPr>
          <p:sp>
            <p:nvSpPr>
              <p:cNvPr id="31804" name="AutoShape 111"/>
              <p:cNvSpPr/>
              <p:nvPr/>
            </p:nvSpPr>
            <p:spPr>
              <a:xfrm>
                <a:off x="5163" y="1524"/>
                <a:ext cx="129" cy="804"/>
              </a:xfrm>
              <a:prstGeom prst="rightBrace">
                <a:avLst>
                  <a:gd name="adj1" fmla="val 51909"/>
                  <a:gd name="adj2" fmla="val 50000"/>
                </a:avLst>
              </a:prstGeom>
              <a:noFill/>
              <a:ln w="28575" cap="flat" cmpd="sng">
                <a:solidFill>
                  <a:srgbClr val="FFFF00"/>
                </a:solidFill>
                <a:prstDash val="solid"/>
                <a:headEnd type="none" w="med" len="med"/>
                <a:tailEnd type="none" w="sm" len="med"/>
              </a:ln>
            </p:spPr>
            <p:txBody>
              <a:bodyPr wrap="none" anchor="ctr" anchorCtr="0"/>
              <a:p>
                <a:endParaRPr lang="zh-CN" altLang="en-US" dirty="0">
                  <a:latin typeface="楷体_GB2312" pitchFamily="49" charset="-122"/>
                </a:endParaRPr>
              </a:p>
            </p:txBody>
          </p:sp>
          <p:sp>
            <p:nvSpPr>
              <p:cNvPr id="31805" name="Text Box 112"/>
              <p:cNvSpPr txBox="1"/>
              <p:nvPr/>
            </p:nvSpPr>
            <p:spPr>
              <a:xfrm>
                <a:off x="5271" y="1709"/>
                <a:ext cx="317" cy="327"/>
              </a:xfrm>
              <a:prstGeom prst="rect">
                <a:avLst/>
              </a:prstGeom>
              <a:noFill/>
              <a:ln w="25400">
                <a:noFill/>
              </a:ln>
            </p:spPr>
            <p:txBody>
              <a:bodyPr wrap="none">
                <a:spAutoFit/>
              </a:bodyPr>
              <a:p>
                <a:pPr>
                  <a:spcBef>
                    <a:spcPct val="50000"/>
                  </a:spcBef>
                </a:pPr>
                <a:r>
                  <a:rPr lang="en-US" altLang="zh-CN" b="0" i="1" dirty="0">
                    <a:solidFill>
                      <a:schemeClr val="bg1"/>
                    </a:solidFill>
                    <a:latin typeface="Times New Roman" panose="02020603050405020304" pitchFamily="18" charset="0"/>
                    <a:ea typeface="宋体" panose="02010600030101010101" pitchFamily="2" charset="-122"/>
                  </a:rPr>
                  <a:t>Z</a:t>
                </a:r>
                <a:r>
                  <a:rPr lang="en-US" altLang="zh-CN" b="0" baseline="-25000" dirty="0">
                    <a:solidFill>
                      <a:schemeClr val="bg1"/>
                    </a:solidFill>
                    <a:latin typeface="Times New Roman" panose="02020603050405020304" pitchFamily="18" charset="0"/>
                    <a:ea typeface="宋体" panose="02010600030101010101" pitchFamily="2" charset="-122"/>
                  </a:rPr>
                  <a:t>2</a:t>
                </a:r>
                <a:endParaRPr lang="en-US" altLang="zh-CN" b="0" i="1" dirty="0">
                  <a:solidFill>
                    <a:schemeClr val="bg1"/>
                  </a:solidFill>
                  <a:latin typeface="Times New Roman" panose="02020603050405020304" pitchFamily="18" charset="0"/>
                  <a:ea typeface="宋体" panose="02010600030101010101" pitchFamily="2" charset="-122"/>
                </a:endParaRPr>
              </a:p>
            </p:txBody>
          </p:sp>
        </p:grpSp>
        <p:graphicFrame>
          <p:nvGraphicFramePr>
            <p:cNvPr id="31749" name="Object 113"/>
            <p:cNvGraphicFramePr/>
            <p:nvPr/>
          </p:nvGraphicFramePr>
          <p:xfrm>
            <a:off x="3424" y="2012"/>
            <a:ext cx="216" cy="279"/>
          </p:xfrm>
          <a:graphic>
            <a:graphicData uri="http://schemas.openxmlformats.org/presentationml/2006/ole">
              <mc:AlternateContent xmlns:mc="http://schemas.openxmlformats.org/markup-compatibility/2006">
                <mc:Choice xmlns:v="urn:schemas-microsoft-com:vml" Requires="v">
                  <p:oleObj spid="_x0000_s3232" name="" r:id="rId2" imgW="177800" imgH="227965" progId="Equation.3">
                    <p:embed/>
                  </p:oleObj>
                </mc:Choice>
                <mc:Fallback>
                  <p:oleObj name="" r:id="rId2" imgW="177800" imgH="227965" progId="Equation.3">
                    <p:embed/>
                    <p:pic>
                      <p:nvPicPr>
                        <p:cNvPr id="0" name="图片 3231"/>
                        <p:cNvPicPr/>
                        <p:nvPr/>
                      </p:nvPicPr>
                      <p:blipFill>
                        <a:blip r:embed="rId3">
                          <a:clrChange>
                            <a:clrFrom>
                              <a:srgbClr val="000000"/>
                            </a:clrFrom>
                            <a:clrTo>
                              <a:srgbClr val="FFFFFF"/>
                            </a:clrTo>
                          </a:clrChange>
                        </a:blip>
                        <a:stretch>
                          <a:fillRect/>
                        </a:stretch>
                      </p:blipFill>
                      <p:spPr>
                        <a:xfrm>
                          <a:off x="3424" y="2012"/>
                          <a:ext cx="216" cy="279"/>
                        </a:xfrm>
                        <a:prstGeom prst="rect">
                          <a:avLst/>
                        </a:prstGeom>
                        <a:noFill/>
                        <a:ln w="38100">
                          <a:noFill/>
                          <a:miter/>
                        </a:ln>
                      </p:spPr>
                    </p:pic>
                  </p:oleObj>
                </mc:Fallback>
              </mc:AlternateContent>
            </a:graphicData>
          </a:graphic>
        </p:graphicFrame>
        <p:graphicFrame>
          <p:nvGraphicFramePr>
            <p:cNvPr id="31750" name="Object 114"/>
            <p:cNvGraphicFramePr/>
            <p:nvPr/>
          </p:nvGraphicFramePr>
          <p:xfrm>
            <a:off x="3288" y="1149"/>
            <a:ext cx="206" cy="364"/>
          </p:xfrm>
          <a:graphic>
            <a:graphicData uri="http://schemas.openxmlformats.org/presentationml/2006/ole">
              <mc:AlternateContent xmlns:mc="http://schemas.openxmlformats.org/markup-compatibility/2006">
                <mc:Choice xmlns:v="urn:schemas-microsoft-com:vml" Requires="v">
                  <p:oleObj spid="_x0000_s3235" name="" r:id="rId4" imgW="152400" imgH="266065" progId="Equation.3">
                    <p:embed/>
                  </p:oleObj>
                </mc:Choice>
                <mc:Fallback>
                  <p:oleObj name="" r:id="rId4" imgW="152400" imgH="266065" progId="Equation.3">
                    <p:embed/>
                    <p:pic>
                      <p:nvPicPr>
                        <p:cNvPr id="0" name="图片 3234"/>
                        <p:cNvPicPr/>
                        <p:nvPr/>
                      </p:nvPicPr>
                      <p:blipFill>
                        <a:blip r:embed="rId5">
                          <a:clrChange>
                            <a:clrFrom>
                              <a:srgbClr val="000000"/>
                            </a:clrFrom>
                            <a:clrTo>
                              <a:srgbClr val="FFFFFF"/>
                            </a:clrTo>
                          </a:clrChange>
                        </a:blip>
                        <a:stretch>
                          <a:fillRect/>
                        </a:stretch>
                      </p:blipFill>
                      <p:spPr>
                        <a:xfrm>
                          <a:off x="3288" y="1149"/>
                          <a:ext cx="206" cy="364"/>
                        </a:xfrm>
                        <a:prstGeom prst="rect">
                          <a:avLst/>
                        </a:prstGeom>
                        <a:noFill/>
                        <a:ln w="38100">
                          <a:noFill/>
                          <a:miter/>
                        </a:ln>
                      </p:spPr>
                    </p:pic>
                  </p:oleObj>
                </mc:Fallback>
              </mc:AlternateContent>
            </a:graphicData>
          </a:graphic>
        </p:graphicFrame>
        <p:graphicFrame>
          <p:nvGraphicFramePr>
            <p:cNvPr id="31751" name="Object 115"/>
            <p:cNvGraphicFramePr/>
            <p:nvPr/>
          </p:nvGraphicFramePr>
          <p:xfrm>
            <a:off x="3696" y="923"/>
            <a:ext cx="202" cy="331"/>
          </p:xfrm>
          <a:graphic>
            <a:graphicData uri="http://schemas.openxmlformats.org/presentationml/2006/ole">
              <mc:AlternateContent xmlns:mc="http://schemas.openxmlformats.org/markup-compatibility/2006">
                <mc:Choice xmlns:v="urn:schemas-microsoft-com:vml" Requires="v">
                  <p:oleObj spid="_x0000_s3230" name="" r:id="rId6" imgW="165100" imgH="266065" progId="Equation.3">
                    <p:embed/>
                  </p:oleObj>
                </mc:Choice>
                <mc:Fallback>
                  <p:oleObj name="" r:id="rId6" imgW="165100" imgH="266065" progId="Equation.3">
                    <p:embed/>
                    <p:pic>
                      <p:nvPicPr>
                        <p:cNvPr id="0" name="图片 3229"/>
                        <p:cNvPicPr/>
                        <p:nvPr/>
                      </p:nvPicPr>
                      <p:blipFill>
                        <a:blip r:embed="rId7">
                          <a:clrChange>
                            <a:clrFrom>
                              <a:srgbClr val="000000"/>
                            </a:clrFrom>
                            <a:clrTo>
                              <a:srgbClr val="FFFFFF"/>
                            </a:clrTo>
                          </a:clrChange>
                        </a:blip>
                        <a:stretch>
                          <a:fillRect/>
                        </a:stretch>
                      </p:blipFill>
                      <p:spPr>
                        <a:xfrm>
                          <a:off x="3696" y="923"/>
                          <a:ext cx="202" cy="331"/>
                        </a:xfrm>
                        <a:prstGeom prst="rect">
                          <a:avLst/>
                        </a:prstGeom>
                        <a:noFill/>
                        <a:ln w="38100">
                          <a:noFill/>
                          <a:miter/>
                        </a:ln>
                      </p:spPr>
                    </p:pic>
                  </p:oleObj>
                </mc:Fallback>
              </mc:AlternateContent>
            </a:graphicData>
          </a:graphic>
        </p:graphicFrame>
        <p:graphicFrame>
          <p:nvGraphicFramePr>
            <p:cNvPr id="31752" name="Object 116"/>
            <p:cNvGraphicFramePr/>
            <p:nvPr/>
          </p:nvGraphicFramePr>
          <p:xfrm>
            <a:off x="3696" y="1467"/>
            <a:ext cx="224" cy="363"/>
          </p:xfrm>
          <a:graphic>
            <a:graphicData uri="http://schemas.openxmlformats.org/presentationml/2006/ole">
              <mc:AlternateContent xmlns:mc="http://schemas.openxmlformats.org/markup-compatibility/2006">
                <mc:Choice xmlns:v="urn:schemas-microsoft-com:vml" Requires="v">
                  <p:oleObj spid="_x0000_s3234" name="" r:id="rId8" imgW="165100" imgH="266065" progId="Equation.3">
                    <p:embed/>
                  </p:oleObj>
                </mc:Choice>
                <mc:Fallback>
                  <p:oleObj name="" r:id="rId8" imgW="165100" imgH="266065" progId="Equation.3">
                    <p:embed/>
                    <p:pic>
                      <p:nvPicPr>
                        <p:cNvPr id="0" name="图片 3233"/>
                        <p:cNvPicPr/>
                        <p:nvPr/>
                      </p:nvPicPr>
                      <p:blipFill>
                        <a:blip r:embed="rId9">
                          <a:clrChange>
                            <a:clrFrom>
                              <a:srgbClr val="000000"/>
                            </a:clrFrom>
                            <a:clrTo>
                              <a:srgbClr val="FFFFFF"/>
                            </a:clrTo>
                          </a:clrChange>
                        </a:blip>
                        <a:stretch>
                          <a:fillRect/>
                        </a:stretch>
                      </p:blipFill>
                      <p:spPr>
                        <a:xfrm>
                          <a:off x="3696" y="1467"/>
                          <a:ext cx="224" cy="363"/>
                        </a:xfrm>
                        <a:prstGeom prst="rect">
                          <a:avLst/>
                        </a:prstGeom>
                        <a:noFill/>
                        <a:ln w="38100">
                          <a:noFill/>
                          <a:miter/>
                        </a:ln>
                      </p:spPr>
                    </p:pic>
                  </p:oleObj>
                </mc:Fallback>
              </mc:AlternateContent>
            </a:graphicData>
          </a:graphic>
        </p:graphicFrame>
        <p:graphicFrame>
          <p:nvGraphicFramePr>
            <p:cNvPr id="31753" name="Object 117"/>
            <p:cNvGraphicFramePr/>
            <p:nvPr/>
          </p:nvGraphicFramePr>
          <p:xfrm>
            <a:off x="3969" y="1286"/>
            <a:ext cx="687" cy="521"/>
          </p:xfrm>
          <a:graphic>
            <a:graphicData uri="http://schemas.openxmlformats.org/presentationml/2006/ole">
              <mc:AlternateContent xmlns:mc="http://schemas.openxmlformats.org/markup-compatibility/2006">
                <mc:Choice xmlns:v="urn:schemas-microsoft-com:vml" Requires="v">
                  <p:oleObj spid="_x0000_s3231" name="" r:id="rId10" imgW="520700" imgH="457200" progId="Equation.3">
                    <p:embed/>
                  </p:oleObj>
                </mc:Choice>
                <mc:Fallback>
                  <p:oleObj name="" r:id="rId10" imgW="520700" imgH="457200" progId="Equation.3">
                    <p:embed/>
                    <p:pic>
                      <p:nvPicPr>
                        <p:cNvPr id="0" name="图片 3230"/>
                        <p:cNvPicPr/>
                        <p:nvPr/>
                      </p:nvPicPr>
                      <p:blipFill>
                        <a:blip r:embed="rId11">
                          <a:clrChange>
                            <a:clrFrom>
                              <a:srgbClr val="000000"/>
                            </a:clrFrom>
                            <a:clrTo>
                              <a:srgbClr val="FFFFFF"/>
                            </a:clrTo>
                          </a:clrChange>
                        </a:blip>
                        <a:stretch>
                          <a:fillRect/>
                        </a:stretch>
                      </p:blipFill>
                      <p:spPr>
                        <a:xfrm>
                          <a:off x="3969" y="1286"/>
                          <a:ext cx="687" cy="521"/>
                        </a:xfrm>
                        <a:prstGeom prst="rect">
                          <a:avLst/>
                        </a:prstGeom>
                        <a:noFill/>
                        <a:ln w="38100">
                          <a:noFill/>
                          <a:miter/>
                        </a:ln>
                      </p:spPr>
                    </p:pic>
                  </p:oleObj>
                </mc:Fallback>
              </mc:AlternateContent>
            </a:graphicData>
          </a:graphic>
        </p:graphicFrame>
        <p:graphicFrame>
          <p:nvGraphicFramePr>
            <p:cNvPr id="31754" name="Object 118"/>
            <p:cNvGraphicFramePr/>
            <p:nvPr/>
          </p:nvGraphicFramePr>
          <p:xfrm>
            <a:off x="4694" y="2193"/>
            <a:ext cx="468" cy="311"/>
          </p:xfrm>
          <a:graphic>
            <a:graphicData uri="http://schemas.openxmlformats.org/presentationml/2006/ole">
              <mc:AlternateContent xmlns:mc="http://schemas.openxmlformats.org/markup-compatibility/2006">
                <mc:Choice xmlns:v="urn:schemas-microsoft-com:vml" Requires="v">
                  <p:oleObj spid="_x0000_s3233" name="" r:id="rId12" imgW="342900" imgH="228600" progId="Equation.3">
                    <p:embed/>
                  </p:oleObj>
                </mc:Choice>
                <mc:Fallback>
                  <p:oleObj name="" r:id="rId12" imgW="342900" imgH="228600" progId="Equation.3">
                    <p:embed/>
                    <p:pic>
                      <p:nvPicPr>
                        <p:cNvPr id="0" name="图片 3232"/>
                        <p:cNvPicPr/>
                        <p:nvPr/>
                      </p:nvPicPr>
                      <p:blipFill>
                        <a:blip r:embed="rId13">
                          <a:clrChange>
                            <a:clrFrom>
                              <a:srgbClr val="000000"/>
                            </a:clrFrom>
                            <a:clrTo>
                              <a:srgbClr val="FFFFFF"/>
                            </a:clrTo>
                          </a:clrChange>
                        </a:blip>
                        <a:stretch>
                          <a:fillRect/>
                        </a:stretch>
                      </p:blipFill>
                      <p:spPr>
                        <a:xfrm>
                          <a:off x="4694" y="2193"/>
                          <a:ext cx="468" cy="311"/>
                        </a:xfrm>
                        <a:prstGeom prst="rect">
                          <a:avLst/>
                        </a:prstGeom>
                        <a:noFill/>
                        <a:ln w="38100">
                          <a:noFill/>
                          <a:miter/>
                        </a:ln>
                      </p:spPr>
                    </p:pic>
                  </p:oleObj>
                </mc:Fallback>
              </mc:AlternateContent>
            </a:graphicData>
          </a:graphic>
        </p:graphicFrame>
        <p:sp>
          <p:nvSpPr>
            <p:cNvPr id="31775" name="Oval 119"/>
            <p:cNvSpPr/>
            <p:nvPr/>
          </p:nvSpPr>
          <p:spPr>
            <a:xfrm>
              <a:off x="3061" y="1908"/>
              <a:ext cx="363" cy="363"/>
            </a:xfrm>
            <a:prstGeom prst="ellipse">
              <a:avLst/>
            </a:prstGeom>
            <a:gradFill rotWithShape="1">
              <a:gsLst>
                <a:gs pos="0">
                  <a:srgbClr val="0099FF"/>
                </a:gs>
                <a:gs pos="100000">
                  <a:srgbClr val="004776"/>
                </a:gs>
              </a:gsLst>
              <a:path path="shape">
                <a:fillToRect l="50000" t="50000" r="50000" b="50000"/>
              </a:path>
              <a:tileRect/>
            </a:gradFill>
            <a:ln w="38100" cap="flat" cmpd="sng">
              <a:solidFill>
                <a:srgbClr val="FF9900"/>
              </a:solidFill>
              <a:prstDash val="solid"/>
              <a:headEnd type="none" w="med" len="med"/>
              <a:tailEnd type="none" w="med" len="med"/>
            </a:ln>
          </p:spPr>
          <p:txBody>
            <a:bodyPr wrap="none" anchor="ctr" anchorCtr="0"/>
            <a:p>
              <a:endParaRPr lang="zh-CN" altLang="en-US" dirty="0">
                <a:latin typeface="楷体_GB2312" pitchFamily="49" charset="-122"/>
              </a:endParaRPr>
            </a:p>
          </p:txBody>
        </p:sp>
        <p:sp>
          <p:nvSpPr>
            <p:cNvPr id="31776" name="Text Box 120"/>
            <p:cNvSpPr txBox="1"/>
            <p:nvPr/>
          </p:nvSpPr>
          <p:spPr>
            <a:xfrm>
              <a:off x="4785" y="1636"/>
              <a:ext cx="329" cy="327"/>
            </a:xfrm>
            <a:prstGeom prst="rect">
              <a:avLst/>
            </a:prstGeom>
            <a:noFill/>
            <a:ln w="28575">
              <a:noFill/>
            </a:ln>
          </p:spPr>
          <p:txBody>
            <a:bodyPr wrap="none" anchor="ctr" anchorCtr="0">
              <a:spAutoFit/>
            </a:bodyPr>
            <a:p>
              <a:pPr algn="ctr"/>
              <a:r>
                <a:rPr lang="en-US" altLang="zh-CN" b="0" i="1" dirty="0">
                  <a:solidFill>
                    <a:schemeClr val="bg1"/>
                  </a:solidFill>
                  <a:latin typeface="Times New Roman" panose="02020603050405020304" pitchFamily="18" charset="0"/>
                  <a:ea typeface="宋体" panose="02010600030101010101" pitchFamily="2" charset="-122"/>
                </a:rPr>
                <a:t>R</a:t>
              </a:r>
              <a:r>
                <a:rPr lang="en-US" altLang="zh-CN" b="0" baseline="-25000" dirty="0">
                  <a:solidFill>
                    <a:schemeClr val="bg1"/>
                  </a:solidFill>
                  <a:latin typeface="Times New Roman" panose="02020603050405020304" pitchFamily="18" charset="0"/>
                  <a:ea typeface="宋体" panose="02010600030101010101" pitchFamily="2" charset="-122"/>
                </a:rPr>
                <a:t>2</a:t>
              </a:r>
              <a:endParaRPr lang="en-US" altLang="zh-CN" b="0" dirty="0">
                <a:solidFill>
                  <a:schemeClr val="bg1"/>
                </a:solidFill>
                <a:latin typeface="Times New Roman" panose="02020603050405020304" pitchFamily="18" charset="0"/>
                <a:ea typeface="宋体" panose="02010600030101010101" pitchFamily="2" charset="-122"/>
              </a:endParaRPr>
            </a:p>
          </p:txBody>
        </p:sp>
        <p:sp>
          <p:nvSpPr>
            <p:cNvPr id="31777" name="Text Box 121"/>
            <p:cNvSpPr txBox="1"/>
            <p:nvPr/>
          </p:nvSpPr>
          <p:spPr>
            <a:xfrm>
              <a:off x="3243" y="1590"/>
              <a:ext cx="244" cy="327"/>
            </a:xfrm>
            <a:prstGeom prst="rect">
              <a:avLst/>
            </a:prstGeom>
            <a:noFill/>
            <a:ln w="28575">
              <a:noFill/>
            </a:ln>
          </p:spPr>
          <p:txBody>
            <a:bodyPr wrap="none" anchor="ctr" anchorCtr="0">
              <a:spAutoFit/>
            </a:bodyPr>
            <a:p>
              <a:pPr algn="ctr"/>
              <a:r>
                <a:rPr lang="en-US" altLang="zh-CN" b="0" dirty="0">
                  <a:solidFill>
                    <a:schemeClr val="bg1"/>
                  </a:solidFill>
                  <a:latin typeface="Times New Roman" panose="02020603050405020304" pitchFamily="18" charset="0"/>
                  <a:ea typeface="宋体" panose="02010600030101010101" pitchFamily="2" charset="-122"/>
                </a:rPr>
                <a:t>+</a:t>
              </a:r>
              <a:endParaRPr lang="en-US" altLang="zh-CN" b="0" dirty="0">
                <a:solidFill>
                  <a:schemeClr val="bg1"/>
                </a:solidFill>
                <a:latin typeface="Times New Roman" panose="02020603050405020304" pitchFamily="18" charset="0"/>
                <a:ea typeface="宋体" panose="02010600030101010101" pitchFamily="2" charset="-122"/>
              </a:endParaRPr>
            </a:p>
          </p:txBody>
        </p:sp>
        <p:sp>
          <p:nvSpPr>
            <p:cNvPr id="31778" name="Text Box 122"/>
            <p:cNvSpPr txBox="1"/>
            <p:nvPr/>
          </p:nvSpPr>
          <p:spPr>
            <a:xfrm>
              <a:off x="3243" y="2225"/>
              <a:ext cx="228" cy="327"/>
            </a:xfrm>
            <a:prstGeom prst="rect">
              <a:avLst/>
            </a:prstGeom>
            <a:noFill/>
            <a:ln w="28575">
              <a:noFill/>
            </a:ln>
          </p:spPr>
          <p:txBody>
            <a:bodyPr wrap="none" anchor="ctr" anchorCtr="0">
              <a:spAutoFit/>
            </a:bodyPr>
            <a:p>
              <a:pPr algn="ctr"/>
              <a:r>
                <a:rPr lang="en-US" altLang="zh-CN" b="0" dirty="0">
                  <a:solidFill>
                    <a:schemeClr val="bg1"/>
                  </a:solidFill>
                  <a:latin typeface="Times New Roman" panose="02020603050405020304" pitchFamily="18" charset="0"/>
                  <a:ea typeface="宋体" panose="02010600030101010101" pitchFamily="2" charset="-122"/>
                </a:rPr>
                <a:t>_</a:t>
              </a:r>
              <a:endParaRPr lang="en-US" altLang="zh-CN" b="0" dirty="0">
                <a:solidFill>
                  <a:schemeClr val="bg1"/>
                </a:solidFill>
                <a:latin typeface="Times New Roman" panose="02020603050405020304" pitchFamily="18" charset="0"/>
                <a:ea typeface="宋体" panose="02010600030101010101" pitchFamily="2" charset="-122"/>
              </a:endParaRPr>
            </a:p>
          </p:txBody>
        </p:sp>
        <p:grpSp>
          <p:nvGrpSpPr>
            <p:cNvPr id="31779" name="Group 123"/>
            <p:cNvGrpSpPr/>
            <p:nvPr/>
          </p:nvGrpSpPr>
          <p:grpSpPr>
            <a:xfrm rot="-5400000">
              <a:off x="4081" y="1754"/>
              <a:ext cx="221" cy="96"/>
              <a:chOff x="3845" y="3156"/>
              <a:chExt cx="221" cy="96"/>
            </a:xfrm>
          </p:grpSpPr>
          <p:sp>
            <p:nvSpPr>
              <p:cNvPr id="31802" name="Line 124"/>
              <p:cNvSpPr/>
              <p:nvPr/>
            </p:nvSpPr>
            <p:spPr>
              <a:xfrm>
                <a:off x="3845" y="3156"/>
                <a:ext cx="221" cy="1"/>
              </a:xfrm>
              <a:prstGeom prst="line">
                <a:avLst/>
              </a:prstGeom>
              <a:ln w="57150" cap="flat" cmpd="sng">
                <a:solidFill>
                  <a:srgbClr val="FF9900"/>
                </a:solidFill>
                <a:prstDash val="solid"/>
                <a:headEnd type="none" w="med" len="med"/>
                <a:tailEnd type="none" w="med" len="med"/>
              </a:ln>
            </p:spPr>
          </p:sp>
          <p:sp>
            <p:nvSpPr>
              <p:cNvPr id="31803" name="Line 125"/>
              <p:cNvSpPr/>
              <p:nvPr/>
            </p:nvSpPr>
            <p:spPr>
              <a:xfrm flipV="1">
                <a:off x="3845" y="3249"/>
                <a:ext cx="221" cy="3"/>
              </a:xfrm>
              <a:prstGeom prst="line">
                <a:avLst/>
              </a:prstGeom>
              <a:ln w="57150" cap="flat" cmpd="sng">
                <a:solidFill>
                  <a:srgbClr val="FF9900"/>
                </a:solidFill>
                <a:prstDash val="solid"/>
                <a:headEnd type="none" w="med" len="med"/>
                <a:tailEnd type="none" w="med" len="med"/>
              </a:ln>
            </p:spPr>
          </p:sp>
        </p:grpSp>
        <p:sp>
          <p:nvSpPr>
            <p:cNvPr id="31780" name="Line 126"/>
            <p:cNvSpPr/>
            <p:nvPr/>
          </p:nvSpPr>
          <p:spPr>
            <a:xfrm>
              <a:off x="3654" y="1269"/>
              <a:ext cx="936" cy="0"/>
            </a:xfrm>
            <a:prstGeom prst="line">
              <a:avLst/>
            </a:prstGeom>
            <a:ln w="28575" cap="flat" cmpd="sng">
              <a:solidFill>
                <a:srgbClr val="FFCC00"/>
              </a:solidFill>
              <a:prstDash val="solid"/>
              <a:headEnd type="none" w="med" len="med"/>
              <a:tailEnd type="none" w="med" len="med"/>
            </a:ln>
          </p:spPr>
        </p:sp>
        <p:sp>
          <p:nvSpPr>
            <p:cNvPr id="31781" name="Line 127"/>
            <p:cNvSpPr/>
            <p:nvPr/>
          </p:nvSpPr>
          <p:spPr>
            <a:xfrm>
              <a:off x="3655" y="1269"/>
              <a:ext cx="0" cy="568"/>
            </a:xfrm>
            <a:prstGeom prst="line">
              <a:avLst/>
            </a:prstGeom>
            <a:ln w="28575" cap="flat" cmpd="sng">
              <a:solidFill>
                <a:srgbClr val="FFCC00"/>
              </a:solidFill>
              <a:prstDash val="solid"/>
              <a:headEnd type="none" w="med" len="med"/>
              <a:tailEnd type="none" w="med" len="med"/>
            </a:ln>
          </p:spPr>
        </p:sp>
        <p:sp>
          <p:nvSpPr>
            <p:cNvPr id="31782" name="Line 128"/>
            <p:cNvSpPr/>
            <p:nvPr/>
          </p:nvSpPr>
          <p:spPr>
            <a:xfrm>
              <a:off x="4649" y="1273"/>
              <a:ext cx="0" cy="568"/>
            </a:xfrm>
            <a:prstGeom prst="line">
              <a:avLst/>
            </a:prstGeom>
            <a:ln w="28575" cap="flat" cmpd="sng">
              <a:solidFill>
                <a:srgbClr val="FFCC00"/>
              </a:solidFill>
              <a:prstDash val="solid"/>
              <a:headEnd type="none" w="med" len="med"/>
              <a:tailEnd type="none" w="med" len="med"/>
            </a:ln>
          </p:spPr>
        </p:sp>
        <p:sp>
          <p:nvSpPr>
            <p:cNvPr id="31783" name="Line 129"/>
            <p:cNvSpPr/>
            <p:nvPr/>
          </p:nvSpPr>
          <p:spPr>
            <a:xfrm>
              <a:off x="4241" y="1817"/>
              <a:ext cx="403" cy="0"/>
            </a:xfrm>
            <a:prstGeom prst="line">
              <a:avLst/>
            </a:prstGeom>
            <a:ln w="28575" cap="flat" cmpd="sng">
              <a:solidFill>
                <a:srgbClr val="FFCC00"/>
              </a:solidFill>
              <a:prstDash val="solid"/>
              <a:headEnd type="none" w="med" len="med"/>
              <a:tailEnd type="none" w="med" len="med"/>
            </a:ln>
          </p:spPr>
        </p:sp>
        <p:sp>
          <p:nvSpPr>
            <p:cNvPr id="31784" name="Line 130"/>
            <p:cNvSpPr/>
            <p:nvPr/>
          </p:nvSpPr>
          <p:spPr>
            <a:xfrm>
              <a:off x="3713" y="1269"/>
              <a:ext cx="936" cy="0"/>
            </a:xfrm>
            <a:prstGeom prst="line">
              <a:avLst/>
            </a:prstGeom>
            <a:ln w="28575" cap="flat" cmpd="sng">
              <a:solidFill>
                <a:srgbClr val="FFCC00"/>
              </a:solidFill>
              <a:prstDash val="solid"/>
              <a:headEnd type="none" w="med" len="med"/>
              <a:tailEnd type="none" w="med" len="med"/>
            </a:ln>
          </p:spPr>
        </p:sp>
        <p:sp>
          <p:nvSpPr>
            <p:cNvPr id="31785" name="Line 131"/>
            <p:cNvSpPr/>
            <p:nvPr/>
          </p:nvSpPr>
          <p:spPr>
            <a:xfrm>
              <a:off x="3247" y="1501"/>
              <a:ext cx="408" cy="0"/>
            </a:xfrm>
            <a:prstGeom prst="line">
              <a:avLst/>
            </a:prstGeom>
            <a:ln w="28575" cap="flat" cmpd="sng">
              <a:solidFill>
                <a:srgbClr val="FFCC00"/>
              </a:solidFill>
              <a:prstDash val="solid"/>
              <a:headEnd type="none" w="med" len="med"/>
              <a:tailEnd type="oval" w="med" len="med"/>
            </a:ln>
          </p:spPr>
        </p:sp>
        <p:sp>
          <p:nvSpPr>
            <p:cNvPr id="31786" name="Line 132"/>
            <p:cNvSpPr/>
            <p:nvPr/>
          </p:nvSpPr>
          <p:spPr>
            <a:xfrm>
              <a:off x="4649" y="1545"/>
              <a:ext cx="499" cy="0"/>
            </a:xfrm>
            <a:prstGeom prst="line">
              <a:avLst/>
            </a:prstGeom>
            <a:ln w="28575" cap="flat" cmpd="sng">
              <a:solidFill>
                <a:srgbClr val="FFCC00"/>
              </a:solidFill>
              <a:prstDash val="solid"/>
              <a:headEnd type="oval" w="med" len="med"/>
              <a:tailEnd type="none" w="med" len="med"/>
            </a:ln>
          </p:spPr>
        </p:sp>
        <p:sp>
          <p:nvSpPr>
            <p:cNvPr id="31787" name="Line 133"/>
            <p:cNvSpPr/>
            <p:nvPr/>
          </p:nvSpPr>
          <p:spPr>
            <a:xfrm flipH="1">
              <a:off x="5148" y="2478"/>
              <a:ext cx="0" cy="226"/>
            </a:xfrm>
            <a:prstGeom prst="line">
              <a:avLst/>
            </a:prstGeom>
            <a:ln w="28575" cap="flat" cmpd="sng">
              <a:solidFill>
                <a:srgbClr val="FFCC00"/>
              </a:solidFill>
              <a:prstDash val="solid"/>
              <a:headEnd type="none" w="med" len="med"/>
              <a:tailEnd type="none" w="med" len="med"/>
            </a:ln>
          </p:spPr>
        </p:sp>
        <p:sp>
          <p:nvSpPr>
            <p:cNvPr id="31788" name="Line 134"/>
            <p:cNvSpPr/>
            <p:nvPr/>
          </p:nvSpPr>
          <p:spPr>
            <a:xfrm flipH="1">
              <a:off x="3247" y="2689"/>
              <a:ext cx="1889" cy="0"/>
            </a:xfrm>
            <a:prstGeom prst="line">
              <a:avLst/>
            </a:prstGeom>
            <a:ln w="28575" cap="flat" cmpd="sng">
              <a:solidFill>
                <a:srgbClr val="FFCC00"/>
              </a:solidFill>
              <a:prstDash val="solid"/>
              <a:headEnd type="none" w="med" len="med"/>
              <a:tailEnd type="none" w="med" len="med"/>
            </a:ln>
          </p:spPr>
        </p:sp>
        <p:sp>
          <p:nvSpPr>
            <p:cNvPr id="31789" name="Line 135"/>
            <p:cNvSpPr/>
            <p:nvPr/>
          </p:nvSpPr>
          <p:spPr>
            <a:xfrm flipH="1">
              <a:off x="3243" y="1489"/>
              <a:ext cx="4" cy="1215"/>
            </a:xfrm>
            <a:prstGeom prst="line">
              <a:avLst/>
            </a:prstGeom>
            <a:ln w="28575" cap="flat" cmpd="sng">
              <a:solidFill>
                <a:srgbClr val="FFCC00"/>
              </a:solidFill>
              <a:prstDash val="solid"/>
              <a:headEnd type="none" w="med" len="med"/>
              <a:tailEnd type="none" w="med" len="med"/>
            </a:ln>
          </p:spPr>
        </p:sp>
        <p:sp>
          <p:nvSpPr>
            <p:cNvPr id="31790" name="Text Box 136"/>
            <p:cNvSpPr txBox="1"/>
            <p:nvPr/>
          </p:nvSpPr>
          <p:spPr>
            <a:xfrm>
              <a:off x="4063" y="890"/>
              <a:ext cx="329" cy="327"/>
            </a:xfrm>
            <a:prstGeom prst="rect">
              <a:avLst/>
            </a:prstGeom>
            <a:noFill/>
            <a:ln w="28575">
              <a:noFill/>
            </a:ln>
          </p:spPr>
          <p:txBody>
            <a:bodyPr wrap="none">
              <a:spAutoFit/>
            </a:bodyPr>
            <a:p>
              <a:pPr>
                <a:spcBef>
                  <a:spcPct val="50000"/>
                </a:spcBef>
              </a:pPr>
              <a:r>
                <a:rPr lang="en-US" altLang="zh-CN" b="0" i="1" dirty="0">
                  <a:solidFill>
                    <a:schemeClr val="bg1"/>
                  </a:solidFill>
                  <a:latin typeface="Times New Roman" panose="02020603050405020304" pitchFamily="18" charset="0"/>
                  <a:ea typeface="宋体" panose="02010600030101010101" pitchFamily="2" charset="-122"/>
                </a:rPr>
                <a:t>R</a:t>
              </a:r>
              <a:r>
                <a:rPr lang="en-US" altLang="zh-CN" b="0" baseline="-25000" dirty="0">
                  <a:solidFill>
                    <a:schemeClr val="bg1"/>
                  </a:solidFill>
                  <a:latin typeface="Times New Roman" panose="02020603050405020304" pitchFamily="18" charset="0"/>
                  <a:ea typeface="宋体" panose="02010600030101010101" pitchFamily="2" charset="-122"/>
                </a:rPr>
                <a:t>1</a:t>
              </a:r>
              <a:endParaRPr lang="en-US" altLang="zh-CN" b="0" i="1" dirty="0">
                <a:solidFill>
                  <a:schemeClr val="bg1"/>
                </a:solidFill>
                <a:latin typeface="Times New Roman" panose="02020603050405020304" pitchFamily="18" charset="0"/>
                <a:ea typeface="宋体" panose="02010600030101010101" pitchFamily="2" charset="-122"/>
              </a:endParaRPr>
            </a:p>
          </p:txBody>
        </p:sp>
        <p:sp>
          <p:nvSpPr>
            <p:cNvPr id="31791" name="Line 137"/>
            <p:cNvSpPr/>
            <p:nvPr/>
          </p:nvSpPr>
          <p:spPr>
            <a:xfrm>
              <a:off x="5148" y="1546"/>
              <a:ext cx="0" cy="589"/>
            </a:xfrm>
            <a:prstGeom prst="line">
              <a:avLst/>
            </a:prstGeom>
            <a:ln w="28575" cap="flat" cmpd="sng">
              <a:solidFill>
                <a:srgbClr val="FFCC00"/>
              </a:solidFill>
              <a:prstDash val="solid"/>
              <a:headEnd type="none" w="med" len="med"/>
              <a:tailEnd type="none" w="med" len="med"/>
            </a:ln>
          </p:spPr>
        </p:sp>
        <p:sp>
          <p:nvSpPr>
            <p:cNvPr id="31792" name="Rectangle 138"/>
            <p:cNvSpPr/>
            <p:nvPr/>
          </p:nvSpPr>
          <p:spPr>
            <a:xfrm>
              <a:off x="5102" y="1636"/>
              <a:ext cx="127" cy="318"/>
            </a:xfrm>
            <a:prstGeom prst="rect">
              <a:avLst/>
            </a:prstGeom>
            <a:gradFill rotWithShape="1">
              <a:gsLst>
                <a:gs pos="0">
                  <a:srgbClr val="764700"/>
                </a:gs>
                <a:gs pos="50000">
                  <a:srgbClr val="FF9900"/>
                </a:gs>
                <a:gs pos="100000">
                  <a:srgbClr val="764700"/>
                </a:gs>
              </a:gsLst>
              <a:lin ang="0" scaled="1"/>
              <a:tileRect/>
            </a:gradFill>
            <a:ln w="28575">
              <a:noFill/>
            </a:ln>
          </p:spPr>
          <p:txBody>
            <a:bodyPr wrap="none" anchor="ctr" anchorCtr="0"/>
            <a:p>
              <a:endParaRPr lang="zh-CN" altLang="en-US" dirty="0">
                <a:latin typeface="楷体_GB2312" pitchFamily="49" charset="-122"/>
              </a:endParaRPr>
            </a:p>
          </p:txBody>
        </p:sp>
        <p:sp>
          <p:nvSpPr>
            <p:cNvPr id="31793" name="Rectangle 139"/>
            <p:cNvSpPr/>
            <p:nvPr/>
          </p:nvSpPr>
          <p:spPr>
            <a:xfrm>
              <a:off x="4014" y="1209"/>
              <a:ext cx="317" cy="136"/>
            </a:xfrm>
            <a:prstGeom prst="rect">
              <a:avLst/>
            </a:prstGeom>
            <a:gradFill rotWithShape="1">
              <a:gsLst>
                <a:gs pos="0">
                  <a:srgbClr val="764700"/>
                </a:gs>
                <a:gs pos="50000">
                  <a:srgbClr val="FF9900"/>
                </a:gs>
                <a:gs pos="100000">
                  <a:srgbClr val="764700"/>
                </a:gs>
              </a:gsLst>
              <a:lin ang="5400000" scaled="1"/>
              <a:tileRect/>
            </a:gradFill>
            <a:ln w="28575">
              <a:noFill/>
            </a:ln>
          </p:spPr>
          <p:txBody>
            <a:bodyPr wrap="none" anchor="ctr" anchorCtr="0"/>
            <a:p>
              <a:endParaRPr lang="zh-CN" altLang="en-US" dirty="0">
                <a:latin typeface="楷体_GB2312" pitchFamily="49" charset="-122"/>
              </a:endParaRPr>
            </a:p>
          </p:txBody>
        </p:sp>
        <p:sp>
          <p:nvSpPr>
            <p:cNvPr id="31794" name="Line 140"/>
            <p:cNvSpPr/>
            <p:nvPr/>
          </p:nvSpPr>
          <p:spPr>
            <a:xfrm>
              <a:off x="3696" y="1817"/>
              <a:ext cx="272" cy="0"/>
            </a:xfrm>
            <a:prstGeom prst="line">
              <a:avLst/>
            </a:prstGeom>
            <a:ln w="28575" cap="flat" cmpd="sng">
              <a:solidFill>
                <a:srgbClr val="00FFFF"/>
              </a:solidFill>
              <a:prstDash val="solid"/>
              <a:headEnd type="none" w="med" len="med"/>
              <a:tailEnd type="triangle" w="med" len="med"/>
            </a:ln>
          </p:spPr>
        </p:sp>
        <p:sp>
          <p:nvSpPr>
            <p:cNvPr id="31795" name="Line 141"/>
            <p:cNvSpPr/>
            <p:nvPr/>
          </p:nvSpPr>
          <p:spPr>
            <a:xfrm>
              <a:off x="3288" y="1507"/>
              <a:ext cx="272" cy="0"/>
            </a:xfrm>
            <a:prstGeom prst="line">
              <a:avLst/>
            </a:prstGeom>
            <a:ln w="28575" cap="flat" cmpd="sng">
              <a:solidFill>
                <a:srgbClr val="00FFFF"/>
              </a:solidFill>
              <a:prstDash val="solid"/>
              <a:headEnd type="none" w="med" len="med"/>
              <a:tailEnd type="triangle" w="med" len="med"/>
            </a:ln>
          </p:spPr>
        </p:sp>
        <p:sp>
          <p:nvSpPr>
            <p:cNvPr id="31796" name="Line 142"/>
            <p:cNvSpPr/>
            <p:nvPr/>
          </p:nvSpPr>
          <p:spPr>
            <a:xfrm>
              <a:off x="3696" y="1273"/>
              <a:ext cx="272" cy="0"/>
            </a:xfrm>
            <a:prstGeom prst="line">
              <a:avLst/>
            </a:prstGeom>
            <a:ln w="28575" cap="flat" cmpd="sng">
              <a:solidFill>
                <a:srgbClr val="00FFFF"/>
              </a:solidFill>
              <a:prstDash val="solid"/>
              <a:headEnd type="none" w="med" len="med"/>
              <a:tailEnd type="triangle" w="med" len="med"/>
            </a:ln>
          </p:spPr>
        </p:sp>
        <p:grpSp>
          <p:nvGrpSpPr>
            <p:cNvPr id="31797" name="Group 143"/>
            <p:cNvGrpSpPr/>
            <p:nvPr/>
          </p:nvGrpSpPr>
          <p:grpSpPr>
            <a:xfrm rot="10800000">
              <a:off x="5139" y="2124"/>
              <a:ext cx="90" cy="363"/>
              <a:chOff x="1565" y="2614"/>
              <a:chExt cx="90" cy="486"/>
            </a:xfrm>
          </p:grpSpPr>
          <p:sp>
            <p:nvSpPr>
              <p:cNvPr id="31798" name="Arc 144"/>
              <p:cNvSpPr/>
              <p:nvPr/>
            </p:nvSpPr>
            <p:spPr>
              <a:xfrm flipH="1" flipV="1">
                <a:off x="1565" y="2860"/>
                <a:ext cx="90" cy="116"/>
              </a:xfrm>
              <a:custGeom>
                <a:avLst/>
                <a:gdLst>
                  <a:gd name="txL" fmla="*/ 0 w 22723"/>
                  <a:gd name="txT" fmla="*/ 0 h 43200"/>
                  <a:gd name="txR" fmla="*/ 22723 w 22723"/>
                  <a:gd name="txB" fmla="*/ 43200 h 43200"/>
                </a:gdLst>
                <a:ahLst/>
                <a:cxnLst>
                  <a:cxn ang="0">
                    <a:pos x="1122" y="0"/>
                  </a:cxn>
                  <a:cxn ang="0">
                    <a:pos x="22723" y="21600"/>
                  </a:cxn>
                  <a:cxn ang="0">
                    <a:pos x="1123" y="43200"/>
                  </a:cxn>
                  <a:cxn ang="0">
                    <a:pos x="0" y="43170"/>
                  </a:cxn>
                  <a:cxn ang="0">
                    <a:pos x="1122" y="0"/>
                  </a:cxn>
                  <a:cxn ang="0">
                    <a:pos x="22723" y="21600"/>
                  </a:cxn>
                  <a:cxn ang="0">
                    <a:pos x="1123" y="43200"/>
                  </a:cxn>
                  <a:cxn ang="0">
                    <a:pos x="0" y="43170"/>
                  </a:cxn>
                  <a:cxn ang="0">
                    <a:pos x="1123" y="21600"/>
                  </a:cxn>
                </a:cxnLst>
                <a:rect l="txL" t="txT" r="txR" b="txB"/>
                <a:pathLst>
                  <a:path w="22723" h="43200" fill="none">
                    <a:moveTo>
                      <a:pt x="1122" y="0"/>
                    </a:moveTo>
                    <a:cubicBezTo>
                      <a:pt x="13052" y="0"/>
                      <a:pt x="22723" y="9670"/>
                      <a:pt x="22723" y="21600"/>
                    </a:cubicBezTo>
                    <a:cubicBezTo>
                      <a:pt x="22723" y="33529"/>
                      <a:pt x="13052" y="43200"/>
                      <a:pt x="1123" y="43200"/>
                    </a:cubicBezTo>
                    <a:cubicBezTo>
                      <a:pt x="748" y="43200"/>
                      <a:pt x="374" y="43190"/>
                      <a:pt x="0" y="43170"/>
                    </a:cubicBezTo>
                  </a:path>
                  <a:path w="22723" h="43200" stroke="0">
                    <a:moveTo>
                      <a:pt x="1122" y="0"/>
                    </a:moveTo>
                    <a:cubicBezTo>
                      <a:pt x="13052" y="0"/>
                      <a:pt x="22723" y="9670"/>
                      <a:pt x="22723" y="21600"/>
                    </a:cubicBezTo>
                    <a:cubicBezTo>
                      <a:pt x="22723" y="33529"/>
                      <a:pt x="13052" y="43200"/>
                      <a:pt x="1123" y="43200"/>
                    </a:cubicBezTo>
                    <a:cubicBezTo>
                      <a:pt x="748" y="43200"/>
                      <a:pt x="374" y="43190"/>
                      <a:pt x="0" y="43170"/>
                    </a:cubicBezTo>
                    <a:lnTo>
                      <a:pt x="1123" y="21600"/>
                    </a:lnTo>
                    <a:close/>
                  </a:path>
                </a:pathLst>
              </a:custGeom>
              <a:noFill/>
              <a:ln w="28575" cap="flat" cmpd="sng">
                <a:solidFill>
                  <a:srgbClr val="FF9900"/>
                </a:solidFill>
                <a:prstDash val="solid"/>
                <a:round/>
                <a:headEnd type="none" w="med" len="med"/>
                <a:tailEnd type="none" w="med" len="med"/>
              </a:ln>
            </p:spPr>
            <p:txBody>
              <a:bodyPr wrap="none" anchor="ctr" anchorCtr="0"/>
              <a:p>
                <a:endParaRPr lang="zh-CN" altLang="en-US" dirty="0">
                  <a:latin typeface="楷体_GB2312" pitchFamily="49" charset="-122"/>
                </a:endParaRPr>
              </a:p>
            </p:txBody>
          </p:sp>
          <p:sp>
            <p:nvSpPr>
              <p:cNvPr id="31799" name="Arc 145"/>
              <p:cNvSpPr/>
              <p:nvPr/>
            </p:nvSpPr>
            <p:spPr>
              <a:xfrm flipH="1" flipV="1">
                <a:off x="1565" y="2737"/>
                <a:ext cx="90" cy="116"/>
              </a:xfrm>
              <a:custGeom>
                <a:avLst/>
                <a:gdLst>
                  <a:gd name="txL" fmla="*/ 0 w 22723"/>
                  <a:gd name="txT" fmla="*/ 0 h 43200"/>
                  <a:gd name="txR" fmla="*/ 22723 w 22723"/>
                  <a:gd name="txB" fmla="*/ 43200 h 43200"/>
                </a:gdLst>
                <a:ahLst/>
                <a:cxnLst>
                  <a:cxn ang="0">
                    <a:pos x="1122" y="0"/>
                  </a:cxn>
                  <a:cxn ang="0">
                    <a:pos x="22723" y="21600"/>
                  </a:cxn>
                  <a:cxn ang="0">
                    <a:pos x="1123" y="43200"/>
                  </a:cxn>
                  <a:cxn ang="0">
                    <a:pos x="0" y="43170"/>
                  </a:cxn>
                  <a:cxn ang="0">
                    <a:pos x="1122" y="0"/>
                  </a:cxn>
                  <a:cxn ang="0">
                    <a:pos x="22723" y="21600"/>
                  </a:cxn>
                  <a:cxn ang="0">
                    <a:pos x="1123" y="43200"/>
                  </a:cxn>
                  <a:cxn ang="0">
                    <a:pos x="0" y="43170"/>
                  </a:cxn>
                  <a:cxn ang="0">
                    <a:pos x="1123" y="21600"/>
                  </a:cxn>
                </a:cxnLst>
                <a:rect l="txL" t="txT" r="txR" b="txB"/>
                <a:pathLst>
                  <a:path w="22723" h="43200" fill="none">
                    <a:moveTo>
                      <a:pt x="1122" y="0"/>
                    </a:moveTo>
                    <a:cubicBezTo>
                      <a:pt x="13052" y="0"/>
                      <a:pt x="22723" y="9670"/>
                      <a:pt x="22723" y="21600"/>
                    </a:cubicBezTo>
                    <a:cubicBezTo>
                      <a:pt x="22723" y="33529"/>
                      <a:pt x="13052" y="43200"/>
                      <a:pt x="1123" y="43200"/>
                    </a:cubicBezTo>
                    <a:cubicBezTo>
                      <a:pt x="748" y="43200"/>
                      <a:pt x="374" y="43190"/>
                      <a:pt x="0" y="43170"/>
                    </a:cubicBezTo>
                  </a:path>
                  <a:path w="22723" h="43200" stroke="0">
                    <a:moveTo>
                      <a:pt x="1122" y="0"/>
                    </a:moveTo>
                    <a:cubicBezTo>
                      <a:pt x="13052" y="0"/>
                      <a:pt x="22723" y="9670"/>
                      <a:pt x="22723" y="21600"/>
                    </a:cubicBezTo>
                    <a:cubicBezTo>
                      <a:pt x="22723" y="33529"/>
                      <a:pt x="13052" y="43200"/>
                      <a:pt x="1123" y="43200"/>
                    </a:cubicBezTo>
                    <a:cubicBezTo>
                      <a:pt x="748" y="43200"/>
                      <a:pt x="374" y="43190"/>
                      <a:pt x="0" y="43170"/>
                    </a:cubicBezTo>
                    <a:lnTo>
                      <a:pt x="1123" y="21600"/>
                    </a:lnTo>
                    <a:close/>
                  </a:path>
                </a:pathLst>
              </a:custGeom>
              <a:noFill/>
              <a:ln w="28575" cap="flat" cmpd="sng">
                <a:solidFill>
                  <a:srgbClr val="FF9900"/>
                </a:solidFill>
                <a:prstDash val="solid"/>
                <a:round/>
                <a:headEnd type="none" w="med" len="med"/>
                <a:tailEnd type="none" w="med" len="med"/>
              </a:ln>
            </p:spPr>
            <p:txBody>
              <a:bodyPr wrap="none" anchor="ctr" anchorCtr="0"/>
              <a:p>
                <a:endParaRPr lang="zh-CN" altLang="en-US" dirty="0">
                  <a:latin typeface="楷体_GB2312" pitchFamily="49" charset="-122"/>
                </a:endParaRPr>
              </a:p>
            </p:txBody>
          </p:sp>
          <p:sp>
            <p:nvSpPr>
              <p:cNvPr id="31800" name="Arc 146"/>
              <p:cNvSpPr/>
              <p:nvPr/>
            </p:nvSpPr>
            <p:spPr>
              <a:xfrm flipH="1" flipV="1">
                <a:off x="1565" y="2614"/>
                <a:ext cx="90" cy="116"/>
              </a:xfrm>
              <a:custGeom>
                <a:avLst/>
                <a:gdLst>
                  <a:gd name="txL" fmla="*/ 0 w 22723"/>
                  <a:gd name="txT" fmla="*/ 0 h 43200"/>
                  <a:gd name="txR" fmla="*/ 22723 w 22723"/>
                  <a:gd name="txB" fmla="*/ 43200 h 43200"/>
                </a:gdLst>
                <a:ahLst/>
                <a:cxnLst>
                  <a:cxn ang="0">
                    <a:pos x="1122" y="0"/>
                  </a:cxn>
                  <a:cxn ang="0">
                    <a:pos x="22723" y="21600"/>
                  </a:cxn>
                  <a:cxn ang="0">
                    <a:pos x="1123" y="43200"/>
                  </a:cxn>
                  <a:cxn ang="0">
                    <a:pos x="0" y="43170"/>
                  </a:cxn>
                  <a:cxn ang="0">
                    <a:pos x="1122" y="0"/>
                  </a:cxn>
                  <a:cxn ang="0">
                    <a:pos x="22723" y="21600"/>
                  </a:cxn>
                  <a:cxn ang="0">
                    <a:pos x="1123" y="43200"/>
                  </a:cxn>
                  <a:cxn ang="0">
                    <a:pos x="0" y="43170"/>
                  </a:cxn>
                  <a:cxn ang="0">
                    <a:pos x="1123" y="21600"/>
                  </a:cxn>
                </a:cxnLst>
                <a:rect l="txL" t="txT" r="txR" b="txB"/>
                <a:pathLst>
                  <a:path w="22723" h="43200" fill="none">
                    <a:moveTo>
                      <a:pt x="1122" y="0"/>
                    </a:moveTo>
                    <a:cubicBezTo>
                      <a:pt x="13052" y="0"/>
                      <a:pt x="22723" y="9670"/>
                      <a:pt x="22723" y="21600"/>
                    </a:cubicBezTo>
                    <a:cubicBezTo>
                      <a:pt x="22723" y="33529"/>
                      <a:pt x="13052" y="43200"/>
                      <a:pt x="1123" y="43200"/>
                    </a:cubicBezTo>
                    <a:cubicBezTo>
                      <a:pt x="748" y="43200"/>
                      <a:pt x="374" y="43190"/>
                      <a:pt x="0" y="43170"/>
                    </a:cubicBezTo>
                  </a:path>
                  <a:path w="22723" h="43200" stroke="0">
                    <a:moveTo>
                      <a:pt x="1122" y="0"/>
                    </a:moveTo>
                    <a:cubicBezTo>
                      <a:pt x="13052" y="0"/>
                      <a:pt x="22723" y="9670"/>
                      <a:pt x="22723" y="21600"/>
                    </a:cubicBezTo>
                    <a:cubicBezTo>
                      <a:pt x="22723" y="33529"/>
                      <a:pt x="13052" y="43200"/>
                      <a:pt x="1123" y="43200"/>
                    </a:cubicBezTo>
                    <a:cubicBezTo>
                      <a:pt x="748" y="43200"/>
                      <a:pt x="374" y="43190"/>
                      <a:pt x="0" y="43170"/>
                    </a:cubicBezTo>
                    <a:lnTo>
                      <a:pt x="1123" y="21600"/>
                    </a:lnTo>
                    <a:close/>
                  </a:path>
                </a:pathLst>
              </a:custGeom>
              <a:noFill/>
              <a:ln w="28575" cap="flat" cmpd="sng">
                <a:solidFill>
                  <a:srgbClr val="FF9900"/>
                </a:solidFill>
                <a:prstDash val="solid"/>
                <a:round/>
                <a:headEnd type="none" w="med" len="med"/>
                <a:tailEnd type="none" w="med" len="med"/>
              </a:ln>
            </p:spPr>
            <p:txBody>
              <a:bodyPr wrap="none" anchor="ctr" anchorCtr="0"/>
              <a:p>
                <a:endParaRPr lang="zh-CN" altLang="en-US" dirty="0">
                  <a:latin typeface="楷体_GB2312" pitchFamily="49" charset="-122"/>
                </a:endParaRPr>
              </a:p>
            </p:txBody>
          </p:sp>
          <p:sp>
            <p:nvSpPr>
              <p:cNvPr id="31801" name="Arc 147"/>
              <p:cNvSpPr/>
              <p:nvPr/>
            </p:nvSpPr>
            <p:spPr>
              <a:xfrm flipH="1" flipV="1">
                <a:off x="1565" y="2984"/>
                <a:ext cx="90" cy="116"/>
              </a:xfrm>
              <a:custGeom>
                <a:avLst/>
                <a:gdLst>
                  <a:gd name="txL" fmla="*/ 0 w 22723"/>
                  <a:gd name="txT" fmla="*/ 0 h 43200"/>
                  <a:gd name="txR" fmla="*/ 22723 w 22723"/>
                  <a:gd name="txB" fmla="*/ 43200 h 43200"/>
                </a:gdLst>
                <a:ahLst/>
                <a:cxnLst>
                  <a:cxn ang="0">
                    <a:pos x="1122" y="0"/>
                  </a:cxn>
                  <a:cxn ang="0">
                    <a:pos x="22723" y="21600"/>
                  </a:cxn>
                  <a:cxn ang="0">
                    <a:pos x="1123" y="43200"/>
                  </a:cxn>
                  <a:cxn ang="0">
                    <a:pos x="0" y="43170"/>
                  </a:cxn>
                  <a:cxn ang="0">
                    <a:pos x="1122" y="0"/>
                  </a:cxn>
                  <a:cxn ang="0">
                    <a:pos x="22723" y="21600"/>
                  </a:cxn>
                  <a:cxn ang="0">
                    <a:pos x="1123" y="43200"/>
                  </a:cxn>
                  <a:cxn ang="0">
                    <a:pos x="0" y="43170"/>
                  </a:cxn>
                  <a:cxn ang="0">
                    <a:pos x="1123" y="21600"/>
                  </a:cxn>
                </a:cxnLst>
                <a:rect l="txL" t="txT" r="txR" b="txB"/>
                <a:pathLst>
                  <a:path w="22723" h="43200" fill="none">
                    <a:moveTo>
                      <a:pt x="1122" y="0"/>
                    </a:moveTo>
                    <a:cubicBezTo>
                      <a:pt x="13052" y="0"/>
                      <a:pt x="22723" y="9670"/>
                      <a:pt x="22723" y="21600"/>
                    </a:cubicBezTo>
                    <a:cubicBezTo>
                      <a:pt x="22723" y="33529"/>
                      <a:pt x="13052" y="43200"/>
                      <a:pt x="1123" y="43200"/>
                    </a:cubicBezTo>
                    <a:cubicBezTo>
                      <a:pt x="748" y="43200"/>
                      <a:pt x="374" y="43190"/>
                      <a:pt x="0" y="43170"/>
                    </a:cubicBezTo>
                  </a:path>
                  <a:path w="22723" h="43200" stroke="0">
                    <a:moveTo>
                      <a:pt x="1122" y="0"/>
                    </a:moveTo>
                    <a:cubicBezTo>
                      <a:pt x="13052" y="0"/>
                      <a:pt x="22723" y="9670"/>
                      <a:pt x="22723" y="21600"/>
                    </a:cubicBezTo>
                    <a:cubicBezTo>
                      <a:pt x="22723" y="33529"/>
                      <a:pt x="13052" y="43200"/>
                      <a:pt x="1123" y="43200"/>
                    </a:cubicBezTo>
                    <a:cubicBezTo>
                      <a:pt x="748" y="43200"/>
                      <a:pt x="374" y="43190"/>
                      <a:pt x="0" y="43170"/>
                    </a:cubicBezTo>
                    <a:lnTo>
                      <a:pt x="1123" y="21600"/>
                    </a:lnTo>
                    <a:close/>
                  </a:path>
                </a:pathLst>
              </a:custGeom>
              <a:noFill/>
              <a:ln w="28575" cap="flat" cmpd="sng">
                <a:solidFill>
                  <a:srgbClr val="FF9900"/>
                </a:solidFill>
                <a:prstDash val="solid"/>
                <a:round/>
                <a:headEnd type="none" w="med" len="med"/>
                <a:tailEnd type="none" w="med" len="med"/>
              </a:ln>
            </p:spPr>
            <p:txBody>
              <a:bodyPr wrap="none" anchor="ctr" anchorCtr="0"/>
              <a:p>
                <a:endParaRPr lang="zh-CN" altLang="en-US" dirty="0">
                  <a:latin typeface="楷体_GB2312" pitchFamily="49" charset="-122"/>
                </a:endParaRPr>
              </a:p>
            </p:txBody>
          </p:sp>
        </p:grpSp>
      </p:grpSp>
      <p:grpSp>
        <p:nvGrpSpPr>
          <p:cNvPr id="10" name="Group 156"/>
          <p:cNvGrpSpPr/>
          <p:nvPr/>
        </p:nvGrpSpPr>
        <p:grpSpPr>
          <a:xfrm>
            <a:off x="827088" y="476250"/>
            <a:ext cx="6108700" cy="1077913"/>
            <a:chOff x="521" y="300"/>
            <a:chExt cx="3848" cy="679"/>
          </a:xfrm>
        </p:grpSpPr>
        <p:graphicFrame>
          <p:nvGraphicFramePr>
            <p:cNvPr id="31748" name="Object 4"/>
            <p:cNvGraphicFramePr/>
            <p:nvPr/>
          </p:nvGraphicFramePr>
          <p:xfrm>
            <a:off x="521" y="300"/>
            <a:ext cx="3848" cy="679"/>
          </p:xfrm>
          <a:graphic>
            <a:graphicData uri="http://schemas.openxmlformats.org/presentationml/2006/ole">
              <mc:AlternateContent xmlns:mc="http://schemas.openxmlformats.org/markup-compatibility/2006">
                <mc:Choice xmlns:v="urn:schemas-microsoft-com:vml" Requires="v">
                  <p:oleObj spid="_x0000_s3241" name="" r:id="rId14" imgW="2870200" imgH="508000" progId="Equation.3">
                    <p:embed/>
                  </p:oleObj>
                </mc:Choice>
                <mc:Fallback>
                  <p:oleObj name="" r:id="rId14" imgW="2870200" imgH="508000" progId="Equation.3">
                    <p:embed/>
                    <p:pic>
                      <p:nvPicPr>
                        <p:cNvPr id="0" name="图片 3240"/>
                        <p:cNvPicPr/>
                        <p:nvPr/>
                      </p:nvPicPr>
                      <p:blipFill>
                        <a:blip r:embed="rId15">
                          <a:clrChange>
                            <a:clrFrom>
                              <a:srgbClr val="000000"/>
                            </a:clrFrom>
                            <a:clrTo>
                              <a:srgbClr val="FFFFFF"/>
                            </a:clrTo>
                          </a:clrChange>
                        </a:blip>
                        <a:stretch>
                          <a:fillRect/>
                        </a:stretch>
                      </p:blipFill>
                      <p:spPr>
                        <a:xfrm>
                          <a:off x="521" y="300"/>
                          <a:ext cx="3848" cy="679"/>
                        </a:xfrm>
                        <a:prstGeom prst="rect">
                          <a:avLst/>
                        </a:prstGeom>
                        <a:noFill/>
                        <a:ln w="38100">
                          <a:noFill/>
                          <a:miter/>
                        </a:ln>
                      </p:spPr>
                    </p:pic>
                  </p:oleObj>
                </mc:Fallback>
              </mc:AlternateContent>
            </a:graphicData>
          </a:graphic>
        </p:graphicFrame>
        <p:sp>
          <p:nvSpPr>
            <p:cNvPr id="31769" name="Line 148"/>
            <p:cNvSpPr/>
            <p:nvPr/>
          </p:nvSpPr>
          <p:spPr>
            <a:xfrm>
              <a:off x="2046" y="935"/>
              <a:ext cx="680" cy="0"/>
            </a:xfrm>
            <a:prstGeom prst="line">
              <a:avLst/>
            </a:prstGeom>
            <a:ln w="9525" cap="flat" cmpd="sng">
              <a:solidFill>
                <a:schemeClr val="bg1"/>
              </a:solidFill>
              <a:prstDash val="solid"/>
              <a:headEnd type="none" w="med" len="med"/>
              <a:tailEnd type="none" w="med" len="med"/>
            </a:ln>
          </p:spPr>
        </p:sp>
        <p:sp>
          <p:nvSpPr>
            <p:cNvPr id="31770" name="Line 149"/>
            <p:cNvSpPr/>
            <p:nvPr/>
          </p:nvSpPr>
          <p:spPr>
            <a:xfrm>
              <a:off x="2136" y="609"/>
              <a:ext cx="227" cy="0"/>
            </a:xfrm>
            <a:prstGeom prst="line">
              <a:avLst/>
            </a:prstGeom>
            <a:ln w="9525" cap="flat" cmpd="sng">
              <a:solidFill>
                <a:schemeClr val="bg1"/>
              </a:solidFill>
              <a:prstDash val="solid"/>
              <a:headEnd type="none" w="med" len="med"/>
              <a:tailEnd type="none" w="med" len="med"/>
            </a:ln>
          </p:spPr>
        </p:sp>
        <p:sp>
          <p:nvSpPr>
            <p:cNvPr id="31771" name="Line 150"/>
            <p:cNvSpPr/>
            <p:nvPr/>
          </p:nvSpPr>
          <p:spPr>
            <a:xfrm>
              <a:off x="3524" y="754"/>
              <a:ext cx="544" cy="0"/>
            </a:xfrm>
            <a:prstGeom prst="line">
              <a:avLst/>
            </a:prstGeom>
            <a:ln w="9525" cap="flat" cmpd="sng">
              <a:solidFill>
                <a:schemeClr val="bg1"/>
              </a:solidFill>
              <a:prstDash val="solid"/>
              <a:headEnd type="none" w="med" len="med"/>
              <a:tailEnd type="none" w="med" len="med"/>
            </a:ln>
          </p:spPr>
        </p:sp>
      </p:grpSp>
      <p:grpSp>
        <p:nvGrpSpPr>
          <p:cNvPr id="11" name="Group 158"/>
          <p:cNvGrpSpPr/>
          <p:nvPr/>
        </p:nvGrpSpPr>
        <p:grpSpPr>
          <a:xfrm>
            <a:off x="827088" y="4005263"/>
            <a:ext cx="6569075" cy="2351087"/>
            <a:chOff x="521" y="2523"/>
            <a:chExt cx="4138" cy="1481"/>
          </a:xfrm>
        </p:grpSpPr>
        <p:graphicFrame>
          <p:nvGraphicFramePr>
            <p:cNvPr id="31747" name="Object 6"/>
            <p:cNvGraphicFramePr/>
            <p:nvPr/>
          </p:nvGraphicFramePr>
          <p:xfrm>
            <a:off x="521" y="2523"/>
            <a:ext cx="4138" cy="1481"/>
          </p:xfrm>
          <a:graphic>
            <a:graphicData uri="http://schemas.openxmlformats.org/presentationml/2006/ole">
              <mc:AlternateContent xmlns:mc="http://schemas.openxmlformats.org/markup-compatibility/2006">
                <mc:Choice xmlns:v="urn:schemas-microsoft-com:vml" Requires="v">
                  <p:oleObj spid="_x0000_s3238" name="" r:id="rId16" imgW="3300730" imgH="1180465" progId="Equation.3">
                    <p:embed/>
                  </p:oleObj>
                </mc:Choice>
                <mc:Fallback>
                  <p:oleObj name="" r:id="rId16" imgW="3300730" imgH="1180465" progId="Equation.3">
                    <p:embed/>
                    <p:pic>
                      <p:nvPicPr>
                        <p:cNvPr id="0" name="图片 3237"/>
                        <p:cNvPicPr/>
                        <p:nvPr/>
                      </p:nvPicPr>
                      <p:blipFill>
                        <a:blip r:embed="rId17">
                          <a:clrChange>
                            <a:clrFrom>
                              <a:srgbClr val="000000"/>
                            </a:clrFrom>
                            <a:clrTo>
                              <a:srgbClr val="FFFFFF"/>
                            </a:clrTo>
                          </a:clrChange>
                        </a:blip>
                        <a:stretch>
                          <a:fillRect/>
                        </a:stretch>
                      </p:blipFill>
                      <p:spPr>
                        <a:xfrm>
                          <a:off x="521" y="2523"/>
                          <a:ext cx="4138" cy="1481"/>
                        </a:xfrm>
                        <a:prstGeom prst="rect">
                          <a:avLst/>
                        </a:prstGeom>
                        <a:noFill/>
                        <a:ln w="38100">
                          <a:noFill/>
                          <a:miter/>
                        </a:ln>
                      </p:spPr>
                    </p:pic>
                  </p:oleObj>
                </mc:Fallback>
              </mc:AlternateContent>
            </a:graphicData>
          </a:graphic>
        </p:graphicFrame>
        <p:sp>
          <p:nvSpPr>
            <p:cNvPr id="31766" name="Line 153"/>
            <p:cNvSpPr/>
            <p:nvPr/>
          </p:nvSpPr>
          <p:spPr>
            <a:xfrm>
              <a:off x="1565" y="3974"/>
              <a:ext cx="635" cy="0"/>
            </a:xfrm>
            <a:prstGeom prst="line">
              <a:avLst/>
            </a:prstGeom>
            <a:ln w="9525" cap="flat" cmpd="sng">
              <a:solidFill>
                <a:schemeClr val="bg1"/>
              </a:solidFill>
              <a:prstDash val="solid"/>
              <a:headEnd type="none" w="med" len="med"/>
              <a:tailEnd type="none" w="med" len="med"/>
            </a:ln>
          </p:spPr>
        </p:sp>
        <p:sp>
          <p:nvSpPr>
            <p:cNvPr id="31767" name="Line 154"/>
            <p:cNvSpPr/>
            <p:nvPr/>
          </p:nvSpPr>
          <p:spPr>
            <a:xfrm>
              <a:off x="2744" y="3793"/>
              <a:ext cx="454" cy="0"/>
            </a:xfrm>
            <a:prstGeom prst="line">
              <a:avLst/>
            </a:prstGeom>
            <a:ln w="9525" cap="flat" cmpd="sng">
              <a:solidFill>
                <a:schemeClr val="bg1"/>
              </a:solidFill>
              <a:prstDash val="solid"/>
              <a:headEnd type="none" w="med" len="med"/>
              <a:tailEnd type="none" w="med" len="med"/>
            </a:ln>
          </p:spPr>
        </p:sp>
        <p:sp>
          <p:nvSpPr>
            <p:cNvPr id="31768" name="Line 155"/>
            <p:cNvSpPr/>
            <p:nvPr/>
          </p:nvSpPr>
          <p:spPr>
            <a:xfrm>
              <a:off x="4059" y="3793"/>
              <a:ext cx="318" cy="0"/>
            </a:xfrm>
            <a:prstGeom prst="line">
              <a:avLst/>
            </a:prstGeom>
            <a:ln w="9525" cap="flat" cmpd="sng">
              <a:solidFill>
                <a:schemeClr val="bg1"/>
              </a:solidFill>
              <a:prstDash val="solid"/>
              <a:headEnd type="none" w="med" len="med"/>
              <a:tailEnd type="none" w="med" len="med"/>
            </a:ln>
          </p:spPr>
        </p:sp>
      </p:grpSp>
      <p:grpSp>
        <p:nvGrpSpPr>
          <p:cNvPr id="12" name="Group 160"/>
          <p:cNvGrpSpPr/>
          <p:nvPr/>
        </p:nvGrpSpPr>
        <p:grpSpPr>
          <a:xfrm>
            <a:off x="611188" y="1484313"/>
            <a:ext cx="6926262" cy="2300287"/>
            <a:chOff x="385" y="935"/>
            <a:chExt cx="4363" cy="1449"/>
          </a:xfrm>
        </p:grpSpPr>
        <p:grpSp>
          <p:nvGrpSpPr>
            <p:cNvPr id="31762" name="Group 157"/>
            <p:cNvGrpSpPr/>
            <p:nvPr/>
          </p:nvGrpSpPr>
          <p:grpSpPr>
            <a:xfrm>
              <a:off x="385" y="935"/>
              <a:ext cx="4363" cy="1449"/>
              <a:chOff x="385" y="935"/>
              <a:chExt cx="4363" cy="1449"/>
            </a:xfrm>
          </p:grpSpPr>
          <p:graphicFrame>
            <p:nvGraphicFramePr>
              <p:cNvPr id="31746" name="Object 5"/>
              <p:cNvGraphicFramePr/>
              <p:nvPr/>
            </p:nvGraphicFramePr>
            <p:xfrm>
              <a:off x="385" y="935"/>
              <a:ext cx="4363" cy="1449"/>
            </p:xfrm>
            <a:graphic>
              <a:graphicData uri="http://schemas.openxmlformats.org/presentationml/2006/ole">
                <mc:AlternateContent xmlns:mc="http://schemas.openxmlformats.org/markup-compatibility/2006">
                  <mc:Choice xmlns:v="urn:schemas-microsoft-com:vml" Requires="v">
                    <p:oleObj spid="_x0000_s3242" name="" r:id="rId18" imgW="3365500" imgH="1155700" progId="Equation.DSMT4">
                      <p:embed/>
                    </p:oleObj>
                  </mc:Choice>
                  <mc:Fallback>
                    <p:oleObj name="" r:id="rId18" imgW="3365500" imgH="1155700" progId="Equation.DSMT4">
                      <p:embed/>
                      <p:pic>
                        <p:nvPicPr>
                          <p:cNvPr id="0" name="图片 3241"/>
                          <p:cNvPicPr/>
                          <p:nvPr/>
                        </p:nvPicPr>
                        <p:blipFill>
                          <a:blip r:embed="rId19">
                            <a:clrChange>
                              <a:clrFrom>
                                <a:srgbClr val="000000"/>
                              </a:clrFrom>
                              <a:clrTo>
                                <a:srgbClr val="FFFFFF"/>
                              </a:clrTo>
                            </a:clrChange>
                          </a:blip>
                          <a:stretch>
                            <a:fillRect/>
                          </a:stretch>
                        </p:blipFill>
                        <p:spPr>
                          <a:xfrm>
                            <a:off x="385" y="935"/>
                            <a:ext cx="4363" cy="1449"/>
                          </a:xfrm>
                          <a:prstGeom prst="rect">
                            <a:avLst/>
                          </a:prstGeom>
                          <a:noFill/>
                          <a:ln w="38100">
                            <a:noFill/>
                            <a:miter/>
                          </a:ln>
                        </p:spPr>
                      </p:pic>
                    </p:oleObj>
                  </mc:Fallback>
                </mc:AlternateContent>
              </a:graphicData>
            </a:graphic>
          </p:graphicFrame>
          <p:sp>
            <p:nvSpPr>
              <p:cNvPr id="31764" name="Line 151"/>
              <p:cNvSpPr/>
              <p:nvPr/>
            </p:nvSpPr>
            <p:spPr>
              <a:xfrm>
                <a:off x="2762" y="1761"/>
                <a:ext cx="635" cy="0"/>
              </a:xfrm>
              <a:prstGeom prst="line">
                <a:avLst/>
              </a:prstGeom>
              <a:ln w="9525" cap="flat" cmpd="sng">
                <a:solidFill>
                  <a:schemeClr val="bg1"/>
                </a:solidFill>
                <a:prstDash val="solid"/>
                <a:headEnd type="none" w="med" len="med"/>
                <a:tailEnd type="none" w="med" len="med"/>
              </a:ln>
            </p:spPr>
          </p:sp>
          <p:sp>
            <p:nvSpPr>
              <p:cNvPr id="31765" name="Line 152"/>
              <p:cNvSpPr/>
              <p:nvPr/>
            </p:nvSpPr>
            <p:spPr>
              <a:xfrm>
                <a:off x="3969" y="1588"/>
                <a:ext cx="499" cy="0"/>
              </a:xfrm>
              <a:prstGeom prst="line">
                <a:avLst/>
              </a:prstGeom>
              <a:ln w="9525" cap="flat" cmpd="sng">
                <a:solidFill>
                  <a:schemeClr val="bg1"/>
                </a:solidFill>
                <a:prstDash val="solid"/>
                <a:headEnd type="none" w="med" len="med"/>
                <a:tailEnd type="none" w="med" len="med"/>
              </a:ln>
            </p:spPr>
          </p:sp>
        </p:grpSp>
        <p:sp>
          <p:nvSpPr>
            <p:cNvPr id="31763" name="Line 159"/>
            <p:cNvSpPr/>
            <p:nvPr/>
          </p:nvSpPr>
          <p:spPr>
            <a:xfrm>
              <a:off x="1383" y="2341"/>
              <a:ext cx="544" cy="0"/>
            </a:xfrm>
            <a:prstGeom prst="line">
              <a:avLst/>
            </a:prstGeom>
            <a:ln w="19050" cap="flat" cmpd="sng">
              <a:solidFill>
                <a:schemeClr val="bg1"/>
              </a:solidFill>
              <a:prstDash val="solid"/>
              <a:headEnd type="none" w="med" len="med"/>
              <a:tailEnd type="none" w="med" len="med"/>
            </a:ln>
          </p:spPr>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after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wipe(left)">
                                      <p:cBhvr>
                                        <p:cTn id="7" dur="1000"/>
                                        <p:tgtEl>
                                          <p:spTgt spid="10"/>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12"/>
                                        </p:tgtEl>
                                        <p:attrNameLst>
                                          <p:attrName>style.visibility</p:attrName>
                                        </p:attrNameLst>
                                      </p:cBhvr>
                                      <p:to>
                                        <p:strVal val="visible"/>
                                      </p:to>
                                    </p:set>
                                    <p:animEffect transition="in" filter="wipe(left)">
                                      <p:cBhvr>
                                        <p:cTn id="12" dur="500"/>
                                        <p:tgtEl>
                                          <p:spTgt spid="12"/>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11"/>
                                        </p:tgtEl>
                                        <p:attrNameLst>
                                          <p:attrName>style.visibility</p:attrName>
                                        </p:attrNameLst>
                                      </p:cBhvr>
                                      <p:to>
                                        <p:strVal val="visible"/>
                                      </p:to>
                                    </p:set>
                                    <p:animEffect transition="in" filter="wipe(left)">
                                      <p:cBhvr>
                                        <p:cTn id="17" dur="5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6082" name="Text Box 2"/>
          <p:cNvSpPr txBox="1"/>
          <p:nvPr/>
        </p:nvSpPr>
        <p:spPr>
          <a:xfrm>
            <a:off x="1403350" y="404813"/>
            <a:ext cx="6975475" cy="522287"/>
          </a:xfrm>
          <a:prstGeom prst="rect">
            <a:avLst/>
          </a:prstGeom>
          <a:noFill/>
          <a:ln w="9525">
            <a:noFill/>
          </a:ln>
        </p:spPr>
        <p:txBody>
          <a:bodyPr wrap="none">
            <a:spAutoFit/>
          </a:bodyPr>
          <a:p>
            <a:r>
              <a:rPr lang="zh-CN" altLang="en-US" dirty="0">
                <a:latin typeface="Times New Roman" panose="02020603050405020304" pitchFamily="18" charset="0"/>
              </a:rPr>
              <a:t>列写电路的回路电流方程和节点电压方程。</a:t>
            </a:r>
            <a:endParaRPr lang="zh-CN" altLang="en-US" dirty="0">
              <a:latin typeface="Times New Roman" panose="02020603050405020304" pitchFamily="18" charset="0"/>
            </a:endParaRPr>
          </a:p>
        </p:txBody>
      </p:sp>
      <p:sp>
        <p:nvSpPr>
          <p:cNvPr id="46083" name="Text Box 3"/>
          <p:cNvSpPr txBox="1"/>
          <p:nvPr/>
        </p:nvSpPr>
        <p:spPr>
          <a:xfrm>
            <a:off x="323850" y="404813"/>
            <a:ext cx="1235075" cy="579437"/>
          </a:xfrm>
          <a:prstGeom prst="rect">
            <a:avLst/>
          </a:prstGeom>
          <a:noFill/>
          <a:ln w="9525">
            <a:noFill/>
          </a:ln>
        </p:spPr>
        <p:txBody>
          <a:bodyPr wrap="none">
            <a:spAutoFit/>
          </a:bodyPr>
          <a:p>
            <a:pPr>
              <a:spcBef>
                <a:spcPct val="50000"/>
              </a:spcBef>
            </a:pPr>
            <a:r>
              <a:rPr lang="zh-CN" altLang="en-US" sz="3200" dirty="0">
                <a:solidFill>
                  <a:schemeClr val="bg1"/>
                </a:solidFill>
                <a:latin typeface="Times New Roman" panose="02020603050405020304" pitchFamily="18" charset="0"/>
                <a:ea typeface="宋体" panose="02010600030101010101" pitchFamily="2" charset="-122"/>
              </a:rPr>
              <a:t>例</a:t>
            </a:r>
            <a:r>
              <a:rPr lang="en-US" altLang="zh-CN" sz="3200" b="0" dirty="0">
                <a:solidFill>
                  <a:schemeClr val="bg1"/>
                </a:solidFill>
                <a:latin typeface="Times New Roman" panose="02020603050405020304" pitchFamily="18" charset="0"/>
                <a:ea typeface="宋体" panose="02010600030101010101" pitchFamily="2" charset="-122"/>
              </a:rPr>
              <a:t>3-2</a:t>
            </a:r>
            <a:r>
              <a:rPr lang="en-US" altLang="zh-CN" sz="3200" dirty="0">
                <a:solidFill>
                  <a:schemeClr val="bg1"/>
                </a:solidFill>
                <a:latin typeface="Times New Roman" panose="02020603050405020304" pitchFamily="18" charset="0"/>
                <a:ea typeface="宋体" panose="02010600030101010101" pitchFamily="2" charset="-122"/>
              </a:rPr>
              <a:t> </a:t>
            </a:r>
            <a:endParaRPr lang="en-US" altLang="zh-CN" sz="3200" dirty="0">
              <a:solidFill>
                <a:schemeClr val="bg1"/>
              </a:solidFill>
              <a:latin typeface="Times New Roman" panose="02020603050405020304" pitchFamily="18" charset="0"/>
              <a:ea typeface="宋体" panose="02010600030101010101" pitchFamily="2" charset="-122"/>
            </a:endParaRPr>
          </a:p>
        </p:txBody>
      </p:sp>
      <p:sp>
        <p:nvSpPr>
          <p:cNvPr id="46084" name="Text Box 4"/>
          <p:cNvSpPr txBox="1"/>
          <p:nvPr/>
        </p:nvSpPr>
        <p:spPr>
          <a:xfrm>
            <a:off x="468313" y="3573463"/>
            <a:ext cx="539750" cy="519112"/>
          </a:xfrm>
          <a:prstGeom prst="rect">
            <a:avLst/>
          </a:prstGeom>
          <a:solidFill>
            <a:srgbClr val="990033"/>
          </a:solidFill>
          <a:ln w="9525">
            <a:noFill/>
          </a:ln>
        </p:spPr>
        <p:txBody>
          <a:bodyPr wrap="none">
            <a:spAutoFit/>
          </a:bodyPr>
          <a:p>
            <a:pPr>
              <a:spcBef>
                <a:spcPct val="50000"/>
              </a:spcBef>
            </a:pPr>
            <a:r>
              <a:rPr lang="zh-CN" altLang="en-US" dirty="0">
                <a:solidFill>
                  <a:schemeClr val="bg1"/>
                </a:solidFill>
                <a:latin typeface="Times New Roman" panose="02020603050405020304" pitchFamily="18" charset="0"/>
                <a:ea typeface="宋体" panose="02010600030101010101" pitchFamily="2" charset="-122"/>
              </a:rPr>
              <a:t>解</a:t>
            </a:r>
            <a:endParaRPr lang="zh-CN" altLang="en-US" dirty="0">
              <a:solidFill>
                <a:schemeClr val="bg1"/>
              </a:solidFill>
              <a:latin typeface="Times New Roman" panose="02020603050405020304" pitchFamily="18" charset="0"/>
              <a:ea typeface="宋体" panose="02010600030101010101" pitchFamily="2" charset="-122"/>
            </a:endParaRPr>
          </a:p>
        </p:txBody>
      </p:sp>
      <p:grpSp>
        <p:nvGrpSpPr>
          <p:cNvPr id="2" name="Group 202"/>
          <p:cNvGrpSpPr/>
          <p:nvPr/>
        </p:nvGrpSpPr>
        <p:grpSpPr>
          <a:xfrm>
            <a:off x="5132388" y="1628775"/>
            <a:ext cx="2968625" cy="1423988"/>
            <a:chOff x="3198" y="981"/>
            <a:chExt cx="1870" cy="897"/>
          </a:xfrm>
        </p:grpSpPr>
        <p:grpSp>
          <p:nvGrpSpPr>
            <p:cNvPr id="32865" name="Group 101"/>
            <p:cNvGrpSpPr/>
            <p:nvPr/>
          </p:nvGrpSpPr>
          <p:grpSpPr>
            <a:xfrm>
              <a:off x="3198" y="981"/>
              <a:ext cx="672" cy="308"/>
              <a:chOff x="3216" y="914"/>
              <a:chExt cx="672" cy="308"/>
            </a:xfrm>
          </p:grpSpPr>
          <p:sp>
            <p:nvSpPr>
              <p:cNvPr id="32872" name="Arc 80"/>
              <p:cNvSpPr/>
              <p:nvPr/>
            </p:nvSpPr>
            <p:spPr>
              <a:xfrm>
                <a:off x="3216" y="984"/>
                <a:ext cx="672" cy="192"/>
              </a:xfrm>
              <a:custGeom>
                <a:avLst/>
                <a:gdLst>
                  <a:gd name="txL" fmla="*/ 0 w 43200"/>
                  <a:gd name="txT" fmla="*/ 0 h 43200"/>
                  <a:gd name="txR" fmla="*/ 43200 w 43200"/>
                  <a:gd name="txB" fmla="*/ 43200 h 43200"/>
                </a:gdLst>
                <a:ahLst/>
                <a:cxnLst>
                  <a:cxn ang="0">
                    <a:pos x="21599" y="0"/>
                  </a:cxn>
                  <a:cxn ang="0">
                    <a:pos x="43200" y="21600"/>
                  </a:cxn>
                  <a:cxn ang="0">
                    <a:pos x="21600" y="43200"/>
                  </a:cxn>
                  <a:cxn ang="0">
                    <a:pos x="0" y="21600"/>
                  </a:cxn>
                  <a:cxn ang="0">
                    <a:pos x="14335" y="1258"/>
                  </a:cxn>
                  <a:cxn ang="0">
                    <a:pos x="21599" y="0"/>
                  </a:cxn>
                  <a:cxn ang="0">
                    <a:pos x="43200" y="21600"/>
                  </a:cxn>
                  <a:cxn ang="0">
                    <a:pos x="21600" y="43200"/>
                  </a:cxn>
                  <a:cxn ang="0">
                    <a:pos x="0" y="21600"/>
                  </a:cxn>
                  <a:cxn ang="0">
                    <a:pos x="14335" y="1258"/>
                  </a:cxn>
                  <a:cxn ang="0">
                    <a:pos x="21600" y="21600"/>
                  </a:cxn>
                </a:cxnLst>
                <a:rect l="txL" t="txT" r="txR" b="txB"/>
                <a:pathLst>
                  <a:path w="43200" h="43200" fill="none">
                    <a:moveTo>
                      <a:pt x="21599" y="0"/>
                    </a:moveTo>
                    <a:cubicBezTo>
                      <a:pt x="33529" y="0"/>
                      <a:pt x="43200" y="9670"/>
                      <a:pt x="43200" y="21600"/>
                    </a:cubicBezTo>
                    <a:cubicBezTo>
                      <a:pt x="43200" y="33529"/>
                      <a:pt x="33529" y="43200"/>
                      <a:pt x="21600" y="43200"/>
                    </a:cubicBezTo>
                    <a:cubicBezTo>
                      <a:pt x="9670" y="43200"/>
                      <a:pt x="0" y="33529"/>
                      <a:pt x="0" y="21600"/>
                    </a:cubicBezTo>
                    <a:cubicBezTo>
                      <a:pt x="-1" y="12471"/>
                      <a:pt x="5738" y="4328"/>
                      <a:pt x="14335" y="1258"/>
                    </a:cubicBezTo>
                  </a:path>
                  <a:path w="43200" h="43200" stroke="0">
                    <a:moveTo>
                      <a:pt x="21599" y="0"/>
                    </a:moveTo>
                    <a:cubicBezTo>
                      <a:pt x="33529" y="0"/>
                      <a:pt x="43200" y="9670"/>
                      <a:pt x="43200" y="21600"/>
                    </a:cubicBezTo>
                    <a:cubicBezTo>
                      <a:pt x="43200" y="33529"/>
                      <a:pt x="33529" y="43200"/>
                      <a:pt x="21600" y="43200"/>
                    </a:cubicBezTo>
                    <a:cubicBezTo>
                      <a:pt x="9670" y="43200"/>
                      <a:pt x="0" y="33529"/>
                      <a:pt x="0" y="21600"/>
                    </a:cubicBezTo>
                    <a:cubicBezTo>
                      <a:pt x="-1" y="12471"/>
                      <a:pt x="5738" y="4328"/>
                      <a:pt x="14335" y="1258"/>
                    </a:cubicBezTo>
                    <a:lnTo>
                      <a:pt x="21600" y="21600"/>
                    </a:lnTo>
                    <a:close/>
                  </a:path>
                </a:pathLst>
              </a:custGeom>
              <a:noFill/>
              <a:ln w="28575" cap="flat" cmpd="sng">
                <a:solidFill>
                  <a:srgbClr val="FF0000"/>
                </a:solidFill>
                <a:prstDash val="solid"/>
                <a:round/>
                <a:headEnd type="none" w="med" len="med"/>
                <a:tailEnd type="triangle" w="med" len="med"/>
              </a:ln>
            </p:spPr>
            <p:txBody>
              <a:bodyPr wrap="none" anchor="ctr" anchorCtr="0"/>
              <a:p>
                <a:endParaRPr lang="zh-CN" altLang="en-US" dirty="0">
                  <a:latin typeface="楷体_GB2312" pitchFamily="49" charset="-122"/>
                </a:endParaRPr>
              </a:p>
            </p:txBody>
          </p:sp>
          <p:graphicFrame>
            <p:nvGraphicFramePr>
              <p:cNvPr id="32783" name="Object 82"/>
              <p:cNvGraphicFramePr/>
              <p:nvPr/>
            </p:nvGraphicFramePr>
            <p:xfrm>
              <a:off x="3415" y="914"/>
              <a:ext cx="174" cy="308"/>
            </p:xfrm>
            <a:graphic>
              <a:graphicData uri="http://schemas.openxmlformats.org/presentationml/2006/ole">
                <mc:AlternateContent xmlns:mc="http://schemas.openxmlformats.org/markup-compatibility/2006">
                  <mc:Choice xmlns:v="urn:schemas-microsoft-com:vml" Requires="v">
                    <p:oleObj spid="_x0000_s3236" name="" r:id="rId1" imgW="152400" imgH="266065" progId="Equation.3">
                      <p:embed/>
                    </p:oleObj>
                  </mc:Choice>
                  <mc:Fallback>
                    <p:oleObj name="" r:id="rId1" imgW="152400" imgH="266065" progId="Equation.3">
                      <p:embed/>
                      <p:pic>
                        <p:nvPicPr>
                          <p:cNvPr id="0" name="图片 3235"/>
                          <p:cNvPicPr/>
                          <p:nvPr/>
                        </p:nvPicPr>
                        <p:blipFill>
                          <a:blip r:embed="rId2">
                            <a:clrChange>
                              <a:clrFrom>
                                <a:srgbClr val="000000"/>
                              </a:clrFrom>
                              <a:clrTo>
                                <a:srgbClr val="FF0000"/>
                              </a:clrTo>
                            </a:clrChange>
                          </a:blip>
                          <a:stretch>
                            <a:fillRect/>
                          </a:stretch>
                        </p:blipFill>
                        <p:spPr>
                          <a:xfrm>
                            <a:off x="3415" y="914"/>
                            <a:ext cx="174" cy="308"/>
                          </a:xfrm>
                          <a:prstGeom prst="rect">
                            <a:avLst/>
                          </a:prstGeom>
                          <a:noFill/>
                          <a:ln w="38100">
                            <a:noFill/>
                            <a:miter/>
                          </a:ln>
                        </p:spPr>
                      </p:pic>
                    </p:oleObj>
                  </mc:Fallback>
                </mc:AlternateContent>
              </a:graphicData>
            </a:graphic>
          </p:graphicFrame>
        </p:grpSp>
        <p:grpSp>
          <p:nvGrpSpPr>
            <p:cNvPr id="32866" name="Group 102"/>
            <p:cNvGrpSpPr/>
            <p:nvPr/>
          </p:nvGrpSpPr>
          <p:grpSpPr>
            <a:xfrm>
              <a:off x="3198" y="1570"/>
              <a:ext cx="672" cy="308"/>
              <a:chOff x="3216" y="1514"/>
              <a:chExt cx="672" cy="308"/>
            </a:xfrm>
          </p:grpSpPr>
          <p:sp>
            <p:nvSpPr>
              <p:cNvPr id="32871" name="Arc 84"/>
              <p:cNvSpPr/>
              <p:nvPr/>
            </p:nvSpPr>
            <p:spPr>
              <a:xfrm>
                <a:off x="3216" y="1584"/>
                <a:ext cx="672" cy="192"/>
              </a:xfrm>
              <a:custGeom>
                <a:avLst/>
                <a:gdLst>
                  <a:gd name="txL" fmla="*/ 0 w 43200"/>
                  <a:gd name="txT" fmla="*/ 0 h 43200"/>
                  <a:gd name="txR" fmla="*/ 43200 w 43200"/>
                  <a:gd name="txB" fmla="*/ 43200 h 43200"/>
                </a:gdLst>
                <a:ahLst/>
                <a:cxnLst>
                  <a:cxn ang="0">
                    <a:pos x="21599" y="0"/>
                  </a:cxn>
                  <a:cxn ang="0">
                    <a:pos x="43200" y="21600"/>
                  </a:cxn>
                  <a:cxn ang="0">
                    <a:pos x="21600" y="43200"/>
                  </a:cxn>
                  <a:cxn ang="0">
                    <a:pos x="0" y="21600"/>
                  </a:cxn>
                  <a:cxn ang="0">
                    <a:pos x="14335" y="1258"/>
                  </a:cxn>
                  <a:cxn ang="0">
                    <a:pos x="21599" y="0"/>
                  </a:cxn>
                  <a:cxn ang="0">
                    <a:pos x="43200" y="21600"/>
                  </a:cxn>
                  <a:cxn ang="0">
                    <a:pos x="21600" y="43200"/>
                  </a:cxn>
                  <a:cxn ang="0">
                    <a:pos x="0" y="21600"/>
                  </a:cxn>
                  <a:cxn ang="0">
                    <a:pos x="14335" y="1258"/>
                  </a:cxn>
                  <a:cxn ang="0">
                    <a:pos x="21600" y="21600"/>
                  </a:cxn>
                </a:cxnLst>
                <a:rect l="txL" t="txT" r="txR" b="txB"/>
                <a:pathLst>
                  <a:path w="43200" h="43200" fill="none">
                    <a:moveTo>
                      <a:pt x="21599" y="0"/>
                    </a:moveTo>
                    <a:cubicBezTo>
                      <a:pt x="33529" y="0"/>
                      <a:pt x="43200" y="9670"/>
                      <a:pt x="43200" y="21600"/>
                    </a:cubicBezTo>
                    <a:cubicBezTo>
                      <a:pt x="43200" y="33529"/>
                      <a:pt x="33529" y="43200"/>
                      <a:pt x="21600" y="43200"/>
                    </a:cubicBezTo>
                    <a:cubicBezTo>
                      <a:pt x="9670" y="43200"/>
                      <a:pt x="0" y="33529"/>
                      <a:pt x="0" y="21600"/>
                    </a:cubicBezTo>
                    <a:cubicBezTo>
                      <a:pt x="-1" y="12471"/>
                      <a:pt x="5738" y="4328"/>
                      <a:pt x="14335" y="1258"/>
                    </a:cubicBezTo>
                  </a:path>
                  <a:path w="43200" h="43200" stroke="0">
                    <a:moveTo>
                      <a:pt x="21599" y="0"/>
                    </a:moveTo>
                    <a:cubicBezTo>
                      <a:pt x="33529" y="0"/>
                      <a:pt x="43200" y="9670"/>
                      <a:pt x="43200" y="21600"/>
                    </a:cubicBezTo>
                    <a:cubicBezTo>
                      <a:pt x="43200" y="33529"/>
                      <a:pt x="33529" y="43200"/>
                      <a:pt x="21600" y="43200"/>
                    </a:cubicBezTo>
                    <a:cubicBezTo>
                      <a:pt x="9670" y="43200"/>
                      <a:pt x="0" y="33529"/>
                      <a:pt x="0" y="21600"/>
                    </a:cubicBezTo>
                    <a:cubicBezTo>
                      <a:pt x="-1" y="12471"/>
                      <a:pt x="5738" y="4328"/>
                      <a:pt x="14335" y="1258"/>
                    </a:cubicBezTo>
                    <a:lnTo>
                      <a:pt x="21600" y="21600"/>
                    </a:lnTo>
                    <a:close/>
                  </a:path>
                </a:pathLst>
              </a:custGeom>
              <a:noFill/>
              <a:ln w="28575" cap="flat" cmpd="sng">
                <a:solidFill>
                  <a:srgbClr val="FF0000"/>
                </a:solidFill>
                <a:prstDash val="solid"/>
                <a:round/>
                <a:headEnd type="none" w="med" len="med"/>
                <a:tailEnd type="triangle" w="med" len="med"/>
              </a:ln>
            </p:spPr>
            <p:txBody>
              <a:bodyPr wrap="none" anchor="ctr" anchorCtr="0"/>
              <a:p>
                <a:endParaRPr lang="zh-CN" altLang="en-US" dirty="0">
                  <a:latin typeface="楷体_GB2312" pitchFamily="49" charset="-122"/>
                </a:endParaRPr>
              </a:p>
            </p:txBody>
          </p:sp>
          <p:graphicFrame>
            <p:nvGraphicFramePr>
              <p:cNvPr id="32782" name="Object 86"/>
              <p:cNvGraphicFramePr/>
              <p:nvPr/>
            </p:nvGraphicFramePr>
            <p:xfrm>
              <a:off x="3415" y="1514"/>
              <a:ext cx="189" cy="308"/>
            </p:xfrm>
            <a:graphic>
              <a:graphicData uri="http://schemas.openxmlformats.org/presentationml/2006/ole">
                <mc:AlternateContent xmlns:mc="http://schemas.openxmlformats.org/markup-compatibility/2006">
                  <mc:Choice xmlns:v="urn:schemas-microsoft-com:vml" Requires="v">
                    <p:oleObj spid="_x0000_s3237" name="" r:id="rId3" imgW="165100" imgH="266065" progId="Equation.3">
                      <p:embed/>
                    </p:oleObj>
                  </mc:Choice>
                  <mc:Fallback>
                    <p:oleObj name="" r:id="rId3" imgW="165100" imgH="266065" progId="Equation.3">
                      <p:embed/>
                      <p:pic>
                        <p:nvPicPr>
                          <p:cNvPr id="0" name="图片 3236"/>
                          <p:cNvPicPr/>
                          <p:nvPr/>
                        </p:nvPicPr>
                        <p:blipFill>
                          <a:blip r:embed="rId4">
                            <a:clrChange>
                              <a:clrFrom>
                                <a:srgbClr val="000000"/>
                              </a:clrFrom>
                              <a:clrTo>
                                <a:srgbClr val="FF0000"/>
                              </a:clrTo>
                            </a:clrChange>
                          </a:blip>
                          <a:stretch>
                            <a:fillRect/>
                          </a:stretch>
                        </p:blipFill>
                        <p:spPr>
                          <a:xfrm>
                            <a:off x="3415" y="1514"/>
                            <a:ext cx="189" cy="308"/>
                          </a:xfrm>
                          <a:prstGeom prst="rect">
                            <a:avLst/>
                          </a:prstGeom>
                          <a:noFill/>
                          <a:ln w="38100">
                            <a:noFill/>
                            <a:miter/>
                          </a:ln>
                        </p:spPr>
                      </p:pic>
                    </p:oleObj>
                  </mc:Fallback>
                </mc:AlternateContent>
              </a:graphicData>
            </a:graphic>
          </p:graphicFrame>
        </p:grpSp>
        <p:grpSp>
          <p:nvGrpSpPr>
            <p:cNvPr id="32867" name="Group 104"/>
            <p:cNvGrpSpPr/>
            <p:nvPr/>
          </p:nvGrpSpPr>
          <p:grpSpPr>
            <a:xfrm>
              <a:off x="4876" y="1117"/>
              <a:ext cx="192" cy="672"/>
              <a:chOff x="4897" y="960"/>
              <a:chExt cx="192" cy="672"/>
            </a:xfrm>
          </p:grpSpPr>
          <p:sp>
            <p:nvSpPr>
              <p:cNvPr id="32870" name="Arc 88"/>
              <p:cNvSpPr/>
              <p:nvPr/>
            </p:nvSpPr>
            <p:spPr>
              <a:xfrm rot="-5400000" flipH="1">
                <a:off x="4657" y="1200"/>
                <a:ext cx="672" cy="192"/>
              </a:xfrm>
              <a:custGeom>
                <a:avLst/>
                <a:gdLst>
                  <a:gd name="txL" fmla="*/ 0 w 43200"/>
                  <a:gd name="txT" fmla="*/ 0 h 43200"/>
                  <a:gd name="txR" fmla="*/ 43200 w 43200"/>
                  <a:gd name="txB" fmla="*/ 43200 h 43200"/>
                </a:gdLst>
                <a:ahLst/>
                <a:cxnLst>
                  <a:cxn ang="0">
                    <a:pos x="21599" y="0"/>
                  </a:cxn>
                  <a:cxn ang="0">
                    <a:pos x="43200" y="21600"/>
                  </a:cxn>
                  <a:cxn ang="0">
                    <a:pos x="21600" y="43200"/>
                  </a:cxn>
                  <a:cxn ang="0">
                    <a:pos x="0" y="21600"/>
                  </a:cxn>
                  <a:cxn ang="0">
                    <a:pos x="14335" y="1258"/>
                  </a:cxn>
                  <a:cxn ang="0">
                    <a:pos x="21599" y="0"/>
                  </a:cxn>
                  <a:cxn ang="0">
                    <a:pos x="43200" y="21600"/>
                  </a:cxn>
                  <a:cxn ang="0">
                    <a:pos x="21600" y="43200"/>
                  </a:cxn>
                  <a:cxn ang="0">
                    <a:pos x="0" y="21600"/>
                  </a:cxn>
                  <a:cxn ang="0">
                    <a:pos x="14335" y="1258"/>
                  </a:cxn>
                  <a:cxn ang="0">
                    <a:pos x="21600" y="21600"/>
                  </a:cxn>
                </a:cxnLst>
                <a:rect l="txL" t="txT" r="txR" b="txB"/>
                <a:pathLst>
                  <a:path w="43200" h="43200" fill="none">
                    <a:moveTo>
                      <a:pt x="21599" y="0"/>
                    </a:moveTo>
                    <a:cubicBezTo>
                      <a:pt x="33529" y="0"/>
                      <a:pt x="43200" y="9670"/>
                      <a:pt x="43200" y="21600"/>
                    </a:cubicBezTo>
                    <a:cubicBezTo>
                      <a:pt x="43200" y="33529"/>
                      <a:pt x="33529" y="43200"/>
                      <a:pt x="21600" y="43200"/>
                    </a:cubicBezTo>
                    <a:cubicBezTo>
                      <a:pt x="9670" y="43200"/>
                      <a:pt x="0" y="33529"/>
                      <a:pt x="0" y="21600"/>
                    </a:cubicBezTo>
                    <a:cubicBezTo>
                      <a:pt x="-1" y="12471"/>
                      <a:pt x="5738" y="4328"/>
                      <a:pt x="14335" y="1258"/>
                    </a:cubicBezTo>
                  </a:path>
                  <a:path w="43200" h="43200" stroke="0">
                    <a:moveTo>
                      <a:pt x="21599" y="0"/>
                    </a:moveTo>
                    <a:cubicBezTo>
                      <a:pt x="33529" y="0"/>
                      <a:pt x="43200" y="9670"/>
                      <a:pt x="43200" y="21600"/>
                    </a:cubicBezTo>
                    <a:cubicBezTo>
                      <a:pt x="43200" y="33529"/>
                      <a:pt x="33529" y="43200"/>
                      <a:pt x="21600" y="43200"/>
                    </a:cubicBezTo>
                    <a:cubicBezTo>
                      <a:pt x="9670" y="43200"/>
                      <a:pt x="0" y="33529"/>
                      <a:pt x="0" y="21600"/>
                    </a:cubicBezTo>
                    <a:cubicBezTo>
                      <a:pt x="-1" y="12471"/>
                      <a:pt x="5738" y="4328"/>
                      <a:pt x="14335" y="1258"/>
                    </a:cubicBezTo>
                    <a:lnTo>
                      <a:pt x="21600" y="21600"/>
                    </a:lnTo>
                    <a:close/>
                  </a:path>
                </a:pathLst>
              </a:custGeom>
              <a:noFill/>
              <a:ln w="28575" cap="flat" cmpd="sng">
                <a:solidFill>
                  <a:srgbClr val="FF0000"/>
                </a:solidFill>
                <a:prstDash val="solid"/>
                <a:round/>
                <a:headEnd type="triangle" w="med" len="med"/>
                <a:tailEnd type="none" w="med" len="med"/>
              </a:ln>
            </p:spPr>
            <p:txBody>
              <a:bodyPr wrap="none" anchor="ctr" anchorCtr="0"/>
              <a:p>
                <a:endParaRPr lang="zh-CN" altLang="en-US" dirty="0">
                  <a:latin typeface="楷体_GB2312" pitchFamily="49" charset="-122"/>
                </a:endParaRPr>
              </a:p>
            </p:txBody>
          </p:sp>
          <p:graphicFrame>
            <p:nvGraphicFramePr>
              <p:cNvPr id="32781" name="Object 90"/>
              <p:cNvGraphicFramePr/>
              <p:nvPr/>
            </p:nvGraphicFramePr>
            <p:xfrm>
              <a:off x="4897" y="1082"/>
              <a:ext cx="189" cy="308"/>
            </p:xfrm>
            <a:graphic>
              <a:graphicData uri="http://schemas.openxmlformats.org/presentationml/2006/ole">
                <mc:AlternateContent xmlns:mc="http://schemas.openxmlformats.org/markup-compatibility/2006">
                  <mc:Choice xmlns:v="urn:schemas-microsoft-com:vml" Requires="v">
                    <p:oleObj spid="_x0000_s3239" name="" r:id="rId5" imgW="165100" imgH="266065" progId="Equation.3">
                      <p:embed/>
                    </p:oleObj>
                  </mc:Choice>
                  <mc:Fallback>
                    <p:oleObj name="" r:id="rId5" imgW="165100" imgH="266065" progId="Equation.3">
                      <p:embed/>
                      <p:pic>
                        <p:nvPicPr>
                          <p:cNvPr id="0" name="图片 3238"/>
                          <p:cNvPicPr/>
                          <p:nvPr/>
                        </p:nvPicPr>
                        <p:blipFill>
                          <a:blip r:embed="rId6">
                            <a:clrChange>
                              <a:clrFrom>
                                <a:srgbClr val="000000"/>
                              </a:clrFrom>
                              <a:clrTo>
                                <a:srgbClr val="FF0000"/>
                              </a:clrTo>
                            </a:clrChange>
                          </a:blip>
                          <a:stretch>
                            <a:fillRect/>
                          </a:stretch>
                        </p:blipFill>
                        <p:spPr>
                          <a:xfrm>
                            <a:off x="4897" y="1082"/>
                            <a:ext cx="189" cy="308"/>
                          </a:xfrm>
                          <a:prstGeom prst="rect">
                            <a:avLst/>
                          </a:prstGeom>
                          <a:noFill/>
                          <a:ln w="38100">
                            <a:noFill/>
                            <a:miter/>
                          </a:ln>
                        </p:spPr>
                      </p:pic>
                    </p:oleObj>
                  </mc:Fallback>
                </mc:AlternateContent>
              </a:graphicData>
            </a:graphic>
          </p:graphicFrame>
        </p:grpSp>
        <p:grpSp>
          <p:nvGrpSpPr>
            <p:cNvPr id="32868" name="Group 103"/>
            <p:cNvGrpSpPr/>
            <p:nvPr/>
          </p:nvGrpSpPr>
          <p:grpSpPr>
            <a:xfrm>
              <a:off x="4332" y="1117"/>
              <a:ext cx="196" cy="672"/>
              <a:chOff x="4320" y="1056"/>
              <a:chExt cx="196" cy="672"/>
            </a:xfrm>
          </p:grpSpPr>
          <p:sp>
            <p:nvSpPr>
              <p:cNvPr id="32869" name="Arc 92"/>
              <p:cNvSpPr/>
              <p:nvPr/>
            </p:nvSpPr>
            <p:spPr>
              <a:xfrm rot="5400000">
                <a:off x="4080" y="1296"/>
                <a:ext cx="672" cy="192"/>
              </a:xfrm>
              <a:custGeom>
                <a:avLst/>
                <a:gdLst>
                  <a:gd name="txL" fmla="*/ 0 w 43200"/>
                  <a:gd name="txT" fmla="*/ 0 h 43200"/>
                  <a:gd name="txR" fmla="*/ 43200 w 43200"/>
                  <a:gd name="txB" fmla="*/ 43200 h 43200"/>
                </a:gdLst>
                <a:ahLst/>
                <a:cxnLst>
                  <a:cxn ang="0">
                    <a:pos x="21599" y="0"/>
                  </a:cxn>
                  <a:cxn ang="0">
                    <a:pos x="43200" y="21600"/>
                  </a:cxn>
                  <a:cxn ang="0">
                    <a:pos x="21600" y="43200"/>
                  </a:cxn>
                  <a:cxn ang="0">
                    <a:pos x="0" y="21600"/>
                  </a:cxn>
                  <a:cxn ang="0">
                    <a:pos x="14335" y="1258"/>
                  </a:cxn>
                  <a:cxn ang="0">
                    <a:pos x="21599" y="0"/>
                  </a:cxn>
                  <a:cxn ang="0">
                    <a:pos x="43200" y="21600"/>
                  </a:cxn>
                  <a:cxn ang="0">
                    <a:pos x="21600" y="43200"/>
                  </a:cxn>
                  <a:cxn ang="0">
                    <a:pos x="0" y="21600"/>
                  </a:cxn>
                  <a:cxn ang="0">
                    <a:pos x="14335" y="1258"/>
                  </a:cxn>
                  <a:cxn ang="0">
                    <a:pos x="21600" y="21600"/>
                  </a:cxn>
                </a:cxnLst>
                <a:rect l="txL" t="txT" r="txR" b="txB"/>
                <a:pathLst>
                  <a:path w="43200" h="43200" fill="none">
                    <a:moveTo>
                      <a:pt x="21599" y="0"/>
                    </a:moveTo>
                    <a:cubicBezTo>
                      <a:pt x="33529" y="0"/>
                      <a:pt x="43200" y="9670"/>
                      <a:pt x="43200" y="21600"/>
                    </a:cubicBezTo>
                    <a:cubicBezTo>
                      <a:pt x="43200" y="33529"/>
                      <a:pt x="33529" y="43200"/>
                      <a:pt x="21600" y="43200"/>
                    </a:cubicBezTo>
                    <a:cubicBezTo>
                      <a:pt x="9670" y="43200"/>
                      <a:pt x="0" y="33529"/>
                      <a:pt x="0" y="21600"/>
                    </a:cubicBezTo>
                    <a:cubicBezTo>
                      <a:pt x="-1" y="12471"/>
                      <a:pt x="5738" y="4328"/>
                      <a:pt x="14335" y="1258"/>
                    </a:cubicBezTo>
                  </a:path>
                  <a:path w="43200" h="43200" stroke="0">
                    <a:moveTo>
                      <a:pt x="21599" y="0"/>
                    </a:moveTo>
                    <a:cubicBezTo>
                      <a:pt x="33529" y="0"/>
                      <a:pt x="43200" y="9670"/>
                      <a:pt x="43200" y="21600"/>
                    </a:cubicBezTo>
                    <a:cubicBezTo>
                      <a:pt x="43200" y="33529"/>
                      <a:pt x="33529" y="43200"/>
                      <a:pt x="21600" y="43200"/>
                    </a:cubicBezTo>
                    <a:cubicBezTo>
                      <a:pt x="9670" y="43200"/>
                      <a:pt x="0" y="33529"/>
                      <a:pt x="0" y="21600"/>
                    </a:cubicBezTo>
                    <a:cubicBezTo>
                      <a:pt x="-1" y="12471"/>
                      <a:pt x="5738" y="4328"/>
                      <a:pt x="14335" y="1258"/>
                    </a:cubicBezTo>
                    <a:lnTo>
                      <a:pt x="21600" y="21600"/>
                    </a:lnTo>
                    <a:close/>
                  </a:path>
                </a:pathLst>
              </a:custGeom>
              <a:noFill/>
              <a:ln w="28575" cap="flat" cmpd="sng">
                <a:solidFill>
                  <a:srgbClr val="FF0000"/>
                </a:solidFill>
                <a:prstDash val="solid"/>
                <a:round/>
                <a:headEnd type="none" w="med" len="med"/>
                <a:tailEnd type="triangle" w="med" len="med"/>
              </a:ln>
            </p:spPr>
            <p:txBody>
              <a:bodyPr wrap="none" anchor="ctr" anchorCtr="0"/>
              <a:p>
                <a:endParaRPr lang="zh-CN" altLang="en-US" dirty="0">
                  <a:latin typeface="楷体_GB2312" pitchFamily="49" charset="-122"/>
                </a:endParaRPr>
              </a:p>
            </p:txBody>
          </p:sp>
          <p:graphicFrame>
            <p:nvGraphicFramePr>
              <p:cNvPr id="32780" name="Object 94"/>
              <p:cNvGraphicFramePr/>
              <p:nvPr/>
            </p:nvGraphicFramePr>
            <p:xfrm>
              <a:off x="4327" y="1234"/>
              <a:ext cx="189" cy="306"/>
            </p:xfrm>
            <a:graphic>
              <a:graphicData uri="http://schemas.openxmlformats.org/presentationml/2006/ole">
                <mc:AlternateContent xmlns:mc="http://schemas.openxmlformats.org/markup-compatibility/2006">
                  <mc:Choice xmlns:v="urn:schemas-microsoft-com:vml" Requires="v">
                    <p:oleObj spid="_x0000_s3240" name="" r:id="rId7" imgW="165100" imgH="266065" progId="Equation.3">
                      <p:embed/>
                    </p:oleObj>
                  </mc:Choice>
                  <mc:Fallback>
                    <p:oleObj name="" r:id="rId7" imgW="165100" imgH="266065" progId="Equation.3">
                      <p:embed/>
                      <p:pic>
                        <p:nvPicPr>
                          <p:cNvPr id="0" name="图片 3239"/>
                          <p:cNvPicPr/>
                          <p:nvPr/>
                        </p:nvPicPr>
                        <p:blipFill>
                          <a:blip r:embed="rId8">
                            <a:clrChange>
                              <a:clrFrom>
                                <a:srgbClr val="000000"/>
                              </a:clrFrom>
                              <a:clrTo>
                                <a:srgbClr val="FF0000"/>
                              </a:clrTo>
                            </a:clrChange>
                          </a:blip>
                          <a:stretch>
                            <a:fillRect/>
                          </a:stretch>
                        </p:blipFill>
                        <p:spPr>
                          <a:xfrm>
                            <a:off x="4327" y="1234"/>
                            <a:ext cx="189" cy="306"/>
                          </a:xfrm>
                          <a:prstGeom prst="rect">
                            <a:avLst/>
                          </a:prstGeom>
                          <a:noFill/>
                          <a:ln w="38100">
                            <a:noFill/>
                            <a:miter/>
                          </a:ln>
                        </p:spPr>
                      </p:pic>
                    </p:oleObj>
                  </mc:Fallback>
                </mc:AlternateContent>
              </a:graphicData>
            </a:graphic>
          </p:graphicFrame>
        </p:grpSp>
      </p:grpSp>
      <p:sp>
        <p:nvSpPr>
          <p:cNvPr id="46175" name="Text Box 95"/>
          <p:cNvSpPr txBox="1"/>
          <p:nvPr/>
        </p:nvSpPr>
        <p:spPr>
          <a:xfrm>
            <a:off x="1258888" y="3573463"/>
            <a:ext cx="2232025" cy="519112"/>
          </a:xfrm>
          <a:prstGeom prst="rect">
            <a:avLst/>
          </a:prstGeom>
          <a:noFill/>
          <a:ln w="25400">
            <a:noFill/>
          </a:ln>
        </p:spPr>
        <p:txBody>
          <a:bodyPr>
            <a:spAutoFit/>
          </a:bodyPr>
          <a:p>
            <a:pPr>
              <a:spcBef>
                <a:spcPct val="50000"/>
              </a:spcBef>
            </a:pPr>
            <a:r>
              <a:rPr lang="zh-CN" altLang="en-US" dirty="0">
                <a:latin typeface="楷体_GB2312" pitchFamily="49" charset="-122"/>
              </a:rPr>
              <a:t>回路方程</a:t>
            </a:r>
            <a:endParaRPr lang="zh-CN" altLang="en-US" dirty="0">
              <a:latin typeface="楷体_GB2312" pitchFamily="49" charset="-122"/>
            </a:endParaRPr>
          </a:p>
        </p:txBody>
      </p:sp>
      <p:graphicFrame>
        <p:nvGraphicFramePr>
          <p:cNvPr id="46176" name="Object 96"/>
          <p:cNvGraphicFramePr/>
          <p:nvPr/>
        </p:nvGraphicFramePr>
        <p:xfrm>
          <a:off x="1116013" y="4149725"/>
          <a:ext cx="6877050" cy="592138"/>
        </p:xfrm>
        <a:graphic>
          <a:graphicData uri="http://schemas.openxmlformats.org/presentationml/2006/ole">
            <mc:AlternateContent xmlns:mc="http://schemas.openxmlformats.org/markup-compatibility/2006">
              <mc:Choice xmlns:v="urn:schemas-microsoft-com:vml" Requires="v">
                <p:oleObj spid="_x0000_s3248" name="" r:id="rId9" imgW="3069590" imgH="266065" progId="Equation.3">
                  <p:embed/>
                </p:oleObj>
              </mc:Choice>
              <mc:Fallback>
                <p:oleObj name="" r:id="rId9" imgW="3069590" imgH="266065" progId="Equation.3">
                  <p:embed/>
                  <p:pic>
                    <p:nvPicPr>
                      <p:cNvPr id="0" name="图片 3247"/>
                      <p:cNvPicPr/>
                      <p:nvPr/>
                    </p:nvPicPr>
                    <p:blipFill>
                      <a:blip r:embed="rId10">
                        <a:clrChange>
                          <a:clrFrom>
                            <a:srgbClr val="000000"/>
                          </a:clrFrom>
                          <a:clrTo>
                            <a:srgbClr val="FFFFFF"/>
                          </a:clrTo>
                        </a:clrChange>
                      </a:blip>
                      <a:stretch>
                        <a:fillRect/>
                      </a:stretch>
                    </p:blipFill>
                    <p:spPr>
                      <a:xfrm>
                        <a:off x="1116013" y="4149725"/>
                        <a:ext cx="6877050" cy="592138"/>
                      </a:xfrm>
                      <a:prstGeom prst="rect">
                        <a:avLst/>
                      </a:prstGeom>
                      <a:noFill/>
                      <a:ln w="38100">
                        <a:noFill/>
                        <a:miter/>
                      </a:ln>
                    </p:spPr>
                  </p:pic>
                </p:oleObj>
              </mc:Fallback>
            </mc:AlternateContent>
          </a:graphicData>
        </a:graphic>
      </p:graphicFrame>
      <p:graphicFrame>
        <p:nvGraphicFramePr>
          <p:cNvPr id="46177" name="Object 97"/>
          <p:cNvGraphicFramePr/>
          <p:nvPr/>
        </p:nvGraphicFramePr>
        <p:xfrm>
          <a:off x="1116013" y="4724400"/>
          <a:ext cx="6877050" cy="547688"/>
        </p:xfrm>
        <a:graphic>
          <a:graphicData uri="http://schemas.openxmlformats.org/presentationml/2006/ole">
            <mc:AlternateContent xmlns:mc="http://schemas.openxmlformats.org/markup-compatibility/2006">
              <mc:Choice xmlns:v="urn:schemas-microsoft-com:vml" Requires="v">
                <p:oleObj spid="_x0000_s3245" name="" r:id="rId11" imgW="3322955" imgH="266065" progId="Equation.3">
                  <p:embed/>
                </p:oleObj>
              </mc:Choice>
              <mc:Fallback>
                <p:oleObj name="" r:id="rId11" imgW="3322955" imgH="266065" progId="Equation.3">
                  <p:embed/>
                  <p:pic>
                    <p:nvPicPr>
                      <p:cNvPr id="0" name="图片 3244"/>
                      <p:cNvPicPr/>
                      <p:nvPr/>
                    </p:nvPicPr>
                    <p:blipFill>
                      <a:blip r:embed="rId12">
                        <a:clrChange>
                          <a:clrFrom>
                            <a:srgbClr val="000000"/>
                          </a:clrFrom>
                          <a:clrTo>
                            <a:srgbClr val="FFFFFF"/>
                          </a:clrTo>
                        </a:clrChange>
                      </a:blip>
                      <a:stretch>
                        <a:fillRect/>
                      </a:stretch>
                    </p:blipFill>
                    <p:spPr>
                      <a:xfrm>
                        <a:off x="1116013" y="4724400"/>
                        <a:ext cx="6877050" cy="547688"/>
                      </a:xfrm>
                      <a:prstGeom prst="rect">
                        <a:avLst/>
                      </a:prstGeom>
                      <a:noFill/>
                      <a:ln w="38100">
                        <a:noFill/>
                        <a:miter/>
                      </a:ln>
                    </p:spPr>
                  </p:pic>
                </p:oleObj>
              </mc:Fallback>
            </mc:AlternateContent>
          </a:graphicData>
        </a:graphic>
      </p:graphicFrame>
      <p:graphicFrame>
        <p:nvGraphicFramePr>
          <p:cNvPr id="46178" name="Object 98"/>
          <p:cNvGraphicFramePr/>
          <p:nvPr/>
        </p:nvGraphicFramePr>
        <p:xfrm>
          <a:off x="1143000" y="5214938"/>
          <a:ext cx="6000750" cy="914400"/>
        </p:xfrm>
        <a:graphic>
          <a:graphicData uri="http://schemas.openxmlformats.org/presentationml/2006/ole">
            <mc:AlternateContent xmlns:mc="http://schemas.openxmlformats.org/markup-compatibility/2006">
              <mc:Choice xmlns:v="urn:schemas-microsoft-com:vml" Requires="v">
                <p:oleObj spid="_x0000_s3247" name="" r:id="rId13" imgW="2895600" imgH="457200" progId="Equation.DSMT4">
                  <p:embed/>
                </p:oleObj>
              </mc:Choice>
              <mc:Fallback>
                <p:oleObj name="" r:id="rId13" imgW="2895600" imgH="457200" progId="Equation.DSMT4">
                  <p:embed/>
                  <p:pic>
                    <p:nvPicPr>
                      <p:cNvPr id="0" name="图片 3246"/>
                      <p:cNvPicPr/>
                      <p:nvPr/>
                    </p:nvPicPr>
                    <p:blipFill>
                      <a:blip r:embed="rId14"/>
                      <a:stretch>
                        <a:fillRect/>
                      </a:stretch>
                    </p:blipFill>
                    <p:spPr>
                      <a:xfrm>
                        <a:off x="1143000" y="5214938"/>
                        <a:ext cx="6000750" cy="914400"/>
                      </a:xfrm>
                      <a:prstGeom prst="rect">
                        <a:avLst/>
                      </a:prstGeom>
                      <a:noFill/>
                      <a:ln w="38100">
                        <a:noFill/>
                        <a:miter/>
                      </a:ln>
                    </p:spPr>
                  </p:pic>
                </p:oleObj>
              </mc:Fallback>
            </mc:AlternateContent>
          </a:graphicData>
        </a:graphic>
      </p:graphicFrame>
      <p:graphicFrame>
        <p:nvGraphicFramePr>
          <p:cNvPr id="46179" name="Object 99"/>
          <p:cNvGraphicFramePr/>
          <p:nvPr/>
        </p:nvGraphicFramePr>
        <p:xfrm>
          <a:off x="1214438" y="6021388"/>
          <a:ext cx="1238250" cy="577850"/>
        </p:xfrm>
        <a:graphic>
          <a:graphicData uri="http://schemas.openxmlformats.org/presentationml/2006/ole">
            <mc:AlternateContent xmlns:mc="http://schemas.openxmlformats.org/markup-compatibility/2006">
              <mc:Choice xmlns:v="urn:schemas-microsoft-com:vml" Requires="v">
                <p:oleObj spid="_x0000_s3243" name="" r:id="rId15" imgW="570865" imgH="266065" progId="Equation.3">
                  <p:embed/>
                </p:oleObj>
              </mc:Choice>
              <mc:Fallback>
                <p:oleObj name="" r:id="rId15" imgW="570865" imgH="266065" progId="Equation.3">
                  <p:embed/>
                  <p:pic>
                    <p:nvPicPr>
                      <p:cNvPr id="0" name="图片 3242"/>
                      <p:cNvPicPr/>
                      <p:nvPr/>
                    </p:nvPicPr>
                    <p:blipFill>
                      <a:blip r:embed="rId16">
                        <a:clrChange>
                          <a:clrFrom>
                            <a:srgbClr val="000000"/>
                          </a:clrFrom>
                          <a:clrTo>
                            <a:srgbClr val="FFFFFF"/>
                          </a:clrTo>
                        </a:clrChange>
                      </a:blip>
                      <a:stretch>
                        <a:fillRect/>
                      </a:stretch>
                    </p:blipFill>
                    <p:spPr>
                      <a:xfrm>
                        <a:off x="1214438" y="6021388"/>
                        <a:ext cx="1238250" cy="577850"/>
                      </a:xfrm>
                      <a:prstGeom prst="rect">
                        <a:avLst/>
                      </a:prstGeom>
                      <a:noFill/>
                      <a:ln w="38100">
                        <a:noFill/>
                        <a:miter/>
                      </a:ln>
                    </p:spPr>
                  </p:pic>
                </p:oleObj>
              </mc:Fallback>
            </mc:AlternateContent>
          </a:graphicData>
        </a:graphic>
      </p:graphicFrame>
      <p:sp>
        <p:nvSpPr>
          <p:cNvPr id="46180" name="AutoShape 100"/>
          <p:cNvSpPr/>
          <p:nvPr/>
        </p:nvSpPr>
        <p:spPr>
          <a:xfrm>
            <a:off x="900113" y="4221163"/>
            <a:ext cx="142875" cy="2249487"/>
          </a:xfrm>
          <a:prstGeom prst="leftBrace">
            <a:avLst>
              <a:gd name="adj1" fmla="val 131130"/>
              <a:gd name="adj2" fmla="val 50000"/>
            </a:avLst>
          </a:prstGeom>
          <a:noFill/>
          <a:ln w="28575" cap="flat" cmpd="sng">
            <a:solidFill>
              <a:srgbClr val="FFFF00"/>
            </a:solidFill>
            <a:prstDash val="solid"/>
            <a:headEnd type="none" w="med" len="med"/>
            <a:tailEnd type="none" w="sm" len="med"/>
          </a:ln>
        </p:spPr>
        <p:txBody>
          <a:bodyPr wrap="none" anchor="ctr" anchorCtr="0"/>
          <a:p>
            <a:endParaRPr lang="zh-CN" altLang="en-US" dirty="0">
              <a:latin typeface="楷体_GB2312" pitchFamily="49" charset="-122"/>
            </a:endParaRPr>
          </a:p>
        </p:txBody>
      </p:sp>
      <p:grpSp>
        <p:nvGrpSpPr>
          <p:cNvPr id="32790" name="Group 109"/>
          <p:cNvGrpSpPr/>
          <p:nvPr/>
        </p:nvGrpSpPr>
        <p:grpSpPr>
          <a:xfrm>
            <a:off x="8316913" y="6446838"/>
            <a:ext cx="792162" cy="366712"/>
            <a:chOff x="5193" y="4020"/>
            <a:chExt cx="499" cy="231"/>
          </a:xfrm>
        </p:grpSpPr>
        <p:pic>
          <p:nvPicPr>
            <p:cNvPr id="32863" name="Picture 110" descr="78900"/>
            <p:cNvPicPr>
              <a:picLocks noChangeAspect="1"/>
            </p:cNvPicPr>
            <p:nvPr/>
          </p:nvPicPr>
          <p:blipFill>
            <a:blip r:embed="rId17"/>
            <a:stretch>
              <a:fillRect/>
            </a:stretch>
          </p:blipFill>
          <p:spPr>
            <a:xfrm>
              <a:off x="5193" y="4066"/>
              <a:ext cx="499" cy="181"/>
            </a:xfrm>
            <a:prstGeom prst="rect">
              <a:avLst/>
            </a:prstGeom>
            <a:noFill/>
            <a:ln w="9525">
              <a:noFill/>
            </a:ln>
          </p:spPr>
        </p:pic>
        <p:sp>
          <p:nvSpPr>
            <p:cNvPr id="32864" name="Text Box 111">
              <a:hlinkClick r:id="" action="ppaction://hlinkshowjump?jump=nextslide"/>
            </p:cNvPr>
            <p:cNvSpPr txBox="1"/>
            <p:nvPr/>
          </p:nvSpPr>
          <p:spPr>
            <a:xfrm>
              <a:off x="5216" y="4020"/>
              <a:ext cx="476" cy="231"/>
            </a:xfrm>
            <a:prstGeom prst="rect">
              <a:avLst/>
            </a:prstGeom>
            <a:noFill/>
            <a:ln w="9525">
              <a:noFill/>
            </a:ln>
          </p:spPr>
          <p:txBody>
            <a:bodyPr wrap="none">
              <a:spAutoFit/>
            </a:bodyPr>
            <a:p>
              <a:pPr>
                <a:spcBef>
                  <a:spcPct val="50000"/>
                </a:spcBef>
              </a:pPr>
              <a:r>
                <a:rPr lang="zh-CN" altLang="en-US" sz="1800" b="0" dirty="0">
                  <a:solidFill>
                    <a:schemeClr val="bg1"/>
                  </a:solidFill>
                  <a:latin typeface="隶书" panose="02010509060101010101" pitchFamily="49" charset="-122"/>
                  <a:ea typeface="隶书" panose="02010509060101010101" pitchFamily="49" charset="-122"/>
                </a:rPr>
                <a:t>下 页</a:t>
              </a:r>
              <a:endParaRPr lang="zh-CN" altLang="en-US" sz="1800" b="0" dirty="0">
                <a:solidFill>
                  <a:schemeClr val="bg1"/>
                </a:solidFill>
                <a:latin typeface="隶书" panose="02010509060101010101" pitchFamily="49" charset="-122"/>
                <a:ea typeface="隶书" panose="02010509060101010101" pitchFamily="49" charset="-122"/>
              </a:endParaRPr>
            </a:p>
          </p:txBody>
        </p:sp>
      </p:grpSp>
      <p:grpSp>
        <p:nvGrpSpPr>
          <p:cNvPr id="32791" name="Group 112"/>
          <p:cNvGrpSpPr/>
          <p:nvPr/>
        </p:nvGrpSpPr>
        <p:grpSpPr>
          <a:xfrm>
            <a:off x="7453313" y="6446838"/>
            <a:ext cx="792162" cy="366712"/>
            <a:chOff x="4649" y="4020"/>
            <a:chExt cx="499" cy="231"/>
          </a:xfrm>
        </p:grpSpPr>
        <p:pic>
          <p:nvPicPr>
            <p:cNvPr id="32861" name="Picture 113" descr="78900"/>
            <p:cNvPicPr>
              <a:picLocks noChangeAspect="1"/>
            </p:cNvPicPr>
            <p:nvPr/>
          </p:nvPicPr>
          <p:blipFill>
            <a:blip r:embed="rId17"/>
            <a:stretch>
              <a:fillRect/>
            </a:stretch>
          </p:blipFill>
          <p:spPr>
            <a:xfrm>
              <a:off x="4649" y="4066"/>
              <a:ext cx="499" cy="181"/>
            </a:xfrm>
            <a:prstGeom prst="rect">
              <a:avLst/>
            </a:prstGeom>
            <a:noFill/>
            <a:ln w="9525">
              <a:noFill/>
            </a:ln>
          </p:spPr>
        </p:pic>
        <p:sp>
          <p:nvSpPr>
            <p:cNvPr id="32862" name="Text Box 114">
              <a:hlinkClick r:id="" action="ppaction://hlinkshowjump?jump=previousslide"/>
            </p:cNvPr>
            <p:cNvSpPr txBox="1"/>
            <p:nvPr/>
          </p:nvSpPr>
          <p:spPr>
            <a:xfrm>
              <a:off x="4672" y="4020"/>
              <a:ext cx="476" cy="231"/>
            </a:xfrm>
            <a:prstGeom prst="rect">
              <a:avLst/>
            </a:prstGeom>
            <a:noFill/>
            <a:ln w="9525">
              <a:noFill/>
            </a:ln>
          </p:spPr>
          <p:txBody>
            <a:bodyPr wrap="none">
              <a:spAutoFit/>
            </a:bodyPr>
            <a:p>
              <a:pPr>
                <a:spcBef>
                  <a:spcPct val="50000"/>
                </a:spcBef>
              </a:pPr>
              <a:r>
                <a:rPr lang="zh-CN" altLang="en-US" sz="1800" b="0" dirty="0">
                  <a:solidFill>
                    <a:schemeClr val="bg1"/>
                  </a:solidFill>
                  <a:latin typeface="隶书" panose="02010509060101010101" pitchFamily="49" charset="-122"/>
                  <a:ea typeface="隶书" panose="02010509060101010101" pitchFamily="49" charset="-122"/>
                </a:rPr>
                <a:t>上 页</a:t>
              </a:r>
              <a:endParaRPr lang="zh-CN" altLang="en-US" sz="1800" b="0" dirty="0">
                <a:solidFill>
                  <a:schemeClr val="bg1"/>
                </a:solidFill>
                <a:latin typeface="隶书" panose="02010509060101010101" pitchFamily="49" charset="-122"/>
                <a:ea typeface="隶书" panose="02010509060101010101" pitchFamily="49" charset="-122"/>
              </a:endParaRPr>
            </a:p>
          </p:txBody>
        </p:sp>
      </p:grpSp>
      <p:grpSp>
        <p:nvGrpSpPr>
          <p:cNvPr id="32792" name="Group 193"/>
          <p:cNvGrpSpPr/>
          <p:nvPr/>
        </p:nvGrpSpPr>
        <p:grpSpPr>
          <a:xfrm>
            <a:off x="6588125" y="6446838"/>
            <a:ext cx="792163" cy="366712"/>
            <a:chOff x="4649" y="4020"/>
            <a:chExt cx="499" cy="231"/>
          </a:xfrm>
        </p:grpSpPr>
        <p:pic>
          <p:nvPicPr>
            <p:cNvPr id="32859" name="Picture 194" descr="78900"/>
            <p:cNvPicPr>
              <a:picLocks noChangeAspect="1"/>
            </p:cNvPicPr>
            <p:nvPr/>
          </p:nvPicPr>
          <p:blipFill>
            <a:blip r:embed="rId17"/>
            <a:stretch>
              <a:fillRect/>
            </a:stretch>
          </p:blipFill>
          <p:spPr>
            <a:xfrm>
              <a:off x="4649" y="4066"/>
              <a:ext cx="499" cy="181"/>
            </a:xfrm>
            <a:prstGeom prst="rect">
              <a:avLst/>
            </a:prstGeom>
            <a:noFill/>
            <a:ln w="9525">
              <a:noFill/>
            </a:ln>
          </p:spPr>
        </p:pic>
        <p:sp>
          <p:nvSpPr>
            <p:cNvPr id="32860" name="Text Box 195">
              <a:hlinkClick r:id="" action="ppaction://hlinkshowjump?jump=firstslide"/>
            </p:cNvPr>
            <p:cNvSpPr txBox="1"/>
            <p:nvPr/>
          </p:nvSpPr>
          <p:spPr>
            <a:xfrm>
              <a:off x="4672" y="4020"/>
              <a:ext cx="476" cy="231"/>
            </a:xfrm>
            <a:prstGeom prst="rect">
              <a:avLst/>
            </a:prstGeom>
            <a:noFill/>
            <a:ln w="9525">
              <a:noFill/>
            </a:ln>
          </p:spPr>
          <p:txBody>
            <a:bodyPr wrap="none">
              <a:spAutoFit/>
            </a:bodyPr>
            <a:p>
              <a:pPr>
                <a:spcBef>
                  <a:spcPct val="50000"/>
                </a:spcBef>
              </a:pPr>
              <a:r>
                <a:rPr lang="zh-CN" altLang="en-US" sz="1800" b="0" dirty="0">
                  <a:solidFill>
                    <a:schemeClr val="bg1"/>
                  </a:solidFill>
                  <a:latin typeface="隶书" panose="02010509060101010101" pitchFamily="49" charset="-122"/>
                  <a:ea typeface="隶书" panose="02010509060101010101" pitchFamily="49" charset="-122"/>
                </a:rPr>
                <a:t>返 回</a:t>
              </a:r>
              <a:endParaRPr lang="zh-CN" altLang="en-US" sz="1800" b="0" dirty="0">
                <a:solidFill>
                  <a:schemeClr val="bg1"/>
                </a:solidFill>
                <a:latin typeface="隶书" panose="02010509060101010101" pitchFamily="49" charset="-122"/>
                <a:ea typeface="隶书" panose="02010509060101010101" pitchFamily="49" charset="-122"/>
              </a:endParaRPr>
            </a:p>
          </p:txBody>
        </p:sp>
      </p:grpSp>
      <p:grpSp>
        <p:nvGrpSpPr>
          <p:cNvPr id="10" name="Group 201"/>
          <p:cNvGrpSpPr/>
          <p:nvPr/>
        </p:nvGrpSpPr>
        <p:grpSpPr>
          <a:xfrm>
            <a:off x="827088" y="981075"/>
            <a:ext cx="3673475" cy="2547938"/>
            <a:chOff x="521" y="618"/>
            <a:chExt cx="2314" cy="1605"/>
          </a:xfrm>
        </p:grpSpPr>
        <p:sp>
          <p:nvSpPr>
            <p:cNvPr id="32826" name="Line 119"/>
            <p:cNvSpPr/>
            <p:nvPr/>
          </p:nvSpPr>
          <p:spPr>
            <a:xfrm>
              <a:off x="2653" y="799"/>
              <a:ext cx="0" cy="1361"/>
            </a:xfrm>
            <a:prstGeom prst="line">
              <a:avLst/>
            </a:prstGeom>
            <a:ln w="28575" cap="flat" cmpd="sng">
              <a:solidFill>
                <a:srgbClr val="FFCC00"/>
              </a:solidFill>
              <a:prstDash val="solid"/>
              <a:headEnd type="none" w="med" len="med"/>
              <a:tailEnd type="none" w="sm" len="med"/>
            </a:ln>
          </p:spPr>
        </p:sp>
        <p:sp>
          <p:nvSpPr>
            <p:cNvPr id="32827" name="Oval 121"/>
            <p:cNvSpPr/>
            <p:nvPr/>
          </p:nvSpPr>
          <p:spPr>
            <a:xfrm>
              <a:off x="884" y="618"/>
              <a:ext cx="363" cy="363"/>
            </a:xfrm>
            <a:prstGeom prst="ellipse">
              <a:avLst/>
            </a:prstGeom>
            <a:gradFill rotWithShape="1">
              <a:gsLst>
                <a:gs pos="0">
                  <a:srgbClr val="0099FF"/>
                </a:gs>
                <a:gs pos="100000">
                  <a:srgbClr val="004776"/>
                </a:gs>
              </a:gsLst>
              <a:path path="shape">
                <a:fillToRect l="50000" t="50000" r="50000" b="50000"/>
              </a:path>
              <a:tileRect/>
            </a:gradFill>
            <a:ln w="38100" cap="flat" cmpd="sng">
              <a:solidFill>
                <a:srgbClr val="FF9900"/>
              </a:solidFill>
              <a:prstDash val="solid"/>
              <a:headEnd type="none" w="med" len="med"/>
              <a:tailEnd type="none" w="med" len="med"/>
            </a:ln>
          </p:spPr>
          <p:txBody>
            <a:bodyPr wrap="none" anchor="ctr" anchorCtr="0"/>
            <a:p>
              <a:endParaRPr lang="zh-CN" altLang="en-US" dirty="0">
                <a:latin typeface="楷体_GB2312" pitchFamily="49" charset="-122"/>
              </a:endParaRPr>
            </a:p>
          </p:txBody>
        </p:sp>
        <p:sp>
          <p:nvSpPr>
            <p:cNvPr id="32828" name="Text Box 122"/>
            <p:cNvSpPr txBox="1"/>
            <p:nvPr/>
          </p:nvSpPr>
          <p:spPr>
            <a:xfrm>
              <a:off x="1247" y="799"/>
              <a:ext cx="244" cy="327"/>
            </a:xfrm>
            <a:prstGeom prst="rect">
              <a:avLst/>
            </a:prstGeom>
            <a:noFill/>
            <a:ln w="28575">
              <a:noFill/>
            </a:ln>
          </p:spPr>
          <p:txBody>
            <a:bodyPr wrap="none" anchor="ctr" anchorCtr="0">
              <a:spAutoFit/>
            </a:bodyPr>
            <a:p>
              <a:pPr algn="ctr" eaLnBrk="0" hangingPunct="0">
                <a:spcBef>
                  <a:spcPct val="50000"/>
                </a:spcBef>
              </a:pPr>
              <a:r>
                <a:rPr lang="en-US" altLang="zh-CN" b="0" dirty="0">
                  <a:solidFill>
                    <a:schemeClr val="bg1"/>
                  </a:solidFill>
                  <a:latin typeface="Times New Roman" panose="02020603050405020304" pitchFamily="18" charset="0"/>
                  <a:ea typeface="宋体" panose="02010600030101010101" pitchFamily="2" charset="-122"/>
                  <a:sym typeface="Symbol" panose="05050102010706020507" pitchFamily="18" charset="2"/>
                </a:rPr>
                <a:t>+</a:t>
              </a:r>
              <a:endParaRPr lang="en-US" altLang="zh-CN" b="0" dirty="0">
                <a:solidFill>
                  <a:schemeClr val="bg1"/>
                </a:solidFill>
                <a:latin typeface="Times New Roman" panose="02020603050405020304" pitchFamily="18" charset="0"/>
                <a:ea typeface="宋体" panose="02010600030101010101" pitchFamily="2" charset="-122"/>
                <a:sym typeface="Symbol" panose="05050102010706020507" pitchFamily="18" charset="2"/>
              </a:endParaRPr>
            </a:p>
          </p:txBody>
        </p:sp>
        <p:sp>
          <p:nvSpPr>
            <p:cNvPr id="32829" name="Text Box 123"/>
            <p:cNvSpPr txBox="1"/>
            <p:nvPr/>
          </p:nvSpPr>
          <p:spPr>
            <a:xfrm>
              <a:off x="657" y="663"/>
              <a:ext cx="212" cy="327"/>
            </a:xfrm>
            <a:prstGeom prst="rect">
              <a:avLst/>
            </a:prstGeom>
            <a:noFill/>
            <a:ln w="28575">
              <a:noFill/>
            </a:ln>
          </p:spPr>
          <p:txBody>
            <a:bodyPr anchor="ctr" anchorCtr="0">
              <a:spAutoFit/>
            </a:bodyPr>
            <a:p>
              <a:pPr algn="ctr" eaLnBrk="0" hangingPunct="0">
                <a:spcBef>
                  <a:spcPct val="50000"/>
                </a:spcBef>
              </a:pPr>
              <a:r>
                <a:rPr lang="en-US" altLang="zh-CN" b="0" dirty="0">
                  <a:solidFill>
                    <a:schemeClr val="bg1"/>
                  </a:solidFill>
                  <a:latin typeface="Times New Roman" panose="02020603050405020304" pitchFamily="18" charset="0"/>
                  <a:ea typeface="宋体" panose="02010600030101010101" pitchFamily="2" charset="-122"/>
                  <a:sym typeface="Symbol" panose="05050102010706020507" pitchFamily="18" charset="2"/>
                </a:rPr>
                <a:t>_</a:t>
              </a:r>
              <a:endParaRPr lang="en-US" altLang="zh-CN" b="0" dirty="0">
                <a:solidFill>
                  <a:schemeClr val="bg1"/>
                </a:solidFill>
                <a:latin typeface="Times New Roman" panose="02020603050405020304" pitchFamily="18" charset="0"/>
                <a:ea typeface="宋体" panose="02010600030101010101" pitchFamily="2" charset="-122"/>
                <a:sym typeface="Symbol" panose="05050102010706020507" pitchFamily="18" charset="2"/>
              </a:endParaRPr>
            </a:p>
          </p:txBody>
        </p:sp>
        <p:sp>
          <p:nvSpPr>
            <p:cNvPr id="32830" name="Line 126"/>
            <p:cNvSpPr/>
            <p:nvPr/>
          </p:nvSpPr>
          <p:spPr>
            <a:xfrm>
              <a:off x="521" y="799"/>
              <a:ext cx="2132" cy="0"/>
            </a:xfrm>
            <a:prstGeom prst="line">
              <a:avLst/>
            </a:prstGeom>
            <a:ln w="28575" cap="flat" cmpd="sng">
              <a:solidFill>
                <a:srgbClr val="FFCC00"/>
              </a:solidFill>
              <a:prstDash val="solid"/>
              <a:headEnd type="none" w="med" len="med"/>
              <a:tailEnd type="none" w="sm" len="med"/>
            </a:ln>
          </p:spPr>
        </p:sp>
        <p:sp>
          <p:nvSpPr>
            <p:cNvPr id="32831" name="Line 127"/>
            <p:cNvSpPr/>
            <p:nvPr/>
          </p:nvSpPr>
          <p:spPr>
            <a:xfrm>
              <a:off x="521" y="799"/>
              <a:ext cx="0" cy="1361"/>
            </a:xfrm>
            <a:prstGeom prst="line">
              <a:avLst/>
            </a:prstGeom>
            <a:ln w="28575" cap="flat" cmpd="sng">
              <a:solidFill>
                <a:srgbClr val="FFCC00"/>
              </a:solidFill>
              <a:prstDash val="solid"/>
              <a:headEnd type="none" w="med" len="med"/>
              <a:tailEnd type="none" w="sm" len="med"/>
            </a:ln>
          </p:spPr>
        </p:sp>
        <p:sp>
          <p:nvSpPr>
            <p:cNvPr id="32832" name="Line 128"/>
            <p:cNvSpPr/>
            <p:nvPr/>
          </p:nvSpPr>
          <p:spPr>
            <a:xfrm>
              <a:off x="521" y="2160"/>
              <a:ext cx="2132" cy="0"/>
            </a:xfrm>
            <a:prstGeom prst="line">
              <a:avLst/>
            </a:prstGeom>
            <a:ln w="28575" cap="flat" cmpd="sng">
              <a:solidFill>
                <a:srgbClr val="FFCC00"/>
              </a:solidFill>
              <a:prstDash val="solid"/>
              <a:headEnd type="none" w="med" len="med"/>
              <a:tailEnd type="none" w="sm" len="med"/>
            </a:ln>
          </p:spPr>
        </p:sp>
        <p:sp>
          <p:nvSpPr>
            <p:cNvPr id="32833" name="Line 129"/>
            <p:cNvSpPr/>
            <p:nvPr/>
          </p:nvSpPr>
          <p:spPr>
            <a:xfrm flipH="1">
              <a:off x="1601" y="799"/>
              <a:ext cx="12" cy="1361"/>
            </a:xfrm>
            <a:prstGeom prst="line">
              <a:avLst/>
            </a:prstGeom>
            <a:ln w="28575" cap="flat" cmpd="sng">
              <a:solidFill>
                <a:srgbClr val="FFCC00"/>
              </a:solidFill>
              <a:prstDash val="solid"/>
              <a:headEnd type="oval" w="med" len="med"/>
              <a:tailEnd type="oval" w="med" len="med"/>
            </a:ln>
          </p:spPr>
        </p:sp>
        <p:sp>
          <p:nvSpPr>
            <p:cNvPr id="32834" name="Line 130"/>
            <p:cNvSpPr/>
            <p:nvPr/>
          </p:nvSpPr>
          <p:spPr>
            <a:xfrm>
              <a:off x="521" y="1471"/>
              <a:ext cx="144" cy="0"/>
            </a:xfrm>
            <a:prstGeom prst="line">
              <a:avLst/>
            </a:prstGeom>
            <a:ln w="28575" cap="flat" cmpd="sng">
              <a:solidFill>
                <a:srgbClr val="FFCC00"/>
              </a:solidFill>
              <a:prstDash val="solid"/>
              <a:headEnd type="oval" w="med" len="med"/>
              <a:tailEnd type="none" w="sm" len="med"/>
            </a:ln>
          </p:spPr>
        </p:sp>
        <p:sp>
          <p:nvSpPr>
            <p:cNvPr id="32835" name="Line 131"/>
            <p:cNvSpPr/>
            <p:nvPr/>
          </p:nvSpPr>
          <p:spPr>
            <a:xfrm>
              <a:off x="1073" y="1471"/>
              <a:ext cx="528" cy="0"/>
            </a:xfrm>
            <a:prstGeom prst="line">
              <a:avLst/>
            </a:prstGeom>
            <a:ln w="28575" cap="flat" cmpd="sng">
              <a:solidFill>
                <a:srgbClr val="FFCC00"/>
              </a:solidFill>
              <a:prstDash val="solid"/>
              <a:headEnd type="none" w="med" len="med"/>
              <a:tailEnd type="oval" w="sm" len="med"/>
            </a:ln>
          </p:spPr>
        </p:sp>
        <p:sp>
          <p:nvSpPr>
            <p:cNvPr id="32836" name="Line 132"/>
            <p:cNvSpPr/>
            <p:nvPr/>
          </p:nvSpPr>
          <p:spPr>
            <a:xfrm>
              <a:off x="2239" y="799"/>
              <a:ext cx="0" cy="624"/>
            </a:xfrm>
            <a:prstGeom prst="line">
              <a:avLst/>
            </a:prstGeom>
            <a:ln w="28575" cap="flat" cmpd="sng">
              <a:solidFill>
                <a:srgbClr val="FFCC00"/>
              </a:solidFill>
              <a:prstDash val="solid"/>
              <a:headEnd type="oval" w="med" len="med"/>
              <a:tailEnd type="none" w="sm" len="med"/>
            </a:ln>
          </p:spPr>
        </p:sp>
        <p:sp>
          <p:nvSpPr>
            <p:cNvPr id="32837" name="Line 133"/>
            <p:cNvSpPr/>
            <p:nvPr/>
          </p:nvSpPr>
          <p:spPr>
            <a:xfrm>
              <a:off x="2245" y="1525"/>
              <a:ext cx="0" cy="635"/>
            </a:xfrm>
            <a:prstGeom prst="line">
              <a:avLst/>
            </a:prstGeom>
            <a:ln w="28575" cap="flat" cmpd="sng">
              <a:solidFill>
                <a:srgbClr val="FFCC00"/>
              </a:solidFill>
              <a:prstDash val="solid"/>
              <a:headEnd type="none" w="med" len="med"/>
              <a:tailEnd type="oval" w="med" len="med"/>
            </a:ln>
          </p:spPr>
        </p:sp>
        <p:sp>
          <p:nvSpPr>
            <p:cNvPr id="32838" name="Line 134"/>
            <p:cNvSpPr/>
            <p:nvPr/>
          </p:nvSpPr>
          <p:spPr>
            <a:xfrm>
              <a:off x="2143" y="1423"/>
              <a:ext cx="192" cy="0"/>
            </a:xfrm>
            <a:prstGeom prst="line">
              <a:avLst/>
            </a:prstGeom>
            <a:ln w="57150" cap="flat" cmpd="sng">
              <a:solidFill>
                <a:srgbClr val="FF9900"/>
              </a:solidFill>
              <a:prstDash val="solid"/>
              <a:headEnd type="none" w="med" len="med"/>
              <a:tailEnd type="none" w="sm" len="med"/>
            </a:ln>
          </p:spPr>
        </p:sp>
        <p:sp>
          <p:nvSpPr>
            <p:cNvPr id="32839" name="Line 135"/>
            <p:cNvSpPr/>
            <p:nvPr/>
          </p:nvSpPr>
          <p:spPr>
            <a:xfrm>
              <a:off x="2143" y="1519"/>
              <a:ext cx="192" cy="0"/>
            </a:xfrm>
            <a:prstGeom prst="line">
              <a:avLst/>
            </a:prstGeom>
            <a:ln w="57150" cap="flat" cmpd="sng">
              <a:solidFill>
                <a:srgbClr val="FF9900"/>
              </a:solidFill>
              <a:prstDash val="solid"/>
              <a:headEnd type="none" w="med" len="med"/>
              <a:tailEnd type="none" w="sm" len="med"/>
            </a:ln>
          </p:spPr>
        </p:sp>
        <p:graphicFrame>
          <p:nvGraphicFramePr>
            <p:cNvPr id="32778" name="Object 136"/>
            <p:cNvGraphicFramePr/>
            <p:nvPr/>
          </p:nvGraphicFramePr>
          <p:xfrm>
            <a:off x="974" y="936"/>
            <a:ext cx="259" cy="354"/>
          </p:xfrm>
          <a:graphic>
            <a:graphicData uri="http://schemas.openxmlformats.org/presentationml/2006/ole">
              <mc:AlternateContent xmlns:mc="http://schemas.openxmlformats.org/markup-compatibility/2006">
                <mc:Choice xmlns:v="urn:schemas-microsoft-com:vml" Requires="v">
                  <p:oleObj spid="_x0000_s3246" name="" r:id="rId18" imgW="177800" imgH="240665" progId="Equation.3">
                    <p:embed/>
                  </p:oleObj>
                </mc:Choice>
                <mc:Fallback>
                  <p:oleObj name="" r:id="rId18" imgW="177800" imgH="240665" progId="Equation.3">
                    <p:embed/>
                    <p:pic>
                      <p:nvPicPr>
                        <p:cNvPr id="0" name="图片 3245"/>
                        <p:cNvPicPr/>
                        <p:nvPr/>
                      </p:nvPicPr>
                      <p:blipFill>
                        <a:blip r:embed="rId19">
                          <a:clrChange>
                            <a:clrFrom>
                              <a:srgbClr val="000000"/>
                            </a:clrFrom>
                            <a:clrTo>
                              <a:srgbClr val="FFFFFF"/>
                            </a:clrTo>
                          </a:clrChange>
                        </a:blip>
                        <a:stretch>
                          <a:fillRect/>
                        </a:stretch>
                      </p:blipFill>
                      <p:spPr>
                        <a:xfrm>
                          <a:off x="974" y="936"/>
                          <a:ext cx="259" cy="354"/>
                        </a:xfrm>
                        <a:prstGeom prst="rect">
                          <a:avLst/>
                        </a:prstGeom>
                        <a:noFill/>
                        <a:ln w="38100">
                          <a:noFill/>
                          <a:miter/>
                        </a:ln>
                      </p:spPr>
                    </p:pic>
                  </p:oleObj>
                </mc:Fallback>
              </mc:AlternateContent>
            </a:graphicData>
          </a:graphic>
        </p:graphicFrame>
        <p:graphicFrame>
          <p:nvGraphicFramePr>
            <p:cNvPr id="32779" name="Object 137"/>
            <p:cNvGraphicFramePr/>
            <p:nvPr/>
          </p:nvGraphicFramePr>
          <p:xfrm>
            <a:off x="2433" y="928"/>
            <a:ext cx="220" cy="380"/>
          </p:xfrm>
          <a:graphic>
            <a:graphicData uri="http://schemas.openxmlformats.org/presentationml/2006/ole">
              <mc:AlternateContent xmlns:mc="http://schemas.openxmlformats.org/markup-compatibility/2006">
                <mc:Choice xmlns:v="urn:schemas-microsoft-com:vml" Requires="v">
                  <p:oleObj spid="_x0000_s3244" name="" r:id="rId20" imgW="139700" imgH="241300" progId="Equation.3">
                    <p:embed/>
                  </p:oleObj>
                </mc:Choice>
                <mc:Fallback>
                  <p:oleObj name="" r:id="rId20" imgW="139700" imgH="241300" progId="Equation.3">
                    <p:embed/>
                    <p:pic>
                      <p:nvPicPr>
                        <p:cNvPr id="0" name="图片 3243"/>
                        <p:cNvPicPr/>
                        <p:nvPr/>
                      </p:nvPicPr>
                      <p:blipFill>
                        <a:blip r:embed="rId21">
                          <a:clrChange>
                            <a:clrFrom>
                              <a:srgbClr val="000000"/>
                            </a:clrFrom>
                            <a:clrTo>
                              <a:srgbClr val="FFFFFF"/>
                            </a:clrTo>
                          </a:clrChange>
                        </a:blip>
                        <a:stretch>
                          <a:fillRect/>
                        </a:stretch>
                      </p:blipFill>
                      <p:spPr>
                        <a:xfrm>
                          <a:off x="2433" y="928"/>
                          <a:ext cx="220" cy="380"/>
                        </a:xfrm>
                        <a:prstGeom prst="rect">
                          <a:avLst/>
                        </a:prstGeom>
                        <a:noFill/>
                        <a:ln w="38100">
                          <a:noFill/>
                          <a:miter/>
                        </a:ln>
                      </p:spPr>
                    </p:pic>
                  </p:oleObj>
                </mc:Fallback>
              </mc:AlternateContent>
            </a:graphicData>
          </a:graphic>
        </p:graphicFrame>
        <p:sp>
          <p:nvSpPr>
            <p:cNvPr id="32840" name="Text Box 138"/>
            <p:cNvSpPr txBox="1"/>
            <p:nvPr/>
          </p:nvSpPr>
          <p:spPr>
            <a:xfrm>
              <a:off x="793" y="1434"/>
              <a:ext cx="250" cy="327"/>
            </a:xfrm>
            <a:prstGeom prst="rect">
              <a:avLst/>
            </a:prstGeom>
            <a:noFill/>
            <a:ln w="28575">
              <a:noFill/>
            </a:ln>
          </p:spPr>
          <p:txBody>
            <a:bodyPr>
              <a:spAutoFit/>
            </a:bodyPr>
            <a:p>
              <a:pPr>
                <a:spcBef>
                  <a:spcPct val="50000"/>
                </a:spcBef>
              </a:pPr>
              <a:r>
                <a:rPr lang="en-US" altLang="zh-CN" b="0" i="1" dirty="0">
                  <a:solidFill>
                    <a:schemeClr val="bg1"/>
                  </a:solidFill>
                  <a:latin typeface="Times New Roman" panose="02020603050405020304" pitchFamily="18" charset="0"/>
                  <a:ea typeface="宋体" panose="02010600030101010101" pitchFamily="2" charset="-122"/>
                </a:rPr>
                <a:t>L</a:t>
              </a:r>
              <a:endParaRPr lang="en-US" altLang="zh-CN" b="0" i="1" dirty="0">
                <a:solidFill>
                  <a:schemeClr val="bg1"/>
                </a:solidFill>
                <a:latin typeface="Times New Roman" panose="02020603050405020304" pitchFamily="18" charset="0"/>
                <a:ea typeface="宋体" panose="02010600030101010101" pitchFamily="2" charset="-122"/>
              </a:endParaRPr>
            </a:p>
          </p:txBody>
        </p:sp>
        <p:sp>
          <p:nvSpPr>
            <p:cNvPr id="32841" name="Text Box 139"/>
            <p:cNvSpPr txBox="1"/>
            <p:nvPr/>
          </p:nvSpPr>
          <p:spPr>
            <a:xfrm>
              <a:off x="1201" y="1480"/>
              <a:ext cx="329" cy="327"/>
            </a:xfrm>
            <a:prstGeom prst="rect">
              <a:avLst/>
            </a:prstGeom>
            <a:noFill/>
            <a:ln w="28575">
              <a:noFill/>
            </a:ln>
          </p:spPr>
          <p:txBody>
            <a:bodyPr wrap="none">
              <a:spAutoFit/>
            </a:bodyPr>
            <a:p>
              <a:pPr>
                <a:spcBef>
                  <a:spcPct val="50000"/>
                </a:spcBef>
              </a:pPr>
              <a:r>
                <a:rPr lang="en-US" altLang="zh-CN" b="0" i="1" dirty="0">
                  <a:solidFill>
                    <a:schemeClr val="bg1"/>
                  </a:solidFill>
                  <a:latin typeface="Times New Roman" panose="02020603050405020304" pitchFamily="18" charset="0"/>
                  <a:ea typeface="宋体" panose="02010600030101010101" pitchFamily="2" charset="-122"/>
                </a:rPr>
                <a:t>R</a:t>
              </a:r>
              <a:r>
                <a:rPr lang="en-US" altLang="zh-CN" b="0" baseline="-25000" dirty="0">
                  <a:solidFill>
                    <a:schemeClr val="bg1"/>
                  </a:solidFill>
                  <a:latin typeface="Times New Roman" panose="02020603050405020304" pitchFamily="18" charset="0"/>
                  <a:ea typeface="宋体" panose="02010600030101010101" pitchFamily="2" charset="-122"/>
                </a:rPr>
                <a:t>1</a:t>
              </a:r>
              <a:endParaRPr lang="en-US" altLang="zh-CN" b="0" i="1" dirty="0">
                <a:solidFill>
                  <a:schemeClr val="bg1"/>
                </a:solidFill>
                <a:latin typeface="Times New Roman" panose="02020603050405020304" pitchFamily="18" charset="0"/>
                <a:ea typeface="宋体" panose="02010600030101010101" pitchFamily="2" charset="-122"/>
              </a:endParaRPr>
            </a:p>
          </p:txBody>
        </p:sp>
        <p:sp>
          <p:nvSpPr>
            <p:cNvPr id="32842" name="Text Box 140"/>
            <p:cNvSpPr txBox="1"/>
            <p:nvPr/>
          </p:nvSpPr>
          <p:spPr>
            <a:xfrm>
              <a:off x="1683" y="981"/>
              <a:ext cx="329" cy="327"/>
            </a:xfrm>
            <a:prstGeom prst="rect">
              <a:avLst/>
            </a:prstGeom>
            <a:noFill/>
            <a:ln w="28575">
              <a:noFill/>
            </a:ln>
          </p:spPr>
          <p:txBody>
            <a:bodyPr wrap="none">
              <a:spAutoFit/>
            </a:bodyPr>
            <a:p>
              <a:pPr>
                <a:spcBef>
                  <a:spcPct val="50000"/>
                </a:spcBef>
              </a:pPr>
              <a:r>
                <a:rPr lang="en-US" altLang="zh-CN" b="0" i="1" dirty="0">
                  <a:solidFill>
                    <a:schemeClr val="bg1"/>
                  </a:solidFill>
                  <a:latin typeface="Times New Roman" panose="02020603050405020304" pitchFamily="18" charset="0"/>
                  <a:ea typeface="宋体" panose="02010600030101010101" pitchFamily="2" charset="-122"/>
                </a:rPr>
                <a:t>R</a:t>
              </a:r>
              <a:r>
                <a:rPr lang="en-US" altLang="zh-CN" b="0" baseline="-25000" dirty="0">
                  <a:solidFill>
                    <a:schemeClr val="bg1"/>
                  </a:solidFill>
                  <a:latin typeface="Times New Roman" panose="02020603050405020304" pitchFamily="18" charset="0"/>
                  <a:ea typeface="宋体" panose="02010600030101010101" pitchFamily="2" charset="-122"/>
                </a:rPr>
                <a:t>2</a:t>
              </a:r>
              <a:endParaRPr lang="en-US" altLang="zh-CN" b="0" i="1" dirty="0">
                <a:solidFill>
                  <a:schemeClr val="bg1"/>
                </a:solidFill>
                <a:latin typeface="Times New Roman" panose="02020603050405020304" pitchFamily="18" charset="0"/>
                <a:ea typeface="宋体" panose="02010600030101010101" pitchFamily="2" charset="-122"/>
              </a:endParaRPr>
            </a:p>
          </p:txBody>
        </p:sp>
        <p:sp>
          <p:nvSpPr>
            <p:cNvPr id="32843" name="Text Box 141"/>
            <p:cNvSpPr txBox="1"/>
            <p:nvPr/>
          </p:nvSpPr>
          <p:spPr>
            <a:xfrm>
              <a:off x="1655" y="1661"/>
              <a:ext cx="329" cy="327"/>
            </a:xfrm>
            <a:prstGeom prst="rect">
              <a:avLst/>
            </a:prstGeom>
            <a:noFill/>
            <a:ln w="28575">
              <a:noFill/>
            </a:ln>
          </p:spPr>
          <p:txBody>
            <a:bodyPr wrap="none">
              <a:spAutoFit/>
            </a:bodyPr>
            <a:p>
              <a:pPr>
                <a:spcBef>
                  <a:spcPct val="50000"/>
                </a:spcBef>
              </a:pPr>
              <a:r>
                <a:rPr lang="en-US" altLang="zh-CN" b="0" i="1" dirty="0">
                  <a:solidFill>
                    <a:schemeClr val="bg1"/>
                  </a:solidFill>
                  <a:latin typeface="Times New Roman" panose="02020603050405020304" pitchFamily="18" charset="0"/>
                  <a:ea typeface="宋体" panose="02010600030101010101" pitchFamily="2" charset="-122"/>
                </a:rPr>
                <a:t>R</a:t>
              </a:r>
              <a:r>
                <a:rPr lang="en-US" altLang="zh-CN" b="0" baseline="-25000" dirty="0">
                  <a:solidFill>
                    <a:schemeClr val="bg1"/>
                  </a:solidFill>
                  <a:latin typeface="Times New Roman" panose="02020603050405020304" pitchFamily="18" charset="0"/>
                  <a:ea typeface="宋体" panose="02010600030101010101" pitchFamily="2" charset="-122"/>
                </a:rPr>
                <a:t>3</a:t>
              </a:r>
              <a:endParaRPr lang="en-US" altLang="zh-CN" b="0" i="1" dirty="0">
                <a:solidFill>
                  <a:schemeClr val="bg1"/>
                </a:solidFill>
                <a:latin typeface="Times New Roman" panose="02020603050405020304" pitchFamily="18" charset="0"/>
                <a:ea typeface="宋体" panose="02010600030101010101" pitchFamily="2" charset="-122"/>
              </a:endParaRPr>
            </a:p>
          </p:txBody>
        </p:sp>
        <p:sp>
          <p:nvSpPr>
            <p:cNvPr id="32844" name="Text Box 142"/>
            <p:cNvSpPr txBox="1"/>
            <p:nvPr/>
          </p:nvSpPr>
          <p:spPr>
            <a:xfrm>
              <a:off x="953" y="1775"/>
              <a:ext cx="329" cy="327"/>
            </a:xfrm>
            <a:prstGeom prst="rect">
              <a:avLst/>
            </a:prstGeom>
            <a:noFill/>
            <a:ln w="28575">
              <a:noFill/>
            </a:ln>
          </p:spPr>
          <p:txBody>
            <a:bodyPr wrap="none">
              <a:spAutoFit/>
            </a:bodyPr>
            <a:p>
              <a:pPr>
                <a:spcBef>
                  <a:spcPct val="50000"/>
                </a:spcBef>
              </a:pPr>
              <a:r>
                <a:rPr lang="en-US" altLang="zh-CN" b="0" i="1" dirty="0">
                  <a:solidFill>
                    <a:schemeClr val="bg1"/>
                  </a:solidFill>
                  <a:latin typeface="Times New Roman" panose="02020603050405020304" pitchFamily="18" charset="0"/>
                  <a:ea typeface="宋体" panose="02010600030101010101" pitchFamily="2" charset="-122"/>
                </a:rPr>
                <a:t>R</a:t>
              </a:r>
              <a:r>
                <a:rPr lang="en-US" altLang="zh-CN" b="0" baseline="-25000" dirty="0">
                  <a:solidFill>
                    <a:schemeClr val="bg1"/>
                  </a:solidFill>
                  <a:latin typeface="Times New Roman" panose="02020603050405020304" pitchFamily="18" charset="0"/>
                  <a:ea typeface="宋体" panose="02010600030101010101" pitchFamily="2" charset="-122"/>
                </a:rPr>
                <a:t>4</a:t>
              </a:r>
              <a:endParaRPr lang="en-US" altLang="zh-CN" b="0" i="1" dirty="0">
                <a:solidFill>
                  <a:schemeClr val="bg1"/>
                </a:solidFill>
                <a:latin typeface="Times New Roman" panose="02020603050405020304" pitchFamily="18" charset="0"/>
                <a:ea typeface="宋体" panose="02010600030101010101" pitchFamily="2" charset="-122"/>
              </a:endParaRPr>
            </a:p>
          </p:txBody>
        </p:sp>
        <p:sp>
          <p:nvSpPr>
            <p:cNvPr id="32845" name="Text Box 143"/>
            <p:cNvSpPr txBox="1"/>
            <p:nvPr/>
          </p:nvSpPr>
          <p:spPr>
            <a:xfrm>
              <a:off x="1882" y="1298"/>
              <a:ext cx="265" cy="327"/>
            </a:xfrm>
            <a:prstGeom prst="rect">
              <a:avLst/>
            </a:prstGeom>
            <a:noFill/>
            <a:ln w="28575">
              <a:noFill/>
            </a:ln>
          </p:spPr>
          <p:txBody>
            <a:bodyPr wrap="none">
              <a:spAutoFit/>
            </a:bodyPr>
            <a:p>
              <a:pPr>
                <a:spcBef>
                  <a:spcPct val="50000"/>
                </a:spcBef>
              </a:pPr>
              <a:r>
                <a:rPr lang="en-US" altLang="zh-CN" b="0" i="1" dirty="0">
                  <a:solidFill>
                    <a:schemeClr val="bg1"/>
                  </a:solidFill>
                  <a:latin typeface="Times New Roman" panose="02020603050405020304" pitchFamily="18" charset="0"/>
                  <a:ea typeface="宋体" panose="02010600030101010101" pitchFamily="2" charset="-122"/>
                </a:rPr>
                <a:t>C</a:t>
              </a:r>
              <a:endParaRPr lang="en-US" altLang="zh-CN" b="0" i="1" dirty="0">
                <a:solidFill>
                  <a:schemeClr val="bg1"/>
                </a:solidFill>
                <a:latin typeface="Times New Roman" panose="02020603050405020304" pitchFamily="18" charset="0"/>
                <a:ea typeface="宋体" panose="02010600030101010101" pitchFamily="2" charset="-122"/>
              </a:endParaRPr>
            </a:p>
          </p:txBody>
        </p:sp>
        <p:sp>
          <p:nvSpPr>
            <p:cNvPr id="32846" name="Rectangle 144"/>
            <p:cNvSpPr/>
            <p:nvPr/>
          </p:nvSpPr>
          <p:spPr>
            <a:xfrm>
              <a:off x="975" y="2087"/>
              <a:ext cx="317" cy="136"/>
            </a:xfrm>
            <a:prstGeom prst="rect">
              <a:avLst/>
            </a:prstGeom>
            <a:gradFill rotWithShape="1">
              <a:gsLst>
                <a:gs pos="0">
                  <a:srgbClr val="764700"/>
                </a:gs>
                <a:gs pos="50000">
                  <a:srgbClr val="FF9900"/>
                </a:gs>
                <a:gs pos="100000">
                  <a:srgbClr val="764700"/>
                </a:gs>
              </a:gsLst>
              <a:lin ang="5400000" scaled="1"/>
              <a:tileRect/>
            </a:gradFill>
            <a:ln w="28575">
              <a:noFill/>
            </a:ln>
          </p:spPr>
          <p:txBody>
            <a:bodyPr wrap="none" anchor="ctr" anchorCtr="0"/>
            <a:p>
              <a:endParaRPr lang="zh-CN" altLang="en-US" dirty="0">
                <a:latin typeface="楷体_GB2312" pitchFamily="49" charset="-122"/>
              </a:endParaRPr>
            </a:p>
          </p:txBody>
        </p:sp>
        <p:sp>
          <p:nvSpPr>
            <p:cNvPr id="32847" name="Rectangle 145"/>
            <p:cNvSpPr/>
            <p:nvPr/>
          </p:nvSpPr>
          <p:spPr>
            <a:xfrm>
              <a:off x="1555" y="981"/>
              <a:ext cx="127" cy="318"/>
            </a:xfrm>
            <a:prstGeom prst="rect">
              <a:avLst/>
            </a:prstGeom>
            <a:gradFill rotWithShape="1">
              <a:gsLst>
                <a:gs pos="0">
                  <a:srgbClr val="764700"/>
                </a:gs>
                <a:gs pos="50000">
                  <a:srgbClr val="FF9900"/>
                </a:gs>
                <a:gs pos="100000">
                  <a:srgbClr val="764700"/>
                </a:gs>
              </a:gsLst>
              <a:lin ang="0" scaled="1"/>
              <a:tileRect/>
            </a:gradFill>
            <a:ln w="28575">
              <a:noFill/>
            </a:ln>
          </p:spPr>
          <p:txBody>
            <a:bodyPr wrap="none" anchor="ctr" anchorCtr="0"/>
            <a:p>
              <a:endParaRPr lang="zh-CN" altLang="en-US" dirty="0">
                <a:latin typeface="楷体_GB2312" pitchFamily="49" charset="-122"/>
              </a:endParaRPr>
            </a:p>
          </p:txBody>
        </p:sp>
        <p:sp>
          <p:nvSpPr>
            <p:cNvPr id="32848" name="Rectangle 146"/>
            <p:cNvSpPr/>
            <p:nvPr/>
          </p:nvSpPr>
          <p:spPr>
            <a:xfrm>
              <a:off x="1537" y="1661"/>
              <a:ext cx="127" cy="318"/>
            </a:xfrm>
            <a:prstGeom prst="rect">
              <a:avLst/>
            </a:prstGeom>
            <a:gradFill rotWithShape="1">
              <a:gsLst>
                <a:gs pos="0">
                  <a:srgbClr val="764700"/>
                </a:gs>
                <a:gs pos="50000">
                  <a:srgbClr val="FF9900"/>
                </a:gs>
                <a:gs pos="100000">
                  <a:srgbClr val="764700"/>
                </a:gs>
              </a:gsLst>
              <a:lin ang="0" scaled="1"/>
              <a:tileRect/>
            </a:gradFill>
            <a:ln w="28575">
              <a:noFill/>
            </a:ln>
          </p:spPr>
          <p:txBody>
            <a:bodyPr wrap="none" anchor="ctr" anchorCtr="0"/>
            <a:p>
              <a:endParaRPr lang="zh-CN" altLang="en-US" dirty="0">
                <a:latin typeface="楷体_GB2312" pitchFamily="49" charset="-122"/>
              </a:endParaRPr>
            </a:p>
          </p:txBody>
        </p:sp>
        <p:sp>
          <p:nvSpPr>
            <p:cNvPr id="32849" name="Rectangle 147"/>
            <p:cNvSpPr/>
            <p:nvPr/>
          </p:nvSpPr>
          <p:spPr>
            <a:xfrm>
              <a:off x="1193" y="1407"/>
              <a:ext cx="317" cy="136"/>
            </a:xfrm>
            <a:prstGeom prst="rect">
              <a:avLst/>
            </a:prstGeom>
            <a:gradFill rotWithShape="1">
              <a:gsLst>
                <a:gs pos="0">
                  <a:srgbClr val="764700"/>
                </a:gs>
                <a:gs pos="50000">
                  <a:srgbClr val="FF9900"/>
                </a:gs>
                <a:gs pos="100000">
                  <a:srgbClr val="764700"/>
                </a:gs>
              </a:gsLst>
              <a:lin ang="5400000" scaled="1"/>
              <a:tileRect/>
            </a:gradFill>
            <a:ln w="28575">
              <a:noFill/>
            </a:ln>
          </p:spPr>
          <p:txBody>
            <a:bodyPr wrap="none" anchor="ctr" anchorCtr="0"/>
            <a:p>
              <a:endParaRPr lang="zh-CN" altLang="en-US" dirty="0">
                <a:latin typeface="楷体_GB2312" pitchFamily="49" charset="-122"/>
              </a:endParaRPr>
            </a:p>
          </p:txBody>
        </p:sp>
        <p:sp>
          <p:nvSpPr>
            <p:cNvPr id="32850" name="Line 124"/>
            <p:cNvSpPr/>
            <p:nvPr/>
          </p:nvSpPr>
          <p:spPr>
            <a:xfrm flipV="1">
              <a:off x="2653" y="1071"/>
              <a:ext cx="0" cy="318"/>
            </a:xfrm>
            <a:prstGeom prst="line">
              <a:avLst/>
            </a:prstGeom>
            <a:ln w="28575" cap="flat" cmpd="sng">
              <a:solidFill>
                <a:srgbClr val="66FFFF"/>
              </a:solidFill>
              <a:prstDash val="solid"/>
              <a:headEnd type="none" w="med" len="med"/>
              <a:tailEnd type="triangle" w="med" len="med"/>
            </a:ln>
          </p:spPr>
        </p:sp>
        <p:grpSp>
          <p:nvGrpSpPr>
            <p:cNvPr id="32851" name="Group 189"/>
            <p:cNvGrpSpPr/>
            <p:nvPr/>
          </p:nvGrpSpPr>
          <p:grpSpPr>
            <a:xfrm>
              <a:off x="2472" y="1389"/>
              <a:ext cx="363" cy="363"/>
              <a:chOff x="2471" y="1298"/>
              <a:chExt cx="363" cy="363"/>
            </a:xfrm>
          </p:grpSpPr>
          <p:sp>
            <p:nvSpPr>
              <p:cNvPr id="32857" name="Oval 120"/>
              <p:cNvSpPr/>
              <p:nvPr/>
            </p:nvSpPr>
            <p:spPr>
              <a:xfrm>
                <a:off x="2471" y="1298"/>
                <a:ext cx="363" cy="363"/>
              </a:xfrm>
              <a:prstGeom prst="ellipse">
                <a:avLst/>
              </a:prstGeom>
              <a:gradFill rotWithShape="1">
                <a:gsLst>
                  <a:gs pos="0">
                    <a:srgbClr val="0099FF"/>
                  </a:gs>
                  <a:gs pos="100000">
                    <a:srgbClr val="004776"/>
                  </a:gs>
                </a:gsLst>
                <a:path path="shape">
                  <a:fillToRect l="50000" t="50000" r="50000" b="50000"/>
                </a:path>
                <a:tileRect/>
              </a:gradFill>
              <a:ln w="38100" cap="flat" cmpd="sng">
                <a:solidFill>
                  <a:srgbClr val="FF9900"/>
                </a:solidFill>
                <a:prstDash val="solid"/>
                <a:headEnd type="none" w="med" len="med"/>
                <a:tailEnd type="none" w="med" len="med"/>
              </a:ln>
            </p:spPr>
            <p:txBody>
              <a:bodyPr wrap="none" anchor="ctr" anchorCtr="0"/>
              <a:p>
                <a:endParaRPr lang="zh-CN" altLang="en-US" dirty="0">
                  <a:latin typeface="楷体_GB2312" pitchFamily="49" charset="-122"/>
                </a:endParaRPr>
              </a:p>
            </p:txBody>
          </p:sp>
          <p:sp>
            <p:nvSpPr>
              <p:cNvPr id="32858" name="Line 125"/>
              <p:cNvSpPr/>
              <p:nvPr/>
            </p:nvSpPr>
            <p:spPr>
              <a:xfrm>
                <a:off x="2471" y="1480"/>
                <a:ext cx="363" cy="0"/>
              </a:xfrm>
              <a:prstGeom prst="line">
                <a:avLst/>
              </a:prstGeom>
              <a:ln w="38100" cap="flat" cmpd="sng">
                <a:solidFill>
                  <a:srgbClr val="FF9900"/>
                </a:solidFill>
                <a:prstDash val="solid"/>
                <a:headEnd type="none" w="med" len="med"/>
                <a:tailEnd type="none" w="sm" len="med"/>
              </a:ln>
            </p:spPr>
          </p:sp>
        </p:grpSp>
        <p:grpSp>
          <p:nvGrpSpPr>
            <p:cNvPr id="32852" name="Group 196"/>
            <p:cNvGrpSpPr/>
            <p:nvPr/>
          </p:nvGrpSpPr>
          <p:grpSpPr>
            <a:xfrm rot="5400000">
              <a:off x="814" y="1229"/>
              <a:ext cx="91" cy="408"/>
              <a:chOff x="1565" y="2614"/>
              <a:chExt cx="90" cy="486"/>
            </a:xfrm>
          </p:grpSpPr>
          <p:sp>
            <p:nvSpPr>
              <p:cNvPr id="32853" name="Arc 197"/>
              <p:cNvSpPr/>
              <p:nvPr/>
            </p:nvSpPr>
            <p:spPr>
              <a:xfrm flipH="1" flipV="1">
                <a:off x="1565" y="2860"/>
                <a:ext cx="90" cy="116"/>
              </a:xfrm>
              <a:custGeom>
                <a:avLst/>
                <a:gdLst>
                  <a:gd name="txL" fmla="*/ 0 w 22723"/>
                  <a:gd name="txT" fmla="*/ 0 h 43200"/>
                  <a:gd name="txR" fmla="*/ 22723 w 22723"/>
                  <a:gd name="txB" fmla="*/ 43200 h 43200"/>
                </a:gdLst>
                <a:ahLst/>
                <a:cxnLst>
                  <a:cxn ang="0">
                    <a:pos x="1122" y="0"/>
                  </a:cxn>
                  <a:cxn ang="0">
                    <a:pos x="22723" y="21600"/>
                  </a:cxn>
                  <a:cxn ang="0">
                    <a:pos x="1123" y="43200"/>
                  </a:cxn>
                  <a:cxn ang="0">
                    <a:pos x="0" y="43170"/>
                  </a:cxn>
                  <a:cxn ang="0">
                    <a:pos x="1122" y="0"/>
                  </a:cxn>
                  <a:cxn ang="0">
                    <a:pos x="22723" y="21600"/>
                  </a:cxn>
                  <a:cxn ang="0">
                    <a:pos x="1123" y="43200"/>
                  </a:cxn>
                  <a:cxn ang="0">
                    <a:pos x="0" y="43170"/>
                  </a:cxn>
                  <a:cxn ang="0">
                    <a:pos x="1123" y="21600"/>
                  </a:cxn>
                </a:cxnLst>
                <a:rect l="txL" t="txT" r="txR" b="txB"/>
                <a:pathLst>
                  <a:path w="22723" h="43200" fill="none">
                    <a:moveTo>
                      <a:pt x="1122" y="0"/>
                    </a:moveTo>
                    <a:cubicBezTo>
                      <a:pt x="13052" y="0"/>
                      <a:pt x="22723" y="9670"/>
                      <a:pt x="22723" y="21600"/>
                    </a:cubicBezTo>
                    <a:cubicBezTo>
                      <a:pt x="22723" y="33529"/>
                      <a:pt x="13052" y="43200"/>
                      <a:pt x="1123" y="43200"/>
                    </a:cubicBezTo>
                    <a:cubicBezTo>
                      <a:pt x="748" y="43200"/>
                      <a:pt x="374" y="43190"/>
                      <a:pt x="0" y="43170"/>
                    </a:cubicBezTo>
                  </a:path>
                  <a:path w="22723" h="43200" stroke="0">
                    <a:moveTo>
                      <a:pt x="1122" y="0"/>
                    </a:moveTo>
                    <a:cubicBezTo>
                      <a:pt x="13052" y="0"/>
                      <a:pt x="22723" y="9670"/>
                      <a:pt x="22723" y="21600"/>
                    </a:cubicBezTo>
                    <a:cubicBezTo>
                      <a:pt x="22723" y="33529"/>
                      <a:pt x="13052" y="43200"/>
                      <a:pt x="1123" y="43200"/>
                    </a:cubicBezTo>
                    <a:cubicBezTo>
                      <a:pt x="748" y="43200"/>
                      <a:pt x="374" y="43190"/>
                      <a:pt x="0" y="43170"/>
                    </a:cubicBezTo>
                    <a:lnTo>
                      <a:pt x="1123" y="21600"/>
                    </a:lnTo>
                    <a:close/>
                  </a:path>
                </a:pathLst>
              </a:custGeom>
              <a:noFill/>
              <a:ln w="28575" cap="flat" cmpd="sng">
                <a:solidFill>
                  <a:srgbClr val="FF9900"/>
                </a:solidFill>
                <a:prstDash val="solid"/>
                <a:round/>
                <a:headEnd type="none" w="med" len="med"/>
                <a:tailEnd type="none" w="med" len="med"/>
              </a:ln>
            </p:spPr>
            <p:txBody>
              <a:bodyPr wrap="none" anchor="ctr" anchorCtr="0"/>
              <a:p>
                <a:endParaRPr lang="zh-CN" altLang="en-US" dirty="0">
                  <a:latin typeface="楷体_GB2312" pitchFamily="49" charset="-122"/>
                </a:endParaRPr>
              </a:p>
            </p:txBody>
          </p:sp>
          <p:sp>
            <p:nvSpPr>
              <p:cNvPr id="32854" name="Arc 198"/>
              <p:cNvSpPr/>
              <p:nvPr/>
            </p:nvSpPr>
            <p:spPr>
              <a:xfrm flipH="1" flipV="1">
                <a:off x="1565" y="2737"/>
                <a:ext cx="90" cy="116"/>
              </a:xfrm>
              <a:custGeom>
                <a:avLst/>
                <a:gdLst>
                  <a:gd name="txL" fmla="*/ 0 w 22723"/>
                  <a:gd name="txT" fmla="*/ 0 h 43200"/>
                  <a:gd name="txR" fmla="*/ 22723 w 22723"/>
                  <a:gd name="txB" fmla="*/ 43200 h 43200"/>
                </a:gdLst>
                <a:ahLst/>
                <a:cxnLst>
                  <a:cxn ang="0">
                    <a:pos x="1122" y="0"/>
                  </a:cxn>
                  <a:cxn ang="0">
                    <a:pos x="22723" y="21600"/>
                  </a:cxn>
                  <a:cxn ang="0">
                    <a:pos x="1123" y="43200"/>
                  </a:cxn>
                  <a:cxn ang="0">
                    <a:pos x="0" y="43170"/>
                  </a:cxn>
                  <a:cxn ang="0">
                    <a:pos x="1122" y="0"/>
                  </a:cxn>
                  <a:cxn ang="0">
                    <a:pos x="22723" y="21600"/>
                  </a:cxn>
                  <a:cxn ang="0">
                    <a:pos x="1123" y="43200"/>
                  </a:cxn>
                  <a:cxn ang="0">
                    <a:pos x="0" y="43170"/>
                  </a:cxn>
                  <a:cxn ang="0">
                    <a:pos x="1123" y="21600"/>
                  </a:cxn>
                </a:cxnLst>
                <a:rect l="txL" t="txT" r="txR" b="txB"/>
                <a:pathLst>
                  <a:path w="22723" h="43200" fill="none">
                    <a:moveTo>
                      <a:pt x="1122" y="0"/>
                    </a:moveTo>
                    <a:cubicBezTo>
                      <a:pt x="13052" y="0"/>
                      <a:pt x="22723" y="9670"/>
                      <a:pt x="22723" y="21600"/>
                    </a:cubicBezTo>
                    <a:cubicBezTo>
                      <a:pt x="22723" y="33529"/>
                      <a:pt x="13052" y="43200"/>
                      <a:pt x="1123" y="43200"/>
                    </a:cubicBezTo>
                    <a:cubicBezTo>
                      <a:pt x="748" y="43200"/>
                      <a:pt x="374" y="43190"/>
                      <a:pt x="0" y="43170"/>
                    </a:cubicBezTo>
                  </a:path>
                  <a:path w="22723" h="43200" stroke="0">
                    <a:moveTo>
                      <a:pt x="1122" y="0"/>
                    </a:moveTo>
                    <a:cubicBezTo>
                      <a:pt x="13052" y="0"/>
                      <a:pt x="22723" y="9670"/>
                      <a:pt x="22723" y="21600"/>
                    </a:cubicBezTo>
                    <a:cubicBezTo>
                      <a:pt x="22723" y="33529"/>
                      <a:pt x="13052" y="43200"/>
                      <a:pt x="1123" y="43200"/>
                    </a:cubicBezTo>
                    <a:cubicBezTo>
                      <a:pt x="748" y="43200"/>
                      <a:pt x="374" y="43190"/>
                      <a:pt x="0" y="43170"/>
                    </a:cubicBezTo>
                    <a:lnTo>
                      <a:pt x="1123" y="21600"/>
                    </a:lnTo>
                    <a:close/>
                  </a:path>
                </a:pathLst>
              </a:custGeom>
              <a:noFill/>
              <a:ln w="28575" cap="flat" cmpd="sng">
                <a:solidFill>
                  <a:srgbClr val="FF9900"/>
                </a:solidFill>
                <a:prstDash val="solid"/>
                <a:round/>
                <a:headEnd type="none" w="med" len="med"/>
                <a:tailEnd type="none" w="med" len="med"/>
              </a:ln>
            </p:spPr>
            <p:txBody>
              <a:bodyPr wrap="none" anchor="ctr" anchorCtr="0"/>
              <a:p>
                <a:endParaRPr lang="zh-CN" altLang="en-US" dirty="0">
                  <a:latin typeface="楷体_GB2312" pitchFamily="49" charset="-122"/>
                </a:endParaRPr>
              </a:p>
            </p:txBody>
          </p:sp>
          <p:sp>
            <p:nvSpPr>
              <p:cNvPr id="32855" name="Arc 199"/>
              <p:cNvSpPr/>
              <p:nvPr/>
            </p:nvSpPr>
            <p:spPr>
              <a:xfrm flipH="1" flipV="1">
                <a:off x="1565" y="2614"/>
                <a:ext cx="90" cy="116"/>
              </a:xfrm>
              <a:custGeom>
                <a:avLst/>
                <a:gdLst>
                  <a:gd name="txL" fmla="*/ 0 w 22723"/>
                  <a:gd name="txT" fmla="*/ 0 h 43200"/>
                  <a:gd name="txR" fmla="*/ 22723 w 22723"/>
                  <a:gd name="txB" fmla="*/ 43200 h 43200"/>
                </a:gdLst>
                <a:ahLst/>
                <a:cxnLst>
                  <a:cxn ang="0">
                    <a:pos x="1122" y="0"/>
                  </a:cxn>
                  <a:cxn ang="0">
                    <a:pos x="22723" y="21600"/>
                  </a:cxn>
                  <a:cxn ang="0">
                    <a:pos x="1123" y="43200"/>
                  </a:cxn>
                  <a:cxn ang="0">
                    <a:pos x="0" y="43170"/>
                  </a:cxn>
                  <a:cxn ang="0">
                    <a:pos x="1122" y="0"/>
                  </a:cxn>
                  <a:cxn ang="0">
                    <a:pos x="22723" y="21600"/>
                  </a:cxn>
                  <a:cxn ang="0">
                    <a:pos x="1123" y="43200"/>
                  </a:cxn>
                  <a:cxn ang="0">
                    <a:pos x="0" y="43170"/>
                  </a:cxn>
                  <a:cxn ang="0">
                    <a:pos x="1123" y="21600"/>
                  </a:cxn>
                </a:cxnLst>
                <a:rect l="txL" t="txT" r="txR" b="txB"/>
                <a:pathLst>
                  <a:path w="22723" h="43200" fill="none">
                    <a:moveTo>
                      <a:pt x="1122" y="0"/>
                    </a:moveTo>
                    <a:cubicBezTo>
                      <a:pt x="13052" y="0"/>
                      <a:pt x="22723" y="9670"/>
                      <a:pt x="22723" y="21600"/>
                    </a:cubicBezTo>
                    <a:cubicBezTo>
                      <a:pt x="22723" y="33529"/>
                      <a:pt x="13052" y="43200"/>
                      <a:pt x="1123" y="43200"/>
                    </a:cubicBezTo>
                    <a:cubicBezTo>
                      <a:pt x="748" y="43200"/>
                      <a:pt x="374" y="43190"/>
                      <a:pt x="0" y="43170"/>
                    </a:cubicBezTo>
                  </a:path>
                  <a:path w="22723" h="43200" stroke="0">
                    <a:moveTo>
                      <a:pt x="1122" y="0"/>
                    </a:moveTo>
                    <a:cubicBezTo>
                      <a:pt x="13052" y="0"/>
                      <a:pt x="22723" y="9670"/>
                      <a:pt x="22723" y="21600"/>
                    </a:cubicBezTo>
                    <a:cubicBezTo>
                      <a:pt x="22723" y="33529"/>
                      <a:pt x="13052" y="43200"/>
                      <a:pt x="1123" y="43200"/>
                    </a:cubicBezTo>
                    <a:cubicBezTo>
                      <a:pt x="748" y="43200"/>
                      <a:pt x="374" y="43190"/>
                      <a:pt x="0" y="43170"/>
                    </a:cubicBezTo>
                    <a:lnTo>
                      <a:pt x="1123" y="21600"/>
                    </a:lnTo>
                    <a:close/>
                  </a:path>
                </a:pathLst>
              </a:custGeom>
              <a:noFill/>
              <a:ln w="28575" cap="flat" cmpd="sng">
                <a:solidFill>
                  <a:srgbClr val="FF9900"/>
                </a:solidFill>
                <a:prstDash val="solid"/>
                <a:round/>
                <a:headEnd type="none" w="med" len="med"/>
                <a:tailEnd type="none" w="med" len="med"/>
              </a:ln>
            </p:spPr>
            <p:txBody>
              <a:bodyPr wrap="none" anchor="ctr" anchorCtr="0"/>
              <a:p>
                <a:endParaRPr lang="zh-CN" altLang="en-US" dirty="0">
                  <a:latin typeface="楷体_GB2312" pitchFamily="49" charset="-122"/>
                </a:endParaRPr>
              </a:p>
            </p:txBody>
          </p:sp>
          <p:sp>
            <p:nvSpPr>
              <p:cNvPr id="32856" name="Arc 200"/>
              <p:cNvSpPr/>
              <p:nvPr/>
            </p:nvSpPr>
            <p:spPr>
              <a:xfrm flipH="1" flipV="1">
                <a:off x="1565" y="2984"/>
                <a:ext cx="90" cy="116"/>
              </a:xfrm>
              <a:custGeom>
                <a:avLst/>
                <a:gdLst>
                  <a:gd name="txL" fmla="*/ 0 w 22723"/>
                  <a:gd name="txT" fmla="*/ 0 h 43200"/>
                  <a:gd name="txR" fmla="*/ 22723 w 22723"/>
                  <a:gd name="txB" fmla="*/ 43200 h 43200"/>
                </a:gdLst>
                <a:ahLst/>
                <a:cxnLst>
                  <a:cxn ang="0">
                    <a:pos x="1122" y="0"/>
                  </a:cxn>
                  <a:cxn ang="0">
                    <a:pos x="22723" y="21600"/>
                  </a:cxn>
                  <a:cxn ang="0">
                    <a:pos x="1123" y="43200"/>
                  </a:cxn>
                  <a:cxn ang="0">
                    <a:pos x="0" y="43170"/>
                  </a:cxn>
                  <a:cxn ang="0">
                    <a:pos x="1122" y="0"/>
                  </a:cxn>
                  <a:cxn ang="0">
                    <a:pos x="22723" y="21600"/>
                  </a:cxn>
                  <a:cxn ang="0">
                    <a:pos x="1123" y="43200"/>
                  </a:cxn>
                  <a:cxn ang="0">
                    <a:pos x="0" y="43170"/>
                  </a:cxn>
                  <a:cxn ang="0">
                    <a:pos x="1123" y="21600"/>
                  </a:cxn>
                </a:cxnLst>
                <a:rect l="txL" t="txT" r="txR" b="txB"/>
                <a:pathLst>
                  <a:path w="22723" h="43200" fill="none">
                    <a:moveTo>
                      <a:pt x="1122" y="0"/>
                    </a:moveTo>
                    <a:cubicBezTo>
                      <a:pt x="13052" y="0"/>
                      <a:pt x="22723" y="9670"/>
                      <a:pt x="22723" y="21600"/>
                    </a:cubicBezTo>
                    <a:cubicBezTo>
                      <a:pt x="22723" y="33529"/>
                      <a:pt x="13052" y="43200"/>
                      <a:pt x="1123" y="43200"/>
                    </a:cubicBezTo>
                    <a:cubicBezTo>
                      <a:pt x="748" y="43200"/>
                      <a:pt x="374" y="43190"/>
                      <a:pt x="0" y="43170"/>
                    </a:cubicBezTo>
                  </a:path>
                  <a:path w="22723" h="43200" stroke="0">
                    <a:moveTo>
                      <a:pt x="1122" y="0"/>
                    </a:moveTo>
                    <a:cubicBezTo>
                      <a:pt x="13052" y="0"/>
                      <a:pt x="22723" y="9670"/>
                      <a:pt x="22723" y="21600"/>
                    </a:cubicBezTo>
                    <a:cubicBezTo>
                      <a:pt x="22723" y="33529"/>
                      <a:pt x="13052" y="43200"/>
                      <a:pt x="1123" y="43200"/>
                    </a:cubicBezTo>
                    <a:cubicBezTo>
                      <a:pt x="748" y="43200"/>
                      <a:pt x="374" y="43190"/>
                      <a:pt x="0" y="43170"/>
                    </a:cubicBezTo>
                    <a:lnTo>
                      <a:pt x="1123" y="21600"/>
                    </a:lnTo>
                    <a:close/>
                  </a:path>
                </a:pathLst>
              </a:custGeom>
              <a:noFill/>
              <a:ln w="28575" cap="flat" cmpd="sng">
                <a:solidFill>
                  <a:srgbClr val="FF9900"/>
                </a:solidFill>
                <a:prstDash val="solid"/>
                <a:round/>
                <a:headEnd type="none" w="med" len="med"/>
                <a:tailEnd type="none" w="med" len="med"/>
              </a:ln>
            </p:spPr>
            <p:txBody>
              <a:bodyPr wrap="none" anchor="ctr" anchorCtr="0"/>
              <a:p>
                <a:endParaRPr lang="zh-CN" altLang="en-US" dirty="0">
                  <a:latin typeface="楷体_GB2312" pitchFamily="49" charset="-122"/>
                </a:endParaRPr>
              </a:p>
            </p:txBody>
          </p:sp>
        </p:grpSp>
      </p:grpSp>
      <p:grpSp>
        <p:nvGrpSpPr>
          <p:cNvPr id="13" name="Group 208"/>
          <p:cNvGrpSpPr/>
          <p:nvPr/>
        </p:nvGrpSpPr>
        <p:grpSpPr>
          <a:xfrm>
            <a:off x="4716463" y="981075"/>
            <a:ext cx="4032250" cy="2562225"/>
            <a:chOff x="2971" y="618"/>
            <a:chExt cx="2540" cy="1614"/>
          </a:xfrm>
        </p:grpSpPr>
        <p:sp>
          <p:nvSpPr>
            <p:cNvPr id="32795" name="Line 153"/>
            <p:cNvSpPr/>
            <p:nvPr/>
          </p:nvSpPr>
          <p:spPr>
            <a:xfrm>
              <a:off x="2971" y="2160"/>
              <a:ext cx="2358" cy="0"/>
            </a:xfrm>
            <a:prstGeom prst="line">
              <a:avLst/>
            </a:prstGeom>
            <a:ln w="28575" cap="flat" cmpd="sng">
              <a:solidFill>
                <a:srgbClr val="FFCC00"/>
              </a:solidFill>
              <a:prstDash val="solid"/>
              <a:headEnd type="none" w="med" len="med"/>
              <a:tailEnd type="none" w="med" len="med"/>
            </a:ln>
          </p:spPr>
        </p:sp>
        <p:graphicFrame>
          <p:nvGraphicFramePr>
            <p:cNvPr id="32774" name="Object 154"/>
            <p:cNvGraphicFramePr/>
            <p:nvPr/>
          </p:nvGraphicFramePr>
          <p:xfrm>
            <a:off x="5103" y="981"/>
            <a:ext cx="233" cy="377"/>
          </p:xfrm>
          <a:graphic>
            <a:graphicData uri="http://schemas.openxmlformats.org/presentationml/2006/ole">
              <mc:AlternateContent xmlns:mc="http://schemas.openxmlformats.org/markup-compatibility/2006">
                <mc:Choice xmlns:v="urn:schemas-microsoft-com:vml" Requires="v">
                  <p:oleObj spid="_x0000_s3250" name="" r:id="rId22" imgW="165100" imgH="266065" progId="Equation.3">
                    <p:embed/>
                  </p:oleObj>
                </mc:Choice>
                <mc:Fallback>
                  <p:oleObj name="" r:id="rId22" imgW="165100" imgH="266065" progId="Equation.3">
                    <p:embed/>
                    <p:pic>
                      <p:nvPicPr>
                        <p:cNvPr id="0" name="图片 3249"/>
                        <p:cNvPicPr/>
                        <p:nvPr/>
                      </p:nvPicPr>
                      <p:blipFill>
                        <a:blip r:embed="rId23">
                          <a:clrChange>
                            <a:clrFrom>
                              <a:srgbClr val="000000"/>
                            </a:clrFrom>
                            <a:clrTo>
                              <a:srgbClr val="FFFFFF"/>
                            </a:clrTo>
                          </a:clrChange>
                        </a:blip>
                        <a:stretch>
                          <a:fillRect/>
                        </a:stretch>
                      </p:blipFill>
                      <p:spPr>
                        <a:xfrm>
                          <a:off x="5103" y="981"/>
                          <a:ext cx="233" cy="377"/>
                        </a:xfrm>
                        <a:prstGeom prst="rect">
                          <a:avLst/>
                        </a:prstGeom>
                        <a:noFill/>
                        <a:ln w="38100">
                          <a:noFill/>
                          <a:miter/>
                        </a:ln>
                      </p:spPr>
                    </p:pic>
                  </p:oleObj>
                </mc:Fallback>
              </mc:AlternateContent>
            </a:graphicData>
          </a:graphic>
        </p:graphicFrame>
        <p:graphicFrame>
          <p:nvGraphicFramePr>
            <p:cNvPr id="32775" name="Object 155"/>
            <p:cNvGraphicFramePr/>
            <p:nvPr/>
          </p:nvGraphicFramePr>
          <p:xfrm>
            <a:off x="3107" y="1480"/>
            <a:ext cx="419" cy="279"/>
          </p:xfrm>
          <a:graphic>
            <a:graphicData uri="http://schemas.openxmlformats.org/presentationml/2006/ole">
              <mc:AlternateContent xmlns:mc="http://schemas.openxmlformats.org/markup-compatibility/2006">
                <mc:Choice xmlns:v="urn:schemas-microsoft-com:vml" Requires="v">
                  <p:oleObj spid="_x0000_s3251" name="" r:id="rId24" imgW="342900" imgH="228600" progId="Equation.3">
                    <p:embed/>
                  </p:oleObj>
                </mc:Choice>
                <mc:Fallback>
                  <p:oleObj name="" r:id="rId24" imgW="342900" imgH="228600" progId="Equation.3">
                    <p:embed/>
                    <p:pic>
                      <p:nvPicPr>
                        <p:cNvPr id="0" name="图片 3250"/>
                        <p:cNvPicPr/>
                        <p:nvPr/>
                      </p:nvPicPr>
                      <p:blipFill>
                        <a:blip r:embed="rId25">
                          <a:clrChange>
                            <a:clrFrom>
                              <a:srgbClr val="000000"/>
                            </a:clrFrom>
                            <a:clrTo>
                              <a:srgbClr val="FFFFFF"/>
                            </a:clrTo>
                          </a:clrChange>
                        </a:blip>
                        <a:stretch>
                          <a:fillRect/>
                        </a:stretch>
                      </p:blipFill>
                      <p:spPr>
                        <a:xfrm>
                          <a:off x="3107" y="1480"/>
                          <a:ext cx="419" cy="279"/>
                        </a:xfrm>
                        <a:prstGeom prst="rect">
                          <a:avLst/>
                        </a:prstGeom>
                        <a:noFill/>
                        <a:ln w="38100">
                          <a:noFill/>
                          <a:miter/>
                        </a:ln>
                      </p:spPr>
                    </p:pic>
                  </p:oleObj>
                </mc:Fallback>
              </mc:AlternateContent>
            </a:graphicData>
          </a:graphic>
        </p:graphicFrame>
        <p:graphicFrame>
          <p:nvGraphicFramePr>
            <p:cNvPr id="32776" name="Object 156"/>
            <p:cNvGraphicFramePr/>
            <p:nvPr/>
          </p:nvGraphicFramePr>
          <p:xfrm>
            <a:off x="4214" y="1194"/>
            <a:ext cx="413" cy="504"/>
          </p:xfrm>
          <a:graphic>
            <a:graphicData uri="http://schemas.openxmlformats.org/presentationml/2006/ole">
              <mc:AlternateContent xmlns:mc="http://schemas.openxmlformats.org/markup-compatibility/2006">
                <mc:Choice xmlns:v="urn:schemas-microsoft-com:vml" Requires="v">
                  <p:oleObj spid="_x0000_s3249" name="" r:id="rId26" imgW="393700" imgH="482600" progId="Equation.DSMT4">
                    <p:embed/>
                  </p:oleObj>
                </mc:Choice>
                <mc:Fallback>
                  <p:oleObj name="" r:id="rId26" imgW="393700" imgH="482600" progId="Equation.DSMT4">
                    <p:embed/>
                    <p:pic>
                      <p:nvPicPr>
                        <p:cNvPr id="0" name="图片 3248"/>
                        <p:cNvPicPr/>
                        <p:nvPr/>
                      </p:nvPicPr>
                      <p:blipFill>
                        <a:blip r:embed="rId27">
                          <a:clrChange>
                            <a:clrFrom>
                              <a:srgbClr val="000000"/>
                            </a:clrFrom>
                            <a:clrTo>
                              <a:srgbClr val="FFFFFF"/>
                            </a:clrTo>
                          </a:clrChange>
                        </a:blip>
                        <a:stretch>
                          <a:fillRect/>
                        </a:stretch>
                      </p:blipFill>
                      <p:spPr>
                        <a:xfrm>
                          <a:off x="4214" y="1194"/>
                          <a:ext cx="413" cy="504"/>
                        </a:xfrm>
                        <a:prstGeom prst="rect">
                          <a:avLst/>
                        </a:prstGeom>
                        <a:noFill/>
                        <a:ln w="38100">
                          <a:noFill/>
                          <a:miter/>
                        </a:ln>
                      </p:spPr>
                    </p:pic>
                  </p:oleObj>
                </mc:Fallback>
              </mc:AlternateContent>
            </a:graphicData>
          </a:graphic>
        </p:graphicFrame>
        <p:graphicFrame>
          <p:nvGraphicFramePr>
            <p:cNvPr id="32777" name="Object 157"/>
            <p:cNvGraphicFramePr/>
            <p:nvPr/>
          </p:nvGraphicFramePr>
          <p:xfrm>
            <a:off x="3396" y="995"/>
            <a:ext cx="267" cy="349"/>
          </p:xfrm>
          <a:graphic>
            <a:graphicData uri="http://schemas.openxmlformats.org/presentationml/2006/ole">
              <mc:AlternateContent xmlns:mc="http://schemas.openxmlformats.org/markup-compatibility/2006">
                <mc:Choice xmlns:v="urn:schemas-microsoft-com:vml" Requires="v">
                  <p:oleObj spid="_x0000_s3252" name="" r:id="rId28" imgW="203200" imgH="266065" progId="Equation.3">
                    <p:embed/>
                  </p:oleObj>
                </mc:Choice>
                <mc:Fallback>
                  <p:oleObj name="" r:id="rId28" imgW="203200" imgH="266065" progId="Equation.3">
                    <p:embed/>
                    <p:pic>
                      <p:nvPicPr>
                        <p:cNvPr id="0" name="图片 3251"/>
                        <p:cNvPicPr/>
                        <p:nvPr/>
                      </p:nvPicPr>
                      <p:blipFill>
                        <a:blip r:embed="rId29">
                          <a:clrChange>
                            <a:clrFrom>
                              <a:srgbClr val="000000"/>
                            </a:clrFrom>
                            <a:clrTo>
                              <a:srgbClr val="FFFFFF"/>
                            </a:clrTo>
                          </a:clrChange>
                        </a:blip>
                        <a:stretch>
                          <a:fillRect/>
                        </a:stretch>
                      </p:blipFill>
                      <p:spPr>
                        <a:xfrm>
                          <a:off x="3396" y="995"/>
                          <a:ext cx="267" cy="349"/>
                        </a:xfrm>
                        <a:prstGeom prst="rect">
                          <a:avLst/>
                        </a:prstGeom>
                        <a:noFill/>
                        <a:ln w="38100">
                          <a:noFill/>
                          <a:miter/>
                        </a:ln>
                      </p:spPr>
                    </p:pic>
                  </p:oleObj>
                </mc:Fallback>
              </mc:AlternateContent>
            </a:graphicData>
          </a:graphic>
        </p:graphicFrame>
        <p:sp>
          <p:nvSpPr>
            <p:cNvPr id="32796" name="Line 158"/>
            <p:cNvSpPr/>
            <p:nvPr/>
          </p:nvSpPr>
          <p:spPr>
            <a:xfrm>
              <a:off x="5329" y="799"/>
              <a:ext cx="0" cy="1362"/>
            </a:xfrm>
            <a:prstGeom prst="line">
              <a:avLst/>
            </a:prstGeom>
            <a:ln w="28575" cap="flat" cmpd="sng">
              <a:solidFill>
                <a:srgbClr val="FFCC00"/>
              </a:solidFill>
              <a:prstDash val="solid"/>
              <a:headEnd type="none" w="med" len="med"/>
              <a:tailEnd type="none" w="sm" len="med"/>
            </a:ln>
          </p:spPr>
        </p:sp>
        <p:sp>
          <p:nvSpPr>
            <p:cNvPr id="32797" name="Oval 160"/>
            <p:cNvSpPr/>
            <p:nvPr/>
          </p:nvSpPr>
          <p:spPr>
            <a:xfrm>
              <a:off x="3334" y="618"/>
              <a:ext cx="363" cy="363"/>
            </a:xfrm>
            <a:prstGeom prst="ellipse">
              <a:avLst/>
            </a:prstGeom>
            <a:gradFill rotWithShape="1">
              <a:gsLst>
                <a:gs pos="0">
                  <a:srgbClr val="0099FF"/>
                </a:gs>
                <a:gs pos="100000">
                  <a:srgbClr val="004776"/>
                </a:gs>
              </a:gsLst>
              <a:path path="shape">
                <a:fillToRect l="50000" t="50000" r="50000" b="50000"/>
              </a:path>
              <a:tileRect/>
            </a:gradFill>
            <a:ln w="38100" cap="flat" cmpd="sng">
              <a:solidFill>
                <a:srgbClr val="FF9900"/>
              </a:solidFill>
              <a:prstDash val="solid"/>
              <a:headEnd type="none" w="med" len="med"/>
              <a:tailEnd type="none" w="med" len="med"/>
            </a:ln>
          </p:spPr>
          <p:txBody>
            <a:bodyPr wrap="none" anchor="ctr" anchorCtr="0"/>
            <a:p>
              <a:endParaRPr lang="zh-CN" altLang="en-US" dirty="0">
                <a:latin typeface="楷体_GB2312" pitchFamily="49" charset="-122"/>
              </a:endParaRPr>
            </a:p>
          </p:txBody>
        </p:sp>
        <p:sp>
          <p:nvSpPr>
            <p:cNvPr id="32798" name="Text Box 161"/>
            <p:cNvSpPr txBox="1"/>
            <p:nvPr/>
          </p:nvSpPr>
          <p:spPr>
            <a:xfrm>
              <a:off x="3697" y="799"/>
              <a:ext cx="244" cy="327"/>
            </a:xfrm>
            <a:prstGeom prst="rect">
              <a:avLst/>
            </a:prstGeom>
            <a:noFill/>
            <a:ln w="28575">
              <a:noFill/>
            </a:ln>
          </p:spPr>
          <p:txBody>
            <a:bodyPr wrap="none" anchor="ctr" anchorCtr="0">
              <a:spAutoFit/>
            </a:bodyPr>
            <a:p>
              <a:pPr algn="ctr" eaLnBrk="0" hangingPunct="0">
                <a:spcBef>
                  <a:spcPct val="50000"/>
                </a:spcBef>
              </a:pPr>
              <a:r>
                <a:rPr lang="en-US" altLang="zh-CN" b="0" dirty="0">
                  <a:solidFill>
                    <a:schemeClr val="bg1"/>
                  </a:solidFill>
                  <a:latin typeface="Times New Roman" panose="02020603050405020304" pitchFamily="18" charset="0"/>
                  <a:ea typeface="宋体" panose="02010600030101010101" pitchFamily="2" charset="-122"/>
                  <a:sym typeface="Symbol" panose="05050102010706020507" pitchFamily="18" charset="2"/>
                </a:rPr>
                <a:t>+</a:t>
              </a:r>
              <a:endParaRPr lang="en-US" altLang="zh-CN" b="0" dirty="0">
                <a:solidFill>
                  <a:schemeClr val="bg1"/>
                </a:solidFill>
                <a:latin typeface="Times New Roman" panose="02020603050405020304" pitchFamily="18" charset="0"/>
                <a:ea typeface="宋体" panose="02010600030101010101" pitchFamily="2" charset="-122"/>
                <a:sym typeface="Symbol" panose="05050102010706020507" pitchFamily="18" charset="2"/>
              </a:endParaRPr>
            </a:p>
          </p:txBody>
        </p:sp>
        <p:sp>
          <p:nvSpPr>
            <p:cNvPr id="32799" name="Text Box 162"/>
            <p:cNvSpPr txBox="1"/>
            <p:nvPr/>
          </p:nvSpPr>
          <p:spPr>
            <a:xfrm>
              <a:off x="3107" y="663"/>
              <a:ext cx="212" cy="327"/>
            </a:xfrm>
            <a:prstGeom prst="rect">
              <a:avLst/>
            </a:prstGeom>
            <a:noFill/>
            <a:ln w="28575">
              <a:noFill/>
            </a:ln>
          </p:spPr>
          <p:txBody>
            <a:bodyPr anchor="ctr" anchorCtr="0">
              <a:spAutoFit/>
            </a:bodyPr>
            <a:p>
              <a:pPr algn="ctr" eaLnBrk="0" hangingPunct="0">
                <a:spcBef>
                  <a:spcPct val="50000"/>
                </a:spcBef>
              </a:pPr>
              <a:r>
                <a:rPr lang="en-US" altLang="zh-CN" b="0" dirty="0">
                  <a:solidFill>
                    <a:schemeClr val="bg1"/>
                  </a:solidFill>
                  <a:latin typeface="Times New Roman" panose="02020603050405020304" pitchFamily="18" charset="0"/>
                  <a:ea typeface="宋体" panose="02010600030101010101" pitchFamily="2" charset="-122"/>
                  <a:sym typeface="Symbol" panose="05050102010706020507" pitchFamily="18" charset="2"/>
                </a:rPr>
                <a:t>_</a:t>
              </a:r>
              <a:endParaRPr lang="en-US" altLang="zh-CN" b="0" dirty="0">
                <a:solidFill>
                  <a:schemeClr val="bg1"/>
                </a:solidFill>
                <a:latin typeface="Times New Roman" panose="02020603050405020304" pitchFamily="18" charset="0"/>
                <a:ea typeface="宋体" panose="02010600030101010101" pitchFamily="2" charset="-122"/>
                <a:sym typeface="Symbol" panose="05050102010706020507" pitchFamily="18" charset="2"/>
              </a:endParaRPr>
            </a:p>
          </p:txBody>
        </p:sp>
        <p:sp>
          <p:nvSpPr>
            <p:cNvPr id="32800" name="Line 163"/>
            <p:cNvSpPr/>
            <p:nvPr/>
          </p:nvSpPr>
          <p:spPr>
            <a:xfrm flipV="1">
              <a:off x="5329" y="981"/>
              <a:ext cx="0" cy="408"/>
            </a:xfrm>
            <a:prstGeom prst="line">
              <a:avLst/>
            </a:prstGeom>
            <a:ln w="28575" cap="flat" cmpd="sng">
              <a:solidFill>
                <a:srgbClr val="66FFFF"/>
              </a:solidFill>
              <a:prstDash val="solid"/>
              <a:headEnd type="none" w="med" len="med"/>
              <a:tailEnd type="triangle" w="med" len="med"/>
            </a:ln>
          </p:spPr>
        </p:sp>
        <p:grpSp>
          <p:nvGrpSpPr>
            <p:cNvPr id="32801" name="Group 191"/>
            <p:cNvGrpSpPr/>
            <p:nvPr/>
          </p:nvGrpSpPr>
          <p:grpSpPr>
            <a:xfrm>
              <a:off x="5148" y="1389"/>
              <a:ext cx="363" cy="363"/>
              <a:chOff x="8187" y="1117"/>
              <a:chExt cx="363" cy="363"/>
            </a:xfrm>
          </p:grpSpPr>
          <p:sp>
            <p:nvSpPr>
              <p:cNvPr id="32824" name="Oval 159"/>
              <p:cNvSpPr/>
              <p:nvPr/>
            </p:nvSpPr>
            <p:spPr>
              <a:xfrm>
                <a:off x="8187" y="1117"/>
                <a:ext cx="363" cy="363"/>
              </a:xfrm>
              <a:prstGeom prst="ellipse">
                <a:avLst/>
              </a:prstGeom>
              <a:gradFill rotWithShape="1">
                <a:gsLst>
                  <a:gs pos="0">
                    <a:srgbClr val="0099FF"/>
                  </a:gs>
                  <a:gs pos="100000">
                    <a:srgbClr val="004776"/>
                  </a:gs>
                </a:gsLst>
                <a:path path="shape">
                  <a:fillToRect l="50000" t="50000" r="50000" b="50000"/>
                </a:path>
                <a:tileRect/>
              </a:gradFill>
              <a:ln w="38100" cap="flat" cmpd="sng">
                <a:solidFill>
                  <a:srgbClr val="FF9900"/>
                </a:solidFill>
                <a:prstDash val="solid"/>
                <a:headEnd type="none" w="med" len="med"/>
                <a:tailEnd type="none" w="med" len="med"/>
              </a:ln>
            </p:spPr>
            <p:txBody>
              <a:bodyPr wrap="none" anchor="ctr" anchorCtr="0"/>
              <a:p>
                <a:endParaRPr lang="zh-CN" altLang="en-US" dirty="0">
                  <a:latin typeface="楷体_GB2312" pitchFamily="49" charset="-122"/>
                </a:endParaRPr>
              </a:p>
            </p:txBody>
          </p:sp>
          <p:sp>
            <p:nvSpPr>
              <p:cNvPr id="32825" name="Line 164"/>
              <p:cNvSpPr/>
              <p:nvPr/>
            </p:nvSpPr>
            <p:spPr>
              <a:xfrm>
                <a:off x="8187" y="1298"/>
                <a:ext cx="363" cy="0"/>
              </a:xfrm>
              <a:prstGeom prst="line">
                <a:avLst/>
              </a:prstGeom>
              <a:ln w="38100" cap="flat" cmpd="sng">
                <a:solidFill>
                  <a:srgbClr val="FF9900"/>
                </a:solidFill>
                <a:prstDash val="solid"/>
                <a:headEnd type="none" w="med" len="med"/>
                <a:tailEnd type="none" w="sm" len="med"/>
              </a:ln>
            </p:spPr>
          </p:sp>
        </p:grpSp>
        <p:sp>
          <p:nvSpPr>
            <p:cNvPr id="32802" name="Line 165"/>
            <p:cNvSpPr/>
            <p:nvPr/>
          </p:nvSpPr>
          <p:spPr>
            <a:xfrm>
              <a:off x="2971" y="799"/>
              <a:ext cx="2358" cy="1"/>
            </a:xfrm>
            <a:prstGeom prst="line">
              <a:avLst/>
            </a:prstGeom>
            <a:ln w="28575" cap="flat" cmpd="sng">
              <a:solidFill>
                <a:srgbClr val="FFCC00"/>
              </a:solidFill>
              <a:prstDash val="solid"/>
              <a:headEnd type="none" w="med" len="med"/>
              <a:tailEnd type="none" w="sm" len="med"/>
            </a:ln>
          </p:spPr>
        </p:sp>
        <p:sp>
          <p:nvSpPr>
            <p:cNvPr id="32803" name="Line 166"/>
            <p:cNvSpPr/>
            <p:nvPr/>
          </p:nvSpPr>
          <p:spPr>
            <a:xfrm>
              <a:off x="2971" y="799"/>
              <a:ext cx="0" cy="1362"/>
            </a:xfrm>
            <a:prstGeom prst="line">
              <a:avLst/>
            </a:prstGeom>
            <a:ln w="28575" cap="flat" cmpd="sng">
              <a:solidFill>
                <a:srgbClr val="FFCC00"/>
              </a:solidFill>
              <a:prstDash val="solid"/>
              <a:headEnd type="none" w="med" len="med"/>
              <a:tailEnd type="none" w="sm" len="med"/>
            </a:ln>
          </p:spPr>
        </p:sp>
        <p:sp>
          <p:nvSpPr>
            <p:cNvPr id="32804" name="Line 167"/>
            <p:cNvSpPr/>
            <p:nvPr/>
          </p:nvSpPr>
          <p:spPr>
            <a:xfrm flipH="1">
              <a:off x="4051" y="799"/>
              <a:ext cx="12" cy="1362"/>
            </a:xfrm>
            <a:prstGeom prst="line">
              <a:avLst/>
            </a:prstGeom>
            <a:ln w="28575" cap="flat" cmpd="sng">
              <a:solidFill>
                <a:srgbClr val="FFCC00"/>
              </a:solidFill>
              <a:prstDash val="solid"/>
              <a:headEnd type="oval" w="med" len="med"/>
              <a:tailEnd type="oval" w="med" len="med"/>
            </a:ln>
          </p:spPr>
        </p:sp>
        <p:sp>
          <p:nvSpPr>
            <p:cNvPr id="32805" name="Line 168"/>
            <p:cNvSpPr/>
            <p:nvPr/>
          </p:nvSpPr>
          <p:spPr>
            <a:xfrm>
              <a:off x="2971" y="1471"/>
              <a:ext cx="144" cy="0"/>
            </a:xfrm>
            <a:prstGeom prst="line">
              <a:avLst/>
            </a:prstGeom>
            <a:ln w="28575" cap="flat" cmpd="sng">
              <a:solidFill>
                <a:srgbClr val="FFCC00"/>
              </a:solidFill>
              <a:prstDash val="solid"/>
              <a:headEnd type="oval" w="med" len="med"/>
              <a:tailEnd type="none" w="sm" len="med"/>
            </a:ln>
          </p:spPr>
        </p:sp>
        <p:sp>
          <p:nvSpPr>
            <p:cNvPr id="32806" name="Line 169"/>
            <p:cNvSpPr/>
            <p:nvPr/>
          </p:nvSpPr>
          <p:spPr>
            <a:xfrm>
              <a:off x="3515" y="1480"/>
              <a:ext cx="544" cy="0"/>
            </a:xfrm>
            <a:prstGeom prst="line">
              <a:avLst/>
            </a:prstGeom>
            <a:ln w="28575" cap="flat" cmpd="sng">
              <a:solidFill>
                <a:srgbClr val="FFCC00"/>
              </a:solidFill>
              <a:prstDash val="solid"/>
              <a:headEnd type="none" w="med" len="med"/>
              <a:tailEnd type="oval" w="sm" len="med"/>
            </a:ln>
          </p:spPr>
        </p:sp>
        <p:sp>
          <p:nvSpPr>
            <p:cNvPr id="32807" name="Line 170"/>
            <p:cNvSpPr/>
            <p:nvPr/>
          </p:nvSpPr>
          <p:spPr>
            <a:xfrm>
              <a:off x="4734" y="799"/>
              <a:ext cx="0" cy="624"/>
            </a:xfrm>
            <a:prstGeom prst="line">
              <a:avLst/>
            </a:prstGeom>
            <a:ln w="28575" cap="flat" cmpd="sng">
              <a:solidFill>
                <a:srgbClr val="FFCC00"/>
              </a:solidFill>
              <a:prstDash val="solid"/>
              <a:headEnd type="oval" w="med" len="med"/>
              <a:tailEnd type="none" w="sm" len="med"/>
            </a:ln>
          </p:spPr>
        </p:sp>
        <p:sp>
          <p:nvSpPr>
            <p:cNvPr id="32808" name="Line 171"/>
            <p:cNvSpPr/>
            <p:nvPr/>
          </p:nvSpPr>
          <p:spPr>
            <a:xfrm>
              <a:off x="4638" y="1423"/>
              <a:ext cx="192" cy="0"/>
            </a:xfrm>
            <a:prstGeom prst="line">
              <a:avLst/>
            </a:prstGeom>
            <a:ln w="57150" cap="flat" cmpd="sng">
              <a:solidFill>
                <a:srgbClr val="FF9900"/>
              </a:solidFill>
              <a:prstDash val="solid"/>
              <a:headEnd type="none" w="med" len="med"/>
              <a:tailEnd type="none" w="sm" len="med"/>
            </a:ln>
          </p:spPr>
        </p:sp>
        <p:sp>
          <p:nvSpPr>
            <p:cNvPr id="32809" name="Line 172"/>
            <p:cNvSpPr/>
            <p:nvPr/>
          </p:nvSpPr>
          <p:spPr>
            <a:xfrm>
              <a:off x="4638" y="1519"/>
              <a:ext cx="192" cy="0"/>
            </a:xfrm>
            <a:prstGeom prst="line">
              <a:avLst/>
            </a:prstGeom>
            <a:ln w="57150" cap="flat" cmpd="sng">
              <a:solidFill>
                <a:srgbClr val="FF9900"/>
              </a:solidFill>
              <a:prstDash val="solid"/>
              <a:headEnd type="none" w="med" len="med"/>
              <a:tailEnd type="none" w="sm" len="med"/>
            </a:ln>
          </p:spPr>
        </p:sp>
        <p:sp>
          <p:nvSpPr>
            <p:cNvPr id="32810" name="Text Box 173"/>
            <p:cNvSpPr txBox="1"/>
            <p:nvPr/>
          </p:nvSpPr>
          <p:spPr>
            <a:xfrm>
              <a:off x="3688" y="1454"/>
              <a:ext cx="329" cy="327"/>
            </a:xfrm>
            <a:prstGeom prst="rect">
              <a:avLst/>
            </a:prstGeom>
            <a:noFill/>
            <a:ln w="28575">
              <a:noFill/>
            </a:ln>
          </p:spPr>
          <p:txBody>
            <a:bodyPr wrap="none">
              <a:spAutoFit/>
            </a:bodyPr>
            <a:p>
              <a:pPr>
                <a:spcBef>
                  <a:spcPct val="50000"/>
                </a:spcBef>
              </a:pPr>
              <a:r>
                <a:rPr lang="en-US" altLang="zh-CN" b="0" i="1" dirty="0">
                  <a:solidFill>
                    <a:schemeClr val="bg1"/>
                  </a:solidFill>
                  <a:latin typeface="Times New Roman" panose="02020603050405020304" pitchFamily="18" charset="0"/>
                  <a:ea typeface="宋体" panose="02010600030101010101" pitchFamily="2" charset="-122"/>
                </a:rPr>
                <a:t>R</a:t>
              </a:r>
              <a:r>
                <a:rPr lang="en-US" altLang="zh-CN" b="0" baseline="-25000" dirty="0">
                  <a:solidFill>
                    <a:schemeClr val="bg1"/>
                  </a:solidFill>
                  <a:latin typeface="Times New Roman" panose="02020603050405020304" pitchFamily="18" charset="0"/>
                  <a:ea typeface="宋体" panose="02010600030101010101" pitchFamily="2" charset="-122"/>
                </a:rPr>
                <a:t>1</a:t>
              </a:r>
              <a:endParaRPr lang="en-US" altLang="zh-CN" b="0" i="1" dirty="0">
                <a:solidFill>
                  <a:schemeClr val="bg1"/>
                </a:solidFill>
                <a:latin typeface="Times New Roman" panose="02020603050405020304" pitchFamily="18" charset="0"/>
                <a:ea typeface="宋体" panose="02010600030101010101" pitchFamily="2" charset="-122"/>
              </a:endParaRPr>
            </a:p>
          </p:txBody>
        </p:sp>
        <p:sp>
          <p:nvSpPr>
            <p:cNvPr id="32811" name="Text Box 174"/>
            <p:cNvSpPr txBox="1"/>
            <p:nvPr/>
          </p:nvSpPr>
          <p:spPr>
            <a:xfrm>
              <a:off x="4105" y="890"/>
              <a:ext cx="329" cy="327"/>
            </a:xfrm>
            <a:prstGeom prst="rect">
              <a:avLst/>
            </a:prstGeom>
            <a:noFill/>
            <a:ln w="28575">
              <a:noFill/>
            </a:ln>
          </p:spPr>
          <p:txBody>
            <a:bodyPr wrap="none">
              <a:spAutoFit/>
            </a:bodyPr>
            <a:p>
              <a:pPr>
                <a:spcBef>
                  <a:spcPct val="50000"/>
                </a:spcBef>
              </a:pPr>
              <a:r>
                <a:rPr lang="en-US" altLang="zh-CN" b="0" i="1" dirty="0">
                  <a:solidFill>
                    <a:schemeClr val="bg1"/>
                  </a:solidFill>
                  <a:latin typeface="Times New Roman" panose="02020603050405020304" pitchFamily="18" charset="0"/>
                  <a:ea typeface="宋体" panose="02010600030101010101" pitchFamily="2" charset="-122"/>
                </a:rPr>
                <a:t>R</a:t>
              </a:r>
              <a:r>
                <a:rPr lang="en-US" altLang="zh-CN" b="0" baseline="-25000" dirty="0">
                  <a:solidFill>
                    <a:schemeClr val="bg1"/>
                  </a:solidFill>
                  <a:latin typeface="Times New Roman" panose="02020603050405020304" pitchFamily="18" charset="0"/>
                  <a:ea typeface="宋体" panose="02010600030101010101" pitchFamily="2" charset="-122"/>
                </a:rPr>
                <a:t>2</a:t>
              </a:r>
              <a:endParaRPr lang="en-US" altLang="zh-CN" b="0" i="1" dirty="0">
                <a:solidFill>
                  <a:schemeClr val="bg1"/>
                </a:solidFill>
                <a:latin typeface="Times New Roman" panose="02020603050405020304" pitchFamily="18" charset="0"/>
                <a:ea typeface="宋体" panose="02010600030101010101" pitchFamily="2" charset="-122"/>
              </a:endParaRPr>
            </a:p>
          </p:txBody>
        </p:sp>
        <p:sp>
          <p:nvSpPr>
            <p:cNvPr id="32812" name="Text Box 175"/>
            <p:cNvSpPr txBox="1"/>
            <p:nvPr/>
          </p:nvSpPr>
          <p:spPr>
            <a:xfrm>
              <a:off x="4105" y="1706"/>
              <a:ext cx="329" cy="327"/>
            </a:xfrm>
            <a:prstGeom prst="rect">
              <a:avLst/>
            </a:prstGeom>
            <a:noFill/>
            <a:ln w="28575">
              <a:noFill/>
            </a:ln>
          </p:spPr>
          <p:txBody>
            <a:bodyPr wrap="none">
              <a:spAutoFit/>
            </a:bodyPr>
            <a:p>
              <a:pPr>
                <a:spcBef>
                  <a:spcPct val="50000"/>
                </a:spcBef>
              </a:pPr>
              <a:r>
                <a:rPr lang="en-US" altLang="zh-CN" b="0" i="1" dirty="0">
                  <a:solidFill>
                    <a:schemeClr val="bg1"/>
                  </a:solidFill>
                  <a:latin typeface="Times New Roman" panose="02020603050405020304" pitchFamily="18" charset="0"/>
                  <a:ea typeface="宋体" panose="02010600030101010101" pitchFamily="2" charset="-122"/>
                </a:rPr>
                <a:t>R</a:t>
              </a:r>
              <a:r>
                <a:rPr lang="en-US" altLang="zh-CN" b="0" baseline="-25000" dirty="0">
                  <a:solidFill>
                    <a:schemeClr val="bg1"/>
                  </a:solidFill>
                  <a:latin typeface="Times New Roman" panose="02020603050405020304" pitchFamily="18" charset="0"/>
                  <a:ea typeface="宋体" panose="02010600030101010101" pitchFamily="2" charset="-122"/>
                </a:rPr>
                <a:t>3</a:t>
              </a:r>
              <a:endParaRPr lang="en-US" altLang="zh-CN" b="0" i="1" dirty="0">
                <a:solidFill>
                  <a:schemeClr val="bg1"/>
                </a:solidFill>
                <a:latin typeface="Times New Roman" panose="02020603050405020304" pitchFamily="18" charset="0"/>
                <a:ea typeface="宋体" panose="02010600030101010101" pitchFamily="2" charset="-122"/>
              </a:endParaRPr>
            </a:p>
          </p:txBody>
        </p:sp>
        <p:sp>
          <p:nvSpPr>
            <p:cNvPr id="32813" name="Text Box 176"/>
            <p:cNvSpPr txBox="1"/>
            <p:nvPr/>
          </p:nvSpPr>
          <p:spPr>
            <a:xfrm>
              <a:off x="3403" y="1775"/>
              <a:ext cx="329" cy="327"/>
            </a:xfrm>
            <a:prstGeom prst="rect">
              <a:avLst/>
            </a:prstGeom>
            <a:noFill/>
            <a:ln w="28575">
              <a:noFill/>
            </a:ln>
          </p:spPr>
          <p:txBody>
            <a:bodyPr wrap="none">
              <a:spAutoFit/>
            </a:bodyPr>
            <a:p>
              <a:pPr>
                <a:spcBef>
                  <a:spcPct val="50000"/>
                </a:spcBef>
              </a:pPr>
              <a:r>
                <a:rPr lang="en-US" altLang="zh-CN" b="0" i="1" dirty="0">
                  <a:solidFill>
                    <a:schemeClr val="bg1"/>
                  </a:solidFill>
                  <a:latin typeface="Times New Roman" panose="02020603050405020304" pitchFamily="18" charset="0"/>
                  <a:ea typeface="宋体" panose="02010600030101010101" pitchFamily="2" charset="-122"/>
                </a:rPr>
                <a:t>R</a:t>
              </a:r>
              <a:r>
                <a:rPr lang="en-US" altLang="zh-CN" b="0" baseline="-25000" dirty="0">
                  <a:solidFill>
                    <a:schemeClr val="bg1"/>
                  </a:solidFill>
                  <a:latin typeface="Times New Roman" panose="02020603050405020304" pitchFamily="18" charset="0"/>
                  <a:ea typeface="宋体" panose="02010600030101010101" pitchFamily="2" charset="-122"/>
                </a:rPr>
                <a:t>4</a:t>
              </a:r>
              <a:endParaRPr lang="en-US" altLang="zh-CN" b="0" i="1" dirty="0">
                <a:solidFill>
                  <a:schemeClr val="bg1"/>
                </a:solidFill>
                <a:latin typeface="Times New Roman" panose="02020603050405020304" pitchFamily="18" charset="0"/>
                <a:ea typeface="宋体" panose="02010600030101010101" pitchFamily="2" charset="-122"/>
              </a:endParaRPr>
            </a:p>
          </p:txBody>
        </p:sp>
        <p:sp>
          <p:nvSpPr>
            <p:cNvPr id="32814" name="Rectangle 177"/>
            <p:cNvSpPr/>
            <p:nvPr/>
          </p:nvSpPr>
          <p:spPr>
            <a:xfrm>
              <a:off x="3425" y="2096"/>
              <a:ext cx="317" cy="136"/>
            </a:xfrm>
            <a:prstGeom prst="rect">
              <a:avLst/>
            </a:prstGeom>
            <a:gradFill rotWithShape="1">
              <a:gsLst>
                <a:gs pos="0">
                  <a:srgbClr val="764700"/>
                </a:gs>
                <a:gs pos="50000">
                  <a:srgbClr val="FF9900"/>
                </a:gs>
                <a:gs pos="100000">
                  <a:srgbClr val="764700"/>
                </a:gs>
              </a:gsLst>
              <a:lin ang="5400000" scaled="1"/>
              <a:tileRect/>
            </a:gradFill>
            <a:ln w="28575">
              <a:noFill/>
            </a:ln>
          </p:spPr>
          <p:txBody>
            <a:bodyPr wrap="none" anchor="ctr" anchorCtr="0"/>
            <a:p>
              <a:endParaRPr lang="zh-CN" altLang="en-US" dirty="0">
                <a:latin typeface="楷体_GB2312" pitchFamily="49" charset="-122"/>
              </a:endParaRPr>
            </a:p>
          </p:txBody>
        </p:sp>
        <p:sp>
          <p:nvSpPr>
            <p:cNvPr id="32815" name="Rectangle 178"/>
            <p:cNvSpPr/>
            <p:nvPr/>
          </p:nvSpPr>
          <p:spPr>
            <a:xfrm>
              <a:off x="4005" y="981"/>
              <a:ext cx="127" cy="318"/>
            </a:xfrm>
            <a:prstGeom prst="rect">
              <a:avLst/>
            </a:prstGeom>
            <a:gradFill rotWithShape="1">
              <a:gsLst>
                <a:gs pos="0">
                  <a:srgbClr val="764700"/>
                </a:gs>
                <a:gs pos="50000">
                  <a:srgbClr val="FF9900"/>
                </a:gs>
                <a:gs pos="100000">
                  <a:srgbClr val="764700"/>
                </a:gs>
              </a:gsLst>
              <a:lin ang="0" scaled="1"/>
              <a:tileRect/>
            </a:gradFill>
            <a:ln w="28575">
              <a:noFill/>
            </a:ln>
          </p:spPr>
          <p:txBody>
            <a:bodyPr wrap="none" anchor="ctr" anchorCtr="0"/>
            <a:p>
              <a:endParaRPr lang="zh-CN" altLang="en-US" dirty="0">
                <a:latin typeface="楷体_GB2312" pitchFamily="49" charset="-122"/>
              </a:endParaRPr>
            </a:p>
          </p:txBody>
        </p:sp>
        <p:sp>
          <p:nvSpPr>
            <p:cNvPr id="32816" name="Rectangle 179"/>
            <p:cNvSpPr/>
            <p:nvPr/>
          </p:nvSpPr>
          <p:spPr>
            <a:xfrm>
              <a:off x="3987" y="1661"/>
              <a:ext cx="127" cy="318"/>
            </a:xfrm>
            <a:prstGeom prst="rect">
              <a:avLst/>
            </a:prstGeom>
            <a:gradFill rotWithShape="1">
              <a:gsLst>
                <a:gs pos="0">
                  <a:srgbClr val="764700"/>
                </a:gs>
                <a:gs pos="50000">
                  <a:srgbClr val="FF9900"/>
                </a:gs>
                <a:gs pos="100000">
                  <a:srgbClr val="764700"/>
                </a:gs>
              </a:gsLst>
              <a:lin ang="0" scaled="1"/>
              <a:tileRect/>
            </a:gradFill>
            <a:ln w="28575">
              <a:noFill/>
            </a:ln>
          </p:spPr>
          <p:txBody>
            <a:bodyPr wrap="none" anchor="ctr" anchorCtr="0"/>
            <a:p>
              <a:endParaRPr lang="zh-CN" altLang="en-US" dirty="0">
                <a:latin typeface="楷体_GB2312" pitchFamily="49" charset="-122"/>
              </a:endParaRPr>
            </a:p>
          </p:txBody>
        </p:sp>
        <p:sp>
          <p:nvSpPr>
            <p:cNvPr id="32817" name="Rectangle 180"/>
            <p:cNvSpPr/>
            <p:nvPr/>
          </p:nvSpPr>
          <p:spPr>
            <a:xfrm>
              <a:off x="3651" y="1389"/>
              <a:ext cx="317" cy="136"/>
            </a:xfrm>
            <a:prstGeom prst="rect">
              <a:avLst/>
            </a:prstGeom>
            <a:gradFill rotWithShape="1">
              <a:gsLst>
                <a:gs pos="0">
                  <a:srgbClr val="764700"/>
                </a:gs>
                <a:gs pos="50000">
                  <a:srgbClr val="FF9900"/>
                </a:gs>
                <a:gs pos="100000">
                  <a:srgbClr val="764700"/>
                </a:gs>
              </a:gsLst>
              <a:lin ang="5400000" scaled="1"/>
              <a:tileRect/>
            </a:gradFill>
            <a:ln w="28575">
              <a:noFill/>
            </a:ln>
          </p:spPr>
          <p:txBody>
            <a:bodyPr wrap="none" anchor="ctr" anchorCtr="0"/>
            <a:p>
              <a:endParaRPr lang="zh-CN" altLang="en-US" dirty="0">
                <a:latin typeface="楷体_GB2312" pitchFamily="49" charset="-122"/>
              </a:endParaRPr>
            </a:p>
          </p:txBody>
        </p:sp>
        <p:sp>
          <p:nvSpPr>
            <p:cNvPr id="32818" name="Line 185"/>
            <p:cNvSpPr/>
            <p:nvPr/>
          </p:nvSpPr>
          <p:spPr>
            <a:xfrm>
              <a:off x="4740" y="1525"/>
              <a:ext cx="0" cy="635"/>
            </a:xfrm>
            <a:prstGeom prst="line">
              <a:avLst/>
            </a:prstGeom>
            <a:ln w="28575" cap="flat" cmpd="sng">
              <a:solidFill>
                <a:srgbClr val="FFCC00"/>
              </a:solidFill>
              <a:prstDash val="solid"/>
              <a:headEnd type="none" w="med" len="med"/>
              <a:tailEnd type="oval" w="med" len="med"/>
            </a:ln>
          </p:spPr>
        </p:sp>
        <p:grpSp>
          <p:nvGrpSpPr>
            <p:cNvPr id="32819" name="Group 203"/>
            <p:cNvGrpSpPr/>
            <p:nvPr/>
          </p:nvGrpSpPr>
          <p:grpSpPr>
            <a:xfrm rot="5400000">
              <a:off x="3264" y="1229"/>
              <a:ext cx="91" cy="408"/>
              <a:chOff x="1565" y="2614"/>
              <a:chExt cx="90" cy="486"/>
            </a:xfrm>
          </p:grpSpPr>
          <p:sp>
            <p:nvSpPr>
              <p:cNvPr id="32820" name="Arc 204"/>
              <p:cNvSpPr/>
              <p:nvPr/>
            </p:nvSpPr>
            <p:spPr>
              <a:xfrm flipH="1" flipV="1">
                <a:off x="1565" y="2860"/>
                <a:ext cx="90" cy="116"/>
              </a:xfrm>
              <a:custGeom>
                <a:avLst/>
                <a:gdLst>
                  <a:gd name="txL" fmla="*/ 0 w 22723"/>
                  <a:gd name="txT" fmla="*/ 0 h 43200"/>
                  <a:gd name="txR" fmla="*/ 22723 w 22723"/>
                  <a:gd name="txB" fmla="*/ 43200 h 43200"/>
                </a:gdLst>
                <a:ahLst/>
                <a:cxnLst>
                  <a:cxn ang="0">
                    <a:pos x="1122" y="0"/>
                  </a:cxn>
                  <a:cxn ang="0">
                    <a:pos x="22723" y="21600"/>
                  </a:cxn>
                  <a:cxn ang="0">
                    <a:pos x="1123" y="43200"/>
                  </a:cxn>
                  <a:cxn ang="0">
                    <a:pos x="0" y="43170"/>
                  </a:cxn>
                  <a:cxn ang="0">
                    <a:pos x="1122" y="0"/>
                  </a:cxn>
                  <a:cxn ang="0">
                    <a:pos x="22723" y="21600"/>
                  </a:cxn>
                  <a:cxn ang="0">
                    <a:pos x="1123" y="43200"/>
                  </a:cxn>
                  <a:cxn ang="0">
                    <a:pos x="0" y="43170"/>
                  </a:cxn>
                  <a:cxn ang="0">
                    <a:pos x="1123" y="21600"/>
                  </a:cxn>
                </a:cxnLst>
                <a:rect l="txL" t="txT" r="txR" b="txB"/>
                <a:pathLst>
                  <a:path w="22723" h="43200" fill="none">
                    <a:moveTo>
                      <a:pt x="1122" y="0"/>
                    </a:moveTo>
                    <a:cubicBezTo>
                      <a:pt x="13052" y="0"/>
                      <a:pt x="22723" y="9670"/>
                      <a:pt x="22723" y="21600"/>
                    </a:cubicBezTo>
                    <a:cubicBezTo>
                      <a:pt x="22723" y="33529"/>
                      <a:pt x="13052" y="43200"/>
                      <a:pt x="1123" y="43200"/>
                    </a:cubicBezTo>
                    <a:cubicBezTo>
                      <a:pt x="748" y="43200"/>
                      <a:pt x="374" y="43190"/>
                      <a:pt x="0" y="43170"/>
                    </a:cubicBezTo>
                  </a:path>
                  <a:path w="22723" h="43200" stroke="0">
                    <a:moveTo>
                      <a:pt x="1122" y="0"/>
                    </a:moveTo>
                    <a:cubicBezTo>
                      <a:pt x="13052" y="0"/>
                      <a:pt x="22723" y="9670"/>
                      <a:pt x="22723" y="21600"/>
                    </a:cubicBezTo>
                    <a:cubicBezTo>
                      <a:pt x="22723" y="33529"/>
                      <a:pt x="13052" y="43200"/>
                      <a:pt x="1123" y="43200"/>
                    </a:cubicBezTo>
                    <a:cubicBezTo>
                      <a:pt x="748" y="43200"/>
                      <a:pt x="374" y="43190"/>
                      <a:pt x="0" y="43170"/>
                    </a:cubicBezTo>
                    <a:lnTo>
                      <a:pt x="1123" y="21600"/>
                    </a:lnTo>
                    <a:close/>
                  </a:path>
                </a:pathLst>
              </a:custGeom>
              <a:noFill/>
              <a:ln w="28575" cap="flat" cmpd="sng">
                <a:solidFill>
                  <a:srgbClr val="FF9900"/>
                </a:solidFill>
                <a:prstDash val="solid"/>
                <a:round/>
                <a:headEnd type="none" w="med" len="med"/>
                <a:tailEnd type="none" w="med" len="med"/>
              </a:ln>
            </p:spPr>
            <p:txBody>
              <a:bodyPr wrap="none" anchor="ctr" anchorCtr="0"/>
              <a:p>
                <a:endParaRPr lang="zh-CN" altLang="en-US" dirty="0">
                  <a:latin typeface="楷体_GB2312" pitchFamily="49" charset="-122"/>
                </a:endParaRPr>
              </a:p>
            </p:txBody>
          </p:sp>
          <p:sp>
            <p:nvSpPr>
              <p:cNvPr id="32821" name="Arc 205"/>
              <p:cNvSpPr/>
              <p:nvPr/>
            </p:nvSpPr>
            <p:spPr>
              <a:xfrm flipH="1" flipV="1">
                <a:off x="1565" y="2737"/>
                <a:ext cx="90" cy="116"/>
              </a:xfrm>
              <a:custGeom>
                <a:avLst/>
                <a:gdLst>
                  <a:gd name="txL" fmla="*/ 0 w 22723"/>
                  <a:gd name="txT" fmla="*/ 0 h 43200"/>
                  <a:gd name="txR" fmla="*/ 22723 w 22723"/>
                  <a:gd name="txB" fmla="*/ 43200 h 43200"/>
                </a:gdLst>
                <a:ahLst/>
                <a:cxnLst>
                  <a:cxn ang="0">
                    <a:pos x="1122" y="0"/>
                  </a:cxn>
                  <a:cxn ang="0">
                    <a:pos x="22723" y="21600"/>
                  </a:cxn>
                  <a:cxn ang="0">
                    <a:pos x="1123" y="43200"/>
                  </a:cxn>
                  <a:cxn ang="0">
                    <a:pos x="0" y="43170"/>
                  </a:cxn>
                  <a:cxn ang="0">
                    <a:pos x="1122" y="0"/>
                  </a:cxn>
                  <a:cxn ang="0">
                    <a:pos x="22723" y="21600"/>
                  </a:cxn>
                  <a:cxn ang="0">
                    <a:pos x="1123" y="43200"/>
                  </a:cxn>
                  <a:cxn ang="0">
                    <a:pos x="0" y="43170"/>
                  </a:cxn>
                  <a:cxn ang="0">
                    <a:pos x="1123" y="21600"/>
                  </a:cxn>
                </a:cxnLst>
                <a:rect l="txL" t="txT" r="txR" b="txB"/>
                <a:pathLst>
                  <a:path w="22723" h="43200" fill="none">
                    <a:moveTo>
                      <a:pt x="1122" y="0"/>
                    </a:moveTo>
                    <a:cubicBezTo>
                      <a:pt x="13052" y="0"/>
                      <a:pt x="22723" y="9670"/>
                      <a:pt x="22723" y="21600"/>
                    </a:cubicBezTo>
                    <a:cubicBezTo>
                      <a:pt x="22723" y="33529"/>
                      <a:pt x="13052" y="43200"/>
                      <a:pt x="1123" y="43200"/>
                    </a:cubicBezTo>
                    <a:cubicBezTo>
                      <a:pt x="748" y="43200"/>
                      <a:pt x="374" y="43190"/>
                      <a:pt x="0" y="43170"/>
                    </a:cubicBezTo>
                  </a:path>
                  <a:path w="22723" h="43200" stroke="0">
                    <a:moveTo>
                      <a:pt x="1122" y="0"/>
                    </a:moveTo>
                    <a:cubicBezTo>
                      <a:pt x="13052" y="0"/>
                      <a:pt x="22723" y="9670"/>
                      <a:pt x="22723" y="21600"/>
                    </a:cubicBezTo>
                    <a:cubicBezTo>
                      <a:pt x="22723" y="33529"/>
                      <a:pt x="13052" y="43200"/>
                      <a:pt x="1123" y="43200"/>
                    </a:cubicBezTo>
                    <a:cubicBezTo>
                      <a:pt x="748" y="43200"/>
                      <a:pt x="374" y="43190"/>
                      <a:pt x="0" y="43170"/>
                    </a:cubicBezTo>
                    <a:lnTo>
                      <a:pt x="1123" y="21600"/>
                    </a:lnTo>
                    <a:close/>
                  </a:path>
                </a:pathLst>
              </a:custGeom>
              <a:noFill/>
              <a:ln w="28575" cap="flat" cmpd="sng">
                <a:solidFill>
                  <a:srgbClr val="FF9900"/>
                </a:solidFill>
                <a:prstDash val="solid"/>
                <a:round/>
                <a:headEnd type="none" w="med" len="med"/>
                <a:tailEnd type="none" w="med" len="med"/>
              </a:ln>
            </p:spPr>
            <p:txBody>
              <a:bodyPr wrap="none" anchor="ctr" anchorCtr="0"/>
              <a:p>
                <a:endParaRPr lang="zh-CN" altLang="en-US" dirty="0">
                  <a:latin typeface="楷体_GB2312" pitchFamily="49" charset="-122"/>
                </a:endParaRPr>
              </a:p>
            </p:txBody>
          </p:sp>
          <p:sp>
            <p:nvSpPr>
              <p:cNvPr id="32822" name="Arc 206"/>
              <p:cNvSpPr/>
              <p:nvPr/>
            </p:nvSpPr>
            <p:spPr>
              <a:xfrm flipH="1" flipV="1">
                <a:off x="1565" y="2614"/>
                <a:ext cx="90" cy="116"/>
              </a:xfrm>
              <a:custGeom>
                <a:avLst/>
                <a:gdLst>
                  <a:gd name="txL" fmla="*/ 0 w 22723"/>
                  <a:gd name="txT" fmla="*/ 0 h 43200"/>
                  <a:gd name="txR" fmla="*/ 22723 w 22723"/>
                  <a:gd name="txB" fmla="*/ 43200 h 43200"/>
                </a:gdLst>
                <a:ahLst/>
                <a:cxnLst>
                  <a:cxn ang="0">
                    <a:pos x="1122" y="0"/>
                  </a:cxn>
                  <a:cxn ang="0">
                    <a:pos x="22723" y="21600"/>
                  </a:cxn>
                  <a:cxn ang="0">
                    <a:pos x="1123" y="43200"/>
                  </a:cxn>
                  <a:cxn ang="0">
                    <a:pos x="0" y="43170"/>
                  </a:cxn>
                  <a:cxn ang="0">
                    <a:pos x="1122" y="0"/>
                  </a:cxn>
                  <a:cxn ang="0">
                    <a:pos x="22723" y="21600"/>
                  </a:cxn>
                  <a:cxn ang="0">
                    <a:pos x="1123" y="43200"/>
                  </a:cxn>
                  <a:cxn ang="0">
                    <a:pos x="0" y="43170"/>
                  </a:cxn>
                  <a:cxn ang="0">
                    <a:pos x="1123" y="21600"/>
                  </a:cxn>
                </a:cxnLst>
                <a:rect l="txL" t="txT" r="txR" b="txB"/>
                <a:pathLst>
                  <a:path w="22723" h="43200" fill="none">
                    <a:moveTo>
                      <a:pt x="1122" y="0"/>
                    </a:moveTo>
                    <a:cubicBezTo>
                      <a:pt x="13052" y="0"/>
                      <a:pt x="22723" y="9670"/>
                      <a:pt x="22723" y="21600"/>
                    </a:cubicBezTo>
                    <a:cubicBezTo>
                      <a:pt x="22723" y="33529"/>
                      <a:pt x="13052" y="43200"/>
                      <a:pt x="1123" y="43200"/>
                    </a:cubicBezTo>
                    <a:cubicBezTo>
                      <a:pt x="748" y="43200"/>
                      <a:pt x="374" y="43190"/>
                      <a:pt x="0" y="43170"/>
                    </a:cubicBezTo>
                  </a:path>
                  <a:path w="22723" h="43200" stroke="0">
                    <a:moveTo>
                      <a:pt x="1122" y="0"/>
                    </a:moveTo>
                    <a:cubicBezTo>
                      <a:pt x="13052" y="0"/>
                      <a:pt x="22723" y="9670"/>
                      <a:pt x="22723" y="21600"/>
                    </a:cubicBezTo>
                    <a:cubicBezTo>
                      <a:pt x="22723" y="33529"/>
                      <a:pt x="13052" y="43200"/>
                      <a:pt x="1123" y="43200"/>
                    </a:cubicBezTo>
                    <a:cubicBezTo>
                      <a:pt x="748" y="43200"/>
                      <a:pt x="374" y="43190"/>
                      <a:pt x="0" y="43170"/>
                    </a:cubicBezTo>
                    <a:lnTo>
                      <a:pt x="1123" y="21600"/>
                    </a:lnTo>
                    <a:close/>
                  </a:path>
                </a:pathLst>
              </a:custGeom>
              <a:noFill/>
              <a:ln w="28575" cap="flat" cmpd="sng">
                <a:solidFill>
                  <a:srgbClr val="FF9900"/>
                </a:solidFill>
                <a:prstDash val="solid"/>
                <a:round/>
                <a:headEnd type="none" w="med" len="med"/>
                <a:tailEnd type="none" w="med" len="med"/>
              </a:ln>
            </p:spPr>
            <p:txBody>
              <a:bodyPr wrap="none" anchor="ctr" anchorCtr="0"/>
              <a:p>
                <a:endParaRPr lang="zh-CN" altLang="en-US" dirty="0">
                  <a:latin typeface="楷体_GB2312" pitchFamily="49" charset="-122"/>
                </a:endParaRPr>
              </a:p>
            </p:txBody>
          </p:sp>
          <p:sp>
            <p:nvSpPr>
              <p:cNvPr id="32823" name="Arc 207"/>
              <p:cNvSpPr/>
              <p:nvPr/>
            </p:nvSpPr>
            <p:spPr>
              <a:xfrm flipH="1" flipV="1">
                <a:off x="1565" y="2984"/>
                <a:ext cx="90" cy="116"/>
              </a:xfrm>
              <a:custGeom>
                <a:avLst/>
                <a:gdLst>
                  <a:gd name="txL" fmla="*/ 0 w 22723"/>
                  <a:gd name="txT" fmla="*/ 0 h 43200"/>
                  <a:gd name="txR" fmla="*/ 22723 w 22723"/>
                  <a:gd name="txB" fmla="*/ 43200 h 43200"/>
                </a:gdLst>
                <a:ahLst/>
                <a:cxnLst>
                  <a:cxn ang="0">
                    <a:pos x="1122" y="0"/>
                  </a:cxn>
                  <a:cxn ang="0">
                    <a:pos x="22723" y="21600"/>
                  </a:cxn>
                  <a:cxn ang="0">
                    <a:pos x="1123" y="43200"/>
                  </a:cxn>
                  <a:cxn ang="0">
                    <a:pos x="0" y="43170"/>
                  </a:cxn>
                  <a:cxn ang="0">
                    <a:pos x="1122" y="0"/>
                  </a:cxn>
                  <a:cxn ang="0">
                    <a:pos x="22723" y="21600"/>
                  </a:cxn>
                  <a:cxn ang="0">
                    <a:pos x="1123" y="43200"/>
                  </a:cxn>
                  <a:cxn ang="0">
                    <a:pos x="0" y="43170"/>
                  </a:cxn>
                  <a:cxn ang="0">
                    <a:pos x="1123" y="21600"/>
                  </a:cxn>
                </a:cxnLst>
                <a:rect l="txL" t="txT" r="txR" b="txB"/>
                <a:pathLst>
                  <a:path w="22723" h="43200" fill="none">
                    <a:moveTo>
                      <a:pt x="1122" y="0"/>
                    </a:moveTo>
                    <a:cubicBezTo>
                      <a:pt x="13052" y="0"/>
                      <a:pt x="22723" y="9670"/>
                      <a:pt x="22723" y="21600"/>
                    </a:cubicBezTo>
                    <a:cubicBezTo>
                      <a:pt x="22723" y="33529"/>
                      <a:pt x="13052" y="43200"/>
                      <a:pt x="1123" y="43200"/>
                    </a:cubicBezTo>
                    <a:cubicBezTo>
                      <a:pt x="748" y="43200"/>
                      <a:pt x="374" y="43190"/>
                      <a:pt x="0" y="43170"/>
                    </a:cubicBezTo>
                  </a:path>
                  <a:path w="22723" h="43200" stroke="0">
                    <a:moveTo>
                      <a:pt x="1122" y="0"/>
                    </a:moveTo>
                    <a:cubicBezTo>
                      <a:pt x="13052" y="0"/>
                      <a:pt x="22723" y="9670"/>
                      <a:pt x="22723" y="21600"/>
                    </a:cubicBezTo>
                    <a:cubicBezTo>
                      <a:pt x="22723" y="33529"/>
                      <a:pt x="13052" y="43200"/>
                      <a:pt x="1123" y="43200"/>
                    </a:cubicBezTo>
                    <a:cubicBezTo>
                      <a:pt x="748" y="43200"/>
                      <a:pt x="374" y="43190"/>
                      <a:pt x="0" y="43170"/>
                    </a:cubicBezTo>
                    <a:lnTo>
                      <a:pt x="1123" y="21600"/>
                    </a:lnTo>
                    <a:close/>
                  </a:path>
                </a:pathLst>
              </a:custGeom>
              <a:noFill/>
              <a:ln w="28575" cap="flat" cmpd="sng">
                <a:solidFill>
                  <a:srgbClr val="FF9900"/>
                </a:solidFill>
                <a:prstDash val="solid"/>
                <a:round/>
                <a:headEnd type="none" w="med" len="med"/>
                <a:tailEnd type="none" w="med" len="med"/>
              </a:ln>
            </p:spPr>
            <p:txBody>
              <a:bodyPr wrap="none" anchor="ctr" anchorCtr="0"/>
              <a:p>
                <a:endParaRPr lang="zh-CN" altLang="en-US" dirty="0">
                  <a:latin typeface="楷体_GB2312" pitchFamily="49" charset="-122"/>
                </a:endParaRPr>
              </a:p>
            </p:txBody>
          </p:sp>
        </p:gr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5" presetClass="entr" presetSubtype="0" fill="hold" grpId="0" nodeType="withEffect">
                                  <p:stCondLst>
                                    <p:cond delay="0"/>
                                  </p:stCondLst>
                                  <p:childTnLst>
                                    <p:set>
                                      <p:cBhvr>
                                        <p:cTn id="6" dur="1" fill="hold">
                                          <p:stCondLst>
                                            <p:cond delay="0"/>
                                          </p:stCondLst>
                                        </p:cTn>
                                        <p:tgtEl>
                                          <p:spTgt spid="46083"/>
                                        </p:tgtEl>
                                        <p:attrNameLst>
                                          <p:attrName>style.visibility</p:attrName>
                                        </p:attrNameLst>
                                      </p:cBhvr>
                                      <p:to>
                                        <p:strVal val="visible"/>
                                      </p:to>
                                    </p:set>
                                    <p:anim calcmode="lin" valueType="num">
                                      <p:cBhvr>
                                        <p:cTn id="7" dur="1000" fill="hold"/>
                                        <p:tgtEl>
                                          <p:spTgt spid="46083"/>
                                        </p:tgtEl>
                                        <p:attrNameLst>
                                          <p:attrName>ppt_w</p:attrName>
                                        </p:attrNameLst>
                                      </p:cBhvr>
                                      <p:tavLst>
                                        <p:tav tm="0">
                                          <p:val>
                                            <p:fltVal val="0.000000"/>
                                          </p:val>
                                        </p:tav>
                                        <p:tav tm="100000">
                                          <p:val>
                                            <p:strVal val="#ppt_w"/>
                                          </p:val>
                                        </p:tav>
                                      </p:tavLst>
                                    </p:anim>
                                    <p:anim calcmode="lin" valueType="num">
                                      <p:cBhvr>
                                        <p:cTn id="8" dur="1000" fill="hold"/>
                                        <p:tgtEl>
                                          <p:spTgt spid="46083"/>
                                        </p:tgtEl>
                                        <p:attrNameLst>
                                          <p:attrName>ppt_h</p:attrName>
                                        </p:attrNameLst>
                                      </p:cBhvr>
                                      <p:tavLst>
                                        <p:tav tm="0">
                                          <p:val>
                                            <p:fltVal val="0.000000"/>
                                          </p:val>
                                        </p:tav>
                                        <p:tav tm="100000">
                                          <p:val>
                                            <p:strVal val="#ppt_h"/>
                                          </p:val>
                                        </p:tav>
                                      </p:tavLst>
                                    </p:anim>
                                    <p:anim calcmode="lin" valueType="num">
                                      <p:cBhvr>
                                        <p:cTn id="9" dur="1000" fill="hold"/>
                                        <p:tgtEl>
                                          <p:spTgt spid="46083"/>
                                        </p:tgtEl>
                                        <p:attrNameLst>
                                          <p:attrName>ppt_x</p:attrName>
                                        </p:attrNameLst>
                                      </p:cBhvr>
                                      <p:tavLst>
                                        <p:tav tm="0" fmla="#ppt_x+(cos(-2*pi*(1-$))*-#ppt_x-sin(-2*pi*(1-$))*(1-#ppt_y))*(1-$)">
                                          <p:val>
                                            <p:fltVal val="0.000000"/>
                                          </p:val>
                                        </p:tav>
                                        <p:tav tm="100000">
                                          <p:val>
                                            <p:fltVal val="1.000000"/>
                                          </p:val>
                                        </p:tav>
                                      </p:tavLst>
                                    </p:anim>
                                    <p:anim calcmode="lin" valueType="num">
                                      <p:cBhvr>
                                        <p:cTn id="10" dur="1000" fill="hold"/>
                                        <p:tgtEl>
                                          <p:spTgt spid="46083"/>
                                        </p:tgtEl>
                                        <p:attrNameLst>
                                          <p:attrName>ppt_y</p:attrName>
                                        </p:attrNameLst>
                                      </p:cBhvr>
                                      <p:tavLst>
                                        <p:tav tm="0" fmla="#ppt_y+(sin(-2*pi*(1-$))*-#ppt_x+cos(-2*pi*(1-$))*(1-#ppt_y))*(1-$)">
                                          <p:val>
                                            <p:fltVal val="0.000000"/>
                                          </p:val>
                                        </p:tav>
                                        <p:tav tm="100000">
                                          <p:val>
                                            <p:fltVal val="1.000000"/>
                                          </p:val>
                                        </p:tav>
                                      </p:tavLst>
                                    </p:anim>
                                  </p:childTnLst>
                                </p:cTn>
                              </p:par>
                            </p:childTnLst>
                          </p:cTn>
                        </p:par>
                        <p:par>
                          <p:cTn id="11" fill="hold">
                            <p:stCondLst>
                              <p:cond delay="1000"/>
                            </p:stCondLst>
                            <p:childTnLst>
                              <p:par>
                                <p:cTn id="12" presetID="3" presetClass="entr" presetSubtype="10" fill="hold" nodeType="afterEffect">
                                  <p:stCondLst>
                                    <p:cond delay="0"/>
                                  </p:stCondLst>
                                  <p:childTnLst>
                                    <p:set>
                                      <p:cBhvr>
                                        <p:cTn id="13" dur="1" fill="hold">
                                          <p:stCondLst>
                                            <p:cond delay="0"/>
                                          </p:stCondLst>
                                        </p:cTn>
                                        <p:tgtEl>
                                          <p:spTgt spid="10"/>
                                        </p:tgtEl>
                                        <p:attrNameLst>
                                          <p:attrName>style.visibility</p:attrName>
                                        </p:attrNameLst>
                                      </p:cBhvr>
                                      <p:to>
                                        <p:strVal val="visible"/>
                                      </p:to>
                                    </p:set>
                                    <p:animEffect transition="in" filter="blinds(horizontal)">
                                      <p:cBhvr>
                                        <p:cTn id="14" dur="500"/>
                                        <p:tgtEl>
                                          <p:spTgt spid="10"/>
                                        </p:tgtEl>
                                      </p:cBhvr>
                                    </p:animEffect>
                                  </p:childTnLst>
                                </p:cTn>
                              </p:par>
                            </p:childTnLst>
                          </p:cTn>
                        </p:par>
                        <p:par>
                          <p:cTn id="15" fill="hold">
                            <p:stCondLst>
                              <p:cond delay="1500"/>
                            </p:stCondLst>
                            <p:childTnLst>
                              <p:par>
                                <p:cTn id="16" presetID="2" presetClass="entr" presetSubtype="2" fill="hold" grpId="0" nodeType="afterEffect">
                                  <p:stCondLst>
                                    <p:cond delay="0"/>
                                  </p:stCondLst>
                                  <p:childTnLst>
                                    <p:set>
                                      <p:cBhvr>
                                        <p:cTn id="17" dur="1" fill="hold">
                                          <p:stCondLst>
                                            <p:cond delay="0"/>
                                          </p:stCondLst>
                                        </p:cTn>
                                        <p:tgtEl>
                                          <p:spTgt spid="46082"/>
                                        </p:tgtEl>
                                        <p:attrNameLst>
                                          <p:attrName>style.visibility</p:attrName>
                                        </p:attrNameLst>
                                      </p:cBhvr>
                                      <p:to>
                                        <p:strVal val="visible"/>
                                      </p:to>
                                    </p:set>
                                    <p:anim calcmode="lin" valueType="num">
                                      <p:cBhvr additive="base">
                                        <p:cTn id="18" dur="500" fill="hold"/>
                                        <p:tgtEl>
                                          <p:spTgt spid="46082"/>
                                        </p:tgtEl>
                                        <p:attrNameLst>
                                          <p:attrName>ppt_x</p:attrName>
                                        </p:attrNameLst>
                                      </p:cBhvr>
                                      <p:tavLst>
                                        <p:tav tm="0">
                                          <p:val>
                                            <p:strVal val="1+#ppt_w/2"/>
                                          </p:val>
                                        </p:tav>
                                        <p:tav tm="100000">
                                          <p:val>
                                            <p:strVal val="#ppt_x"/>
                                          </p:val>
                                        </p:tav>
                                      </p:tavLst>
                                    </p:anim>
                                    <p:anim calcmode="lin" valueType="num">
                                      <p:cBhvr additive="base">
                                        <p:cTn id="19" dur="500" fill="hold"/>
                                        <p:tgtEl>
                                          <p:spTgt spid="46082"/>
                                        </p:tgtEl>
                                        <p:attrNameLst>
                                          <p:attrName>ppt_y</p:attrName>
                                        </p:attrNameLst>
                                      </p:cBhvr>
                                      <p:tavLst>
                                        <p:tav tm="0">
                                          <p:val>
                                            <p:strVal val="#ppt_y"/>
                                          </p:val>
                                        </p:tav>
                                        <p:tav tm="100000">
                                          <p:val>
                                            <p:strVal val="#ppt_y"/>
                                          </p:val>
                                        </p:tav>
                                      </p:tavLst>
                                    </p:anim>
                                  </p:childTnLst>
                                </p:cTn>
                              </p:par>
                            </p:childTnLst>
                          </p:cTn>
                        </p:par>
                      </p:childTnLst>
                    </p:cTn>
                  </p:par>
                  <p:par>
                    <p:cTn id="20" fill="hold">
                      <p:stCondLst>
                        <p:cond delay="indefinite"/>
                      </p:stCondLst>
                      <p:childTnLst>
                        <p:par>
                          <p:cTn id="21" fill="hold">
                            <p:stCondLst>
                              <p:cond delay="0"/>
                            </p:stCondLst>
                            <p:childTnLst>
                              <p:par>
                                <p:cTn id="22" presetID="15" presetClass="entr" presetSubtype="0" fill="hold" grpId="0" nodeType="clickEffect">
                                  <p:stCondLst>
                                    <p:cond delay="0"/>
                                  </p:stCondLst>
                                  <p:childTnLst>
                                    <p:set>
                                      <p:cBhvr>
                                        <p:cTn id="23" dur="1" fill="hold">
                                          <p:stCondLst>
                                            <p:cond delay="0"/>
                                          </p:stCondLst>
                                        </p:cTn>
                                        <p:tgtEl>
                                          <p:spTgt spid="46084"/>
                                        </p:tgtEl>
                                        <p:attrNameLst>
                                          <p:attrName>style.visibility</p:attrName>
                                        </p:attrNameLst>
                                      </p:cBhvr>
                                      <p:to>
                                        <p:strVal val="visible"/>
                                      </p:to>
                                    </p:set>
                                    <p:anim calcmode="lin" valueType="num">
                                      <p:cBhvr>
                                        <p:cTn id="24" dur="1000" fill="hold"/>
                                        <p:tgtEl>
                                          <p:spTgt spid="46084"/>
                                        </p:tgtEl>
                                        <p:attrNameLst>
                                          <p:attrName>ppt_w</p:attrName>
                                        </p:attrNameLst>
                                      </p:cBhvr>
                                      <p:tavLst>
                                        <p:tav tm="0">
                                          <p:val>
                                            <p:fltVal val="0.000000"/>
                                          </p:val>
                                        </p:tav>
                                        <p:tav tm="100000">
                                          <p:val>
                                            <p:strVal val="#ppt_w"/>
                                          </p:val>
                                        </p:tav>
                                      </p:tavLst>
                                    </p:anim>
                                    <p:anim calcmode="lin" valueType="num">
                                      <p:cBhvr>
                                        <p:cTn id="25" dur="1000" fill="hold"/>
                                        <p:tgtEl>
                                          <p:spTgt spid="46084"/>
                                        </p:tgtEl>
                                        <p:attrNameLst>
                                          <p:attrName>ppt_h</p:attrName>
                                        </p:attrNameLst>
                                      </p:cBhvr>
                                      <p:tavLst>
                                        <p:tav tm="0">
                                          <p:val>
                                            <p:fltVal val="0.000000"/>
                                          </p:val>
                                        </p:tav>
                                        <p:tav tm="100000">
                                          <p:val>
                                            <p:strVal val="#ppt_h"/>
                                          </p:val>
                                        </p:tav>
                                      </p:tavLst>
                                    </p:anim>
                                    <p:anim calcmode="lin" valueType="num">
                                      <p:cBhvr>
                                        <p:cTn id="26" dur="1000" fill="hold"/>
                                        <p:tgtEl>
                                          <p:spTgt spid="46084"/>
                                        </p:tgtEl>
                                        <p:attrNameLst>
                                          <p:attrName>ppt_x</p:attrName>
                                        </p:attrNameLst>
                                      </p:cBhvr>
                                      <p:tavLst>
                                        <p:tav tm="0" fmla="#ppt_x+(cos(-2*pi*(1-$))*-#ppt_x-sin(-2*pi*(1-$))*(1-#ppt_y))*(1-$)">
                                          <p:val>
                                            <p:fltVal val="0.000000"/>
                                          </p:val>
                                        </p:tav>
                                        <p:tav tm="100000">
                                          <p:val>
                                            <p:fltVal val="1.000000"/>
                                          </p:val>
                                        </p:tav>
                                      </p:tavLst>
                                    </p:anim>
                                    <p:anim calcmode="lin" valueType="num">
                                      <p:cBhvr>
                                        <p:cTn id="27" dur="1000" fill="hold"/>
                                        <p:tgtEl>
                                          <p:spTgt spid="46084"/>
                                        </p:tgtEl>
                                        <p:attrNameLst>
                                          <p:attrName>ppt_y</p:attrName>
                                        </p:attrNameLst>
                                      </p:cBhvr>
                                      <p:tavLst>
                                        <p:tav tm="0" fmla="#ppt_y+(sin(-2*pi*(1-$))*-#ppt_x+cos(-2*pi*(1-$))*(1-#ppt_y))*(1-$)">
                                          <p:val>
                                            <p:fltVal val="0.000000"/>
                                          </p:val>
                                        </p:tav>
                                        <p:tav tm="100000">
                                          <p:val>
                                            <p:fltVal val="1.000000"/>
                                          </p:val>
                                        </p:tav>
                                      </p:tavLst>
                                    </p:anim>
                                  </p:childTnLst>
                                </p:cTn>
                              </p:par>
                            </p:childTnLst>
                          </p:cTn>
                        </p:par>
                        <p:par>
                          <p:cTn id="28" fill="hold">
                            <p:stCondLst>
                              <p:cond delay="1000"/>
                            </p:stCondLst>
                            <p:childTnLst>
                              <p:par>
                                <p:cTn id="29" presetID="3" presetClass="entr" presetSubtype="10" fill="hold" nodeType="afterEffect">
                                  <p:stCondLst>
                                    <p:cond delay="0"/>
                                  </p:stCondLst>
                                  <p:childTnLst>
                                    <p:set>
                                      <p:cBhvr>
                                        <p:cTn id="30" dur="1" fill="hold">
                                          <p:stCondLst>
                                            <p:cond delay="0"/>
                                          </p:stCondLst>
                                        </p:cTn>
                                        <p:tgtEl>
                                          <p:spTgt spid="13"/>
                                        </p:tgtEl>
                                        <p:attrNameLst>
                                          <p:attrName>style.visibility</p:attrName>
                                        </p:attrNameLst>
                                      </p:cBhvr>
                                      <p:to>
                                        <p:strVal val="visible"/>
                                      </p:to>
                                    </p:set>
                                    <p:animEffect transition="in" filter="blinds(horizontal)">
                                      <p:cBhvr>
                                        <p:cTn id="31" dur="500"/>
                                        <p:tgtEl>
                                          <p:spTgt spid="13"/>
                                        </p:tgtEl>
                                      </p:cBhvr>
                                    </p:animEffect>
                                  </p:childTnLst>
                                </p:cTn>
                              </p:par>
                            </p:childTnLst>
                          </p:cTn>
                        </p:par>
                      </p:childTnLst>
                    </p:cTn>
                  </p:par>
                  <p:par>
                    <p:cTn id="32" fill="hold">
                      <p:stCondLst>
                        <p:cond delay="indefinite"/>
                      </p:stCondLst>
                      <p:childTnLst>
                        <p:par>
                          <p:cTn id="33" fill="hold">
                            <p:stCondLst>
                              <p:cond delay="0"/>
                            </p:stCondLst>
                            <p:childTnLst>
                              <p:par>
                                <p:cTn id="34" presetID="9" presetClass="entr" presetSubtype="0" fill="hold" grpId="0" nodeType="clickEffect">
                                  <p:stCondLst>
                                    <p:cond delay="0"/>
                                  </p:stCondLst>
                                  <p:childTnLst>
                                    <p:set>
                                      <p:cBhvr>
                                        <p:cTn id="35" dur="1" fill="hold">
                                          <p:stCondLst>
                                            <p:cond delay="0"/>
                                          </p:stCondLst>
                                        </p:cTn>
                                        <p:tgtEl>
                                          <p:spTgt spid="46175"/>
                                        </p:tgtEl>
                                        <p:attrNameLst>
                                          <p:attrName>style.visibility</p:attrName>
                                        </p:attrNameLst>
                                      </p:cBhvr>
                                      <p:to>
                                        <p:strVal val="visible"/>
                                      </p:to>
                                    </p:set>
                                    <p:animEffect transition="in" filter="dissolve">
                                      <p:cBhvr>
                                        <p:cTn id="36" dur="500"/>
                                        <p:tgtEl>
                                          <p:spTgt spid="46175"/>
                                        </p:tgtEl>
                                      </p:cBhvr>
                                    </p:animEffect>
                                  </p:childTnLst>
                                </p:cTn>
                              </p:par>
                            </p:childTnLst>
                          </p:cTn>
                        </p:par>
                      </p:childTnLst>
                    </p:cTn>
                  </p:par>
                  <p:par>
                    <p:cTn id="37" fill="hold">
                      <p:stCondLst>
                        <p:cond delay="indefinite"/>
                      </p:stCondLst>
                      <p:childTnLst>
                        <p:par>
                          <p:cTn id="38" fill="hold">
                            <p:stCondLst>
                              <p:cond delay="0"/>
                            </p:stCondLst>
                            <p:childTnLst>
                              <p:par>
                                <p:cTn id="39" presetID="23" presetClass="entr" presetSubtype="32" fill="hold" nodeType="clickEffect">
                                  <p:stCondLst>
                                    <p:cond delay="0"/>
                                  </p:stCondLst>
                                  <p:childTnLst>
                                    <p:set>
                                      <p:cBhvr>
                                        <p:cTn id="40" dur="1" fill="hold">
                                          <p:stCondLst>
                                            <p:cond delay="0"/>
                                          </p:stCondLst>
                                        </p:cTn>
                                        <p:tgtEl>
                                          <p:spTgt spid="2"/>
                                        </p:tgtEl>
                                        <p:attrNameLst>
                                          <p:attrName>style.visibility</p:attrName>
                                        </p:attrNameLst>
                                      </p:cBhvr>
                                      <p:to>
                                        <p:strVal val="visible"/>
                                      </p:to>
                                    </p:set>
                                    <p:anim calcmode="lin" valueType="num">
                                      <p:cBhvr>
                                        <p:cTn id="41" dur="500" fill="hold"/>
                                        <p:tgtEl>
                                          <p:spTgt spid="2"/>
                                        </p:tgtEl>
                                        <p:attrNameLst>
                                          <p:attrName>ppt_w</p:attrName>
                                        </p:attrNameLst>
                                      </p:cBhvr>
                                      <p:tavLst>
                                        <p:tav tm="0">
                                          <p:val>
                                            <p:strVal val="4*#ppt_w"/>
                                          </p:val>
                                        </p:tav>
                                        <p:tav tm="100000">
                                          <p:val>
                                            <p:strVal val="#ppt_w"/>
                                          </p:val>
                                        </p:tav>
                                      </p:tavLst>
                                    </p:anim>
                                    <p:anim calcmode="lin" valueType="num">
                                      <p:cBhvr>
                                        <p:cTn id="42" dur="500" fill="hold"/>
                                        <p:tgtEl>
                                          <p:spTgt spid="2"/>
                                        </p:tgtEl>
                                        <p:attrNameLst>
                                          <p:attrName>ppt_h</p:attrName>
                                        </p:attrNameLst>
                                      </p:cBhvr>
                                      <p:tavLst>
                                        <p:tav tm="0">
                                          <p:val>
                                            <p:strVal val="4*#ppt_h"/>
                                          </p:val>
                                        </p:tav>
                                        <p:tav tm="100000">
                                          <p:val>
                                            <p:strVal val="#ppt_h"/>
                                          </p:val>
                                        </p:tav>
                                      </p:tavLst>
                                    </p:anim>
                                  </p:childTnLst>
                                </p:cTn>
                              </p:par>
                            </p:childTnLst>
                          </p:cTn>
                        </p:par>
                      </p:childTnLst>
                    </p:cTn>
                  </p:par>
                  <p:par>
                    <p:cTn id="43" fill="hold">
                      <p:stCondLst>
                        <p:cond delay="indefinite"/>
                      </p:stCondLst>
                      <p:childTnLst>
                        <p:par>
                          <p:cTn id="44" fill="hold">
                            <p:stCondLst>
                              <p:cond delay="0"/>
                            </p:stCondLst>
                            <p:childTnLst>
                              <p:par>
                                <p:cTn id="45" presetID="22" presetClass="entr" presetSubtype="8" fill="hold" nodeType="clickEffect">
                                  <p:stCondLst>
                                    <p:cond delay="0"/>
                                  </p:stCondLst>
                                  <p:childTnLst>
                                    <p:set>
                                      <p:cBhvr>
                                        <p:cTn id="46" dur="1" fill="hold">
                                          <p:stCondLst>
                                            <p:cond delay="0"/>
                                          </p:stCondLst>
                                        </p:cTn>
                                        <p:tgtEl>
                                          <p:spTgt spid="46176"/>
                                        </p:tgtEl>
                                        <p:attrNameLst>
                                          <p:attrName>style.visibility</p:attrName>
                                        </p:attrNameLst>
                                      </p:cBhvr>
                                      <p:to>
                                        <p:strVal val="visible"/>
                                      </p:to>
                                    </p:set>
                                    <p:animEffect transition="in" filter="wipe(left)">
                                      <p:cBhvr>
                                        <p:cTn id="47" dur="2000"/>
                                        <p:tgtEl>
                                          <p:spTgt spid="46176"/>
                                        </p:tgtEl>
                                      </p:cBhvr>
                                    </p:animEffect>
                                  </p:childTnLst>
                                </p:cTn>
                              </p:par>
                            </p:childTnLst>
                          </p:cTn>
                        </p:par>
                        <p:par>
                          <p:cTn id="48" fill="hold">
                            <p:stCondLst>
                              <p:cond delay="2000"/>
                            </p:stCondLst>
                            <p:childTnLst>
                              <p:par>
                                <p:cTn id="49" presetID="2" presetClass="entr" presetSubtype="8" fill="hold" grpId="0" nodeType="afterEffect">
                                  <p:stCondLst>
                                    <p:cond delay="0"/>
                                  </p:stCondLst>
                                  <p:childTnLst>
                                    <p:set>
                                      <p:cBhvr>
                                        <p:cTn id="50" dur="1" fill="hold">
                                          <p:stCondLst>
                                            <p:cond delay="0"/>
                                          </p:stCondLst>
                                        </p:cTn>
                                        <p:tgtEl>
                                          <p:spTgt spid="46180"/>
                                        </p:tgtEl>
                                        <p:attrNameLst>
                                          <p:attrName>style.visibility</p:attrName>
                                        </p:attrNameLst>
                                      </p:cBhvr>
                                      <p:to>
                                        <p:strVal val="visible"/>
                                      </p:to>
                                    </p:set>
                                    <p:anim calcmode="lin" valueType="num">
                                      <p:cBhvr additive="base">
                                        <p:cTn id="51" dur="500" fill="hold"/>
                                        <p:tgtEl>
                                          <p:spTgt spid="46180"/>
                                        </p:tgtEl>
                                        <p:attrNameLst>
                                          <p:attrName>ppt_x</p:attrName>
                                        </p:attrNameLst>
                                      </p:cBhvr>
                                      <p:tavLst>
                                        <p:tav tm="0">
                                          <p:val>
                                            <p:strVal val="0-#ppt_w/2"/>
                                          </p:val>
                                        </p:tav>
                                        <p:tav tm="100000">
                                          <p:val>
                                            <p:strVal val="#ppt_x"/>
                                          </p:val>
                                        </p:tav>
                                      </p:tavLst>
                                    </p:anim>
                                    <p:anim calcmode="lin" valueType="num">
                                      <p:cBhvr additive="base">
                                        <p:cTn id="52" dur="500" fill="hold"/>
                                        <p:tgtEl>
                                          <p:spTgt spid="46180"/>
                                        </p:tgtEl>
                                        <p:attrNameLst>
                                          <p:attrName>ppt_y</p:attrName>
                                        </p:attrNameLst>
                                      </p:cBhvr>
                                      <p:tavLst>
                                        <p:tav tm="0">
                                          <p:val>
                                            <p:strVal val="#ppt_y"/>
                                          </p:val>
                                        </p:tav>
                                        <p:tav tm="100000">
                                          <p:val>
                                            <p:strVal val="#ppt_y"/>
                                          </p:val>
                                        </p:tav>
                                      </p:tavLst>
                                    </p:anim>
                                  </p:childTnLst>
                                </p:cTn>
                              </p:par>
                            </p:childTnLst>
                          </p:cTn>
                        </p:par>
                      </p:childTnLst>
                    </p:cTn>
                  </p:par>
                  <p:par>
                    <p:cTn id="53" fill="hold">
                      <p:stCondLst>
                        <p:cond delay="indefinite"/>
                      </p:stCondLst>
                      <p:childTnLst>
                        <p:par>
                          <p:cTn id="54" fill="hold">
                            <p:stCondLst>
                              <p:cond delay="0"/>
                            </p:stCondLst>
                            <p:childTnLst>
                              <p:par>
                                <p:cTn id="55" presetID="22" presetClass="entr" presetSubtype="8" fill="hold" nodeType="clickEffect">
                                  <p:stCondLst>
                                    <p:cond delay="0"/>
                                  </p:stCondLst>
                                  <p:childTnLst>
                                    <p:set>
                                      <p:cBhvr>
                                        <p:cTn id="56" dur="1" fill="hold">
                                          <p:stCondLst>
                                            <p:cond delay="0"/>
                                          </p:stCondLst>
                                        </p:cTn>
                                        <p:tgtEl>
                                          <p:spTgt spid="46177"/>
                                        </p:tgtEl>
                                        <p:attrNameLst>
                                          <p:attrName>style.visibility</p:attrName>
                                        </p:attrNameLst>
                                      </p:cBhvr>
                                      <p:to>
                                        <p:strVal val="visible"/>
                                      </p:to>
                                    </p:set>
                                    <p:animEffect transition="in" filter="wipe(left)">
                                      <p:cBhvr>
                                        <p:cTn id="57" dur="2000"/>
                                        <p:tgtEl>
                                          <p:spTgt spid="46177"/>
                                        </p:tgtEl>
                                      </p:cBhvr>
                                    </p:animEffect>
                                  </p:childTnLst>
                                </p:cTn>
                              </p:par>
                            </p:childTnLst>
                          </p:cTn>
                        </p:par>
                      </p:childTnLst>
                    </p:cTn>
                  </p:par>
                  <p:par>
                    <p:cTn id="58" fill="hold">
                      <p:stCondLst>
                        <p:cond delay="indefinite"/>
                      </p:stCondLst>
                      <p:childTnLst>
                        <p:par>
                          <p:cTn id="59" fill="hold">
                            <p:stCondLst>
                              <p:cond delay="0"/>
                            </p:stCondLst>
                            <p:childTnLst>
                              <p:par>
                                <p:cTn id="60" presetID="22" presetClass="entr" presetSubtype="8" fill="hold" nodeType="clickEffect">
                                  <p:stCondLst>
                                    <p:cond delay="0"/>
                                  </p:stCondLst>
                                  <p:childTnLst>
                                    <p:set>
                                      <p:cBhvr>
                                        <p:cTn id="61" dur="1" fill="hold">
                                          <p:stCondLst>
                                            <p:cond delay="0"/>
                                          </p:stCondLst>
                                        </p:cTn>
                                        <p:tgtEl>
                                          <p:spTgt spid="46178"/>
                                        </p:tgtEl>
                                        <p:attrNameLst>
                                          <p:attrName>style.visibility</p:attrName>
                                        </p:attrNameLst>
                                      </p:cBhvr>
                                      <p:to>
                                        <p:strVal val="visible"/>
                                      </p:to>
                                    </p:set>
                                    <p:animEffect transition="in" filter="wipe(left)">
                                      <p:cBhvr>
                                        <p:cTn id="62" dur="2000"/>
                                        <p:tgtEl>
                                          <p:spTgt spid="46178"/>
                                        </p:tgtEl>
                                      </p:cBhvr>
                                    </p:animEffect>
                                  </p:childTnLst>
                                </p:cTn>
                              </p:par>
                            </p:childTnLst>
                          </p:cTn>
                        </p:par>
                      </p:childTnLst>
                    </p:cTn>
                  </p:par>
                  <p:par>
                    <p:cTn id="63" fill="hold">
                      <p:stCondLst>
                        <p:cond delay="indefinite"/>
                      </p:stCondLst>
                      <p:childTnLst>
                        <p:par>
                          <p:cTn id="64" fill="hold">
                            <p:stCondLst>
                              <p:cond delay="0"/>
                            </p:stCondLst>
                            <p:childTnLst>
                              <p:par>
                                <p:cTn id="65" presetID="22" presetClass="entr" presetSubtype="8" fill="hold" nodeType="clickEffect">
                                  <p:stCondLst>
                                    <p:cond delay="0"/>
                                  </p:stCondLst>
                                  <p:childTnLst>
                                    <p:set>
                                      <p:cBhvr>
                                        <p:cTn id="66" dur="1" fill="hold">
                                          <p:stCondLst>
                                            <p:cond delay="0"/>
                                          </p:stCondLst>
                                        </p:cTn>
                                        <p:tgtEl>
                                          <p:spTgt spid="46179"/>
                                        </p:tgtEl>
                                        <p:attrNameLst>
                                          <p:attrName>style.visibility</p:attrName>
                                        </p:attrNameLst>
                                      </p:cBhvr>
                                      <p:to>
                                        <p:strVal val="visible"/>
                                      </p:to>
                                    </p:set>
                                    <p:animEffect transition="in" filter="wipe(left)">
                                      <p:cBhvr>
                                        <p:cTn id="67" dur="2000"/>
                                        <p:tgtEl>
                                          <p:spTgt spid="4617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6082" grpId="0"/>
      <p:bldP spid="46083" grpId="0"/>
      <p:bldP spid="46084" grpId="0" animBg="1"/>
      <p:bldP spid="46175" grpId="0"/>
      <p:bldP spid="46180" grpId="0" animBg="1"/>
    </p:bld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graphicFrame>
        <p:nvGraphicFramePr>
          <p:cNvPr id="45102" name="Object 46"/>
          <p:cNvGraphicFramePr/>
          <p:nvPr/>
        </p:nvGraphicFramePr>
        <p:xfrm>
          <a:off x="4143375" y="500063"/>
          <a:ext cx="560388" cy="560387"/>
        </p:xfrm>
        <a:graphic>
          <a:graphicData uri="http://schemas.openxmlformats.org/presentationml/2006/ole">
            <mc:AlternateContent xmlns:mc="http://schemas.openxmlformats.org/markup-compatibility/2006">
              <mc:Choice xmlns:v="urn:schemas-microsoft-com:vml" Requires="v">
                <p:oleObj spid="_x0000_s3218" name="" r:id="rId1" imgW="266065" imgH="266065" progId="Equation.3">
                  <p:embed/>
                </p:oleObj>
              </mc:Choice>
              <mc:Fallback>
                <p:oleObj name="" r:id="rId1" imgW="266065" imgH="266065" progId="Equation.3">
                  <p:embed/>
                  <p:pic>
                    <p:nvPicPr>
                      <p:cNvPr id="0" name="图片 3217"/>
                      <p:cNvPicPr/>
                      <p:nvPr/>
                    </p:nvPicPr>
                    <p:blipFill>
                      <a:blip r:embed="rId2">
                        <a:clrChange>
                          <a:clrFrom>
                            <a:srgbClr val="000000"/>
                          </a:clrFrom>
                          <a:clrTo>
                            <a:srgbClr val="00FF00"/>
                          </a:clrTo>
                        </a:clrChange>
                      </a:blip>
                      <a:stretch>
                        <a:fillRect/>
                      </a:stretch>
                    </p:blipFill>
                    <p:spPr>
                      <a:xfrm>
                        <a:off x="4143375" y="500063"/>
                        <a:ext cx="560388" cy="560387"/>
                      </a:xfrm>
                      <a:prstGeom prst="rect">
                        <a:avLst/>
                      </a:prstGeom>
                      <a:noFill/>
                      <a:ln w="38100">
                        <a:noFill/>
                        <a:miter/>
                      </a:ln>
                    </p:spPr>
                  </p:pic>
                </p:oleObj>
              </mc:Fallback>
            </mc:AlternateContent>
          </a:graphicData>
        </a:graphic>
      </p:graphicFrame>
      <p:graphicFrame>
        <p:nvGraphicFramePr>
          <p:cNvPr id="45103" name="Object 47"/>
          <p:cNvGraphicFramePr/>
          <p:nvPr/>
        </p:nvGraphicFramePr>
        <p:xfrm>
          <a:off x="4356100" y="1862138"/>
          <a:ext cx="587375" cy="560387"/>
        </p:xfrm>
        <a:graphic>
          <a:graphicData uri="http://schemas.openxmlformats.org/presentationml/2006/ole">
            <mc:AlternateContent xmlns:mc="http://schemas.openxmlformats.org/markup-compatibility/2006">
              <mc:Choice xmlns:v="urn:schemas-microsoft-com:vml" Requires="v">
                <p:oleObj spid="_x0000_s3213" name="" r:id="rId3" imgW="278765" imgH="266065" progId="Equation.3">
                  <p:embed/>
                </p:oleObj>
              </mc:Choice>
              <mc:Fallback>
                <p:oleObj name="" r:id="rId3" imgW="278765" imgH="266065" progId="Equation.3">
                  <p:embed/>
                  <p:pic>
                    <p:nvPicPr>
                      <p:cNvPr id="0" name="图片 3212"/>
                      <p:cNvPicPr/>
                      <p:nvPr/>
                    </p:nvPicPr>
                    <p:blipFill>
                      <a:blip r:embed="rId4">
                        <a:clrChange>
                          <a:clrFrom>
                            <a:srgbClr val="000000"/>
                          </a:clrFrom>
                          <a:clrTo>
                            <a:srgbClr val="00FF00"/>
                          </a:clrTo>
                        </a:clrChange>
                      </a:blip>
                      <a:stretch>
                        <a:fillRect/>
                      </a:stretch>
                    </p:blipFill>
                    <p:spPr>
                      <a:xfrm>
                        <a:off x="4356100" y="1862138"/>
                        <a:ext cx="587375" cy="560387"/>
                      </a:xfrm>
                      <a:prstGeom prst="rect">
                        <a:avLst/>
                      </a:prstGeom>
                      <a:noFill/>
                      <a:ln w="38100">
                        <a:noFill/>
                        <a:miter/>
                      </a:ln>
                    </p:spPr>
                  </p:pic>
                </p:oleObj>
              </mc:Fallback>
            </mc:AlternateContent>
          </a:graphicData>
        </a:graphic>
      </p:graphicFrame>
      <p:graphicFrame>
        <p:nvGraphicFramePr>
          <p:cNvPr id="45104" name="Object 48"/>
          <p:cNvGraphicFramePr/>
          <p:nvPr/>
        </p:nvGraphicFramePr>
        <p:xfrm>
          <a:off x="4140200" y="3230563"/>
          <a:ext cx="560388" cy="558800"/>
        </p:xfrm>
        <a:graphic>
          <a:graphicData uri="http://schemas.openxmlformats.org/presentationml/2006/ole">
            <mc:AlternateContent xmlns:mc="http://schemas.openxmlformats.org/markup-compatibility/2006">
              <mc:Choice xmlns:v="urn:schemas-microsoft-com:vml" Requires="v">
                <p:oleObj spid="_x0000_s3221" name="" r:id="rId5" imgW="266065" imgH="266065" progId="Equation.3">
                  <p:embed/>
                </p:oleObj>
              </mc:Choice>
              <mc:Fallback>
                <p:oleObj name="" r:id="rId5" imgW="266065" imgH="266065" progId="Equation.3">
                  <p:embed/>
                  <p:pic>
                    <p:nvPicPr>
                      <p:cNvPr id="0" name="图片 3220"/>
                      <p:cNvPicPr/>
                      <p:nvPr/>
                    </p:nvPicPr>
                    <p:blipFill>
                      <a:blip r:embed="rId6">
                        <a:clrChange>
                          <a:clrFrom>
                            <a:srgbClr val="000000"/>
                          </a:clrFrom>
                          <a:clrTo>
                            <a:srgbClr val="00FF00"/>
                          </a:clrTo>
                        </a:clrChange>
                      </a:blip>
                      <a:stretch>
                        <a:fillRect/>
                      </a:stretch>
                    </p:blipFill>
                    <p:spPr>
                      <a:xfrm>
                        <a:off x="4140200" y="3230563"/>
                        <a:ext cx="560388" cy="558800"/>
                      </a:xfrm>
                      <a:prstGeom prst="rect">
                        <a:avLst/>
                      </a:prstGeom>
                      <a:noFill/>
                      <a:ln w="38100">
                        <a:noFill/>
                        <a:miter/>
                      </a:ln>
                    </p:spPr>
                  </p:pic>
                </p:oleObj>
              </mc:Fallback>
            </mc:AlternateContent>
          </a:graphicData>
        </a:graphic>
      </p:graphicFrame>
      <p:sp>
        <p:nvSpPr>
          <p:cNvPr id="45105" name="Text Box 49"/>
          <p:cNvSpPr txBox="1"/>
          <p:nvPr/>
        </p:nvSpPr>
        <p:spPr>
          <a:xfrm>
            <a:off x="611188" y="2997200"/>
            <a:ext cx="1612900" cy="522288"/>
          </a:xfrm>
          <a:prstGeom prst="rect">
            <a:avLst/>
          </a:prstGeom>
          <a:noFill/>
          <a:ln w="25400">
            <a:noFill/>
          </a:ln>
        </p:spPr>
        <p:txBody>
          <a:bodyPr wrap="none">
            <a:spAutoFit/>
          </a:bodyPr>
          <a:p>
            <a:pPr>
              <a:spcBef>
                <a:spcPct val="50000"/>
              </a:spcBef>
            </a:pPr>
            <a:r>
              <a:rPr lang="zh-CN" altLang="en-US" dirty="0">
                <a:latin typeface="Times New Roman" panose="02020603050405020304" pitchFamily="18" charset="0"/>
              </a:rPr>
              <a:t>节点方程</a:t>
            </a:r>
            <a:endParaRPr lang="zh-CN" altLang="en-US" dirty="0">
              <a:latin typeface="Times New Roman" panose="02020603050405020304" pitchFamily="18" charset="0"/>
            </a:endParaRPr>
          </a:p>
        </p:txBody>
      </p:sp>
      <p:graphicFrame>
        <p:nvGraphicFramePr>
          <p:cNvPr id="45106" name="Object 50"/>
          <p:cNvGraphicFramePr/>
          <p:nvPr/>
        </p:nvGraphicFramePr>
        <p:xfrm>
          <a:off x="1144588" y="3644900"/>
          <a:ext cx="1393825" cy="604838"/>
        </p:xfrm>
        <a:graphic>
          <a:graphicData uri="http://schemas.openxmlformats.org/presentationml/2006/ole">
            <mc:AlternateContent xmlns:mc="http://schemas.openxmlformats.org/markup-compatibility/2006">
              <mc:Choice xmlns:v="urn:schemas-microsoft-com:vml" Requires="v">
                <p:oleObj spid="_x0000_s3215" name="" r:id="rId7" imgW="608965" imgH="266065" progId="Equation.3">
                  <p:embed/>
                </p:oleObj>
              </mc:Choice>
              <mc:Fallback>
                <p:oleObj name="" r:id="rId7" imgW="608965" imgH="266065" progId="Equation.3">
                  <p:embed/>
                  <p:pic>
                    <p:nvPicPr>
                      <p:cNvPr id="0" name="图片 3214"/>
                      <p:cNvPicPr/>
                      <p:nvPr/>
                    </p:nvPicPr>
                    <p:blipFill>
                      <a:blip r:embed="rId8">
                        <a:clrChange>
                          <a:clrFrom>
                            <a:srgbClr val="000000"/>
                          </a:clrFrom>
                          <a:clrTo>
                            <a:srgbClr val="FFFFFF"/>
                          </a:clrTo>
                        </a:clrChange>
                      </a:blip>
                      <a:stretch>
                        <a:fillRect/>
                      </a:stretch>
                    </p:blipFill>
                    <p:spPr>
                      <a:xfrm>
                        <a:off x="1144588" y="3644900"/>
                        <a:ext cx="1393825" cy="604838"/>
                      </a:xfrm>
                      <a:prstGeom prst="rect">
                        <a:avLst/>
                      </a:prstGeom>
                      <a:noFill/>
                      <a:ln w="38100">
                        <a:noFill/>
                        <a:miter/>
                      </a:ln>
                    </p:spPr>
                  </p:pic>
                </p:oleObj>
              </mc:Fallback>
            </mc:AlternateContent>
          </a:graphicData>
        </a:graphic>
      </p:graphicFrame>
      <p:graphicFrame>
        <p:nvGraphicFramePr>
          <p:cNvPr id="45107" name="Object 51"/>
          <p:cNvGraphicFramePr/>
          <p:nvPr/>
        </p:nvGraphicFramePr>
        <p:xfrm>
          <a:off x="1042988" y="4149725"/>
          <a:ext cx="7273925" cy="1104900"/>
        </p:xfrm>
        <a:graphic>
          <a:graphicData uri="http://schemas.openxmlformats.org/presentationml/2006/ole">
            <mc:AlternateContent xmlns:mc="http://schemas.openxmlformats.org/markup-compatibility/2006">
              <mc:Choice xmlns:v="urn:schemas-microsoft-com:vml" Requires="v">
                <p:oleObj spid="_x0000_s3220" name="" r:id="rId9" imgW="3249930" imgH="495300" progId="Equation.3">
                  <p:embed/>
                </p:oleObj>
              </mc:Choice>
              <mc:Fallback>
                <p:oleObj name="" r:id="rId9" imgW="3249930" imgH="495300" progId="Equation.3">
                  <p:embed/>
                  <p:pic>
                    <p:nvPicPr>
                      <p:cNvPr id="0" name="图片 3219"/>
                      <p:cNvPicPr/>
                      <p:nvPr/>
                    </p:nvPicPr>
                    <p:blipFill>
                      <a:blip r:embed="rId10">
                        <a:clrChange>
                          <a:clrFrom>
                            <a:srgbClr val="000000"/>
                          </a:clrFrom>
                          <a:clrTo>
                            <a:srgbClr val="FFFFFF"/>
                          </a:clrTo>
                        </a:clrChange>
                      </a:blip>
                      <a:stretch>
                        <a:fillRect/>
                      </a:stretch>
                    </p:blipFill>
                    <p:spPr>
                      <a:xfrm>
                        <a:off x="1042988" y="4149725"/>
                        <a:ext cx="7273925" cy="1104900"/>
                      </a:xfrm>
                      <a:prstGeom prst="rect">
                        <a:avLst/>
                      </a:prstGeom>
                      <a:noFill/>
                      <a:ln w="38100">
                        <a:noFill/>
                        <a:miter/>
                      </a:ln>
                    </p:spPr>
                  </p:pic>
                </p:oleObj>
              </mc:Fallback>
            </mc:AlternateContent>
          </a:graphicData>
        </a:graphic>
      </p:graphicFrame>
      <p:graphicFrame>
        <p:nvGraphicFramePr>
          <p:cNvPr id="45108" name="Object 52"/>
          <p:cNvGraphicFramePr/>
          <p:nvPr/>
        </p:nvGraphicFramePr>
        <p:xfrm>
          <a:off x="1130300" y="5300663"/>
          <a:ext cx="7239000" cy="1125537"/>
        </p:xfrm>
        <a:graphic>
          <a:graphicData uri="http://schemas.openxmlformats.org/presentationml/2006/ole">
            <mc:AlternateContent xmlns:mc="http://schemas.openxmlformats.org/markup-compatibility/2006">
              <mc:Choice xmlns:v="urn:schemas-microsoft-com:vml" Requires="v">
                <p:oleObj spid="_x0000_s3217" name="" r:id="rId11" imgW="3173730" imgH="495300" progId="Equation.3">
                  <p:embed/>
                </p:oleObj>
              </mc:Choice>
              <mc:Fallback>
                <p:oleObj name="" r:id="rId11" imgW="3173730" imgH="495300" progId="Equation.3">
                  <p:embed/>
                  <p:pic>
                    <p:nvPicPr>
                      <p:cNvPr id="0" name="图片 3216"/>
                      <p:cNvPicPr/>
                      <p:nvPr/>
                    </p:nvPicPr>
                    <p:blipFill>
                      <a:blip r:embed="rId12">
                        <a:clrChange>
                          <a:clrFrom>
                            <a:srgbClr val="000000"/>
                          </a:clrFrom>
                          <a:clrTo>
                            <a:srgbClr val="FFFFFF"/>
                          </a:clrTo>
                        </a:clrChange>
                      </a:blip>
                      <a:stretch>
                        <a:fillRect/>
                      </a:stretch>
                    </p:blipFill>
                    <p:spPr>
                      <a:xfrm>
                        <a:off x="1130300" y="5300663"/>
                        <a:ext cx="7239000" cy="1125537"/>
                      </a:xfrm>
                      <a:prstGeom prst="rect">
                        <a:avLst/>
                      </a:prstGeom>
                      <a:noFill/>
                      <a:ln w="38100">
                        <a:noFill/>
                        <a:miter/>
                      </a:ln>
                    </p:spPr>
                  </p:pic>
                </p:oleObj>
              </mc:Fallback>
            </mc:AlternateContent>
          </a:graphicData>
        </a:graphic>
      </p:graphicFrame>
      <p:sp>
        <p:nvSpPr>
          <p:cNvPr id="45109" name="AutoShape 53"/>
          <p:cNvSpPr/>
          <p:nvPr/>
        </p:nvSpPr>
        <p:spPr>
          <a:xfrm>
            <a:off x="755650" y="3860800"/>
            <a:ext cx="144463" cy="2376488"/>
          </a:xfrm>
          <a:prstGeom prst="leftBrace">
            <a:avLst>
              <a:gd name="adj1" fmla="val 137011"/>
              <a:gd name="adj2" fmla="val 50000"/>
            </a:avLst>
          </a:prstGeom>
          <a:noFill/>
          <a:ln w="28575" cap="flat" cmpd="sng">
            <a:solidFill>
              <a:srgbClr val="FFFF00"/>
            </a:solidFill>
            <a:prstDash val="solid"/>
            <a:headEnd type="none" w="med" len="med"/>
            <a:tailEnd type="none" w="sm" len="med"/>
          </a:ln>
        </p:spPr>
        <p:txBody>
          <a:bodyPr wrap="none" anchor="ctr" anchorCtr="0"/>
          <a:p>
            <a:endParaRPr lang="zh-CN" altLang="en-US" dirty="0">
              <a:latin typeface="楷体_GB2312" pitchFamily="49" charset="-122"/>
            </a:endParaRPr>
          </a:p>
        </p:txBody>
      </p:sp>
      <p:grpSp>
        <p:nvGrpSpPr>
          <p:cNvPr id="2" name="Group 93"/>
          <p:cNvGrpSpPr/>
          <p:nvPr/>
        </p:nvGrpSpPr>
        <p:grpSpPr>
          <a:xfrm>
            <a:off x="2268538" y="1862138"/>
            <a:ext cx="288925" cy="504825"/>
            <a:chOff x="1292" y="1026"/>
            <a:chExt cx="182" cy="318"/>
          </a:xfrm>
        </p:grpSpPr>
        <p:sp>
          <p:nvSpPr>
            <p:cNvPr id="33848" name="Line 91"/>
            <p:cNvSpPr/>
            <p:nvPr/>
          </p:nvSpPr>
          <p:spPr>
            <a:xfrm flipH="1">
              <a:off x="1292" y="1207"/>
              <a:ext cx="182" cy="0"/>
            </a:xfrm>
            <a:prstGeom prst="line">
              <a:avLst/>
            </a:prstGeom>
            <a:ln w="38100" cap="flat" cmpd="sng">
              <a:solidFill>
                <a:srgbClr val="FFCC99"/>
              </a:solidFill>
              <a:prstDash val="solid"/>
              <a:headEnd type="oval" w="med" len="med"/>
              <a:tailEnd type="none" w="med" len="med"/>
            </a:ln>
          </p:spPr>
        </p:sp>
        <p:sp>
          <p:nvSpPr>
            <p:cNvPr id="33849" name="Line 92"/>
            <p:cNvSpPr/>
            <p:nvPr/>
          </p:nvSpPr>
          <p:spPr>
            <a:xfrm>
              <a:off x="1292" y="1026"/>
              <a:ext cx="0" cy="318"/>
            </a:xfrm>
            <a:prstGeom prst="line">
              <a:avLst/>
            </a:prstGeom>
            <a:ln w="38100" cap="flat" cmpd="sng">
              <a:solidFill>
                <a:srgbClr val="FFCC99"/>
              </a:solidFill>
              <a:prstDash val="solid"/>
              <a:headEnd type="none" w="med" len="med"/>
              <a:tailEnd type="none" w="med" len="med"/>
            </a:ln>
          </p:spPr>
        </p:sp>
      </p:grpSp>
      <p:grpSp>
        <p:nvGrpSpPr>
          <p:cNvPr id="33807" name="Group 98"/>
          <p:cNvGrpSpPr/>
          <p:nvPr/>
        </p:nvGrpSpPr>
        <p:grpSpPr>
          <a:xfrm>
            <a:off x="8316913" y="6446838"/>
            <a:ext cx="792162" cy="366712"/>
            <a:chOff x="5193" y="4020"/>
            <a:chExt cx="499" cy="231"/>
          </a:xfrm>
        </p:grpSpPr>
        <p:pic>
          <p:nvPicPr>
            <p:cNvPr id="33846" name="Picture 99" descr="78900"/>
            <p:cNvPicPr>
              <a:picLocks noChangeAspect="1"/>
            </p:cNvPicPr>
            <p:nvPr/>
          </p:nvPicPr>
          <p:blipFill>
            <a:blip r:embed="rId13"/>
            <a:stretch>
              <a:fillRect/>
            </a:stretch>
          </p:blipFill>
          <p:spPr>
            <a:xfrm>
              <a:off x="5193" y="4066"/>
              <a:ext cx="499" cy="181"/>
            </a:xfrm>
            <a:prstGeom prst="rect">
              <a:avLst/>
            </a:prstGeom>
            <a:noFill/>
            <a:ln w="9525">
              <a:noFill/>
            </a:ln>
          </p:spPr>
        </p:pic>
        <p:sp>
          <p:nvSpPr>
            <p:cNvPr id="33847" name="Text Box 100">
              <a:hlinkClick r:id="" action="ppaction://hlinkshowjump?jump=nextslide"/>
            </p:cNvPr>
            <p:cNvSpPr txBox="1"/>
            <p:nvPr/>
          </p:nvSpPr>
          <p:spPr>
            <a:xfrm>
              <a:off x="5216" y="4020"/>
              <a:ext cx="476" cy="231"/>
            </a:xfrm>
            <a:prstGeom prst="rect">
              <a:avLst/>
            </a:prstGeom>
            <a:noFill/>
            <a:ln w="9525">
              <a:noFill/>
            </a:ln>
          </p:spPr>
          <p:txBody>
            <a:bodyPr wrap="none">
              <a:spAutoFit/>
            </a:bodyPr>
            <a:p>
              <a:pPr>
                <a:spcBef>
                  <a:spcPct val="50000"/>
                </a:spcBef>
              </a:pPr>
              <a:r>
                <a:rPr lang="zh-CN" altLang="en-US" sz="1800" b="0" dirty="0">
                  <a:solidFill>
                    <a:schemeClr val="bg1"/>
                  </a:solidFill>
                  <a:latin typeface="隶书" panose="02010509060101010101" pitchFamily="49" charset="-122"/>
                  <a:ea typeface="隶书" panose="02010509060101010101" pitchFamily="49" charset="-122"/>
                </a:rPr>
                <a:t>下 页</a:t>
              </a:r>
              <a:endParaRPr lang="zh-CN" altLang="en-US" sz="1800" b="0" dirty="0">
                <a:solidFill>
                  <a:schemeClr val="bg1"/>
                </a:solidFill>
                <a:latin typeface="隶书" panose="02010509060101010101" pitchFamily="49" charset="-122"/>
                <a:ea typeface="隶书" panose="02010509060101010101" pitchFamily="49" charset="-122"/>
              </a:endParaRPr>
            </a:p>
          </p:txBody>
        </p:sp>
      </p:grpSp>
      <p:grpSp>
        <p:nvGrpSpPr>
          <p:cNvPr id="33808" name="Group 101"/>
          <p:cNvGrpSpPr/>
          <p:nvPr/>
        </p:nvGrpSpPr>
        <p:grpSpPr>
          <a:xfrm>
            <a:off x="7453313" y="6446838"/>
            <a:ext cx="792162" cy="366712"/>
            <a:chOff x="4649" y="4020"/>
            <a:chExt cx="499" cy="231"/>
          </a:xfrm>
        </p:grpSpPr>
        <p:pic>
          <p:nvPicPr>
            <p:cNvPr id="33844" name="Picture 102" descr="78900"/>
            <p:cNvPicPr>
              <a:picLocks noChangeAspect="1"/>
            </p:cNvPicPr>
            <p:nvPr/>
          </p:nvPicPr>
          <p:blipFill>
            <a:blip r:embed="rId13"/>
            <a:stretch>
              <a:fillRect/>
            </a:stretch>
          </p:blipFill>
          <p:spPr>
            <a:xfrm>
              <a:off x="4649" y="4066"/>
              <a:ext cx="499" cy="181"/>
            </a:xfrm>
            <a:prstGeom prst="rect">
              <a:avLst/>
            </a:prstGeom>
            <a:noFill/>
            <a:ln w="9525">
              <a:noFill/>
            </a:ln>
          </p:spPr>
        </p:pic>
        <p:sp>
          <p:nvSpPr>
            <p:cNvPr id="33845" name="Text Box 103">
              <a:hlinkClick r:id="" action="ppaction://hlinkshowjump?jump=previousslide"/>
            </p:cNvPr>
            <p:cNvSpPr txBox="1"/>
            <p:nvPr/>
          </p:nvSpPr>
          <p:spPr>
            <a:xfrm>
              <a:off x="4672" y="4020"/>
              <a:ext cx="476" cy="231"/>
            </a:xfrm>
            <a:prstGeom prst="rect">
              <a:avLst/>
            </a:prstGeom>
            <a:noFill/>
            <a:ln w="9525">
              <a:noFill/>
            </a:ln>
          </p:spPr>
          <p:txBody>
            <a:bodyPr wrap="none">
              <a:spAutoFit/>
            </a:bodyPr>
            <a:p>
              <a:pPr>
                <a:spcBef>
                  <a:spcPct val="50000"/>
                </a:spcBef>
              </a:pPr>
              <a:r>
                <a:rPr lang="zh-CN" altLang="en-US" sz="1800" b="0" dirty="0">
                  <a:solidFill>
                    <a:schemeClr val="bg1"/>
                  </a:solidFill>
                  <a:latin typeface="隶书" panose="02010509060101010101" pitchFamily="49" charset="-122"/>
                  <a:ea typeface="隶书" panose="02010509060101010101" pitchFamily="49" charset="-122"/>
                </a:rPr>
                <a:t>上 页</a:t>
              </a:r>
              <a:endParaRPr lang="zh-CN" altLang="en-US" sz="1800" b="0" dirty="0">
                <a:solidFill>
                  <a:schemeClr val="bg1"/>
                </a:solidFill>
                <a:latin typeface="隶书" panose="02010509060101010101" pitchFamily="49" charset="-122"/>
                <a:ea typeface="隶书" panose="02010509060101010101" pitchFamily="49" charset="-122"/>
              </a:endParaRPr>
            </a:p>
          </p:txBody>
        </p:sp>
      </p:grpSp>
      <p:grpSp>
        <p:nvGrpSpPr>
          <p:cNvPr id="33809" name="Group 181"/>
          <p:cNvGrpSpPr/>
          <p:nvPr/>
        </p:nvGrpSpPr>
        <p:grpSpPr>
          <a:xfrm>
            <a:off x="6588125" y="6446838"/>
            <a:ext cx="792163" cy="366712"/>
            <a:chOff x="4649" y="4020"/>
            <a:chExt cx="499" cy="231"/>
          </a:xfrm>
        </p:grpSpPr>
        <p:pic>
          <p:nvPicPr>
            <p:cNvPr id="33842" name="Picture 182" descr="78900"/>
            <p:cNvPicPr>
              <a:picLocks noChangeAspect="1"/>
            </p:cNvPicPr>
            <p:nvPr/>
          </p:nvPicPr>
          <p:blipFill>
            <a:blip r:embed="rId13"/>
            <a:stretch>
              <a:fillRect/>
            </a:stretch>
          </p:blipFill>
          <p:spPr>
            <a:xfrm>
              <a:off x="4649" y="4066"/>
              <a:ext cx="499" cy="181"/>
            </a:xfrm>
            <a:prstGeom prst="rect">
              <a:avLst/>
            </a:prstGeom>
            <a:noFill/>
            <a:ln w="9525">
              <a:noFill/>
            </a:ln>
          </p:spPr>
        </p:pic>
        <p:sp>
          <p:nvSpPr>
            <p:cNvPr id="33843" name="Text Box 183">
              <a:hlinkClick r:id="" action="ppaction://hlinkshowjump?jump=firstslide"/>
            </p:cNvPr>
            <p:cNvSpPr txBox="1"/>
            <p:nvPr/>
          </p:nvSpPr>
          <p:spPr>
            <a:xfrm>
              <a:off x="4672" y="4020"/>
              <a:ext cx="476" cy="231"/>
            </a:xfrm>
            <a:prstGeom prst="rect">
              <a:avLst/>
            </a:prstGeom>
            <a:noFill/>
            <a:ln w="9525">
              <a:noFill/>
            </a:ln>
          </p:spPr>
          <p:txBody>
            <a:bodyPr wrap="none">
              <a:spAutoFit/>
            </a:bodyPr>
            <a:p>
              <a:pPr>
                <a:spcBef>
                  <a:spcPct val="50000"/>
                </a:spcBef>
              </a:pPr>
              <a:r>
                <a:rPr lang="zh-CN" altLang="en-US" sz="1800" b="0" dirty="0">
                  <a:solidFill>
                    <a:schemeClr val="bg1"/>
                  </a:solidFill>
                  <a:latin typeface="隶书" panose="02010509060101010101" pitchFamily="49" charset="-122"/>
                  <a:ea typeface="隶书" panose="02010509060101010101" pitchFamily="49" charset="-122"/>
                </a:rPr>
                <a:t>返 回</a:t>
              </a:r>
              <a:endParaRPr lang="zh-CN" altLang="en-US" sz="1800" b="0" dirty="0">
                <a:solidFill>
                  <a:schemeClr val="bg1"/>
                </a:solidFill>
                <a:latin typeface="隶书" panose="02010509060101010101" pitchFamily="49" charset="-122"/>
                <a:ea typeface="隶书" panose="02010509060101010101" pitchFamily="49" charset="-122"/>
              </a:endParaRPr>
            </a:p>
          </p:txBody>
        </p:sp>
      </p:grpSp>
      <p:grpSp>
        <p:nvGrpSpPr>
          <p:cNvPr id="33810" name="Group 220"/>
          <p:cNvGrpSpPr/>
          <p:nvPr/>
        </p:nvGrpSpPr>
        <p:grpSpPr>
          <a:xfrm>
            <a:off x="2555875" y="782638"/>
            <a:ext cx="4032250" cy="2562225"/>
            <a:chOff x="3220" y="754"/>
            <a:chExt cx="2540" cy="1614"/>
          </a:xfrm>
        </p:grpSpPr>
        <p:sp>
          <p:nvSpPr>
            <p:cNvPr id="33811" name="Line 185"/>
            <p:cNvSpPr/>
            <p:nvPr/>
          </p:nvSpPr>
          <p:spPr>
            <a:xfrm>
              <a:off x="3220" y="2296"/>
              <a:ext cx="2358" cy="0"/>
            </a:xfrm>
            <a:prstGeom prst="line">
              <a:avLst/>
            </a:prstGeom>
            <a:ln w="28575" cap="flat" cmpd="sng">
              <a:solidFill>
                <a:srgbClr val="FFCC00"/>
              </a:solidFill>
              <a:prstDash val="solid"/>
              <a:headEnd type="none" w="med" len="med"/>
              <a:tailEnd type="none" w="med" len="med"/>
            </a:ln>
          </p:spPr>
        </p:sp>
        <p:graphicFrame>
          <p:nvGraphicFramePr>
            <p:cNvPr id="33800" name="Object 186"/>
            <p:cNvGraphicFramePr/>
            <p:nvPr/>
          </p:nvGraphicFramePr>
          <p:xfrm>
            <a:off x="5352" y="1117"/>
            <a:ext cx="233" cy="377"/>
          </p:xfrm>
          <a:graphic>
            <a:graphicData uri="http://schemas.openxmlformats.org/presentationml/2006/ole">
              <mc:AlternateContent xmlns:mc="http://schemas.openxmlformats.org/markup-compatibility/2006">
                <mc:Choice xmlns:v="urn:schemas-microsoft-com:vml" Requires="v">
                  <p:oleObj spid="_x0000_s3222" name="" r:id="rId14" imgW="165100" imgH="266065" progId="Equation.3">
                    <p:embed/>
                  </p:oleObj>
                </mc:Choice>
                <mc:Fallback>
                  <p:oleObj name="" r:id="rId14" imgW="165100" imgH="266065" progId="Equation.3">
                    <p:embed/>
                    <p:pic>
                      <p:nvPicPr>
                        <p:cNvPr id="0" name="图片 3221"/>
                        <p:cNvPicPr/>
                        <p:nvPr/>
                      </p:nvPicPr>
                      <p:blipFill>
                        <a:blip r:embed="rId15">
                          <a:clrChange>
                            <a:clrFrom>
                              <a:srgbClr val="000000"/>
                            </a:clrFrom>
                            <a:clrTo>
                              <a:srgbClr val="FFFFFF"/>
                            </a:clrTo>
                          </a:clrChange>
                        </a:blip>
                        <a:stretch>
                          <a:fillRect/>
                        </a:stretch>
                      </p:blipFill>
                      <p:spPr>
                        <a:xfrm>
                          <a:off x="5352" y="1117"/>
                          <a:ext cx="233" cy="377"/>
                        </a:xfrm>
                        <a:prstGeom prst="rect">
                          <a:avLst/>
                        </a:prstGeom>
                        <a:noFill/>
                        <a:ln w="38100">
                          <a:noFill/>
                          <a:miter/>
                        </a:ln>
                      </p:spPr>
                    </p:pic>
                  </p:oleObj>
                </mc:Fallback>
              </mc:AlternateContent>
            </a:graphicData>
          </a:graphic>
        </p:graphicFrame>
        <p:graphicFrame>
          <p:nvGraphicFramePr>
            <p:cNvPr id="33801" name="Object 187"/>
            <p:cNvGraphicFramePr/>
            <p:nvPr/>
          </p:nvGraphicFramePr>
          <p:xfrm>
            <a:off x="3356" y="1616"/>
            <a:ext cx="419" cy="279"/>
          </p:xfrm>
          <a:graphic>
            <a:graphicData uri="http://schemas.openxmlformats.org/presentationml/2006/ole">
              <mc:AlternateContent xmlns:mc="http://schemas.openxmlformats.org/markup-compatibility/2006">
                <mc:Choice xmlns:v="urn:schemas-microsoft-com:vml" Requires="v">
                  <p:oleObj spid="_x0000_s3216" name="" r:id="rId16" imgW="342900" imgH="228600" progId="Equation.3">
                    <p:embed/>
                  </p:oleObj>
                </mc:Choice>
                <mc:Fallback>
                  <p:oleObj name="" r:id="rId16" imgW="342900" imgH="228600" progId="Equation.3">
                    <p:embed/>
                    <p:pic>
                      <p:nvPicPr>
                        <p:cNvPr id="0" name="图片 3215"/>
                        <p:cNvPicPr/>
                        <p:nvPr/>
                      </p:nvPicPr>
                      <p:blipFill>
                        <a:blip r:embed="rId17">
                          <a:clrChange>
                            <a:clrFrom>
                              <a:srgbClr val="000000"/>
                            </a:clrFrom>
                            <a:clrTo>
                              <a:srgbClr val="FFFFFF"/>
                            </a:clrTo>
                          </a:clrChange>
                        </a:blip>
                        <a:stretch>
                          <a:fillRect/>
                        </a:stretch>
                      </p:blipFill>
                      <p:spPr>
                        <a:xfrm>
                          <a:off x="3356" y="1616"/>
                          <a:ext cx="419" cy="279"/>
                        </a:xfrm>
                        <a:prstGeom prst="rect">
                          <a:avLst/>
                        </a:prstGeom>
                        <a:noFill/>
                        <a:ln w="38100">
                          <a:noFill/>
                          <a:miter/>
                        </a:ln>
                      </p:spPr>
                    </p:pic>
                  </p:oleObj>
                </mc:Fallback>
              </mc:AlternateContent>
            </a:graphicData>
          </a:graphic>
        </p:graphicFrame>
        <p:graphicFrame>
          <p:nvGraphicFramePr>
            <p:cNvPr id="33802" name="Object 188"/>
            <p:cNvGraphicFramePr/>
            <p:nvPr/>
          </p:nvGraphicFramePr>
          <p:xfrm>
            <a:off x="5012" y="1557"/>
            <a:ext cx="413" cy="503"/>
          </p:xfrm>
          <a:graphic>
            <a:graphicData uri="http://schemas.openxmlformats.org/presentationml/2006/ole">
              <mc:AlternateContent xmlns:mc="http://schemas.openxmlformats.org/markup-compatibility/2006">
                <mc:Choice xmlns:v="urn:schemas-microsoft-com:vml" Requires="v">
                  <p:oleObj spid="_x0000_s3214" name="" r:id="rId18" imgW="393700" imgH="482600" progId="Equation.DSMT4">
                    <p:embed/>
                  </p:oleObj>
                </mc:Choice>
                <mc:Fallback>
                  <p:oleObj name="" r:id="rId18" imgW="393700" imgH="482600" progId="Equation.DSMT4">
                    <p:embed/>
                    <p:pic>
                      <p:nvPicPr>
                        <p:cNvPr id="0" name="图片 3213"/>
                        <p:cNvPicPr/>
                        <p:nvPr/>
                      </p:nvPicPr>
                      <p:blipFill>
                        <a:blip r:embed="rId19">
                          <a:clrChange>
                            <a:clrFrom>
                              <a:srgbClr val="000000"/>
                            </a:clrFrom>
                            <a:clrTo>
                              <a:srgbClr val="FFFFFF"/>
                            </a:clrTo>
                          </a:clrChange>
                        </a:blip>
                        <a:stretch>
                          <a:fillRect/>
                        </a:stretch>
                      </p:blipFill>
                      <p:spPr>
                        <a:xfrm>
                          <a:off x="5012" y="1557"/>
                          <a:ext cx="413" cy="503"/>
                        </a:xfrm>
                        <a:prstGeom prst="rect">
                          <a:avLst/>
                        </a:prstGeom>
                        <a:noFill/>
                        <a:ln w="38100">
                          <a:noFill/>
                          <a:miter/>
                        </a:ln>
                      </p:spPr>
                    </p:pic>
                  </p:oleObj>
                </mc:Fallback>
              </mc:AlternateContent>
            </a:graphicData>
          </a:graphic>
        </p:graphicFrame>
        <p:graphicFrame>
          <p:nvGraphicFramePr>
            <p:cNvPr id="33803" name="Object 189"/>
            <p:cNvGraphicFramePr/>
            <p:nvPr/>
          </p:nvGraphicFramePr>
          <p:xfrm>
            <a:off x="3645" y="1131"/>
            <a:ext cx="267" cy="349"/>
          </p:xfrm>
          <a:graphic>
            <a:graphicData uri="http://schemas.openxmlformats.org/presentationml/2006/ole">
              <mc:AlternateContent xmlns:mc="http://schemas.openxmlformats.org/markup-compatibility/2006">
                <mc:Choice xmlns:v="urn:schemas-microsoft-com:vml" Requires="v">
                  <p:oleObj spid="_x0000_s3219" name="" r:id="rId20" imgW="203200" imgH="266065" progId="Equation.3">
                    <p:embed/>
                  </p:oleObj>
                </mc:Choice>
                <mc:Fallback>
                  <p:oleObj name="" r:id="rId20" imgW="203200" imgH="266065" progId="Equation.3">
                    <p:embed/>
                    <p:pic>
                      <p:nvPicPr>
                        <p:cNvPr id="0" name="图片 3218"/>
                        <p:cNvPicPr/>
                        <p:nvPr/>
                      </p:nvPicPr>
                      <p:blipFill>
                        <a:blip r:embed="rId21">
                          <a:clrChange>
                            <a:clrFrom>
                              <a:srgbClr val="000000"/>
                            </a:clrFrom>
                            <a:clrTo>
                              <a:srgbClr val="FFFFFF"/>
                            </a:clrTo>
                          </a:clrChange>
                        </a:blip>
                        <a:stretch>
                          <a:fillRect/>
                        </a:stretch>
                      </p:blipFill>
                      <p:spPr>
                        <a:xfrm>
                          <a:off x="3645" y="1131"/>
                          <a:ext cx="267" cy="349"/>
                        </a:xfrm>
                        <a:prstGeom prst="rect">
                          <a:avLst/>
                        </a:prstGeom>
                        <a:noFill/>
                        <a:ln w="38100">
                          <a:noFill/>
                          <a:miter/>
                        </a:ln>
                      </p:spPr>
                    </p:pic>
                  </p:oleObj>
                </mc:Fallback>
              </mc:AlternateContent>
            </a:graphicData>
          </a:graphic>
        </p:graphicFrame>
        <p:sp>
          <p:nvSpPr>
            <p:cNvPr id="33812" name="Line 190"/>
            <p:cNvSpPr/>
            <p:nvPr/>
          </p:nvSpPr>
          <p:spPr>
            <a:xfrm>
              <a:off x="5578" y="935"/>
              <a:ext cx="0" cy="1362"/>
            </a:xfrm>
            <a:prstGeom prst="line">
              <a:avLst/>
            </a:prstGeom>
            <a:ln w="28575" cap="flat" cmpd="sng">
              <a:solidFill>
                <a:srgbClr val="FFCC00"/>
              </a:solidFill>
              <a:prstDash val="solid"/>
              <a:headEnd type="none" w="med" len="med"/>
              <a:tailEnd type="none" w="sm" len="med"/>
            </a:ln>
          </p:spPr>
        </p:sp>
        <p:sp>
          <p:nvSpPr>
            <p:cNvPr id="33813" name="Oval 191"/>
            <p:cNvSpPr/>
            <p:nvPr/>
          </p:nvSpPr>
          <p:spPr>
            <a:xfrm>
              <a:off x="3583" y="754"/>
              <a:ext cx="363" cy="363"/>
            </a:xfrm>
            <a:prstGeom prst="ellipse">
              <a:avLst/>
            </a:prstGeom>
            <a:gradFill rotWithShape="1">
              <a:gsLst>
                <a:gs pos="0">
                  <a:srgbClr val="0099FF"/>
                </a:gs>
                <a:gs pos="100000">
                  <a:srgbClr val="004776"/>
                </a:gs>
              </a:gsLst>
              <a:path path="shape">
                <a:fillToRect l="50000" t="50000" r="50000" b="50000"/>
              </a:path>
              <a:tileRect/>
            </a:gradFill>
            <a:ln w="38100" cap="flat" cmpd="sng">
              <a:solidFill>
                <a:srgbClr val="FF9900"/>
              </a:solidFill>
              <a:prstDash val="solid"/>
              <a:headEnd type="none" w="med" len="med"/>
              <a:tailEnd type="none" w="med" len="med"/>
            </a:ln>
          </p:spPr>
          <p:txBody>
            <a:bodyPr wrap="none" anchor="ctr" anchorCtr="0"/>
            <a:p>
              <a:endParaRPr lang="zh-CN" altLang="en-US" dirty="0">
                <a:latin typeface="楷体_GB2312" pitchFamily="49" charset="-122"/>
              </a:endParaRPr>
            </a:p>
          </p:txBody>
        </p:sp>
        <p:sp>
          <p:nvSpPr>
            <p:cNvPr id="33814" name="Text Box 192"/>
            <p:cNvSpPr txBox="1"/>
            <p:nvPr/>
          </p:nvSpPr>
          <p:spPr>
            <a:xfrm>
              <a:off x="3946" y="935"/>
              <a:ext cx="244" cy="327"/>
            </a:xfrm>
            <a:prstGeom prst="rect">
              <a:avLst/>
            </a:prstGeom>
            <a:noFill/>
            <a:ln w="28575">
              <a:noFill/>
            </a:ln>
          </p:spPr>
          <p:txBody>
            <a:bodyPr wrap="none" anchor="ctr" anchorCtr="0">
              <a:spAutoFit/>
            </a:bodyPr>
            <a:p>
              <a:pPr algn="ctr" eaLnBrk="0" hangingPunct="0">
                <a:spcBef>
                  <a:spcPct val="50000"/>
                </a:spcBef>
              </a:pPr>
              <a:r>
                <a:rPr lang="en-US" altLang="zh-CN" b="0" dirty="0">
                  <a:solidFill>
                    <a:schemeClr val="bg1"/>
                  </a:solidFill>
                  <a:latin typeface="Times New Roman" panose="02020603050405020304" pitchFamily="18" charset="0"/>
                  <a:ea typeface="宋体" panose="02010600030101010101" pitchFamily="2" charset="-122"/>
                  <a:sym typeface="Symbol" panose="05050102010706020507" pitchFamily="18" charset="2"/>
                </a:rPr>
                <a:t>+</a:t>
              </a:r>
              <a:endParaRPr lang="en-US" altLang="zh-CN" b="0" dirty="0">
                <a:solidFill>
                  <a:schemeClr val="bg1"/>
                </a:solidFill>
                <a:latin typeface="Times New Roman" panose="02020603050405020304" pitchFamily="18" charset="0"/>
                <a:ea typeface="宋体" panose="02010600030101010101" pitchFamily="2" charset="-122"/>
                <a:sym typeface="Symbol" panose="05050102010706020507" pitchFamily="18" charset="2"/>
              </a:endParaRPr>
            </a:p>
          </p:txBody>
        </p:sp>
        <p:sp>
          <p:nvSpPr>
            <p:cNvPr id="33815" name="Text Box 193"/>
            <p:cNvSpPr txBox="1"/>
            <p:nvPr/>
          </p:nvSpPr>
          <p:spPr>
            <a:xfrm>
              <a:off x="3356" y="799"/>
              <a:ext cx="212" cy="327"/>
            </a:xfrm>
            <a:prstGeom prst="rect">
              <a:avLst/>
            </a:prstGeom>
            <a:noFill/>
            <a:ln w="28575">
              <a:noFill/>
            </a:ln>
          </p:spPr>
          <p:txBody>
            <a:bodyPr anchor="ctr" anchorCtr="0">
              <a:spAutoFit/>
            </a:bodyPr>
            <a:p>
              <a:pPr algn="ctr" eaLnBrk="0" hangingPunct="0">
                <a:spcBef>
                  <a:spcPct val="50000"/>
                </a:spcBef>
              </a:pPr>
              <a:r>
                <a:rPr lang="en-US" altLang="zh-CN" b="0" dirty="0">
                  <a:solidFill>
                    <a:schemeClr val="bg1"/>
                  </a:solidFill>
                  <a:latin typeface="Times New Roman" panose="02020603050405020304" pitchFamily="18" charset="0"/>
                  <a:ea typeface="宋体" panose="02010600030101010101" pitchFamily="2" charset="-122"/>
                  <a:sym typeface="Symbol" panose="05050102010706020507" pitchFamily="18" charset="2"/>
                </a:rPr>
                <a:t>_</a:t>
              </a:r>
              <a:endParaRPr lang="en-US" altLang="zh-CN" b="0" dirty="0">
                <a:solidFill>
                  <a:schemeClr val="bg1"/>
                </a:solidFill>
                <a:latin typeface="Times New Roman" panose="02020603050405020304" pitchFamily="18" charset="0"/>
                <a:ea typeface="宋体" panose="02010600030101010101" pitchFamily="2" charset="-122"/>
                <a:sym typeface="Symbol" panose="05050102010706020507" pitchFamily="18" charset="2"/>
              </a:endParaRPr>
            </a:p>
          </p:txBody>
        </p:sp>
        <p:sp>
          <p:nvSpPr>
            <p:cNvPr id="33816" name="Line 194"/>
            <p:cNvSpPr/>
            <p:nvPr/>
          </p:nvSpPr>
          <p:spPr>
            <a:xfrm flipV="1">
              <a:off x="5578" y="1117"/>
              <a:ext cx="0" cy="408"/>
            </a:xfrm>
            <a:prstGeom prst="line">
              <a:avLst/>
            </a:prstGeom>
            <a:ln w="28575" cap="flat" cmpd="sng">
              <a:solidFill>
                <a:srgbClr val="66FFFF"/>
              </a:solidFill>
              <a:prstDash val="solid"/>
              <a:headEnd type="none" w="med" len="med"/>
              <a:tailEnd type="triangle" w="med" len="med"/>
            </a:ln>
          </p:spPr>
        </p:sp>
        <p:grpSp>
          <p:nvGrpSpPr>
            <p:cNvPr id="33817" name="Group 195"/>
            <p:cNvGrpSpPr/>
            <p:nvPr/>
          </p:nvGrpSpPr>
          <p:grpSpPr>
            <a:xfrm>
              <a:off x="5397" y="1525"/>
              <a:ext cx="363" cy="363"/>
              <a:chOff x="8187" y="1117"/>
              <a:chExt cx="363" cy="363"/>
            </a:xfrm>
          </p:grpSpPr>
          <p:sp>
            <p:nvSpPr>
              <p:cNvPr id="33840" name="Oval 196"/>
              <p:cNvSpPr/>
              <p:nvPr/>
            </p:nvSpPr>
            <p:spPr>
              <a:xfrm>
                <a:off x="8187" y="1117"/>
                <a:ext cx="363" cy="363"/>
              </a:xfrm>
              <a:prstGeom prst="ellipse">
                <a:avLst/>
              </a:prstGeom>
              <a:gradFill rotWithShape="1">
                <a:gsLst>
                  <a:gs pos="0">
                    <a:srgbClr val="0099FF"/>
                  </a:gs>
                  <a:gs pos="100000">
                    <a:srgbClr val="004776"/>
                  </a:gs>
                </a:gsLst>
                <a:path path="shape">
                  <a:fillToRect l="50000" t="50000" r="50000" b="50000"/>
                </a:path>
                <a:tileRect/>
              </a:gradFill>
              <a:ln w="38100" cap="flat" cmpd="sng">
                <a:solidFill>
                  <a:srgbClr val="FF9900"/>
                </a:solidFill>
                <a:prstDash val="solid"/>
                <a:headEnd type="none" w="med" len="med"/>
                <a:tailEnd type="none" w="med" len="med"/>
              </a:ln>
            </p:spPr>
            <p:txBody>
              <a:bodyPr wrap="none" anchor="ctr" anchorCtr="0"/>
              <a:p>
                <a:endParaRPr lang="zh-CN" altLang="en-US" dirty="0">
                  <a:latin typeface="楷体_GB2312" pitchFamily="49" charset="-122"/>
                </a:endParaRPr>
              </a:p>
            </p:txBody>
          </p:sp>
          <p:sp>
            <p:nvSpPr>
              <p:cNvPr id="33841" name="Line 197"/>
              <p:cNvSpPr/>
              <p:nvPr/>
            </p:nvSpPr>
            <p:spPr>
              <a:xfrm>
                <a:off x="8187" y="1298"/>
                <a:ext cx="363" cy="0"/>
              </a:xfrm>
              <a:prstGeom prst="line">
                <a:avLst/>
              </a:prstGeom>
              <a:ln w="38100" cap="flat" cmpd="sng">
                <a:solidFill>
                  <a:srgbClr val="FF9900"/>
                </a:solidFill>
                <a:prstDash val="solid"/>
                <a:headEnd type="none" w="med" len="med"/>
                <a:tailEnd type="none" w="sm" len="med"/>
              </a:ln>
            </p:spPr>
          </p:sp>
        </p:grpSp>
        <p:sp>
          <p:nvSpPr>
            <p:cNvPr id="33818" name="Line 198"/>
            <p:cNvSpPr/>
            <p:nvPr/>
          </p:nvSpPr>
          <p:spPr>
            <a:xfrm>
              <a:off x="3220" y="935"/>
              <a:ext cx="2358" cy="1"/>
            </a:xfrm>
            <a:prstGeom prst="line">
              <a:avLst/>
            </a:prstGeom>
            <a:ln w="28575" cap="flat" cmpd="sng">
              <a:solidFill>
                <a:srgbClr val="FFCC00"/>
              </a:solidFill>
              <a:prstDash val="solid"/>
              <a:headEnd type="none" w="med" len="med"/>
              <a:tailEnd type="none" w="sm" len="med"/>
            </a:ln>
          </p:spPr>
        </p:sp>
        <p:sp>
          <p:nvSpPr>
            <p:cNvPr id="33819" name="Line 199"/>
            <p:cNvSpPr/>
            <p:nvPr/>
          </p:nvSpPr>
          <p:spPr>
            <a:xfrm>
              <a:off x="3220" y="935"/>
              <a:ext cx="0" cy="1362"/>
            </a:xfrm>
            <a:prstGeom prst="line">
              <a:avLst/>
            </a:prstGeom>
            <a:ln w="28575" cap="flat" cmpd="sng">
              <a:solidFill>
                <a:srgbClr val="FFCC00"/>
              </a:solidFill>
              <a:prstDash val="solid"/>
              <a:headEnd type="none" w="med" len="med"/>
              <a:tailEnd type="none" w="sm" len="med"/>
            </a:ln>
          </p:spPr>
        </p:sp>
        <p:sp>
          <p:nvSpPr>
            <p:cNvPr id="33820" name="Line 200"/>
            <p:cNvSpPr/>
            <p:nvPr/>
          </p:nvSpPr>
          <p:spPr>
            <a:xfrm flipH="1">
              <a:off x="4300" y="935"/>
              <a:ext cx="12" cy="1362"/>
            </a:xfrm>
            <a:prstGeom prst="line">
              <a:avLst/>
            </a:prstGeom>
            <a:ln w="28575" cap="flat" cmpd="sng">
              <a:solidFill>
                <a:srgbClr val="FFCC00"/>
              </a:solidFill>
              <a:prstDash val="solid"/>
              <a:headEnd type="oval" w="med" len="med"/>
              <a:tailEnd type="oval" w="med" len="med"/>
            </a:ln>
          </p:spPr>
        </p:sp>
        <p:sp>
          <p:nvSpPr>
            <p:cNvPr id="33821" name="Line 201"/>
            <p:cNvSpPr/>
            <p:nvPr/>
          </p:nvSpPr>
          <p:spPr>
            <a:xfrm>
              <a:off x="3220" y="1607"/>
              <a:ext cx="144" cy="0"/>
            </a:xfrm>
            <a:prstGeom prst="line">
              <a:avLst/>
            </a:prstGeom>
            <a:ln w="28575" cap="flat" cmpd="sng">
              <a:solidFill>
                <a:srgbClr val="FFCC00"/>
              </a:solidFill>
              <a:prstDash val="solid"/>
              <a:headEnd type="oval" w="med" len="med"/>
              <a:tailEnd type="none" w="sm" len="med"/>
            </a:ln>
          </p:spPr>
        </p:sp>
        <p:sp>
          <p:nvSpPr>
            <p:cNvPr id="33822" name="Line 202"/>
            <p:cNvSpPr/>
            <p:nvPr/>
          </p:nvSpPr>
          <p:spPr>
            <a:xfrm>
              <a:off x="3764" y="1616"/>
              <a:ext cx="544" cy="0"/>
            </a:xfrm>
            <a:prstGeom prst="line">
              <a:avLst/>
            </a:prstGeom>
            <a:ln w="28575" cap="flat" cmpd="sng">
              <a:solidFill>
                <a:srgbClr val="FFCC00"/>
              </a:solidFill>
              <a:prstDash val="solid"/>
              <a:headEnd type="none" w="med" len="med"/>
              <a:tailEnd type="oval" w="sm" len="med"/>
            </a:ln>
          </p:spPr>
        </p:sp>
        <p:sp>
          <p:nvSpPr>
            <p:cNvPr id="33823" name="Line 203"/>
            <p:cNvSpPr/>
            <p:nvPr/>
          </p:nvSpPr>
          <p:spPr>
            <a:xfrm>
              <a:off x="4983" y="935"/>
              <a:ext cx="0" cy="624"/>
            </a:xfrm>
            <a:prstGeom prst="line">
              <a:avLst/>
            </a:prstGeom>
            <a:ln w="28575" cap="flat" cmpd="sng">
              <a:solidFill>
                <a:srgbClr val="FFCC00"/>
              </a:solidFill>
              <a:prstDash val="solid"/>
              <a:headEnd type="oval" w="med" len="med"/>
              <a:tailEnd type="none" w="sm" len="med"/>
            </a:ln>
          </p:spPr>
        </p:sp>
        <p:sp>
          <p:nvSpPr>
            <p:cNvPr id="33824" name="Line 204"/>
            <p:cNvSpPr/>
            <p:nvPr/>
          </p:nvSpPr>
          <p:spPr>
            <a:xfrm>
              <a:off x="4887" y="1559"/>
              <a:ext cx="192" cy="0"/>
            </a:xfrm>
            <a:prstGeom prst="line">
              <a:avLst/>
            </a:prstGeom>
            <a:ln w="57150" cap="flat" cmpd="sng">
              <a:solidFill>
                <a:srgbClr val="FF9900"/>
              </a:solidFill>
              <a:prstDash val="solid"/>
              <a:headEnd type="none" w="med" len="med"/>
              <a:tailEnd type="none" w="sm" len="med"/>
            </a:ln>
          </p:spPr>
        </p:sp>
        <p:sp>
          <p:nvSpPr>
            <p:cNvPr id="33825" name="Line 205"/>
            <p:cNvSpPr/>
            <p:nvPr/>
          </p:nvSpPr>
          <p:spPr>
            <a:xfrm>
              <a:off x="4887" y="1655"/>
              <a:ext cx="192" cy="0"/>
            </a:xfrm>
            <a:prstGeom prst="line">
              <a:avLst/>
            </a:prstGeom>
            <a:ln w="57150" cap="flat" cmpd="sng">
              <a:solidFill>
                <a:srgbClr val="FF9900"/>
              </a:solidFill>
              <a:prstDash val="solid"/>
              <a:headEnd type="none" w="med" len="med"/>
              <a:tailEnd type="none" w="sm" len="med"/>
            </a:ln>
          </p:spPr>
        </p:sp>
        <p:sp>
          <p:nvSpPr>
            <p:cNvPr id="33826" name="Text Box 206"/>
            <p:cNvSpPr txBox="1"/>
            <p:nvPr/>
          </p:nvSpPr>
          <p:spPr>
            <a:xfrm>
              <a:off x="3937" y="1590"/>
              <a:ext cx="329" cy="327"/>
            </a:xfrm>
            <a:prstGeom prst="rect">
              <a:avLst/>
            </a:prstGeom>
            <a:noFill/>
            <a:ln w="28575">
              <a:noFill/>
            </a:ln>
          </p:spPr>
          <p:txBody>
            <a:bodyPr wrap="none">
              <a:spAutoFit/>
            </a:bodyPr>
            <a:p>
              <a:pPr>
                <a:spcBef>
                  <a:spcPct val="50000"/>
                </a:spcBef>
              </a:pPr>
              <a:r>
                <a:rPr lang="en-US" altLang="zh-CN" b="0" i="1" dirty="0">
                  <a:solidFill>
                    <a:schemeClr val="bg1"/>
                  </a:solidFill>
                  <a:latin typeface="Times New Roman" panose="02020603050405020304" pitchFamily="18" charset="0"/>
                  <a:ea typeface="宋体" panose="02010600030101010101" pitchFamily="2" charset="-122"/>
                </a:rPr>
                <a:t>R</a:t>
              </a:r>
              <a:r>
                <a:rPr lang="en-US" altLang="zh-CN" b="0" baseline="-25000" dirty="0">
                  <a:solidFill>
                    <a:schemeClr val="bg1"/>
                  </a:solidFill>
                  <a:latin typeface="Times New Roman" panose="02020603050405020304" pitchFamily="18" charset="0"/>
                  <a:ea typeface="宋体" panose="02010600030101010101" pitchFamily="2" charset="-122"/>
                </a:rPr>
                <a:t>1</a:t>
              </a:r>
              <a:endParaRPr lang="en-US" altLang="zh-CN" b="0" i="1" dirty="0">
                <a:solidFill>
                  <a:schemeClr val="bg1"/>
                </a:solidFill>
                <a:latin typeface="Times New Roman" panose="02020603050405020304" pitchFamily="18" charset="0"/>
                <a:ea typeface="宋体" panose="02010600030101010101" pitchFamily="2" charset="-122"/>
              </a:endParaRPr>
            </a:p>
          </p:txBody>
        </p:sp>
        <p:sp>
          <p:nvSpPr>
            <p:cNvPr id="33827" name="Text Box 207"/>
            <p:cNvSpPr txBox="1"/>
            <p:nvPr/>
          </p:nvSpPr>
          <p:spPr>
            <a:xfrm>
              <a:off x="4354" y="1026"/>
              <a:ext cx="329" cy="327"/>
            </a:xfrm>
            <a:prstGeom prst="rect">
              <a:avLst/>
            </a:prstGeom>
            <a:noFill/>
            <a:ln w="28575">
              <a:noFill/>
            </a:ln>
          </p:spPr>
          <p:txBody>
            <a:bodyPr wrap="none">
              <a:spAutoFit/>
            </a:bodyPr>
            <a:p>
              <a:pPr>
                <a:spcBef>
                  <a:spcPct val="50000"/>
                </a:spcBef>
              </a:pPr>
              <a:r>
                <a:rPr lang="en-US" altLang="zh-CN" b="0" i="1" dirty="0">
                  <a:solidFill>
                    <a:schemeClr val="bg1"/>
                  </a:solidFill>
                  <a:latin typeface="Times New Roman" panose="02020603050405020304" pitchFamily="18" charset="0"/>
                  <a:ea typeface="宋体" panose="02010600030101010101" pitchFamily="2" charset="-122"/>
                </a:rPr>
                <a:t>R</a:t>
              </a:r>
              <a:r>
                <a:rPr lang="en-US" altLang="zh-CN" b="0" baseline="-25000" dirty="0">
                  <a:solidFill>
                    <a:schemeClr val="bg1"/>
                  </a:solidFill>
                  <a:latin typeface="Times New Roman" panose="02020603050405020304" pitchFamily="18" charset="0"/>
                  <a:ea typeface="宋体" panose="02010600030101010101" pitchFamily="2" charset="-122"/>
                </a:rPr>
                <a:t>2</a:t>
              </a:r>
              <a:endParaRPr lang="en-US" altLang="zh-CN" b="0" i="1" dirty="0">
                <a:solidFill>
                  <a:schemeClr val="bg1"/>
                </a:solidFill>
                <a:latin typeface="Times New Roman" panose="02020603050405020304" pitchFamily="18" charset="0"/>
                <a:ea typeface="宋体" panose="02010600030101010101" pitchFamily="2" charset="-122"/>
              </a:endParaRPr>
            </a:p>
          </p:txBody>
        </p:sp>
        <p:sp>
          <p:nvSpPr>
            <p:cNvPr id="33828" name="Text Box 208"/>
            <p:cNvSpPr txBox="1"/>
            <p:nvPr/>
          </p:nvSpPr>
          <p:spPr>
            <a:xfrm>
              <a:off x="4354" y="1842"/>
              <a:ext cx="329" cy="327"/>
            </a:xfrm>
            <a:prstGeom prst="rect">
              <a:avLst/>
            </a:prstGeom>
            <a:noFill/>
            <a:ln w="28575">
              <a:noFill/>
            </a:ln>
          </p:spPr>
          <p:txBody>
            <a:bodyPr wrap="none">
              <a:spAutoFit/>
            </a:bodyPr>
            <a:p>
              <a:pPr>
                <a:spcBef>
                  <a:spcPct val="50000"/>
                </a:spcBef>
              </a:pPr>
              <a:r>
                <a:rPr lang="en-US" altLang="zh-CN" b="0" i="1" dirty="0">
                  <a:solidFill>
                    <a:schemeClr val="bg1"/>
                  </a:solidFill>
                  <a:latin typeface="Times New Roman" panose="02020603050405020304" pitchFamily="18" charset="0"/>
                  <a:ea typeface="宋体" panose="02010600030101010101" pitchFamily="2" charset="-122"/>
                </a:rPr>
                <a:t>R</a:t>
              </a:r>
              <a:r>
                <a:rPr lang="en-US" altLang="zh-CN" b="0" baseline="-25000" dirty="0">
                  <a:solidFill>
                    <a:schemeClr val="bg1"/>
                  </a:solidFill>
                  <a:latin typeface="Times New Roman" panose="02020603050405020304" pitchFamily="18" charset="0"/>
                  <a:ea typeface="宋体" panose="02010600030101010101" pitchFamily="2" charset="-122"/>
                </a:rPr>
                <a:t>3</a:t>
              </a:r>
              <a:endParaRPr lang="en-US" altLang="zh-CN" b="0" i="1" dirty="0">
                <a:solidFill>
                  <a:schemeClr val="bg1"/>
                </a:solidFill>
                <a:latin typeface="Times New Roman" panose="02020603050405020304" pitchFamily="18" charset="0"/>
                <a:ea typeface="宋体" panose="02010600030101010101" pitchFamily="2" charset="-122"/>
              </a:endParaRPr>
            </a:p>
          </p:txBody>
        </p:sp>
        <p:sp>
          <p:nvSpPr>
            <p:cNvPr id="33829" name="Text Box 209"/>
            <p:cNvSpPr txBox="1"/>
            <p:nvPr/>
          </p:nvSpPr>
          <p:spPr>
            <a:xfrm>
              <a:off x="3652" y="1911"/>
              <a:ext cx="329" cy="327"/>
            </a:xfrm>
            <a:prstGeom prst="rect">
              <a:avLst/>
            </a:prstGeom>
            <a:noFill/>
            <a:ln w="28575">
              <a:noFill/>
            </a:ln>
          </p:spPr>
          <p:txBody>
            <a:bodyPr wrap="none">
              <a:spAutoFit/>
            </a:bodyPr>
            <a:p>
              <a:pPr>
                <a:spcBef>
                  <a:spcPct val="50000"/>
                </a:spcBef>
              </a:pPr>
              <a:r>
                <a:rPr lang="en-US" altLang="zh-CN" b="0" i="1" dirty="0">
                  <a:solidFill>
                    <a:schemeClr val="bg1"/>
                  </a:solidFill>
                  <a:latin typeface="Times New Roman" panose="02020603050405020304" pitchFamily="18" charset="0"/>
                  <a:ea typeface="宋体" panose="02010600030101010101" pitchFamily="2" charset="-122"/>
                </a:rPr>
                <a:t>R</a:t>
              </a:r>
              <a:r>
                <a:rPr lang="en-US" altLang="zh-CN" b="0" baseline="-25000" dirty="0">
                  <a:solidFill>
                    <a:schemeClr val="bg1"/>
                  </a:solidFill>
                  <a:latin typeface="Times New Roman" panose="02020603050405020304" pitchFamily="18" charset="0"/>
                  <a:ea typeface="宋体" panose="02010600030101010101" pitchFamily="2" charset="-122"/>
                </a:rPr>
                <a:t>4</a:t>
              </a:r>
              <a:endParaRPr lang="en-US" altLang="zh-CN" b="0" i="1" dirty="0">
                <a:solidFill>
                  <a:schemeClr val="bg1"/>
                </a:solidFill>
                <a:latin typeface="Times New Roman" panose="02020603050405020304" pitchFamily="18" charset="0"/>
                <a:ea typeface="宋体" panose="02010600030101010101" pitchFamily="2" charset="-122"/>
              </a:endParaRPr>
            </a:p>
          </p:txBody>
        </p:sp>
        <p:sp>
          <p:nvSpPr>
            <p:cNvPr id="33830" name="Rectangle 210"/>
            <p:cNvSpPr/>
            <p:nvPr/>
          </p:nvSpPr>
          <p:spPr>
            <a:xfrm>
              <a:off x="3674" y="2232"/>
              <a:ext cx="317" cy="136"/>
            </a:xfrm>
            <a:prstGeom prst="rect">
              <a:avLst/>
            </a:prstGeom>
            <a:gradFill rotWithShape="1">
              <a:gsLst>
                <a:gs pos="0">
                  <a:srgbClr val="764700"/>
                </a:gs>
                <a:gs pos="50000">
                  <a:srgbClr val="FF9900"/>
                </a:gs>
                <a:gs pos="100000">
                  <a:srgbClr val="764700"/>
                </a:gs>
              </a:gsLst>
              <a:lin ang="5400000" scaled="1"/>
              <a:tileRect/>
            </a:gradFill>
            <a:ln w="28575">
              <a:noFill/>
            </a:ln>
          </p:spPr>
          <p:txBody>
            <a:bodyPr wrap="none" anchor="ctr" anchorCtr="0"/>
            <a:p>
              <a:endParaRPr lang="zh-CN" altLang="en-US" dirty="0">
                <a:latin typeface="楷体_GB2312" pitchFamily="49" charset="-122"/>
              </a:endParaRPr>
            </a:p>
          </p:txBody>
        </p:sp>
        <p:sp>
          <p:nvSpPr>
            <p:cNvPr id="33831" name="Rectangle 211"/>
            <p:cNvSpPr/>
            <p:nvPr/>
          </p:nvSpPr>
          <p:spPr>
            <a:xfrm>
              <a:off x="4254" y="1117"/>
              <a:ext cx="127" cy="318"/>
            </a:xfrm>
            <a:prstGeom prst="rect">
              <a:avLst/>
            </a:prstGeom>
            <a:gradFill rotWithShape="1">
              <a:gsLst>
                <a:gs pos="0">
                  <a:srgbClr val="764700"/>
                </a:gs>
                <a:gs pos="50000">
                  <a:srgbClr val="FF9900"/>
                </a:gs>
                <a:gs pos="100000">
                  <a:srgbClr val="764700"/>
                </a:gs>
              </a:gsLst>
              <a:lin ang="0" scaled="1"/>
              <a:tileRect/>
            </a:gradFill>
            <a:ln w="28575">
              <a:noFill/>
            </a:ln>
          </p:spPr>
          <p:txBody>
            <a:bodyPr wrap="none" anchor="ctr" anchorCtr="0"/>
            <a:p>
              <a:endParaRPr lang="zh-CN" altLang="en-US" dirty="0">
                <a:latin typeface="楷体_GB2312" pitchFamily="49" charset="-122"/>
              </a:endParaRPr>
            </a:p>
          </p:txBody>
        </p:sp>
        <p:sp>
          <p:nvSpPr>
            <p:cNvPr id="33832" name="Rectangle 212"/>
            <p:cNvSpPr/>
            <p:nvPr/>
          </p:nvSpPr>
          <p:spPr>
            <a:xfrm>
              <a:off x="4236" y="1797"/>
              <a:ext cx="127" cy="318"/>
            </a:xfrm>
            <a:prstGeom prst="rect">
              <a:avLst/>
            </a:prstGeom>
            <a:gradFill rotWithShape="1">
              <a:gsLst>
                <a:gs pos="0">
                  <a:srgbClr val="764700"/>
                </a:gs>
                <a:gs pos="50000">
                  <a:srgbClr val="FF9900"/>
                </a:gs>
                <a:gs pos="100000">
                  <a:srgbClr val="764700"/>
                </a:gs>
              </a:gsLst>
              <a:lin ang="0" scaled="1"/>
              <a:tileRect/>
            </a:gradFill>
            <a:ln w="28575">
              <a:noFill/>
            </a:ln>
          </p:spPr>
          <p:txBody>
            <a:bodyPr wrap="none" anchor="ctr" anchorCtr="0"/>
            <a:p>
              <a:endParaRPr lang="zh-CN" altLang="en-US" dirty="0">
                <a:latin typeface="楷体_GB2312" pitchFamily="49" charset="-122"/>
              </a:endParaRPr>
            </a:p>
          </p:txBody>
        </p:sp>
        <p:sp>
          <p:nvSpPr>
            <p:cNvPr id="33833" name="Rectangle 213"/>
            <p:cNvSpPr/>
            <p:nvPr/>
          </p:nvSpPr>
          <p:spPr>
            <a:xfrm>
              <a:off x="3900" y="1525"/>
              <a:ext cx="317" cy="136"/>
            </a:xfrm>
            <a:prstGeom prst="rect">
              <a:avLst/>
            </a:prstGeom>
            <a:gradFill rotWithShape="1">
              <a:gsLst>
                <a:gs pos="0">
                  <a:srgbClr val="764700"/>
                </a:gs>
                <a:gs pos="50000">
                  <a:srgbClr val="FF9900"/>
                </a:gs>
                <a:gs pos="100000">
                  <a:srgbClr val="764700"/>
                </a:gs>
              </a:gsLst>
              <a:lin ang="5400000" scaled="1"/>
              <a:tileRect/>
            </a:gradFill>
            <a:ln w="28575">
              <a:noFill/>
            </a:ln>
          </p:spPr>
          <p:txBody>
            <a:bodyPr wrap="none" anchor="ctr" anchorCtr="0"/>
            <a:p>
              <a:endParaRPr lang="zh-CN" altLang="en-US" dirty="0">
                <a:latin typeface="楷体_GB2312" pitchFamily="49" charset="-122"/>
              </a:endParaRPr>
            </a:p>
          </p:txBody>
        </p:sp>
        <p:sp>
          <p:nvSpPr>
            <p:cNvPr id="33834" name="Line 214"/>
            <p:cNvSpPr/>
            <p:nvPr/>
          </p:nvSpPr>
          <p:spPr>
            <a:xfrm>
              <a:off x="4989" y="1661"/>
              <a:ext cx="0" cy="635"/>
            </a:xfrm>
            <a:prstGeom prst="line">
              <a:avLst/>
            </a:prstGeom>
            <a:ln w="28575" cap="flat" cmpd="sng">
              <a:solidFill>
                <a:srgbClr val="FFCC00"/>
              </a:solidFill>
              <a:prstDash val="solid"/>
              <a:headEnd type="none" w="med" len="med"/>
              <a:tailEnd type="oval" w="med" len="med"/>
            </a:ln>
          </p:spPr>
        </p:sp>
        <p:grpSp>
          <p:nvGrpSpPr>
            <p:cNvPr id="33835" name="Group 215"/>
            <p:cNvGrpSpPr/>
            <p:nvPr/>
          </p:nvGrpSpPr>
          <p:grpSpPr>
            <a:xfrm rot="5400000">
              <a:off x="3513" y="1365"/>
              <a:ext cx="91" cy="408"/>
              <a:chOff x="1565" y="2614"/>
              <a:chExt cx="90" cy="486"/>
            </a:xfrm>
          </p:grpSpPr>
          <p:sp>
            <p:nvSpPr>
              <p:cNvPr id="33836" name="Arc 216"/>
              <p:cNvSpPr/>
              <p:nvPr/>
            </p:nvSpPr>
            <p:spPr>
              <a:xfrm flipH="1" flipV="1">
                <a:off x="1565" y="2860"/>
                <a:ext cx="90" cy="116"/>
              </a:xfrm>
              <a:custGeom>
                <a:avLst/>
                <a:gdLst>
                  <a:gd name="txL" fmla="*/ 0 w 22723"/>
                  <a:gd name="txT" fmla="*/ 0 h 43200"/>
                  <a:gd name="txR" fmla="*/ 22723 w 22723"/>
                  <a:gd name="txB" fmla="*/ 43200 h 43200"/>
                </a:gdLst>
                <a:ahLst/>
                <a:cxnLst>
                  <a:cxn ang="0">
                    <a:pos x="1122" y="0"/>
                  </a:cxn>
                  <a:cxn ang="0">
                    <a:pos x="22723" y="21600"/>
                  </a:cxn>
                  <a:cxn ang="0">
                    <a:pos x="1123" y="43200"/>
                  </a:cxn>
                  <a:cxn ang="0">
                    <a:pos x="0" y="43170"/>
                  </a:cxn>
                  <a:cxn ang="0">
                    <a:pos x="1122" y="0"/>
                  </a:cxn>
                  <a:cxn ang="0">
                    <a:pos x="22723" y="21600"/>
                  </a:cxn>
                  <a:cxn ang="0">
                    <a:pos x="1123" y="43200"/>
                  </a:cxn>
                  <a:cxn ang="0">
                    <a:pos x="0" y="43170"/>
                  </a:cxn>
                  <a:cxn ang="0">
                    <a:pos x="1123" y="21600"/>
                  </a:cxn>
                </a:cxnLst>
                <a:rect l="txL" t="txT" r="txR" b="txB"/>
                <a:pathLst>
                  <a:path w="22723" h="43200" fill="none">
                    <a:moveTo>
                      <a:pt x="1122" y="0"/>
                    </a:moveTo>
                    <a:cubicBezTo>
                      <a:pt x="13052" y="0"/>
                      <a:pt x="22723" y="9670"/>
                      <a:pt x="22723" y="21600"/>
                    </a:cubicBezTo>
                    <a:cubicBezTo>
                      <a:pt x="22723" y="33529"/>
                      <a:pt x="13052" y="43200"/>
                      <a:pt x="1123" y="43200"/>
                    </a:cubicBezTo>
                    <a:cubicBezTo>
                      <a:pt x="748" y="43200"/>
                      <a:pt x="374" y="43190"/>
                      <a:pt x="0" y="43170"/>
                    </a:cubicBezTo>
                  </a:path>
                  <a:path w="22723" h="43200" stroke="0">
                    <a:moveTo>
                      <a:pt x="1122" y="0"/>
                    </a:moveTo>
                    <a:cubicBezTo>
                      <a:pt x="13052" y="0"/>
                      <a:pt x="22723" y="9670"/>
                      <a:pt x="22723" y="21600"/>
                    </a:cubicBezTo>
                    <a:cubicBezTo>
                      <a:pt x="22723" y="33529"/>
                      <a:pt x="13052" y="43200"/>
                      <a:pt x="1123" y="43200"/>
                    </a:cubicBezTo>
                    <a:cubicBezTo>
                      <a:pt x="748" y="43200"/>
                      <a:pt x="374" y="43190"/>
                      <a:pt x="0" y="43170"/>
                    </a:cubicBezTo>
                    <a:lnTo>
                      <a:pt x="1123" y="21600"/>
                    </a:lnTo>
                    <a:close/>
                  </a:path>
                </a:pathLst>
              </a:custGeom>
              <a:noFill/>
              <a:ln w="28575" cap="flat" cmpd="sng">
                <a:solidFill>
                  <a:srgbClr val="FF9900"/>
                </a:solidFill>
                <a:prstDash val="solid"/>
                <a:round/>
                <a:headEnd type="none" w="med" len="med"/>
                <a:tailEnd type="none" w="med" len="med"/>
              </a:ln>
            </p:spPr>
            <p:txBody>
              <a:bodyPr wrap="none" anchor="ctr" anchorCtr="0"/>
              <a:p>
                <a:endParaRPr lang="zh-CN" altLang="en-US" dirty="0">
                  <a:latin typeface="楷体_GB2312" pitchFamily="49" charset="-122"/>
                </a:endParaRPr>
              </a:p>
            </p:txBody>
          </p:sp>
          <p:sp>
            <p:nvSpPr>
              <p:cNvPr id="33837" name="Arc 217"/>
              <p:cNvSpPr/>
              <p:nvPr/>
            </p:nvSpPr>
            <p:spPr>
              <a:xfrm flipH="1" flipV="1">
                <a:off x="1565" y="2737"/>
                <a:ext cx="90" cy="116"/>
              </a:xfrm>
              <a:custGeom>
                <a:avLst/>
                <a:gdLst>
                  <a:gd name="txL" fmla="*/ 0 w 22723"/>
                  <a:gd name="txT" fmla="*/ 0 h 43200"/>
                  <a:gd name="txR" fmla="*/ 22723 w 22723"/>
                  <a:gd name="txB" fmla="*/ 43200 h 43200"/>
                </a:gdLst>
                <a:ahLst/>
                <a:cxnLst>
                  <a:cxn ang="0">
                    <a:pos x="1122" y="0"/>
                  </a:cxn>
                  <a:cxn ang="0">
                    <a:pos x="22723" y="21600"/>
                  </a:cxn>
                  <a:cxn ang="0">
                    <a:pos x="1123" y="43200"/>
                  </a:cxn>
                  <a:cxn ang="0">
                    <a:pos x="0" y="43170"/>
                  </a:cxn>
                  <a:cxn ang="0">
                    <a:pos x="1122" y="0"/>
                  </a:cxn>
                  <a:cxn ang="0">
                    <a:pos x="22723" y="21600"/>
                  </a:cxn>
                  <a:cxn ang="0">
                    <a:pos x="1123" y="43200"/>
                  </a:cxn>
                  <a:cxn ang="0">
                    <a:pos x="0" y="43170"/>
                  </a:cxn>
                  <a:cxn ang="0">
                    <a:pos x="1123" y="21600"/>
                  </a:cxn>
                </a:cxnLst>
                <a:rect l="txL" t="txT" r="txR" b="txB"/>
                <a:pathLst>
                  <a:path w="22723" h="43200" fill="none">
                    <a:moveTo>
                      <a:pt x="1122" y="0"/>
                    </a:moveTo>
                    <a:cubicBezTo>
                      <a:pt x="13052" y="0"/>
                      <a:pt x="22723" y="9670"/>
                      <a:pt x="22723" y="21600"/>
                    </a:cubicBezTo>
                    <a:cubicBezTo>
                      <a:pt x="22723" y="33529"/>
                      <a:pt x="13052" y="43200"/>
                      <a:pt x="1123" y="43200"/>
                    </a:cubicBezTo>
                    <a:cubicBezTo>
                      <a:pt x="748" y="43200"/>
                      <a:pt x="374" y="43190"/>
                      <a:pt x="0" y="43170"/>
                    </a:cubicBezTo>
                  </a:path>
                  <a:path w="22723" h="43200" stroke="0">
                    <a:moveTo>
                      <a:pt x="1122" y="0"/>
                    </a:moveTo>
                    <a:cubicBezTo>
                      <a:pt x="13052" y="0"/>
                      <a:pt x="22723" y="9670"/>
                      <a:pt x="22723" y="21600"/>
                    </a:cubicBezTo>
                    <a:cubicBezTo>
                      <a:pt x="22723" y="33529"/>
                      <a:pt x="13052" y="43200"/>
                      <a:pt x="1123" y="43200"/>
                    </a:cubicBezTo>
                    <a:cubicBezTo>
                      <a:pt x="748" y="43200"/>
                      <a:pt x="374" y="43190"/>
                      <a:pt x="0" y="43170"/>
                    </a:cubicBezTo>
                    <a:lnTo>
                      <a:pt x="1123" y="21600"/>
                    </a:lnTo>
                    <a:close/>
                  </a:path>
                </a:pathLst>
              </a:custGeom>
              <a:noFill/>
              <a:ln w="28575" cap="flat" cmpd="sng">
                <a:solidFill>
                  <a:srgbClr val="FF9900"/>
                </a:solidFill>
                <a:prstDash val="solid"/>
                <a:round/>
                <a:headEnd type="none" w="med" len="med"/>
                <a:tailEnd type="none" w="med" len="med"/>
              </a:ln>
            </p:spPr>
            <p:txBody>
              <a:bodyPr wrap="none" anchor="ctr" anchorCtr="0"/>
              <a:p>
                <a:endParaRPr lang="zh-CN" altLang="en-US" dirty="0">
                  <a:latin typeface="楷体_GB2312" pitchFamily="49" charset="-122"/>
                </a:endParaRPr>
              </a:p>
            </p:txBody>
          </p:sp>
          <p:sp>
            <p:nvSpPr>
              <p:cNvPr id="33838" name="Arc 218"/>
              <p:cNvSpPr/>
              <p:nvPr/>
            </p:nvSpPr>
            <p:spPr>
              <a:xfrm flipH="1" flipV="1">
                <a:off x="1565" y="2614"/>
                <a:ext cx="90" cy="116"/>
              </a:xfrm>
              <a:custGeom>
                <a:avLst/>
                <a:gdLst>
                  <a:gd name="txL" fmla="*/ 0 w 22723"/>
                  <a:gd name="txT" fmla="*/ 0 h 43200"/>
                  <a:gd name="txR" fmla="*/ 22723 w 22723"/>
                  <a:gd name="txB" fmla="*/ 43200 h 43200"/>
                </a:gdLst>
                <a:ahLst/>
                <a:cxnLst>
                  <a:cxn ang="0">
                    <a:pos x="1122" y="0"/>
                  </a:cxn>
                  <a:cxn ang="0">
                    <a:pos x="22723" y="21600"/>
                  </a:cxn>
                  <a:cxn ang="0">
                    <a:pos x="1123" y="43200"/>
                  </a:cxn>
                  <a:cxn ang="0">
                    <a:pos x="0" y="43170"/>
                  </a:cxn>
                  <a:cxn ang="0">
                    <a:pos x="1122" y="0"/>
                  </a:cxn>
                  <a:cxn ang="0">
                    <a:pos x="22723" y="21600"/>
                  </a:cxn>
                  <a:cxn ang="0">
                    <a:pos x="1123" y="43200"/>
                  </a:cxn>
                  <a:cxn ang="0">
                    <a:pos x="0" y="43170"/>
                  </a:cxn>
                  <a:cxn ang="0">
                    <a:pos x="1123" y="21600"/>
                  </a:cxn>
                </a:cxnLst>
                <a:rect l="txL" t="txT" r="txR" b="txB"/>
                <a:pathLst>
                  <a:path w="22723" h="43200" fill="none">
                    <a:moveTo>
                      <a:pt x="1122" y="0"/>
                    </a:moveTo>
                    <a:cubicBezTo>
                      <a:pt x="13052" y="0"/>
                      <a:pt x="22723" y="9670"/>
                      <a:pt x="22723" y="21600"/>
                    </a:cubicBezTo>
                    <a:cubicBezTo>
                      <a:pt x="22723" y="33529"/>
                      <a:pt x="13052" y="43200"/>
                      <a:pt x="1123" y="43200"/>
                    </a:cubicBezTo>
                    <a:cubicBezTo>
                      <a:pt x="748" y="43200"/>
                      <a:pt x="374" y="43190"/>
                      <a:pt x="0" y="43170"/>
                    </a:cubicBezTo>
                  </a:path>
                  <a:path w="22723" h="43200" stroke="0">
                    <a:moveTo>
                      <a:pt x="1122" y="0"/>
                    </a:moveTo>
                    <a:cubicBezTo>
                      <a:pt x="13052" y="0"/>
                      <a:pt x="22723" y="9670"/>
                      <a:pt x="22723" y="21600"/>
                    </a:cubicBezTo>
                    <a:cubicBezTo>
                      <a:pt x="22723" y="33529"/>
                      <a:pt x="13052" y="43200"/>
                      <a:pt x="1123" y="43200"/>
                    </a:cubicBezTo>
                    <a:cubicBezTo>
                      <a:pt x="748" y="43200"/>
                      <a:pt x="374" y="43190"/>
                      <a:pt x="0" y="43170"/>
                    </a:cubicBezTo>
                    <a:lnTo>
                      <a:pt x="1123" y="21600"/>
                    </a:lnTo>
                    <a:close/>
                  </a:path>
                </a:pathLst>
              </a:custGeom>
              <a:noFill/>
              <a:ln w="28575" cap="flat" cmpd="sng">
                <a:solidFill>
                  <a:srgbClr val="FF9900"/>
                </a:solidFill>
                <a:prstDash val="solid"/>
                <a:round/>
                <a:headEnd type="none" w="med" len="med"/>
                <a:tailEnd type="none" w="med" len="med"/>
              </a:ln>
            </p:spPr>
            <p:txBody>
              <a:bodyPr wrap="none" anchor="ctr" anchorCtr="0"/>
              <a:p>
                <a:endParaRPr lang="zh-CN" altLang="en-US" dirty="0">
                  <a:latin typeface="楷体_GB2312" pitchFamily="49" charset="-122"/>
                </a:endParaRPr>
              </a:p>
            </p:txBody>
          </p:sp>
          <p:sp>
            <p:nvSpPr>
              <p:cNvPr id="33839" name="Arc 219"/>
              <p:cNvSpPr/>
              <p:nvPr/>
            </p:nvSpPr>
            <p:spPr>
              <a:xfrm flipH="1" flipV="1">
                <a:off x="1565" y="2984"/>
                <a:ext cx="90" cy="116"/>
              </a:xfrm>
              <a:custGeom>
                <a:avLst/>
                <a:gdLst>
                  <a:gd name="txL" fmla="*/ 0 w 22723"/>
                  <a:gd name="txT" fmla="*/ 0 h 43200"/>
                  <a:gd name="txR" fmla="*/ 22723 w 22723"/>
                  <a:gd name="txB" fmla="*/ 43200 h 43200"/>
                </a:gdLst>
                <a:ahLst/>
                <a:cxnLst>
                  <a:cxn ang="0">
                    <a:pos x="1122" y="0"/>
                  </a:cxn>
                  <a:cxn ang="0">
                    <a:pos x="22723" y="21600"/>
                  </a:cxn>
                  <a:cxn ang="0">
                    <a:pos x="1123" y="43200"/>
                  </a:cxn>
                  <a:cxn ang="0">
                    <a:pos x="0" y="43170"/>
                  </a:cxn>
                  <a:cxn ang="0">
                    <a:pos x="1122" y="0"/>
                  </a:cxn>
                  <a:cxn ang="0">
                    <a:pos x="22723" y="21600"/>
                  </a:cxn>
                  <a:cxn ang="0">
                    <a:pos x="1123" y="43200"/>
                  </a:cxn>
                  <a:cxn ang="0">
                    <a:pos x="0" y="43170"/>
                  </a:cxn>
                  <a:cxn ang="0">
                    <a:pos x="1123" y="21600"/>
                  </a:cxn>
                </a:cxnLst>
                <a:rect l="txL" t="txT" r="txR" b="txB"/>
                <a:pathLst>
                  <a:path w="22723" h="43200" fill="none">
                    <a:moveTo>
                      <a:pt x="1122" y="0"/>
                    </a:moveTo>
                    <a:cubicBezTo>
                      <a:pt x="13052" y="0"/>
                      <a:pt x="22723" y="9670"/>
                      <a:pt x="22723" y="21600"/>
                    </a:cubicBezTo>
                    <a:cubicBezTo>
                      <a:pt x="22723" y="33529"/>
                      <a:pt x="13052" y="43200"/>
                      <a:pt x="1123" y="43200"/>
                    </a:cubicBezTo>
                    <a:cubicBezTo>
                      <a:pt x="748" y="43200"/>
                      <a:pt x="374" y="43190"/>
                      <a:pt x="0" y="43170"/>
                    </a:cubicBezTo>
                  </a:path>
                  <a:path w="22723" h="43200" stroke="0">
                    <a:moveTo>
                      <a:pt x="1122" y="0"/>
                    </a:moveTo>
                    <a:cubicBezTo>
                      <a:pt x="13052" y="0"/>
                      <a:pt x="22723" y="9670"/>
                      <a:pt x="22723" y="21600"/>
                    </a:cubicBezTo>
                    <a:cubicBezTo>
                      <a:pt x="22723" y="33529"/>
                      <a:pt x="13052" y="43200"/>
                      <a:pt x="1123" y="43200"/>
                    </a:cubicBezTo>
                    <a:cubicBezTo>
                      <a:pt x="748" y="43200"/>
                      <a:pt x="374" y="43190"/>
                      <a:pt x="0" y="43170"/>
                    </a:cubicBezTo>
                    <a:lnTo>
                      <a:pt x="1123" y="21600"/>
                    </a:lnTo>
                    <a:close/>
                  </a:path>
                </a:pathLst>
              </a:custGeom>
              <a:noFill/>
              <a:ln w="28575" cap="flat" cmpd="sng">
                <a:solidFill>
                  <a:srgbClr val="FF9900"/>
                </a:solidFill>
                <a:prstDash val="solid"/>
                <a:round/>
                <a:headEnd type="none" w="med" len="med"/>
                <a:tailEnd type="none" w="med" len="med"/>
              </a:ln>
            </p:spPr>
            <p:txBody>
              <a:bodyPr wrap="none" anchor="ctr" anchorCtr="0"/>
              <a:p>
                <a:endParaRPr lang="zh-CN" altLang="en-US" dirty="0">
                  <a:latin typeface="楷体_GB2312" pitchFamily="49" charset="-122"/>
                </a:endParaRPr>
              </a:p>
            </p:txBody>
          </p:sp>
        </p:gr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9" presetClass="entr" presetSubtype="0" fill="hold" grpId="0" nodeType="withEffect">
                                  <p:stCondLst>
                                    <p:cond delay="0"/>
                                  </p:stCondLst>
                                  <p:childTnLst>
                                    <p:set>
                                      <p:cBhvr>
                                        <p:cTn id="6" dur="1" fill="hold">
                                          <p:stCondLst>
                                            <p:cond delay="0"/>
                                          </p:stCondLst>
                                        </p:cTn>
                                        <p:tgtEl>
                                          <p:spTgt spid="45105"/>
                                        </p:tgtEl>
                                        <p:attrNameLst>
                                          <p:attrName>style.visibility</p:attrName>
                                        </p:attrNameLst>
                                      </p:cBhvr>
                                      <p:to>
                                        <p:strVal val="visible"/>
                                      </p:to>
                                    </p:set>
                                    <p:animEffect transition="in" filter="dissolve">
                                      <p:cBhvr>
                                        <p:cTn id="7" dur="500"/>
                                        <p:tgtEl>
                                          <p:spTgt spid="45105"/>
                                        </p:tgtEl>
                                      </p:cBhvr>
                                    </p:animEffect>
                                  </p:childTnLst>
                                </p:cTn>
                              </p:par>
                            </p:childTnLst>
                          </p:cTn>
                        </p:par>
                      </p:childTnLst>
                    </p:cTn>
                  </p:par>
                  <p:par>
                    <p:cTn id="8" fill="hold">
                      <p:stCondLst>
                        <p:cond delay="indefinite"/>
                      </p:stCondLst>
                      <p:childTnLst>
                        <p:par>
                          <p:cTn id="9" fill="hold">
                            <p:stCondLst>
                              <p:cond delay="0"/>
                            </p:stCondLst>
                            <p:childTnLst>
                              <p:par>
                                <p:cTn id="10" presetID="23" presetClass="entr" presetSubtype="32" fill="hold" nodeType="clickEffect">
                                  <p:stCondLst>
                                    <p:cond delay="0"/>
                                  </p:stCondLst>
                                  <p:childTnLst>
                                    <p:set>
                                      <p:cBhvr>
                                        <p:cTn id="11" dur="1" fill="hold">
                                          <p:stCondLst>
                                            <p:cond delay="0"/>
                                          </p:stCondLst>
                                        </p:cTn>
                                        <p:tgtEl>
                                          <p:spTgt spid="45102"/>
                                        </p:tgtEl>
                                        <p:attrNameLst>
                                          <p:attrName>style.visibility</p:attrName>
                                        </p:attrNameLst>
                                      </p:cBhvr>
                                      <p:to>
                                        <p:strVal val="visible"/>
                                      </p:to>
                                    </p:set>
                                    <p:anim calcmode="lin" valueType="num">
                                      <p:cBhvr>
                                        <p:cTn id="12" dur="500" fill="hold"/>
                                        <p:tgtEl>
                                          <p:spTgt spid="45102"/>
                                        </p:tgtEl>
                                        <p:attrNameLst>
                                          <p:attrName>ppt_w</p:attrName>
                                        </p:attrNameLst>
                                      </p:cBhvr>
                                      <p:tavLst>
                                        <p:tav tm="0">
                                          <p:val>
                                            <p:strVal val="4*#ppt_w"/>
                                          </p:val>
                                        </p:tav>
                                        <p:tav tm="100000">
                                          <p:val>
                                            <p:strVal val="#ppt_w"/>
                                          </p:val>
                                        </p:tav>
                                      </p:tavLst>
                                    </p:anim>
                                    <p:anim calcmode="lin" valueType="num">
                                      <p:cBhvr>
                                        <p:cTn id="13" dur="500" fill="hold"/>
                                        <p:tgtEl>
                                          <p:spTgt spid="45102"/>
                                        </p:tgtEl>
                                        <p:attrNameLst>
                                          <p:attrName>ppt_h</p:attrName>
                                        </p:attrNameLst>
                                      </p:cBhvr>
                                      <p:tavLst>
                                        <p:tav tm="0">
                                          <p:val>
                                            <p:strVal val="4*#ppt_h"/>
                                          </p:val>
                                        </p:tav>
                                        <p:tav tm="100000">
                                          <p:val>
                                            <p:strVal val="#ppt_h"/>
                                          </p:val>
                                        </p:tav>
                                      </p:tavLst>
                                    </p:anim>
                                  </p:childTnLst>
                                </p:cTn>
                              </p:par>
                            </p:childTnLst>
                          </p:cTn>
                        </p:par>
                        <p:par>
                          <p:cTn id="14" fill="hold">
                            <p:stCondLst>
                              <p:cond delay="500"/>
                            </p:stCondLst>
                            <p:childTnLst>
                              <p:par>
                                <p:cTn id="15" presetID="23" presetClass="entr" presetSubtype="32" fill="hold" nodeType="afterEffect">
                                  <p:stCondLst>
                                    <p:cond delay="0"/>
                                  </p:stCondLst>
                                  <p:childTnLst>
                                    <p:set>
                                      <p:cBhvr>
                                        <p:cTn id="16" dur="1" fill="hold">
                                          <p:stCondLst>
                                            <p:cond delay="0"/>
                                          </p:stCondLst>
                                        </p:cTn>
                                        <p:tgtEl>
                                          <p:spTgt spid="45103"/>
                                        </p:tgtEl>
                                        <p:attrNameLst>
                                          <p:attrName>style.visibility</p:attrName>
                                        </p:attrNameLst>
                                      </p:cBhvr>
                                      <p:to>
                                        <p:strVal val="visible"/>
                                      </p:to>
                                    </p:set>
                                    <p:anim calcmode="lin" valueType="num">
                                      <p:cBhvr>
                                        <p:cTn id="17" dur="500" fill="hold"/>
                                        <p:tgtEl>
                                          <p:spTgt spid="45103"/>
                                        </p:tgtEl>
                                        <p:attrNameLst>
                                          <p:attrName>ppt_w</p:attrName>
                                        </p:attrNameLst>
                                      </p:cBhvr>
                                      <p:tavLst>
                                        <p:tav tm="0">
                                          <p:val>
                                            <p:strVal val="4*#ppt_w"/>
                                          </p:val>
                                        </p:tav>
                                        <p:tav tm="100000">
                                          <p:val>
                                            <p:strVal val="#ppt_w"/>
                                          </p:val>
                                        </p:tav>
                                      </p:tavLst>
                                    </p:anim>
                                    <p:anim calcmode="lin" valueType="num">
                                      <p:cBhvr>
                                        <p:cTn id="18" dur="500" fill="hold"/>
                                        <p:tgtEl>
                                          <p:spTgt spid="45103"/>
                                        </p:tgtEl>
                                        <p:attrNameLst>
                                          <p:attrName>ppt_h</p:attrName>
                                        </p:attrNameLst>
                                      </p:cBhvr>
                                      <p:tavLst>
                                        <p:tav tm="0">
                                          <p:val>
                                            <p:strVal val="4*#ppt_h"/>
                                          </p:val>
                                        </p:tav>
                                        <p:tav tm="100000">
                                          <p:val>
                                            <p:strVal val="#ppt_h"/>
                                          </p:val>
                                        </p:tav>
                                      </p:tavLst>
                                    </p:anim>
                                  </p:childTnLst>
                                </p:cTn>
                              </p:par>
                            </p:childTnLst>
                          </p:cTn>
                        </p:par>
                        <p:par>
                          <p:cTn id="19" fill="hold">
                            <p:stCondLst>
                              <p:cond delay="1000"/>
                            </p:stCondLst>
                            <p:childTnLst>
                              <p:par>
                                <p:cTn id="20" presetID="23" presetClass="entr" presetSubtype="32" fill="hold" nodeType="afterEffect">
                                  <p:stCondLst>
                                    <p:cond delay="0"/>
                                  </p:stCondLst>
                                  <p:childTnLst>
                                    <p:set>
                                      <p:cBhvr>
                                        <p:cTn id="21" dur="1" fill="hold">
                                          <p:stCondLst>
                                            <p:cond delay="0"/>
                                          </p:stCondLst>
                                        </p:cTn>
                                        <p:tgtEl>
                                          <p:spTgt spid="45104"/>
                                        </p:tgtEl>
                                        <p:attrNameLst>
                                          <p:attrName>style.visibility</p:attrName>
                                        </p:attrNameLst>
                                      </p:cBhvr>
                                      <p:to>
                                        <p:strVal val="visible"/>
                                      </p:to>
                                    </p:set>
                                    <p:anim calcmode="lin" valueType="num">
                                      <p:cBhvr>
                                        <p:cTn id="22" dur="500" fill="hold"/>
                                        <p:tgtEl>
                                          <p:spTgt spid="45104"/>
                                        </p:tgtEl>
                                        <p:attrNameLst>
                                          <p:attrName>ppt_w</p:attrName>
                                        </p:attrNameLst>
                                      </p:cBhvr>
                                      <p:tavLst>
                                        <p:tav tm="0">
                                          <p:val>
                                            <p:strVal val="4*#ppt_w"/>
                                          </p:val>
                                        </p:tav>
                                        <p:tav tm="100000">
                                          <p:val>
                                            <p:strVal val="#ppt_w"/>
                                          </p:val>
                                        </p:tav>
                                      </p:tavLst>
                                    </p:anim>
                                    <p:anim calcmode="lin" valueType="num">
                                      <p:cBhvr>
                                        <p:cTn id="23" dur="500" fill="hold"/>
                                        <p:tgtEl>
                                          <p:spTgt spid="45104"/>
                                        </p:tgtEl>
                                        <p:attrNameLst>
                                          <p:attrName>ppt_h</p:attrName>
                                        </p:attrNameLst>
                                      </p:cBhvr>
                                      <p:tavLst>
                                        <p:tav tm="0">
                                          <p:val>
                                            <p:strVal val="4*#ppt_h"/>
                                          </p:val>
                                        </p:tav>
                                        <p:tav tm="100000">
                                          <p:val>
                                            <p:strVal val="#ppt_h"/>
                                          </p:val>
                                        </p:tav>
                                      </p:tavLst>
                                    </p:anim>
                                  </p:childTnLst>
                                </p:cTn>
                              </p:par>
                            </p:childTnLst>
                          </p:cTn>
                        </p:par>
                        <p:par>
                          <p:cTn id="24" fill="hold">
                            <p:stCondLst>
                              <p:cond delay="1500"/>
                            </p:stCondLst>
                            <p:childTnLst>
                              <p:par>
                                <p:cTn id="25" presetID="2" presetClass="entr" presetSubtype="8" fill="hold" nodeType="afterEffect">
                                  <p:stCondLst>
                                    <p:cond delay="0"/>
                                  </p:stCondLst>
                                  <p:childTnLst>
                                    <p:set>
                                      <p:cBhvr>
                                        <p:cTn id="26" dur="1" fill="hold">
                                          <p:stCondLst>
                                            <p:cond delay="0"/>
                                          </p:stCondLst>
                                        </p:cTn>
                                        <p:tgtEl>
                                          <p:spTgt spid="2"/>
                                        </p:tgtEl>
                                        <p:attrNameLst>
                                          <p:attrName>style.visibility</p:attrName>
                                        </p:attrNameLst>
                                      </p:cBhvr>
                                      <p:to>
                                        <p:strVal val="visible"/>
                                      </p:to>
                                    </p:set>
                                    <p:anim calcmode="lin" valueType="num">
                                      <p:cBhvr additive="base">
                                        <p:cTn id="27" dur="500" fill="hold"/>
                                        <p:tgtEl>
                                          <p:spTgt spid="2"/>
                                        </p:tgtEl>
                                        <p:attrNameLst>
                                          <p:attrName>ppt_x</p:attrName>
                                        </p:attrNameLst>
                                      </p:cBhvr>
                                      <p:tavLst>
                                        <p:tav tm="0">
                                          <p:val>
                                            <p:strVal val="0-#ppt_w/2"/>
                                          </p:val>
                                        </p:tav>
                                        <p:tav tm="100000">
                                          <p:val>
                                            <p:strVal val="#ppt_x"/>
                                          </p:val>
                                        </p:tav>
                                      </p:tavLst>
                                    </p:anim>
                                    <p:anim calcmode="lin" valueType="num">
                                      <p:cBhvr additive="base">
                                        <p:cTn id="28" dur="500" fill="hold"/>
                                        <p:tgtEl>
                                          <p:spTgt spid="2"/>
                                        </p:tgtEl>
                                        <p:attrNameLst>
                                          <p:attrName>ppt_y</p:attrName>
                                        </p:attrNameLst>
                                      </p:cBhvr>
                                      <p:tavLst>
                                        <p:tav tm="0">
                                          <p:val>
                                            <p:strVal val="#ppt_y"/>
                                          </p:val>
                                        </p:tav>
                                        <p:tav tm="100000">
                                          <p:val>
                                            <p:strVal val="#ppt_y"/>
                                          </p:val>
                                        </p:tav>
                                      </p:tavLst>
                                    </p:anim>
                                  </p:childTnLst>
                                </p:cTn>
                              </p:par>
                            </p:childTnLst>
                          </p:cTn>
                        </p:par>
                      </p:childTnLst>
                    </p:cTn>
                  </p:par>
                  <p:par>
                    <p:cTn id="29" fill="hold">
                      <p:stCondLst>
                        <p:cond delay="indefinite"/>
                      </p:stCondLst>
                      <p:childTnLst>
                        <p:par>
                          <p:cTn id="30" fill="hold">
                            <p:stCondLst>
                              <p:cond delay="0"/>
                            </p:stCondLst>
                            <p:childTnLst>
                              <p:par>
                                <p:cTn id="31" presetID="22" presetClass="entr" presetSubtype="8" fill="hold" nodeType="clickEffect">
                                  <p:stCondLst>
                                    <p:cond delay="0"/>
                                  </p:stCondLst>
                                  <p:childTnLst>
                                    <p:set>
                                      <p:cBhvr>
                                        <p:cTn id="32" dur="1" fill="hold">
                                          <p:stCondLst>
                                            <p:cond delay="0"/>
                                          </p:stCondLst>
                                        </p:cTn>
                                        <p:tgtEl>
                                          <p:spTgt spid="45106"/>
                                        </p:tgtEl>
                                        <p:attrNameLst>
                                          <p:attrName>style.visibility</p:attrName>
                                        </p:attrNameLst>
                                      </p:cBhvr>
                                      <p:to>
                                        <p:strVal val="visible"/>
                                      </p:to>
                                    </p:set>
                                    <p:animEffect transition="in" filter="wipe(left)">
                                      <p:cBhvr>
                                        <p:cTn id="33" dur="2000"/>
                                        <p:tgtEl>
                                          <p:spTgt spid="45106"/>
                                        </p:tgtEl>
                                      </p:cBhvr>
                                    </p:animEffect>
                                  </p:childTnLst>
                                </p:cTn>
                              </p:par>
                            </p:childTnLst>
                          </p:cTn>
                        </p:par>
                        <p:par>
                          <p:cTn id="34" fill="hold">
                            <p:stCondLst>
                              <p:cond delay="2000"/>
                            </p:stCondLst>
                            <p:childTnLst>
                              <p:par>
                                <p:cTn id="35" presetID="2" presetClass="entr" presetSubtype="8" fill="hold" grpId="0" nodeType="afterEffect">
                                  <p:stCondLst>
                                    <p:cond delay="0"/>
                                  </p:stCondLst>
                                  <p:childTnLst>
                                    <p:set>
                                      <p:cBhvr>
                                        <p:cTn id="36" dur="1" fill="hold">
                                          <p:stCondLst>
                                            <p:cond delay="0"/>
                                          </p:stCondLst>
                                        </p:cTn>
                                        <p:tgtEl>
                                          <p:spTgt spid="45109"/>
                                        </p:tgtEl>
                                        <p:attrNameLst>
                                          <p:attrName>style.visibility</p:attrName>
                                        </p:attrNameLst>
                                      </p:cBhvr>
                                      <p:to>
                                        <p:strVal val="visible"/>
                                      </p:to>
                                    </p:set>
                                    <p:anim calcmode="lin" valueType="num">
                                      <p:cBhvr additive="base">
                                        <p:cTn id="37" dur="500" fill="hold"/>
                                        <p:tgtEl>
                                          <p:spTgt spid="45109"/>
                                        </p:tgtEl>
                                        <p:attrNameLst>
                                          <p:attrName>ppt_x</p:attrName>
                                        </p:attrNameLst>
                                      </p:cBhvr>
                                      <p:tavLst>
                                        <p:tav tm="0">
                                          <p:val>
                                            <p:strVal val="0-#ppt_w/2"/>
                                          </p:val>
                                        </p:tav>
                                        <p:tav tm="100000">
                                          <p:val>
                                            <p:strVal val="#ppt_x"/>
                                          </p:val>
                                        </p:tav>
                                      </p:tavLst>
                                    </p:anim>
                                    <p:anim calcmode="lin" valueType="num">
                                      <p:cBhvr additive="base">
                                        <p:cTn id="38" dur="500" fill="hold"/>
                                        <p:tgtEl>
                                          <p:spTgt spid="45109"/>
                                        </p:tgtEl>
                                        <p:attrNameLst>
                                          <p:attrName>ppt_y</p:attrName>
                                        </p:attrNameLst>
                                      </p:cBhvr>
                                      <p:tavLst>
                                        <p:tav tm="0">
                                          <p:val>
                                            <p:strVal val="#ppt_y"/>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22" presetClass="entr" presetSubtype="8" fill="hold" nodeType="clickEffect">
                                  <p:stCondLst>
                                    <p:cond delay="0"/>
                                  </p:stCondLst>
                                  <p:childTnLst>
                                    <p:set>
                                      <p:cBhvr>
                                        <p:cTn id="42" dur="1" fill="hold">
                                          <p:stCondLst>
                                            <p:cond delay="0"/>
                                          </p:stCondLst>
                                        </p:cTn>
                                        <p:tgtEl>
                                          <p:spTgt spid="45107"/>
                                        </p:tgtEl>
                                        <p:attrNameLst>
                                          <p:attrName>style.visibility</p:attrName>
                                        </p:attrNameLst>
                                      </p:cBhvr>
                                      <p:to>
                                        <p:strVal val="visible"/>
                                      </p:to>
                                    </p:set>
                                    <p:animEffect transition="in" filter="wipe(left)">
                                      <p:cBhvr>
                                        <p:cTn id="43" dur="2000"/>
                                        <p:tgtEl>
                                          <p:spTgt spid="45107"/>
                                        </p:tgtEl>
                                      </p:cBhvr>
                                    </p:animEffect>
                                  </p:childTnLst>
                                </p:cTn>
                              </p:par>
                            </p:childTnLst>
                          </p:cTn>
                        </p:par>
                      </p:childTnLst>
                    </p:cTn>
                  </p:par>
                  <p:par>
                    <p:cTn id="44" fill="hold">
                      <p:stCondLst>
                        <p:cond delay="indefinite"/>
                      </p:stCondLst>
                      <p:childTnLst>
                        <p:par>
                          <p:cTn id="45" fill="hold">
                            <p:stCondLst>
                              <p:cond delay="0"/>
                            </p:stCondLst>
                            <p:childTnLst>
                              <p:par>
                                <p:cTn id="46" presetID="22" presetClass="entr" presetSubtype="8" fill="hold" nodeType="clickEffect">
                                  <p:stCondLst>
                                    <p:cond delay="0"/>
                                  </p:stCondLst>
                                  <p:childTnLst>
                                    <p:set>
                                      <p:cBhvr>
                                        <p:cTn id="47" dur="1" fill="hold">
                                          <p:stCondLst>
                                            <p:cond delay="0"/>
                                          </p:stCondLst>
                                        </p:cTn>
                                        <p:tgtEl>
                                          <p:spTgt spid="45108"/>
                                        </p:tgtEl>
                                        <p:attrNameLst>
                                          <p:attrName>style.visibility</p:attrName>
                                        </p:attrNameLst>
                                      </p:cBhvr>
                                      <p:to>
                                        <p:strVal val="visible"/>
                                      </p:to>
                                    </p:set>
                                    <p:animEffect transition="in" filter="wipe(left)">
                                      <p:cBhvr>
                                        <p:cTn id="48" dur="2000"/>
                                        <p:tgtEl>
                                          <p:spTgt spid="4510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5105" grpId="0"/>
      <p:bldP spid="45109" grpId="0" animBg="1"/>
    </p:bld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4035" name="Text Box 3"/>
          <p:cNvSpPr txBox="1"/>
          <p:nvPr/>
        </p:nvSpPr>
        <p:spPr>
          <a:xfrm>
            <a:off x="1042988" y="3644900"/>
            <a:ext cx="2862262" cy="519113"/>
          </a:xfrm>
          <a:prstGeom prst="rect">
            <a:avLst/>
          </a:prstGeom>
          <a:noFill/>
          <a:ln w="9525">
            <a:noFill/>
          </a:ln>
        </p:spPr>
        <p:txBody>
          <a:bodyPr wrap="none">
            <a:spAutoFit/>
          </a:bodyPr>
          <a:p>
            <a:r>
              <a:rPr lang="zh-CN" altLang="en-US" dirty="0">
                <a:latin typeface="Times New Roman" panose="02020603050405020304" pitchFamily="18" charset="0"/>
              </a:rPr>
              <a:t>方法</a:t>
            </a:r>
            <a:r>
              <a:rPr lang="en-US" altLang="zh-CN" b="0" dirty="0">
                <a:latin typeface="Times New Roman" panose="02020603050405020304" pitchFamily="18" charset="0"/>
              </a:rPr>
              <a:t>1</a:t>
            </a:r>
            <a:r>
              <a:rPr lang="zh-CN" altLang="en-US" dirty="0">
                <a:latin typeface="Times New Roman" panose="02020603050405020304" pitchFamily="18" charset="0"/>
              </a:rPr>
              <a:t>：电源变换</a:t>
            </a:r>
            <a:endParaRPr lang="zh-CN" altLang="en-US" dirty="0">
              <a:latin typeface="Times New Roman" panose="02020603050405020304" pitchFamily="18" charset="0"/>
            </a:endParaRPr>
          </a:p>
        </p:txBody>
      </p:sp>
      <p:graphicFrame>
        <p:nvGraphicFramePr>
          <p:cNvPr id="44036" name="Object 4"/>
          <p:cNvGraphicFramePr/>
          <p:nvPr/>
        </p:nvGraphicFramePr>
        <p:xfrm>
          <a:off x="3924300" y="3500438"/>
          <a:ext cx="4927600" cy="974725"/>
        </p:xfrm>
        <a:graphic>
          <a:graphicData uri="http://schemas.openxmlformats.org/presentationml/2006/ole">
            <mc:AlternateContent xmlns:mc="http://schemas.openxmlformats.org/markup-compatibility/2006">
              <mc:Choice xmlns:v="urn:schemas-microsoft-com:vml" Requires="v">
                <p:oleObj spid="_x0000_s3223" name="" r:id="rId1" imgW="2348230" imgH="482600" progId="Equation.3">
                  <p:embed/>
                </p:oleObj>
              </mc:Choice>
              <mc:Fallback>
                <p:oleObj name="" r:id="rId1" imgW="2348230" imgH="482600" progId="Equation.3">
                  <p:embed/>
                  <p:pic>
                    <p:nvPicPr>
                      <p:cNvPr id="0" name="图片 3222"/>
                      <p:cNvPicPr/>
                      <p:nvPr/>
                    </p:nvPicPr>
                    <p:blipFill>
                      <a:blip r:embed="rId2">
                        <a:clrChange>
                          <a:clrFrom>
                            <a:srgbClr val="000000"/>
                          </a:clrFrom>
                          <a:clrTo>
                            <a:srgbClr val="FFFFFF"/>
                          </a:clrTo>
                        </a:clrChange>
                      </a:blip>
                      <a:stretch>
                        <a:fillRect/>
                      </a:stretch>
                    </p:blipFill>
                    <p:spPr>
                      <a:xfrm>
                        <a:off x="3924300" y="3500438"/>
                        <a:ext cx="4927600" cy="974725"/>
                      </a:xfrm>
                      <a:prstGeom prst="rect">
                        <a:avLst/>
                      </a:prstGeom>
                      <a:noFill/>
                      <a:ln w="38100">
                        <a:noFill/>
                        <a:miter/>
                      </a:ln>
                    </p:spPr>
                  </p:pic>
                </p:oleObj>
              </mc:Fallback>
            </mc:AlternateContent>
          </a:graphicData>
        </a:graphic>
      </p:graphicFrame>
      <p:sp>
        <p:nvSpPr>
          <p:cNvPr id="44037" name="Rectangle 5"/>
          <p:cNvSpPr/>
          <p:nvPr/>
        </p:nvSpPr>
        <p:spPr>
          <a:xfrm>
            <a:off x="395288" y="3644900"/>
            <a:ext cx="541337" cy="519113"/>
          </a:xfrm>
          <a:prstGeom prst="rect">
            <a:avLst/>
          </a:prstGeom>
          <a:solidFill>
            <a:srgbClr val="990033"/>
          </a:solidFill>
          <a:ln w="9525">
            <a:noFill/>
          </a:ln>
        </p:spPr>
        <p:txBody>
          <a:bodyPr wrap="none">
            <a:spAutoFit/>
          </a:bodyPr>
          <a:p>
            <a:r>
              <a:rPr lang="zh-CN" altLang="en-US" dirty="0">
                <a:solidFill>
                  <a:schemeClr val="bg1"/>
                </a:solidFill>
                <a:latin typeface="Times New Roman" panose="02020603050405020304" pitchFamily="18" charset="0"/>
                <a:ea typeface="宋体" panose="02010600030101010101" pitchFamily="2" charset="-122"/>
              </a:rPr>
              <a:t>解</a:t>
            </a:r>
            <a:endParaRPr lang="zh-CN" altLang="en-US" dirty="0">
              <a:solidFill>
                <a:schemeClr val="bg1"/>
              </a:solidFill>
              <a:latin typeface="Times New Roman" panose="02020603050405020304" pitchFamily="18" charset="0"/>
              <a:ea typeface="宋体" panose="02010600030101010101" pitchFamily="2" charset="-122"/>
            </a:endParaRPr>
          </a:p>
        </p:txBody>
      </p:sp>
      <p:sp>
        <p:nvSpPr>
          <p:cNvPr id="44038" name="Text Box 6"/>
          <p:cNvSpPr txBox="1"/>
          <p:nvPr/>
        </p:nvSpPr>
        <p:spPr>
          <a:xfrm>
            <a:off x="323850" y="549275"/>
            <a:ext cx="1295400" cy="579438"/>
          </a:xfrm>
          <a:prstGeom prst="rect">
            <a:avLst/>
          </a:prstGeom>
          <a:noFill/>
          <a:ln w="9525">
            <a:noFill/>
          </a:ln>
        </p:spPr>
        <p:txBody>
          <a:bodyPr>
            <a:spAutoFit/>
          </a:bodyPr>
          <a:p>
            <a:pPr>
              <a:spcBef>
                <a:spcPct val="50000"/>
              </a:spcBef>
            </a:pPr>
            <a:r>
              <a:rPr lang="zh-CN" altLang="en-US" sz="3200" dirty="0">
                <a:solidFill>
                  <a:schemeClr val="bg1"/>
                </a:solidFill>
                <a:latin typeface="Times New Roman" panose="02020603050405020304" pitchFamily="18" charset="0"/>
                <a:ea typeface="宋体" panose="02010600030101010101" pitchFamily="2" charset="-122"/>
              </a:rPr>
              <a:t>例</a:t>
            </a:r>
            <a:r>
              <a:rPr lang="en-US" altLang="zh-CN" sz="3200" b="0" dirty="0">
                <a:solidFill>
                  <a:schemeClr val="bg1"/>
                </a:solidFill>
                <a:latin typeface="Times New Roman" panose="02020603050405020304" pitchFamily="18" charset="0"/>
                <a:ea typeface="宋体" panose="02010600030101010101" pitchFamily="2" charset="-122"/>
              </a:rPr>
              <a:t>3-3</a:t>
            </a:r>
            <a:endParaRPr lang="en-US" altLang="zh-CN" sz="3200" b="0" dirty="0">
              <a:solidFill>
                <a:schemeClr val="bg1"/>
              </a:solidFill>
              <a:latin typeface="Times New Roman" panose="02020603050405020304" pitchFamily="18" charset="0"/>
              <a:ea typeface="宋体" panose="02010600030101010101" pitchFamily="2" charset="-122"/>
            </a:endParaRPr>
          </a:p>
        </p:txBody>
      </p:sp>
      <p:graphicFrame>
        <p:nvGraphicFramePr>
          <p:cNvPr id="44078" name="Object 46"/>
          <p:cNvGraphicFramePr/>
          <p:nvPr/>
        </p:nvGraphicFramePr>
        <p:xfrm>
          <a:off x="1116013" y="4451350"/>
          <a:ext cx="3095625" cy="957263"/>
        </p:xfrm>
        <a:graphic>
          <a:graphicData uri="http://schemas.openxmlformats.org/presentationml/2006/ole">
            <mc:AlternateContent xmlns:mc="http://schemas.openxmlformats.org/markup-compatibility/2006">
              <mc:Choice xmlns:v="urn:schemas-microsoft-com:vml" Requires="v">
                <p:oleObj spid="_x0000_s3224" name="" r:id="rId3" imgW="1143000" imgH="419100" progId="Equation.3">
                  <p:embed/>
                </p:oleObj>
              </mc:Choice>
              <mc:Fallback>
                <p:oleObj name="" r:id="rId3" imgW="1143000" imgH="419100" progId="Equation.3">
                  <p:embed/>
                  <p:pic>
                    <p:nvPicPr>
                      <p:cNvPr id="0" name="图片 3223"/>
                      <p:cNvPicPr/>
                      <p:nvPr/>
                    </p:nvPicPr>
                    <p:blipFill>
                      <a:blip r:embed="rId4">
                        <a:clrChange>
                          <a:clrFrom>
                            <a:srgbClr val="000000"/>
                          </a:clrFrom>
                          <a:clrTo>
                            <a:srgbClr val="FFFFFF"/>
                          </a:clrTo>
                        </a:clrChange>
                      </a:blip>
                      <a:stretch>
                        <a:fillRect/>
                      </a:stretch>
                    </p:blipFill>
                    <p:spPr>
                      <a:xfrm>
                        <a:off x="1116013" y="4451350"/>
                        <a:ext cx="3095625" cy="957263"/>
                      </a:xfrm>
                      <a:prstGeom prst="rect">
                        <a:avLst/>
                      </a:prstGeom>
                      <a:noFill/>
                      <a:ln w="38100">
                        <a:noFill/>
                        <a:miter/>
                      </a:ln>
                    </p:spPr>
                  </p:pic>
                </p:oleObj>
              </mc:Fallback>
            </mc:AlternateContent>
          </a:graphicData>
        </a:graphic>
      </p:graphicFrame>
      <p:graphicFrame>
        <p:nvGraphicFramePr>
          <p:cNvPr id="44079" name="Object 47"/>
          <p:cNvGraphicFramePr/>
          <p:nvPr/>
        </p:nvGraphicFramePr>
        <p:xfrm>
          <a:off x="4140200" y="4508500"/>
          <a:ext cx="4403725" cy="938213"/>
        </p:xfrm>
        <a:graphic>
          <a:graphicData uri="http://schemas.openxmlformats.org/presentationml/2006/ole">
            <mc:AlternateContent xmlns:mc="http://schemas.openxmlformats.org/markup-compatibility/2006">
              <mc:Choice xmlns:v="urn:schemas-microsoft-com:vml" Requires="v">
                <p:oleObj spid="_x0000_s3225" name="" r:id="rId5" imgW="1257300" imgH="368300" progId="Equation.3">
                  <p:embed/>
                </p:oleObj>
              </mc:Choice>
              <mc:Fallback>
                <p:oleObj name="" r:id="rId5" imgW="1257300" imgH="368300" progId="Equation.3">
                  <p:embed/>
                  <p:pic>
                    <p:nvPicPr>
                      <p:cNvPr id="0" name="图片 3224"/>
                      <p:cNvPicPr/>
                      <p:nvPr/>
                    </p:nvPicPr>
                    <p:blipFill>
                      <a:blip r:embed="rId6">
                        <a:clrChange>
                          <a:clrFrom>
                            <a:srgbClr val="000000"/>
                          </a:clrFrom>
                          <a:clrTo>
                            <a:srgbClr val="FFFFFF"/>
                          </a:clrTo>
                        </a:clrChange>
                      </a:blip>
                      <a:stretch>
                        <a:fillRect/>
                      </a:stretch>
                    </p:blipFill>
                    <p:spPr>
                      <a:xfrm>
                        <a:off x="4140200" y="4508500"/>
                        <a:ext cx="4403725" cy="938213"/>
                      </a:xfrm>
                      <a:prstGeom prst="rect">
                        <a:avLst/>
                      </a:prstGeom>
                      <a:noFill/>
                      <a:ln w="38100">
                        <a:noFill/>
                        <a:miter/>
                      </a:ln>
                    </p:spPr>
                  </p:pic>
                </p:oleObj>
              </mc:Fallback>
            </mc:AlternateContent>
          </a:graphicData>
        </a:graphic>
      </p:graphicFrame>
      <p:grpSp>
        <p:nvGrpSpPr>
          <p:cNvPr id="34831" name="Group 54"/>
          <p:cNvGrpSpPr/>
          <p:nvPr/>
        </p:nvGrpSpPr>
        <p:grpSpPr>
          <a:xfrm>
            <a:off x="8316913" y="6446838"/>
            <a:ext cx="792162" cy="366712"/>
            <a:chOff x="5193" y="4020"/>
            <a:chExt cx="499" cy="231"/>
          </a:xfrm>
        </p:grpSpPr>
        <p:pic>
          <p:nvPicPr>
            <p:cNvPr id="34880" name="Picture 55" descr="78900"/>
            <p:cNvPicPr>
              <a:picLocks noChangeAspect="1"/>
            </p:cNvPicPr>
            <p:nvPr/>
          </p:nvPicPr>
          <p:blipFill>
            <a:blip r:embed="rId7"/>
            <a:stretch>
              <a:fillRect/>
            </a:stretch>
          </p:blipFill>
          <p:spPr>
            <a:xfrm>
              <a:off x="5193" y="4066"/>
              <a:ext cx="499" cy="181"/>
            </a:xfrm>
            <a:prstGeom prst="rect">
              <a:avLst/>
            </a:prstGeom>
            <a:noFill/>
            <a:ln w="9525">
              <a:noFill/>
            </a:ln>
          </p:spPr>
        </p:pic>
        <p:sp>
          <p:nvSpPr>
            <p:cNvPr id="34881" name="Text Box 56">
              <a:hlinkClick r:id="" action="ppaction://hlinkshowjump?jump=nextslide"/>
            </p:cNvPr>
            <p:cNvSpPr txBox="1"/>
            <p:nvPr/>
          </p:nvSpPr>
          <p:spPr>
            <a:xfrm>
              <a:off x="5216" y="4020"/>
              <a:ext cx="476" cy="231"/>
            </a:xfrm>
            <a:prstGeom prst="rect">
              <a:avLst/>
            </a:prstGeom>
            <a:noFill/>
            <a:ln w="9525">
              <a:noFill/>
            </a:ln>
          </p:spPr>
          <p:txBody>
            <a:bodyPr wrap="none">
              <a:spAutoFit/>
            </a:bodyPr>
            <a:p>
              <a:pPr>
                <a:spcBef>
                  <a:spcPct val="50000"/>
                </a:spcBef>
              </a:pPr>
              <a:r>
                <a:rPr lang="zh-CN" altLang="en-US" sz="1800" b="0" dirty="0">
                  <a:solidFill>
                    <a:schemeClr val="bg1"/>
                  </a:solidFill>
                  <a:latin typeface="隶书" panose="02010509060101010101" pitchFamily="49" charset="-122"/>
                  <a:ea typeface="隶书" panose="02010509060101010101" pitchFamily="49" charset="-122"/>
                </a:rPr>
                <a:t>下 页</a:t>
              </a:r>
              <a:endParaRPr lang="zh-CN" altLang="en-US" sz="1800" b="0" dirty="0">
                <a:solidFill>
                  <a:schemeClr val="bg1"/>
                </a:solidFill>
                <a:latin typeface="隶书" panose="02010509060101010101" pitchFamily="49" charset="-122"/>
                <a:ea typeface="隶书" panose="02010509060101010101" pitchFamily="49" charset="-122"/>
              </a:endParaRPr>
            </a:p>
          </p:txBody>
        </p:sp>
      </p:grpSp>
      <p:grpSp>
        <p:nvGrpSpPr>
          <p:cNvPr id="34832" name="Group 57"/>
          <p:cNvGrpSpPr/>
          <p:nvPr/>
        </p:nvGrpSpPr>
        <p:grpSpPr>
          <a:xfrm>
            <a:off x="7453313" y="6446838"/>
            <a:ext cx="792162" cy="366712"/>
            <a:chOff x="4649" y="4020"/>
            <a:chExt cx="499" cy="231"/>
          </a:xfrm>
        </p:grpSpPr>
        <p:pic>
          <p:nvPicPr>
            <p:cNvPr id="34878" name="Picture 58" descr="78900"/>
            <p:cNvPicPr>
              <a:picLocks noChangeAspect="1"/>
            </p:cNvPicPr>
            <p:nvPr/>
          </p:nvPicPr>
          <p:blipFill>
            <a:blip r:embed="rId7"/>
            <a:stretch>
              <a:fillRect/>
            </a:stretch>
          </p:blipFill>
          <p:spPr>
            <a:xfrm>
              <a:off x="4649" y="4066"/>
              <a:ext cx="499" cy="181"/>
            </a:xfrm>
            <a:prstGeom prst="rect">
              <a:avLst/>
            </a:prstGeom>
            <a:noFill/>
            <a:ln w="9525">
              <a:noFill/>
            </a:ln>
          </p:spPr>
        </p:pic>
        <p:sp>
          <p:nvSpPr>
            <p:cNvPr id="34879" name="Text Box 59">
              <a:hlinkClick r:id="" action="ppaction://hlinkshowjump?jump=previousslide"/>
            </p:cNvPr>
            <p:cNvSpPr txBox="1"/>
            <p:nvPr/>
          </p:nvSpPr>
          <p:spPr>
            <a:xfrm>
              <a:off x="4672" y="4020"/>
              <a:ext cx="476" cy="231"/>
            </a:xfrm>
            <a:prstGeom prst="rect">
              <a:avLst/>
            </a:prstGeom>
            <a:noFill/>
            <a:ln w="9525">
              <a:noFill/>
            </a:ln>
          </p:spPr>
          <p:txBody>
            <a:bodyPr wrap="none">
              <a:spAutoFit/>
            </a:bodyPr>
            <a:p>
              <a:pPr>
                <a:spcBef>
                  <a:spcPct val="50000"/>
                </a:spcBef>
              </a:pPr>
              <a:r>
                <a:rPr lang="zh-CN" altLang="en-US" sz="1800" b="0" dirty="0">
                  <a:solidFill>
                    <a:schemeClr val="bg1"/>
                  </a:solidFill>
                  <a:latin typeface="隶书" panose="02010509060101010101" pitchFamily="49" charset="-122"/>
                  <a:ea typeface="隶书" panose="02010509060101010101" pitchFamily="49" charset="-122"/>
                </a:rPr>
                <a:t>上 页</a:t>
              </a:r>
              <a:endParaRPr lang="zh-CN" altLang="en-US" sz="1800" b="0" dirty="0">
                <a:solidFill>
                  <a:schemeClr val="bg1"/>
                </a:solidFill>
                <a:latin typeface="隶书" panose="02010509060101010101" pitchFamily="49" charset="-122"/>
                <a:ea typeface="隶书" panose="02010509060101010101" pitchFamily="49" charset="-122"/>
              </a:endParaRPr>
            </a:p>
          </p:txBody>
        </p:sp>
      </p:grpSp>
      <p:grpSp>
        <p:nvGrpSpPr>
          <p:cNvPr id="4" name="Group 118"/>
          <p:cNvGrpSpPr/>
          <p:nvPr/>
        </p:nvGrpSpPr>
        <p:grpSpPr>
          <a:xfrm>
            <a:off x="5076825" y="1557338"/>
            <a:ext cx="3119438" cy="1814512"/>
            <a:chOff x="3198" y="981"/>
            <a:chExt cx="1965" cy="1143"/>
          </a:xfrm>
        </p:grpSpPr>
        <p:sp>
          <p:nvSpPr>
            <p:cNvPr id="34864" name="Line 85"/>
            <p:cNvSpPr/>
            <p:nvPr/>
          </p:nvSpPr>
          <p:spPr>
            <a:xfrm>
              <a:off x="3380" y="1026"/>
              <a:ext cx="1497" cy="0"/>
            </a:xfrm>
            <a:prstGeom prst="line">
              <a:avLst/>
            </a:prstGeom>
            <a:ln w="28575" cap="flat" cmpd="sng">
              <a:solidFill>
                <a:srgbClr val="FFCC00"/>
              </a:solidFill>
              <a:prstDash val="solid"/>
              <a:headEnd type="none" w="med" len="med"/>
              <a:tailEnd type="none" w="med" len="med"/>
            </a:ln>
          </p:spPr>
        </p:sp>
        <p:sp>
          <p:nvSpPr>
            <p:cNvPr id="34865" name="Rectangle 86"/>
            <p:cNvSpPr/>
            <p:nvPr/>
          </p:nvSpPr>
          <p:spPr>
            <a:xfrm>
              <a:off x="3970" y="981"/>
              <a:ext cx="317" cy="136"/>
            </a:xfrm>
            <a:prstGeom prst="rect">
              <a:avLst/>
            </a:prstGeom>
            <a:gradFill rotWithShape="1">
              <a:gsLst>
                <a:gs pos="0">
                  <a:srgbClr val="764700"/>
                </a:gs>
                <a:gs pos="50000">
                  <a:srgbClr val="FF9900"/>
                </a:gs>
                <a:gs pos="100000">
                  <a:srgbClr val="764700"/>
                </a:gs>
              </a:gsLst>
              <a:lin ang="5400000" scaled="1"/>
              <a:tileRect/>
            </a:gradFill>
            <a:ln w="28575">
              <a:noFill/>
            </a:ln>
          </p:spPr>
          <p:txBody>
            <a:bodyPr wrap="none" anchor="ctr" anchorCtr="0"/>
            <a:p>
              <a:endParaRPr lang="zh-CN" altLang="en-US" dirty="0">
                <a:latin typeface="楷体_GB2312" pitchFamily="49" charset="-122"/>
              </a:endParaRPr>
            </a:p>
          </p:txBody>
        </p:sp>
        <p:sp>
          <p:nvSpPr>
            <p:cNvPr id="34866" name="Oval 87"/>
            <p:cNvSpPr/>
            <p:nvPr/>
          </p:nvSpPr>
          <p:spPr>
            <a:xfrm>
              <a:off x="3198" y="1570"/>
              <a:ext cx="363" cy="363"/>
            </a:xfrm>
            <a:prstGeom prst="ellipse">
              <a:avLst/>
            </a:prstGeom>
            <a:gradFill rotWithShape="1">
              <a:gsLst>
                <a:gs pos="0">
                  <a:srgbClr val="0099FF"/>
                </a:gs>
                <a:gs pos="100000">
                  <a:srgbClr val="004776"/>
                </a:gs>
              </a:gsLst>
              <a:path path="shape">
                <a:fillToRect l="50000" t="50000" r="50000" b="50000"/>
              </a:path>
              <a:tileRect/>
            </a:gradFill>
            <a:ln w="38100" cap="flat" cmpd="sng">
              <a:solidFill>
                <a:srgbClr val="FF9900"/>
              </a:solidFill>
              <a:prstDash val="solid"/>
              <a:headEnd type="none" w="med" len="med"/>
              <a:tailEnd type="none" w="med" len="med"/>
            </a:ln>
          </p:spPr>
          <p:txBody>
            <a:bodyPr wrap="none" anchor="ctr" anchorCtr="0"/>
            <a:p>
              <a:endParaRPr lang="zh-CN" altLang="en-US" dirty="0">
                <a:latin typeface="楷体_GB2312" pitchFamily="49" charset="-122"/>
              </a:endParaRPr>
            </a:p>
          </p:txBody>
        </p:sp>
        <p:sp>
          <p:nvSpPr>
            <p:cNvPr id="34867" name="Line 88"/>
            <p:cNvSpPr/>
            <p:nvPr/>
          </p:nvSpPr>
          <p:spPr>
            <a:xfrm>
              <a:off x="3390" y="1031"/>
              <a:ext cx="0" cy="1008"/>
            </a:xfrm>
            <a:prstGeom prst="line">
              <a:avLst/>
            </a:prstGeom>
            <a:ln w="28575" cap="flat" cmpd="sng">
              <a:solidFill>
                <a:srgbClr val="FFCC00"/>
              </a:solidFill>
              <a:prstDash val="solid"/>
              <a:headEnd type="none" w="med" len="med"/>
              <a:tailEnd type="none" w="med" len="med"/>
            </a:ln>
          </p:spPr>
        </p:sp>
        <p:sp>
          <p:nvSpPr>
            <p:cNvPr id="34868" name="Line 89"/>
            <p:cNvSpPr/>
            <p:nvPr/>
          </p:nvSpPr>
          <p:spPr>
            <a:xfrm>
              <a:off x="4866" y="1031"/>
              <a:ext cx="0" cy="1008"/>
            </a:xfrm>
            <a:prstGeom prst="line">
              <a:avLst/>
            </a:prstGeom>
            <a:ln w="28575" cap="flat" cmpd="sng">
              <a:solidFill>
                <a:srgbClr val="FFCC00"/>
              </a:solidFill>
              <a:prstDash val="solid"/>
              <a:headEnd type="none" w="med" len="med"/>
              <a:tailEnd type="none" w="med" len="med"/>
            </a:ln>
          </p:spPr>
        </p:sp>
        <p:graphicFrame>
          <p:nvGraphicFramePr>
            <p:cNvPr id="34826" name="Object 90"/>
            <p:cNvGraphicFramePr/>
            <p:nvPr/>
          </p:nvGraphicFramePr>
          <p:xfrm>
            <a:off x="3607" y="1570"/>
            <a:ext cx="927" cy="323"/>
          </p:xfrm>
          <a:graphic>
            <a:graphicData uri="http://schemas.openxmlformats.org/presentationml/2006/ole">
              <mc:AlternateContent xmlns:mc="http://schemas.openxmlformats.org/markup-compatibility/2006">
                <mc:Choice xmlns:v="urn:schemas-microsoft-com:vml" Requires="v">
                  <p:oleObj spid="_x0000_s3229" name="" r:id="rId8" imgW="760730" imgH="266065" progId="Equation.3">
                    <p:embed/>
                  </p:oleObj>
                </mc:Choice>
                <mc:Fallback>
                  <p:oleObj name="" r:id="rId8" imgW="760730" imgH="266065" progId="Equation.3">
                    <p:embed/>
                    <p:pic>
                      <p:nvPicPr>
                        <p:cNvPr id="0" name="图片 3228"/>
                        <p:cNvPicPr/>
                        <p:nvPr/>
                      </p:nvPicPr>
                      <p:blipFill>
                        <a:blip r:embed="rId9">
                          <a:clrChange>
                            <a:clrFrom>
                              <a:srgbClr val="000000"/>
                            </a:clrFrom>
                            <a:clrTo>
                              <a:srgbClr val="FFFFFF"/>
                            </a:clrTo>
                          </a:clrChange>
                        </a:blip>
                        <a:stretch>
                          <a:fillRect/>
                        </a:stretch>
                      </p:blipFill>
                      <p:spPr>
                        <a:xfrm>
                          <a:off x="3607" y="1570"/>
                          <a:ext cx="927" cy="323"/>
                        </a:xfrm>
                        <a:prstGeom prst="rect">
                          <a:avLst/>
                        </a:prstGeom>
                        <a:noFill/>
                        <a:ln w="38100">
                          <a:noFill/>
                          <a:miter/>
                        </a:ln>
                      </p:spPr>
                    </p:pic>
                  </p:oleObj>
                </mc:Fallback>
              </mc:AlternateContent>
            </a:graphicData>
          </a:graphic>
        </p:graphicFrame>
        <p:sp>
          <p:nvSpPr>
            <p:cNvPr id="34869" name="Text Box 91"/>
            <p:cNvSpPr txBox="1"/>
            <p:nvPr/>
          </p:nvSpPr>
          <p:spPr>
            <a:xfrm>
              <a:off x="4242" y="1026"/>
              <a:ext cx="317" cy="327"/>
            </a:xfrm>
            <a:prstGeom prst="rect">
              <a:avLst/>
            </a:prstGeom>
            <a:noFill/>
            <a:ln w="9525">
              <a:noFill/>
            </a:ln>
          </p:spPr>
          <p:txBody>
            <a:bodyPr wrap="none">
              <a:spAutoFit/>
            </a:bodyPr>
            <a:p>
              <a:r>
                <a:rPr lang="en-US" altLang="zh-CN" b="0" i="1" dirty="0">
                  <a:solidFill>
                    <a:schemeClr val="bg1"/>
                  </a:solidFill>
                  <a:latin typeface="Times New Roman" panose="02020603050405020304" pitchFamily="18" charset="0"/>
                  <a:ea typeface="宋体" panose="02010600030101010101" pitchFamily="2" charset="-122"/>
                </a:rPr>
                <a:t>Z</a:t>
              </a:r>
              <a:r>
                <a:rPr lang="en-US" altLang="zh-CN" b="0" baseline="-25000" dirty="0">
                  <a:solidFill>
                    <a:schemeClr val="bg1"/>
                  </a:solidFill>
                  <a:latin typeface="Times New Roman" panose="02020603050405020304" pitchFamily="18" charset="0"/>
                  <a:ea typeface="宋体" panose="02010600030101010101" pitchFamily="2" charset="-122"/>
                </a:rPr>
                <a:t>2</a:t>
              </a:r>
              <a:endParaRPr lang="en-US" altLang="zh-CN" b="0" i="1" dirty="0">
                <a:solidFill>
                  <a:schemeClr val="bg1"/>
                </a:solidFill>
                <a:latin typeface="Times New Roman" panose="02020603050405020304" pitchFamily="18" charset="0"/>
                <a:ea typeface="宋体" panose="02010600030101010101" pitchFamily="2" charset="-122"/>
              </a:endParaRPr>
            </a:p>
          </p:txBody>
        </p:sp>
        <p:sp>
          <p:nvSpPr>
            <p:cNvPr id="34870" name="Text Box 92"/>
            <p:cNvSpPr txBox="1"/>
            <p:nvPr/>
          </p:nvSpPr>
          <p:spPr>
            <a:xfrm>
              <a:off x="3425" y="1117"/>
              <a:ext cx="642" cy="327"/>
            </a:xfrm>
            <a:prstGeom prst="rect">
              <a:avLst/>
            </a:prstGeom>
            <a:noFill/>
            <a:ln w="9525">
              <a:noFill/>
            </a:ln>
          </p:spPr>
          <p:txBody>
            <a:bodyPr wrap="none">
              <a:spAutoFit/>
            </a:bodyPr>
            <a:p>
              <a:r>
                <a:rPr lang="en-US" altLang="zh-CN" b="0" i="1" dirty="0">
                  <a:solidFill>
                    <a:schemeClr val="bg1"/>
                  </a:solidFill>
                  <a:latin typeface="Times New Roman" panose="02020603050405020304" pitchFamily="18" charset="0"/>
                  <a:ea typeface="宋体" panose="02010600030101010101" pitchFamily="2" charset="-122"/>
                </a:rPr>
                <a:t>Z</a:t>
              </a:r>
              <a:r>
                <a:rPr lang="en-US" altLang="zh-CN" b="0" baseline="-25000" dirty="0">
                  <a:solidFill>
                    <a:schemeClr val="bg1"/>
                  </a:solidFill>
                  <a:latin typeface="Times New Roman" panose="02020603050405020304" pitchFamily="18" charset="0"/>
                  <a:ea typeface="宋体" panose="02010600030101010101" pitchFamily="2" charset="-122"/>
                </a:rPr>
                <a:t>1</a:t>
              </a:r>
              <a:r>
                <a:rPr lang="en-US" altLang="zh-CN" b="0" dirty="0">
                  <a:solidFill>
                    <a:schemeClr val="bg1"/>
                  </a:solidFill>
                  <a:latin typeface="Times New Roman" panose="02020603050405020304" pitchFamily="18" charset="0"/>
                  <a:ea typeface="宋体" panose="02010600030101010101" pitchFamily="2" charset="-122"/>
                  <a:sym typeface="Symbol" panose="05050102010706020507" pitchFamily="18" charset="2"/>
                </a:rPr>
                <a:t></a:t>
              </a:r>
              <a:r>
                <a:rPr lang="en-US" altLang="zh-CN" b="0" i="1" dirty="0">
                  <a:solidFill>
                    <a:schemeClr val="bg1"/>
                  </a:solidFill>
                  <a:latin typeface="Times New Roman" panose="02020603050405020304" pitchFamily="18" charset="0"/>
                  <a:ea typeface="宋体" panose="02010600030101010101" pitchFamily="2" charset="-122"/>
                </a:rPr>
                <a:t>Z</a:t>
              </a:r>
              <a:r>
                <a:rPr lang="en-US" altLang="zh-CN" b="0" baseline="-25000" dirty="0">
                  <a:solidFill>
                    <a:schemeClr val="bg1"/>
                  </a:solidFill>
                  <a:latin typeface="Times New Roman" panose="02020603050405020304" pitchFamily="18" charset="0"/>
                  <a:ea typeface="宋体" panose="02010600030101010101" pitchFamily="2" charset="-122"/>
                </a:rPr>
                <a:t>3</a:t>
              </a:r>
              <a:endParaRPr lang="en-US" altLang="zh-CN" b="0" dirty="0">
                <a:solidFill>
                  <a:schemeClr val="bg1"/>
                </a:solidFill>
                <a:latin typeface="Times New Roman" panose="02020603050405020304" pitchFamily="18" charset="0"/>
                <a:ea typeface="宋体" panose="02010600030101010101" pitchFamily="2" charset="-122"/>
              </a:endParaRPr>
            </a:p>
          </p:txBody>
        </p:sp>
        <p:sp>
          <p:nvSpPr>
            <p:cNvPr id="34871" name="Text Box 93"/>
            <p:cNvSpPr txBox="1"/>
            <p:nvPr/>
          </p:nvSpPr>
          <p:spPr>
            <a:xfrm>
              <a:off x="4922" y="1389"/>
              <a:ext cx="241" cy="327"/>
            </a:xfrm>
            <a:prstGeom prst="rect">
              <a:avLst/>
            </a:prstGeom>
            <a:noFill/>
            <a:ln w="9525">
              <a:noFill/>
            </a:ln>
          </p:spPr>
          <p:txBody>
            <a:bodyPr wrap="none">
              <a:spAutoFit/>
            </a:bodyPr>
            <a:p>
              <a:r>
                <a:rPr lang="en-US" altLang="zh-CN" b="0" i="1" dirty="0">
                  <a:solidFill>
                    <a:schemeClr val="bg1"/>
                  </a:solidFill>
                  <a:latin typeface="Times New Roman" panose="02020603050405020304" pitchFamily="18" charset="0"/>
                  <a:ea typeface="宋体" panose="02010600030101010101" pitchFamily="2" charset="-122"/>
                </a:rPr>
                <a:t>Z</a:t>
              </a:r>
              <a:endParaRPr lang="en-US" altLang="zh-CN" b="0" i="1" dirty="0">
                <a:solidFill>
                  <a:schemeClr val="bg1"/>
                </a:solidFill>
                <a:latin typeface="Times New Roman" panose="02020603050405020304" pitchFamily="18" charset="0"/>
                <a:ea typeface="宋体" panose="02010600030101010101" pitchFamily="2" charset="-122"/>
              </a:endParaRPr>
            </a:p>
          </p:txBody>
        </p:sp>
        <p:sp>
          <p:nvSpPr>
            <p:cNvPr id="34872" name="Line 94"/>
            <p:cNvSpPr/>
            <p:nvPr/>
          </p:nvSpPr>
          <p:spPr>
            <a:xfrm flipH="1">
              <a:off x="4867" y="1026"/>
              <a:ext cx="0" cy="288"/>
            </a:xfrm>
            <a:prstGeom prst="line">
              <a:avLst/>
            </a:prstGeom>
            <a:ln w="28575" cap="flat" cmpd="sng">
              <a:solidFill>
                <a:srgbClr val="66FFFF"/>
              </a:solidFill>
              <a:prstDash val="solid"/>
              <a:headEnd type="none" w="med" len="med"/>
              <a:tailEnd type="triangle" w="med" len="med"/>
            </a:ln>
          </p:spPr>
        </p:sp>
        <p:graphicFrame>
          <p:nvGraphicFramePr>
            <p:cNvPr id="34827" name="Object 95"/>
            <p:cNvGraphicFramePr/>
            <p:nvPr/>
          </p:nvGraphicFramePr>
          <p:xfrm>
            <a:off x="4921" y="1026"/>
            <a:ext cx="177" cy="305"/>
          </p:xfrm>
          <a:graphic>
            <a:graphicData uri="http://schemas.openxmlformats.org/presentationml/2006/ole">
              <mc:AlternateContent xmlns:mc="http://schemas.openxmlformats.org/markup-compatibility/2006">
                <mc:Choice xmlns:v="urn:schemas-microsoft-com:vml" Requires="v">
                  <p:oleObj spid="_x0000_s3226" name="" r:id="rId10" imgW="127000" imgH="215265" progId="Equation.3">
                    <p:embed/>
                  </p:oleObj>
                </mc:Choice>
                <mc:Fallback>
                  <p:oleObj name="" r:id="rId10" imgW="127000" imgH="215265" progId="Equation.3">
                    <p:embed/>
                    <p:pic>
                      <p:nvPicPr>
                        <p:cNvPr id="0" name="图片 3225"/>
                        <p:cNvPicPr/>
                        <p:nvPr/>
                      </p:nvPicPr>
                      <p:blipFill>
                        <a:blip r:embed="rId11">
                          <a:clrChange>
                            <a:clrFrom>
                              <a:srgbClr val="000000"/>
                            </a:clrFrom>
                            <a:clrTo>
                              <a:srgbClr val="FFFFFF"/>
                            </a:clrTo>
                          </a:clrChange>
                        </a:blip>
                        <a:stretch>
                          <a:fillRect/>
                        </a:stretch>
                      </p:blipFill>
                      <p:spPr>
                        <a:xfrm>
                          <a:off x="4921" y="1026"/>
                          <a:ext cx="177" cy="305"/>
                        </a:xfrm>
                        <a:prstGeom prst="rect">
                          <a:avLst/>
                        </a:prstGeom>
                        <a:noFill/>
                        <a:ln w="38100">
                          <a:noFill/>
                          <a:miter/>
                        </a:ln>
                      </p:spPr>
                    </p:pic>
                  </p:oleObj>
                </mc:Fallback>
              </mc:AlternateContent>
            </a:graphicData>
          </a:graphic>
        </p:graphicFrame>
        <p:sp>
          <p:nvSpPr>
            <p:cNvPr id="34873" name="Text Box 96"/>
            <p:cNvSpPr txBox="1"/>
            <p:nvPr/>
          </p:nvSpPr>
          <p:spPr>
            <a:xfrm>
              <a:off x="3470" y="1344"/>
              <a:ext cx="242" cy="327"/>
            </a:xfrm>
            <a:prstGeom prst="rect">
              <a:avLst/>
            </a:prstGeom>
            <a:noFill/>
            <a:ln w="9525">
              <a:noFill/>
            </a:ln>
          </p:spPr>
          <p:txBody>
            <a:bodyPr wrap="none">
              <a:spAutoFit/>
            </a:bodyPr>
            <a:p>
              <a:pPr>
                <a:spcBef>
                  <a:spcPct val="50000"/>
                </a:spcBef>
              </a:pPr>
              <a:r>
                <a:rPr lang="en-US" altLang="zh-CN" b="0" dirty="0">
                  <a:solidFill>
                    <a:schemeClr val="bg1"/>
                  </a:solidFill>
                  <a:latin typeface="Times New Roman" panose="02020603050405020304" pitchFamily="18" charset="0"/>
                  <a:ea typeface="宋体" panose="02010600030101010101" pitchFamily="2" charset="-122"/>
                </a:rPr>
                <a:t>+</a:t>
              </a:r>
              <a:endParaRPr lang="en-US" altLang="zh-CN" b="0" dirty="0">
                <a:solidFill>
                  <a:schemeClr val="bg1"/>
                </a:solidFill>
                <a:latin typeface="Times New Roman" panose="02020603050405020304" pitchFamily="18" charset="0"/>
                <a:ea typeface="宋体" panose="02010600030101010101" pitchFamily="2" charset="-122"/>
              </a:endParaRPr>
            </a:p>
          </p:txBody>
        </p:sp>
        <p:sp>
          <p:nvSpPr>
            <p:cNvPr id="34874" name="Text Box 97"/>
            <p:cNvSpPr txBox="1"/>
            <p:nvPr/>
          </p:nvSpPr>
          <p:spPr>
            <a:xfrm>
              <a:off x="3516" y="1797"/>
              <a:ext cx="228" cy="327"/>
            </a:xfrm>
            <a:prstGeom prst="rect">
              <a:avLst/>
            </a:prstGeom>
            <a:noFill/>
            <a:ln w="9525">
              <a:noFill/>
            </a:ln>
          </p:spPr>
          <p:txBody>
            <a:bodyPr wrap="none">
              <a:spAutoFit/>
            </a:bodyPr>
            <a:p>
              <a:pPr>
                <a:spcBef>
                  <a:spcPct val="50000"/>
                </a:spcBef>
              </a:pPr>
              <a:r>
                <a:rPr lang="en-US" altLang="zh-CN" b="0" dirty="0">
                  <a:solidFill>
                    <a:schemeClr val="bg1"/>
                  </a:solidFill>
                  <a:latin typeface="宋体" panose="02010600030101010101" pitchFamily="2" charset="-122"/>
                  <a:ea typeface="宋体" panose="02010600030101010101" pitchFamily="2" charset="-122"/>
                </a:rPr>
                <a:t>-</a:t>
              </a:r>
              <a:endParaRPr lang="en-US" altLang="zh-CN" b="0" dirty="0">
                <a:solidFill>
                  <a:schemeClr val="bg1"/>
                </a:solidFill>
                <a:latin typeface="Times New Roman" panose="02020603050405020304" pitchFamily="18" charset="0"/>
                <a:ea typeface="宋体" panose="02010600030101010101" pitchFamily="2" charset="-122"/>
              </a:endParaRPr>
            </a:p>
          </p:txBody>
        </p:sp>
        <p:sp>
          <p:nvSpPr>
            <p:cNvPr id="34875" name="Rectangle 98"/>
            <p:cNvSpPr/>
            <p:nvPr/>
          </p:nvSpPr>
          <p:spPr>
            <a:xfrm>
              <a:off x="4795" y="1389"/>
              <a:ext cx="127" cy="318"/>
            </a:xfrm>
            <a:prstGeom prst="rect">
              <a:avLst/>
            </a:prstGeom>
            <a:gradFill rotWithShape="1">
              <a:gsLst>
                <a:gs pos="0">
                  <a:srgbClr val="764700"/>
                </a:gs>
                <a:gs pos="50000">
                  <a:srgbClr val="FF9900"/>
                </a:gs>
                <a:gs pos="100000">
                  <a:srgbClr val="764700"/>
                </a:gs>
              </a:gsLst>
              <a:lin ang="0" scaled="1"/>
              <a:tileRect/>
            </a:gradFill>
            <a:ln w="28575">
              <a:noFill/>
            </a:ln>
          </p:spPr>
          <p:txBody>
            <a:bodyPr wrap="none" anchor="ctr" anchorCtr="0"/>
            <a:p>
              <a:endParaRPr lang="zh-CN" altLang="en-US" dirty="0">
                <a:latin typeface="楷体_GB2312" pitchFamily="49" charset="-122"/>
              </a:endParaRPr>
            </a:p>
          </p:txBody>
        </p:sp>
        <p:sp>
          <p:nvSpPr>
            <p:cNvPr id="34876" name="Rectangle 99"/>
            <p:cNvSpPr/>
            <p:nvPr/>
          </p:nvSpPr>
          <p:spPr>
            <a:xfrm>
              <a:off x="3334" y="1117"/>
              <a:ext cx="127" cy="318"/>
            </a:xfrm>
            <a:prstGeom prst="rect">
              <a:avLst/>
            </a:prstGeom>
            <a:gradFill rotWithShape="1">
              <a:gsLst>
                <a:gs pos="0">
                  <a:srgbClr val="764700"/>
                </a:gs>
                <a:gs pos="50000">
                  <a:srgbClr val="FF9900"/>
                </a:gs>
                <a:gs pos="100000">
                  <a:srgbClr val="764700"/>
                </a:gs>
              </a:gsLst>
              <a:lin ang="0" scaled="1"/>
              <a:tileRect/>
            </a:gradFill>
            <a:ln w="28575">
              <a:noFill/>
            </a:ln>
          </p:spPr>
          <p:txBody>
            <a:bodyPr wrap="none" anchor="ctr" anchorCtr="0"/>
            <a:p>
              <a:endParaRPr lang="zh-CN" altLang="en-US" dirty="0">
                <a:latin typeface="楷体_GB2312" pitchFamily="49" charset="-122"/>
              </a:endParaRPr>
            </a:p>
          </p:txBody>
        </p:sp>
        <p:sp>
          <p:nvSpPr>
            <p:cNvPr id="34877" name="Line 100"/>
            <p:cNvSpPr/>
            <p:nvPr/>
          </p:nvSpPr>
          <p:spPr>
            <a:xfrm>
              <a:off x="3380" y="2024"/>
              <a:ext cx="1497" cy="0"/>
            </a:xfrm>
            <a:prstGeom prst="line">
              <a:avLst/>
            </a:prstGeom>
            <a:ln w="28575" cap="flat" cmpd="sng">
              <a:solidFill>
                <a:srgbClr val="FFCC00"/>
              </a:solidFill>
              <a:prstDash val="solid"/>
              <a:headEnd type="none" w="med" len="med"/>
              <a:tailEnd type="none" w="med" len="med"/>
            </a:ln>
          </p:spPr>
        </p:sp>
      </p:grpSp>
      <p:grpSp>
        <p:nvGrpSpPr>
          <p:cNvPr id="5" name="Group 112"/>
          <p:cNvGrpSpPr/>
          <p:nvPr/>
        </p:nvGrpSpPr>
        <p:grpSpPr>
          <a:xfrm>
            <a:off x="1116013" y="1628775"/>
            <a:ext cx="3406775" cy="1681163"/>
            <a:chOff x="703" y="1026"/>
            <a:chExt cx="2146" cy="1059"/>
          </a:xfrm>
        </p:grpSpPr>
        <p:sp>
          <p:nvSpPr>
            <p:cNvPr id="34845" name="Line 64"/>
            <p:cNvSpPr/>
            <p:nvPr/>
          </p:nvSpPr>
          <p:spPr>
            <a:xfrm>
              <a:off x="878" y="1077"/>
              <a:ext cx="0" cy="1008"/>
            </a:xfrm>
            <a:prstGeom prst="line">
              <a:avLst/>
            </a:prstGeom>
            <a:ln w="28575" cap="flat" cmpd="sng">
              <a:solidFill>
                <a:srgbClr val="FFCC00"/>
              </a:solidFill>
              <a:prstDash val="solid"/>
              <a:headEnd type="none" w="med" len="med"/>
              <a:tailEnd type="none" w="med" len="med"/>
            </a:ln>
          </p:spPr>
        </p:sp>
        <p:sp>
          <p:nvSpPr>
            <p:cNvPr id="34846" name="Text Box 66"/>
            <p:cNvSpPr txBox="1"/>
            <p:nvPr/>
          </p:nvSpPr>
          <p:spPr>
            <a:xfrm>
              <a:off x="2109" y="1117"/>
              <a:ext cx="317" cy="327"/>
            </a:xfrm>
            <a:prstGeom prst="rect">
              <a:avLst/>
            </a:prstGeom>
            <a:noFill/>
            <a:ln w="28575">
              <a:noFill/>
            </a:ln>
          </p:spPr>
          <p:txBody>
            <a:bodyPr wrap="none">
              <a:spAutoFit/>
            </a:bodyPr>
            <a:p>
              <a:r>
                <a:rPr lang="en-US" altLang="zh-CN" b="0" i="1" dirty="0">
                  <a:solidFill>
                    <a:schemeClr val="bg1"/>
                  </a:solidFill>
                  <a:latin typeface="Times New Roman" panose="02020603050405020304" pitchFamily="18" charset="0"/>
                  <a:ea typeface="宋体" panose="02010600030101010101" pitchFamily="2" charset="-122"/>
                </a:rPr>
                <a:t>Z</a:t>
              </a:r>
              <a:r>
                <a:rPr lang="en-US" altLang="zh-CN" b="0" baseline="-25000" dirty="0">
                  <a:solidFill>
                    <a:schemeClr val="bg1"/>
                  </a:solidFill>
                  <a:latin typeface="Times New Roman" panose="02020603050405020304" pitchFamily="18" charset="0"/>
                  <a:ea typeface="宋体" panose="02010600030101010101" pitchFamily="2" charset="-122"/>
                </a:rPr>
                <a:t>2</a:t>
              </a:r>
              <a:endParaRPr lang="en-US" altLang="zh-CN" b="0" i="1" dirty="0">
                <a:solidFill>
                  <a:schemeClr val="bg1"/>
                </a:solidFill>
                <a:latin typeface="Times New Roman" panose="02020603050405020304" pitchFamily="18" charset="0"/>
                <a:ea typeface="宋体" panose="02010600030101010101" pitchFamily="2" charset="-122"/>
              </a:endParaRPr>
            </a:p>
          </p:txBody>
        </p:sp>
        <p:sp>
          <p:nvSpPr>
            <p:cNvPr id="34847" name="Line 67"/>
            <p:cNvSpPr/>
            <p:nvPr/>
          </p:nvSpPr>
          <p:spPr>
            <a:xfrm>
              <a:off x="878" y="1077"/>
              <a:ext cx="1680" cy="0"/>
            </a:xfrm>
            <a:prstGeom prst="line">
              <a:avLst/>
            </a:prstGeom>
            <a:ln w="28575" cap="flat" cmpd="sng">
              <a:solidFill>
                <a:srgbClr val="FFCC00"/>
              </a:solidFill>
              <a:prstDash val="solid"/>
              <a:headEnd type="none" w="med" len="med"/>
              <a:tailEnd type="none" w="med" len="med"/>
            </a:ln>
          </p:spPr>
        </p:sp>
        <p:sp>
          <p:nvSpPr>
            <p:cNvPr id="34848" name="Line 68"/>
            <p:cNvSpPr/>
            <p:nvPr/>
          </p:nvSpPr>
          <p:spPr>
            <a:xfrm>
              <a:off x="1406" y="1077"/>
              <a:ext cx="0" cy="1008"/>
            </a:xfrm>
            <a:prstGeom prst="line">
              <a:avLst/>
            </a:prstGeom>
            <a:ln w="28575" cap="flat" cmpd="sng">
              <a:solidFill>
                <a:srgbClr val="FFCC00"/>
              </a:solidFill>
              <a:prstDash val="solid"/>
              <a:headEnd type="oval" w="med" len="med"/>
              <a:tailEnd type="oval" w="med" len="med"/>
            </a:ln>
          </p:spPr>
        </p:sp>
        <p:sp>
          <p:nvSpPr>
            <p:cNvPr id="34849" name="Line 69"/>
            <p:cNvSpPr/>
            <p:nvPr/>
          </p:nvSpPr>
          <p:spPr>
            <a:xfrm>
              <a:off x="1964" y="1075"/>
              <a:ext cx="0" cy="1008"/>
            </a:xfrm>
            <a:prstGeom prst="line">
              <a:avLst/>
            </a:prstGeom>
            <a:ln w="28575" cap="flat" cmpd="sng">
              <a:solidFill>
                <a:srgbClr val="FFCC00"/>
              </a:solidFill>
              <a:prstDash val="solid"/>
              <a:headEnd type="oval" w="med" len="med"/>
              <a:tailEnd type="oval" w="med" len="med"/>
            </a:ln>
          </p:spPr>
        </p:sp>
        <p:sp>
          <p:nvSpPr>
            <p:cNvPr id="34850" name="Line 70"/>
            <p:cNvSpPr/>
            <p:nvPr/>
          </p:nvSpPr>
          <p:spPr>
            <a:xfrm>
              <a:off x="2558" y="1077"/>
              <a:ext cx="0" cy="1008"/>
            </a:xfrm>
            <a:prstGeom prst="line">
              <a:avLst/>
            </a:prstGeom>
            <a:ln w="28575" cap="flat" cmpd="sng">
              <a:solidFill>
                <a:srgbClr val="FFCC00"/>
              </a:solidFill>
              <a:prstDash val="solid"/>
              <a:headEnd type="none" w="med" len="med"/>
              <a:tailEnd type="none" w="med" len="med"/>
            </a:ln>
          </p:spPr>
        </p:sp>
        <p:sp>
          <p:nvSpPr>
            <p:cNvPr id="34851" name="Line 71"/>
            <p:cNvSpPr/>
            <p:nvPr/>
          </p:nvSpPr>
          <p:spPr>
            <a:xfrm>
              <a:off x="878" y="2085"/>
              <a:ext cx="1680" cy="0"/>
            </a:xfrm>
            <a:prstGeom prst="line">
              <a:avLst/>
            </a:prstGeom>
            <a:ln w="28575" cap="flat" cmpd="sng">
              <a:solidFill>
                <a:srgbClr val="FFCC00"/>
              </a:solidFill>
              <a:prstDash val="solid"/>
              <a:headEnd type="none" w="med" len="med"/>
              <a:tailEnd type="none" w="med" len="med"/>
            </a:ln>
          </p:spPr>
        </p:sp>
        <p:sp>
          <p:nvSpPr>
            <p:cNvPr id="34852" name="Line 73"/>
            <p:cNvSpPr/>
            <p:nvPr/>
          </p:nvSpPr>
          <p:spPr>
            <a:xfrm flipH="1" flipV="1">
              <a:off x="876" y="1156"/>
              <a:ext cx="8" cy="324"/>
            </a:xfrm>
            <a:prstGeom prst="line">
              <a:avLst/>
            </a:prstGeom>
            <a:ln w="28575" cap="flat" cmpd="sng">
              <a:solidFill>
                <a:srgbClr val="66FFFF"/>
              </a:solidFill>
              <a:prstDash val="solid"/>
              <a:headEnd type="none" w="med" len="med"/>
              <a:tailEnd type="triangle" w="med" len="med"/>
            </a:ln>
          </p:spPr>
        </p:sp>
        <p:graphicFrame>
          <p:nvGraphicFramePr>
            <p:cNvPr id="34824" name="Object 74"/>
            <p:cNvGraphicFramePr/>
            <p:nvPr/>
          </p:nvGraphicFramePr>
          <p:xfrm>
            <a:off x="884" y="1162"/>
            <a:ext cx="224" cy="363"/>
          </p:xfrm>
          <a:graphic>
            <a:graphicData uri="http://schemas.openxmlformats.org/presentationml/2006/ole">
              <mc:AlternateContent xmlns:mc="http://schemas.openxmlformats.org/markup-compatibility/2006">
                <mc:Choice xmlns:v="urn:schemas-microsoft-com:vml" Requires="v">
                  <p:oleObj spid="_x0000_s3227" name="" r:id="rId12" imgW="165100" imgH="266065" progId="Equation.3">
                    <p:embed/>
                  </p:oleObj>
                </mc:Choice>
                <mc:Fallback>
                  <p:oleObj name="" r:id="rId12" imgW="165100" imgH="266065" progId="Equation.3">
                    <p:embed/>
                    <p:pic>
                      <p:nvPicPr>
                        <p:cNvPr id="0" name="图片 3226"/>
                        <p:cNvPicPr/>
                        <p:nvPr/>
                      </p:nvPicPr>
                      <p:blipFill>
                        <a:blip r:embed="rId13">
                          <a:clrChange>
                            <a:clrFrom>
                              <a:srgbClr val="000000"/>
                            </a:clrFrom>
                            <a:clrTo>
                              <a:srgbClr val="FFFFFF"/>
                            </a:clrTo>
                          </a:clrChange>
                        </a:blip>
                        <a:stretch>
                          <a:fillRect/>
                        </a:stretch>
                      </p:blipFill>
                      <p:spPr>
                        <a:xfrm>
                          <a:off x="884" y="1162"/>
                          <a:ext cx="224" cy="363"/>
                        </a:xfrm>
                        <a:prstGeom prst="rect">
                          <a:avLst/>
                        </a:prstGeom>
                        <a:noFill/>
                        <a:ln w="38100">
                          <a:noFill/>
                          <a:miter/>
                        </a:ln>
                      </p:spPr>
                    </p:pic>
                  </p:oleObj>
                </mc:Fallback>
              </mc:AlternateContent>
            </a:graphicData>
          </a:graphic>
        </p:graphicFrame>
        <p:sp>
          <p:nvSpPr>
            <p:cNvPr id="34853" name="Text Box 75"/>
            <p:cNvSpPr txBox="1"/>
            <p:nvPr/>
          </p:nvSpPr>
          <p:spPr>
            <a:xfrm>
              <a:off x="1429" y="1434"/>
              <a:ext cx="317" cy="327"/>
            </a:xfrm>
            <a:prstGeom prst="rect">
              <a:avLst/>
            </a:prstGeom>
            <a:noFill/>
            <a:ln w="28575">
              <a:noFill/>
            </a:ln>
          </p:spPr>
          <p:txBody>
            <a:bodyPr wrap="none">
              <a:spAutoFit/>
            </a:bodyPr>
            <a:p>
              <a:r>
                <a:rPr lang="en-US" altLang="zh-CN" b="0" i="1" dirty="0">
                  <a:solidFill>
                    <a:schemeClr val="bg1"/>
                  </a:solidFill>
                  <a:latin typeface="Times New Roman" panose="02020603050405020304" pitchFamily="18" charset="0"/>
                  <a:ea typeface="宋体" panose="02010600030101010101" pitchFamily="2" charset="-122"/>
                </a:rPr>
                <a:t>Z</a:t>
              </a:r>
              <a:r>
                <a:rPr lang="en-US" altLang="zh-CN" b="0" baseline="-25000" dirty="0">
                  <a:solidFill>
                    <a:schemeClr val="bg1"/>
                  </a:solidFill>
                  <a:latin typeface="Times New Roman" panose="02020603050405020304" pitchFamily="18" charset="0"/>
                  <a:ea typeface="宋体" panose="02010600030101010101" pitchFamily="2" charset="-122"/>
                </a:rPr>
                <a:t>1</a:t>
              </a:r>
              <a:endParaRPr lang="en-US" altLang="zh-CN" b="0" i="1" dirty="0">
                <a:solidFill>
                  <a:schemeClr val="bg1"/>
                </a:solidFill>
                <a:latin typeface="Times New Roman" panose="02020603050405020304" pitchFamily="18" charset="0"/>
                <a:ea typeface="宋体" panose="02010600030101010101" pitchFamily="2" charset="-122"/>
              </a:endParaRPr>
            </a:p>
          </p:txBody>
        </p:sp>
        <p:sp>
          <p:nvSpPr>
            <p:cNvPr id="34854" name="Text Box 76"/>
            <p:cNvSpPr txBox="1"/>
            <p:nvPr/>
          </p:nvSpPr>
          <p:spPr>
            <a:xfrm>
              <a:off x="2608" y="1434"/>
              <a:ext cx="241" cy="327"/>
            </a:xfrm>
            <a:prstGeom prst="rect">
              <a:avLst/>
            </a:prstGeom>
            <a:noFill/>
            <a:ln w="28575">
              <a:noFill/>
            </a:ln>
          </p:spPr>
          <p:txBody>
            <a:bodyPr wrap="none">
              <a:spAutoFit/>
            </a:bodyPr>
            <a:p>
              <a:r>
                <a:rPr lang="en-US" altLang="zh-CN" b="0" i="1" dirty="0">
                  <a:solidFill>
                    <a:schemeClr val="bg1"/>
                  </a:solidFill>
                  <a:latin typeface="Times New Roman" panose="02020603050405020304" pitchFamily="18" charset="0"/>
                  <a:ea typeface="宋体" panose="02010600030101010101" pitchFamily="2" charset="-122"/>
                </a:rPr>
                <a:t>Z</a:t>
              </a:r>
              <a:endParaRPr lang="en-US" altLang="zh-CN" b="0" i="1" dirty="0">
                <a:solidFill>
                  <a:schemeClr val="bg1"/>
                </a:solidFill>
                <a:latin typeface="Times New Roman" panose="02020603050405020304" pitchFamily="18" charset="0"/>
                <a:ea typeface="宋体" panose="02010600030101010101" pitchFamily="2" charset="-122"/>
              </a:endParaRPr>
            </a:p>
          </p:txBody>
        </p:sp>
        <p:sp>
          <p:nvSpPr>
            <p:cNvPr id="34855" name="Text Box 77"/>
            <p:cNvSpPr txBox="1"/>
            <p:nvPr/>
          </p:nvSpPr>
          <p:spPr>
            <a:xfrm>
              <a:off x="1973" y="1434"/>
              <a:ext cx="317" cy="327"/>
            </a:xfrm>
            <a:prstGeom prst="rect">
              <a:avLst/>
            </a:prstGeom>
            <a:noFill/>
            <a:ln w="28575">
              <a:noFill/>
            </a:ln>
          </p:spPr>
          <p:txBody>
            <a:bodyPr wrap="none">
              <a:spAutoFit/>
            </a:bodyPr>
            <a:p>
              <a:r>
                <a:rPr lang="en-US" altLang="zh-CN" b="0" i="1" dirty="0">
                  <a:solidFill>
                    <a:schemeClr val="bg1"/>
                  </a:solidFill>
                  <a:latin typeface="Times New Roman" panose="02020603050405020304" pitchFamily="18" charset="0"/>
                  <a:ea typeface="宋体" panose="02010600030101010101" pitchFamily="2" charset="-122"/>
                </a:rPr>
                <a:t>Z</a:t>
              </a:r>
              <a:r>
                <a:rPr lang="en-US" altLang="zh-CN" b="0" baseline="-25000" dirty="0">
                  <a:solidFill>
                    <a:schemeClr val="bg1"/>
                  </a:solidFill>
                  <a:latin typeface="Times New Roman" panose="02020603050405020304" pitchFamily="18" charset="0"/>
                  <a:ea typeface="宋体" panose="02010600030101010101" pitchFamily="2" charset="-122"/>
                </a:rPr>
                <a:t>3</a:t>
              </a:r>
              <a:endParaRPr lang="en-US" altLang="zh-CN" b="0" i="1" dirty="0">
                <a:solidFill>
                  <a:schemeClr val="bg1"/>
                </a:solidFill>
                <a:latin typeface="Times New Roman" panose="02020603050405020304" pitchFamily="18" charset="0"/>
                <a:ea typeface="宋体" panose="02010600030101010101" pitchFamily="2" charset="-122"/>
              </a:endParaRPr>
            </a:p>
          </p:txBody>
        </p:sp>
        <p:sp>
          <p:nvSpPr>
            <p:cNvPr id="34856" name="Line 78"/>
            <p:cNvSpPr/>
            <p:nvPr/>
          </p:nvSpPr>
          <p:spPr>
            <a:xfrm>
              <a:off x="2562" y="1071"/>
              <a:ext cx="0" cy="288"/>
            </a:xfrm>
            <a:prstGeom prst="line">
              <a:avLst/>
            </a:prstGeom>
            <a:ln w="28575" cap="flat" cmpd="sng">
              <a:solidFill>
                <a:srgbClr val="66FFFF"/>
              </a:solidFill>
              <a:prstDash val="solid"/>
              <a:headEnd type="none" w="med" len="med"/>
              <a:tailEnd type="triangle" w="med" len="med"/>
            </a:ln>
          </p:spPr>
        </p:sp>
        <p:graphicFrame>
          <p:nvGraphicFramePr>
            <p:cNvPr id="34825" name="Object 79"/>
            <p:cNvGraphicFramePr/>
            <p:nvPr/>
          </p:nvGraphicFramePr>
          <p:xfrm>
            <a:off x="2608" y="1071"/>
            <a:ext cx="177" cy="305"/>
          </p:xfrm>
          <a:graphic>
            <a:graphicData uri="http://schemas.openxmlformats.org/presentationml/2006/ole">
              <mc:AlternateContent xmlns:mc="http://schemas.openxmlformats.org/markup-compatibility/2006">
                <mc:Choice xmlns:v="urn:schemas-microsoft-com:vml" Requires="v">
                  <p:oleObj spid="_x0000_s3228" name="" r:id="rId14" imgW="127000" imgH="215265" progId="Equation.3">
                    <p:embed/>
                  </p:oleObj>
                </mc:Choice>
                <mc:Fallback>
                  <p:oleObj name="" r:id="rId14" imgW="127000" imgH="215265" progId="Equation.3">
                    <p:embed/>
                    <p:pic>
                      <p:nvPicPr>
                        <p:cNvPr id="0" name="图片 3227"/>
                        <p:cNvPicPr/>
                        <p:nvPr/>
                      </p:nvPicPr>
                      <p:blipFill>
                        <a:blip r:embed="rId15">
                          <a:clrChange>
                            <a:clrFrom>
                              <a:srgbClr val="000000"/>
                            </a:clrFrom>
                            <a:clrTo>
                              <a:srgbClr val="FFFFFF"/>
                            </a:clrTo>
                          </a:clrChange>
                        </a:blip>
                        <a:stretch>
                          <a:fillRect/>
                        </a:stretch>
                      </p:blipFill>
                      <p:spPr>
                        <a:xfrm>
                          <a:off x="2608" y="1071"/>
                          <a:ext cx="177" cy="305"/>
                        </a:xfrm>
                        <a:prstGeom prst="rect">
                          <a:avLst/>
                        </a:prstGeom>
                        <a:noFill/>
                        <a:ln w="38100">
                          <a:noFill/>
                          <a:miter/>
                        </a:ln>
                      </p:spPr>
                    </p:pic>
                  </p:oleObj>
                </mc:Fallback>
              </mc:AlternateContent>
            </a:graphicData>
          </a:graphic>
        </p:graphicFrame>
        <p:sp>
          <p:nvSpPr>
            <p:cNvPr id="34857" name="Rectangle 80"/>
            <p:cNvSpPr/>
            <p:nvPr/>
          </p:nvSpPr>
          <p:spPr>
            <a:xfrm>
              <a:off x="2490" y="1435"/>
              <a:ext cx="127" cy="318"/>
            </a:xfrm>
            <a:prstGeom prst="rect">
              <a:avLst/>
            </a:prstGeom>
            <a:gradFill rotWithShape="1">
              <a:gsLst>
                <a:gs pos="0">
                  <a:srgbClr val="764700"/>
                </a:gs>
                <a:gs pos="50000">
                  <a:srgbClr val="FF9900"/>
                </a:gs>
                <a:gs pos="100000">
                  <a:srgbClr val="764700"/>
                </a:gs>
              </a:gsLst>
              <a:lin ang="0" scaled="1"/>
              <a:tileRect/>
            </a:gradFill>
            <a:ln w="28575">
              <a:noFill/>
            </a:ln>
          </p:spPr>
          <p:txBody>
            <a:bodyPr wrap="none" anchor="ctr" anchorCtr="0"/>
            <a:p>
              <a:endParaRPr lang="zh-CN" altLang="en-US" dirty="0">
                <a:latin typeface="楷体_GB2312" pitchFamily="49" charset="-122"/>
              </a:endParaRPr>
            </a:p>
          </p:txBody>
        </p:sp>
        <p:sp>
          <p:nvSpPr>
            <p:cNvPr id="34858" name="Rectangle 81"/>
            <p:cNvSpPr/>
            <p:nvPr/>
          </p:nvSpPr>
          <p:spPr>
            <a:xfrm>
              <a:off x="1901" y="1435"/>
              <a:ext cx="127" cy="318"/>
            </a:xfrm>
            <a:prstGeom prst="rect">
              <a:avLst/>
            </a:prstGeom>
            <a:gradFill rotWithShape="1">
              <a:gsLst>
                <a:gs pos="0">
                  <a:srgbClr val="764700"/>
                </a:gs>
                <a:gs pos="50000">
                  <a:srgbClr val="FF9900"/>
                </a:gs>
                <a:gs pos="100000">
                  <a:srgbClr val="764700"/>
                </a:gs>
              </a:gsLst>
              <a:lin ang="0" scaled="1"/>
              <a:tileRect/>
            </a:gradFill>
            <a:ln w="28575">
              <a:noFill/>
            </a:ln>
          </p:spPr>
          <p:txBody>
            <a:bodyPr wrap="none" anchor="ctr" anchorCtr="0"/>
            <a:p>
              <a:endParaRPr lang="zh-CN" altLang="en-US" dirty="0">
                <a:latin typeface="楷体_GB2312" pitchFamily="49" charset="-122"/>
              </a:endParaRPr>
            </a:p>
          </p:txBody>
        </p:sp>
        <p:sp>
          <p:nvSpPr>
            <p:cNvPr id="34859" name="Rectangle 82"/>
            <p:cNvSpPr/>
            <p:nvPr/>
          </p:nvSpPr>
          <p:spPr>
            <a:xfrm>
              <a:off x="1338" y="1435"/>
              <a:ext cx="127" cy="318"/>
            </a:xfrm>
            <a:prstGeom prst="rect">
              <a:avLst/>
            </a:prstGeom>
            <a:gradFill rotWithShape="1">
              <a:gsLst>
                <a:gs pos="0">
                  <a:srgbClr val="764700"/>
                </a:gs>
                <a:gs pos="50000">
                  <a:srgbClr val="FF9900"/>
                </a:gs>
                <a:gs pos="100000">
                  <a:srgbClr val="764700"/>
                </a:gs>
              </a:gsLst>
              <a:lin ang="0" scaled="1"/>
              <a:tileRect/>
            </a:gradFill>
            <a:ln w="28575">
              <a:noFill/>
            </a:ln>
          </p:spPr>
          <p:txBody>
            <a:bodyPr wrap="none" anchor="ctr" anchorCtr="0"/>
            <a:p>
              <a:endParaRPr lang="zh-CN" altLang="en-US" dirty="0">
                <a:latin typeface="楷体_GB2312" pitchFamily="49" charset="-122"/>
              </a:endParaRPr>
            </a:p>
          </p:txBody>
        </p:sp>
        <p:sp>
          <p:nvSpPr>
            <p:cNvPr id="34860" name="Rectangle 83"/>
            <p:cNvSpPr/>
            <p:nvPr/>
          </p:nvSpPr>
          <p:spPr>
            <a:xfrm>
              <a:off x="2109" y="1026"/>
              <a:ext cx="317" cy="136"/>
            </a:xfrm>
            <a:prstGeom prst="rect">
              <a:avLst/>
            </a:prstGeom>
            <a:gradFill rotWithShape="1">
              <a:gsLst>
                <a:gs pos="0">
                  <a:srgbClr val="764700"/>
                </a:gs>
                <a:gs pos="50000">
                  <a:srgbClr val="FF9900"/>
                </a:gs>
                <a:gs pos="100000">
                  <a:srgbClr val="764700"/>
                </a:gs>
              </a:gsLst>
              <a:lin ang="5400000" scaled="1"/>
              <a:tileRect/>
            </a:gradFill>
            <a:ln w="28575">
              <a:noFill/>
            </a:ln>
          </p:spPr>
          <p:txBody>
            <a:bodyPr wrap="none" anchor="ctr" anchorCtr="0"/>
            <a:p>
              <a:endParaRPr lang="zh-CN" altLang="en-US" dirty="0">
                <a:latin typeface="楷体_GB2312" pitchFamily="49" charset="-122"/>
              </a:endParaRPr>
            </a:p>
          </p:txBody>
        </p:sp>
        <p:grpSp>
          <p:nvGrpSpPr>
            <p:cNvPr id="34861" name="Group 104"/>
            <p:cNvGrpSpPr/>
            <p:nvPr/>
          </p:nvGrpSpPr>
          <p:grpSpPr>
            <a:xfrm>
              <a:off x="703" y="1479"/>
              <a:ext cx="363" cy="363"/>
              <a:chOff x="703" y="1435"/>
              <a:chExt cx="363" cy="363"/>
            </a:xfrm>
          </p:grpSpPr>
          <p:sp>
            <p:nvSpPr>
              <p:cNvPr id="34862" name="Oval 65"/>
              <p:cNvSpPr/>
              <p:nvPr/>
            </p:nvSpPr>
            <p:spPr>
              <a:xfrm>
                <a:off x="703" y="1435"/>
                <a:ext cx="363" cy="363"/>
              </a:xfrm>
              <a:prstGeom prst="ellipse">
                <a:avLst/>
              </a:prstGeom>
              <a:gradFill rotWithShape="1">
                <a:gsLst>
                  <a:gs pos="0">
                    <a:srgbClr val="0099FF"/>
                  </a:gs>
                  <a:gs pos="100000">
                    <a:srgbClr val="004776"/>
                  </a:gs>
                </a:gsLst>
                <a:path path="shape">
                  <a:fillToRect l="50000" t="50000" r="50000" b="50000"/>
                </a:path>
                <a:tileRect/>
              </a:gradFill>
              <a:ln w="38100" cap="flat" cmpd="sng">
                <a:solidFill>
                  <a:srgbClr val="FF9900"/>
                </a:solidFill>
                <a:prstDash val="solid"/>
                <a:headEnd type="none" w="med" len="med"/>
                <a:tailEnd type="none" w="med" len="med"/>
              </a:ln>
            </p:spPr>
            <p:txBody>
              <a:bodyPr wrap="none" anchor="ctr" anchorCtr="0"/>
              <a:p>
                <a:endParaRPr lang="zh-CN" altLang="en-US" dirty="0">
                  <a:latin typeface="楷体_GB2312" pitchFamily="49" charset="-122"/>
                </a:endParaRPr>
              </a:p>
            </p:txBody>
          </p:sp>
          <p:sp>
            <p:nvSpPr>
              <p:cNvPr id="34863" name="Line 72"/>
              <p:cNvSpPr/>
              <p:nvPr/>
            </p:nvSpPr>
            <p:spPr>
              <a:xfrm>
                <a:off x="703" y="1616"/>
                <a:ext cx="363" cy="0"/>
              </a:xfrm>
              <a:prstGeom prst="line">
                <a:avLst/>
              </a:prstGeom>
              <a:ln w="38100" cap="flat" cmpd="sng">
                <a:solidFill>
                  <a:srgbClr val="FF9900"/>
                </a:solidFill>
                <a:prstDash val="solid"/>
                <a:headEnd type="none" w="med" len="med"/>
                <a:tailEnd type="none" w="med" len="med"/>
              </a:ln>
            </p:spPr>
          </p:sp>
        </p:grpSp>
      </p:grpSp>
      <p:grpSp>
        <p:nvGrpSpPr>
          <p:cNvPr id="34835" name="Group 106"/>
          <p:cNvGrpSpPr/>
          <p:nvPr/>
        </p:nvGrpSpPr>
        <p:grpSpPr>
          <a:xfrm>
            <a:off x="6588125" y="6446838"/>
            <a:ext cx="792163" cy="366712"/>
            <a:chOff x="4649" y="4020"/>
            <a:chExt cx="499" cy="231"/>
          </a:xfrm>
        </p:grpSpPr>
        <p:pic>
          <p:nvPicPr>
            <p:cNvPr id="34843" name="Picture 107" descr="78900"/>
            <p:cNvPicPr>
              <a:picLocks noChangeAspect="1"/>
            </p:cNvPicPr>
            <p:nvPr/>
          </p:nvPicPr>
          <p:blipFill>
            <a:blip r:embed="rId7"/>
            <a:stretch>
              <a:fillRect/>
            </a:stretch>
          </p:blipFill>
          <p:spPr>
            <a:xfrm>
              <a:off x="4649" y="4066"/>
              <a:ext cx="499" cy="181"/>
            </a:xfrm>
            <a:prstGeom prst="rect">
              <a:avLst/>
            </a:prstGeom>
            <a:noFill/>
            <a:ln w="9525">
              <a:noFill/>
            </a:ln>
          </p:spPr>
        </p:pic>
        <p:sp>
          <p:nvSpPr>
            <p:cNvPr id="34844" name="Text Box 108">
              <a:hlinkClick r:id="" action="ppaction://hlinkshowjump?jump=firstslide"/>
            </p:cNvPr>
            <p:cNvSpPr txBox="1"/>
            <p:nvPr/>
          </p:nvSpPr>
          <p:spPr>
            <a:xfrm>
              <a:off x="4672" y="4020"/>
              <a:ext cx="476" cy="231"/>
            </a:xfrm>
            <a:prstGeom prst="rect">
              <a:avLst/>
            </a:prstGeom>
            <a:noFill/>
            <a:ln w="9525">
              <a:noFill/>
            </a:ln>
          </p:spPr>
          <p:txBody>
            <a:bodyPr wrap="none">
              <a:spAutoFit/>
            </a:bodyPr>
            <a:p>
              <a:pPr>
                <a:spcBef>
                  <a:spcPct val="50000"/>
                </a:spcBef>
              </a:pPr>
              <a:r>
                <a:rPr lang="zh-CN" altLang="en-US" sz="1800" b="0" dirty="0">
                  <a:solidFill>
                    <a:schemeClr val="bg1"/>
                  </a:solidFill>
                  <a:latin typeface="隶书" panose="02010509060101010101" pitchFamily="49" charset="-122"/>
                  <a:ea typeface="隶书" panose="02010509060101010101" pitchFamily="49" charset="-122"/>
                </a:rPr>
                <a:t>返 回</a:t>
              </a:r>
              <a:endParaRPr lang="zh-CN" altLang="en-US" sz="1800" b="0" dirty="0">
                <a:solidFill>
                  <a:schemeClr val="bg1"/>
                </a:solidFill>
                <a:latin typeface="隶书" panose="02010509060101010101" pitchFamily="49" charset="-122"/>
                <a:ea typeface="隶书" panose="02010509060101010101" pitchFamily="49" charset="-122"/>
              </a:endParaRPr>
            </a:p>
          </p:txBody>
        </p:sp>
      </p:grpSp>
      <p:grpSp>
        <p:nvGrpSpPr>
          <p:cNvPr id="8" name="Group 111"/>
          <p:cNvGrpSpPr/>
          <p:nvPr/>
        </p:nvGrpSpPr>
        <p:grpSpPr>
          <a:xfrm>
            <a:off x="1606550" y="503238"/>
            <a:ext cx="5345113" cy="1020762"/>
            <a:chOff x="1012" y="317"/>
            <a:chExt cx="3367" cy="643"/>
          </a:xfrm>
        </p:grpSpPr>
        <p:graphicFrame>
          <p:nvGraphicFramePr>
            <p:cNvPr id="34823" name="Object 2"/>
            <p:cNvGraphicFramePr/>
            <p:nvPr/>
          </p:nvGraphicFramePr>
          <p:xfrm>
            <a:off x="1012" y="317"/>
            <a:ext cx="3367" cy="643"/>
          </p:xfrm>
          <a:graphic>
            <a:graphicData uri="http://schemas.openxmlformats.org/presentationml/2006/ole">
              <mc:AlternateContent xmlns:mc="http://schemas.openxmlformats.org/markup-compatibility/2006">
                <mc:Choice xmlns:v="urn:schemas-microsoft-com:vml" Requires="v">
                  <p:oleObj spid="_x0000_s3266" name="" r:id="rId16" imgW="2868930" imgH="495300" progId="Equation.3">
                    <p:embed/>
                  </p:oleObj>
                </mc:Choice>
                <mc:Fallback>
                  <p:oleObj name="" r:id="rId16" imgW="2868930" imgH="495300" progId="Equation.3">
                    <p:embed/>
                    <p:pic>
                      <p:nvPicPr>
                        <p:cNvPr id="0" name="图片 3265"/>
                        <p:cNvPicPr/>
                        <p:nvPr/>
                      </p:nvPicPr>
                      <p:blipFill>
                        <a:blip r:embed="rId17">
                          <a:clrChange>
                            <a:clrFrom>
                              <a:srgbClr val="000000"/>
                            </a:clrFrom>
                            <a:clrTo>
                              <a:srgbClr val="FFFF00"/>
                            </a:clrTo>
                          </a:clrChange>
                        </a:blip>
                        <a:stretch>
                          <a:fillRect/>
                        </a:stretch>
                      </p:blipFill>
                      <p:spPr>
                        <a:xfrm>
                          <a:off x="1012" y="317"/>
                          <a:ext cx="3367" cy="643"/>
                        </a:xfrm>
                        <a:prstGeom prst="rect">
                          <a:avLst/>
                        </a:prstGeom>
                        <a:noFill/>
                        <a:ln w="38100">
                          <a:noFill/>
                          <a:miter/>
                        </a:ln>
                      </p:spPr>
                    </p:pic>
                  </p:oleObj>
                </mc:Fallback>
              </mc:AlternateContent>
            </a:graphicData>
          </a:graphic>
        </p:graphicFrame>
        <p:sp>
          <p:nvSpPr>
            <p:cNvPr id="34842" name="Line 109"/>
            <p:cNvSpPr/>
            <p:nvPr/>
          </p:nvSpPr>
          <p:spPr>
            <a:xfrm>
              <a:off x="2154" y="600"/>
              <a:ext cx="318" cy="0"/>
            </a:xfrm>
            <a:prstGeom prst="line">
              <a:avLst/>
            </a:prstGeom>
            <a:ln w="9525" cap="flat" cmpd="sng">
              <a:solidFill>
                <a:srgbClr val="FFFF00"/>
              </a:solidFill>
              <a:prstDash val="solid"/>
              <a:headEnd type="none" w="med" len="med"/>
              <a:tailEnd type="none" w="med" len="med"/>
            </a:ln>
          </p:spPr>
        </p:sp>
      </p:grpSp>
      <p:grpSp>
        <p:nvGrpSpPr>
          <p:cNvPr id="9" name="Group 117"/>
          <p:cNvGrpSpPr/>
          <p:nvPr/>
        </p:nvGrpSpPr>
        <p:grpSpPr>
          <a:xfrm>
            <a:off x="3419475" y="5589588"/>
            <a:ext cx="2563813" cy="547687"/>
            <a:chOff x="2154" y="3521"/>
            <a:chExt cx="1615" cy="345"/>
          </a:xfrm>
        </p:grpSpPr>
        <p:graphicFrame>
          <p:nvGraphicFramePr>
            <p:cNvPr id="34822" name="Object 49"/>
            <p:cNvGraphicFramePr/>
            <p:nvPr/>
          </p:nvGraphicFramePr>
          <p:xfrm>
            <a:off x="2154" y="3521"/>
            <a:ext cx="1615" cy="345"/>
          </p:xfrm>
          <a:graphic>
            <a:graphicData uri="http://schemas.openxmlformats.org/presentationml/2006/ole">
              <mc:AlternateContent xmlns:mc="http://schemas.openxmlformats.org/markup-compatibility/2006">
                <mc:Choice xmlns:v="urn:schemas-microsoft-com:vml" Requires="v">
                  <p:oleObj spid="_x0000_s3264" name="" r:id="rId18" imgW="1179830" imgH="254000" progId="Equation.3">
                    <p:embed/>
                  </p:oleObj>
                </mc:Choice>
                <mc:Fallback>
                  <p:oleObj name="" r:id="rId18" imgW="1179830" imgH="254000" progId="Equation.3">
                    <p:embed/>
                    <p:pic>
                      <p:nvPicPr>
                        <p:cNvPr id="0" name="图片 3263"/>
                        <p:cNvPicPr/>
                        <p:nvPr/>
                      </p:nvPicPr>
                      <p:blipFill>
                        <a:blip r:embed="rId19">
                          <a:clrChange>
                            <a:clrFrom>
                              <a:srgbClr val="000000"/>
                            </a:clrFrom>
                            <a:clrTo>
                              <a:srgbClr val="FFFFFF"/>
                            </a:clrTo>
                          </a:clrChange>
                        </a:blip>
                        <a:stretch>
                          <a:fillRect/>
                        </a:stretch>
                      </p:blipFill>
                      <p:spPr>
                        <a:xfrm>
                          <a:off x="2154" y="3521"/>
                          <a:ext cx="1615" cy="345"/>
                        </a:xfrm>
                        <a:prstGeom prst="rect">
                          <a:avLst/>
                        </a:prstGeom>
                        <a:noFill/>
                        <a:ln w="38100">
                          <a:noFill/>
                          <a:miter/>
                        </a:ln>
                      </p:spPr>
                    </p:pic>
                  </p:oleObj>
                </mc:Fallback>
              </mc:AlternateContent>
            </a:graphicData>
          </a:graphic>
        </p:graphicFrame>
        <p:sp>
          <p:nvSpPr>
            <p:cNvPr id="34841" name="Line 113"/>
            <p:cNvSpPr/>
            <p:nvPr/>
          </p:nvSpPr>
          <p:spPr>
            <a:xfrm flipV="1">
              <a:off x="2934" y="3820"/>
              <a:ext cx="545" cy="0"/>
            </a:xfrm>
            <a:prstGeom prst="line">
              <a:avLst/>
            </a:prstGeom>
            <a:ln w="9525" cap="flat" cmpd="sng">
              <a:solidFill>
                <a:schemeClr val="bg1"/>
              </a:solidFill>
              <a:prstDash val="solid"/>
              <a:headEnd type="none" w="med" len="med"/>
              <a:tailEnd type="none" w="med" len="med"/>
            </a:ln>
          </p:spPr>
        </p:sp>
      </p:grpSp>
      <p:grpSp>
        <p:nvGrpSpPr>
          <p:cNvPr id="10" name="Group 116"/>
          <p:cNvGrpSpPr/>
          <p:nvPr/>
        </p:nvGrpSpPr>
        <p:grpSpPr>
          <a:xfrm>
            <a:off x="1187450" y="5445125"/>
            <a:ext cx="2590800" cy="1017588"/>
            <a:chOff x="748" y="3430"/>
            <a:chExt cx="1632" cy="641"/>
          </a:xfrm>
        </p:grpSpPr>
        <p:graphicFrame>
          <p:nvGraphicFramePr>
            <p:cNvPr id="34821" name="Object 48"/>
            <p:cNvGraphicFramePr/>
            <p:nvPr/>
          </p:nvGraphicFramePr>
          <p:xfrm>
            <a:off x="748" y="3430"/>
            <a:ext cx="1632" cy="641"/>
          </p:xfrm>
          <a:graphic>
            <a:graphicData uri="http://schemas.openxmlformats.org/presentationml/2006/ole">
              <mc:AlternateContent xmlns:mc="http://schemas.openxmlformats.org/markup-compatibility/2006">
                <mc:Choice xmlns:v="urn:schemas-microsoft-com:vml" Requires="v">
                  <p:oleObj spid="_x0000_s3267" name="" r:id="rId20" imgW="1193800" imgH="469900" progId="Equation.3">
                    <p:embed/>
                  </p:oleObj>
                </mc:Choice>
                <mc:Fallback>
                  <p:oleObj name="" r:id="rId20" imgW="1193800" imgH="469900" progId="Equation.3">
                    <p:embed/>
                    <p:pic>
                      <p:nvPicPr>
                        <p:cNvPr id="0" name="图片 3266"/>
                        <p:cNvPicPr/>
                        <p:nvPr/>
                      </p:nvPicPr>
                      <p:blipFill>
                        <a:blip r:embed="rId21">
                          <a:clrChange>
                            <a:clrFrom>
                              <a:srgbClr val="000000"/>
                            </a:clrFrom>
                            <a:clrTo>
                              <a:srgbClr val="FFFFFF"/>
                            </a:clrTo>
                          </a:clrChange>
                        </a:blip>
                        <a:stretch>
                          <a:fillRect/>
                        </a:stretch>
                      </p:blipFill>
                      <p:spPr>
                        <a:xfrm>
                          <a:off x="748" y="3430"/>
                          <a:ext cx="1632" cy="641"/>
                        </a:xfrm>
                        <a:prstGeom prst="rect">
                          <a:avLst/>
                        </a:prstGeom>
                        <a:noFill/>
                        <a:ln w="38100">
                          <a:noFill/>
                          <a:miter/>
                        </a:ln>
                      </p:spPr>
                    </p:pic>
                  </p:oleObj>
                </mc:Fallback>
              </mc:AlternateContent>
            </a:graphicData>
          </a:graphic>
        </p:graphicFrame>
        <p:sp>
          <p:nvSpPr>
            <p:cNvPr id="34839" name="Line 114"/>
            <p:cNvSpPr/>
            <p:nvPr/>
          </p:nvSpPr>
          <p:spPr>
            <a:xfrm>
              <a:off x="1701" y="3720"/>
              <a:ext cx="408" cy="0"/>
            </a:xfrm>
            <a:prstGeom prst="line">
              <a:avLst/>
            </a:prstGeom>
            <a:ln w="9525" cap="flat" cmpd="sng">
              <a:solidFill>
                <a:schemeClr val="bg1"/>
              </a:solidFill>
              <a:prstDash val="solid"/>
              <a:headEnd type="none" w="med" len="med"/>
              <a:tailEnd type="none" w="med" len="med"/>
            </a:ln>
          </p:spPr>
        </p:sp>
        <p:sp>
          <p:nvSpPr>
            <p:cNvPr id="34840" name="Line 115"/>
            <p:cNvSpPr/>
            <p:nvPr/>
          </p:nvSpPr>
          <p:spPr>
            <a:xfrm>
              <a:off x="1320" y="4029"/>
              <a:ext cx="680" cy="0"/>
            </a:xfrm>
            <a:prstGeom prst="line">
              <a:avLst/>
            </a:prstGeom>
            <a:ln w="9525" cap="flat" cmpd="sng">
              <a:solidFill>
                <a:schemeClr val="bg1"/>
              </a:solidFill>
              <a:prstDash val="solid"/>
              <a:headEnd type="none" w="med" len="med"/>
              <a:tailEnd type="none" w="med" len="med"/>
            </a:ln>
          </p:spPr>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5" presetClass="entr" presetSubtype="0" fill="hold" grpId="0" nodeType="withEffect">
                                  <p:stCondLst>
                                    <p:cond delay="0"/>
                                  </p:stCondLst>
                                  <p:childTnLst>
                                    <p:set>
                                      <p:cBhvr>
                                        <p:cTn id="6" dur="1" fill="hold">
                                          <p:stCondLst>
                                            <p:cond delay="0"/>
                                          </p:stCondLst>
                                        </p:cTn>
                                        <p:tgtEl>
                                          <p:spTgt spid="44038"/>
                                        </p:tgtEl>
                                        <p:attrNameLst>
                                          <p:attrName>style.visibility</p:attrName>
                                        </p:attrNameLst>
                                      </p:cBhvr>
                                      <p:to>
                                        <p:strVal val="visible"/>
                                      </p:to>
                                    </p:set>
                                    <p:anim calcmode="lin" valueType="num">
                                      <p:cBhvr>
                                        <p:cTn id="7" dur="1000" fill="hold"/>
                                        <p:tgtEl>
                                          <p:spTgt spid="44038"/>
                                        </p:tgtEl>
                                        <p:attrNameLst>
                                          <p:attrName>ppt_w</p:attrName>
                                        </p:attrNameLst>
                                      </p:cBhvr>
                                      <p:tavLst>
                                        <p:tav tm="0">
                                          <p:val>
                                            <p:fltVal val="0.000000"/>
                                          </p:val>
                                        </p:tav>
                                        <p:tav tm="100000">
                                          <p:val>
                                            <p:strVal val="#ppt_w"/>
                                          </p:val>
                                        </p:tav>
                                      </p:tavLst>
                                    </p:anim>
                                    <p:anim calcmode="lin" valueType="num">
                                      <p:cBhvr>
                                        <p:cTn id="8" dur="1000" fill="hold"/>
                                        <p:tgtEl>
                                          <p:spTgt spid="44038"/>
                                        </p:tgtEl>
                                        <p:attrNameLst>
                                          <p:attrName>ppt_h</p:attrName>
                                        </p:attrNameLst>
                                      </p:cBhvr>
                                      <p:tavLst>
                                        <p:tav tm="0">
                                          <p:val>
                                            <p:fltVal val="0.000000"/>
                                          </p:val>
                                        </p:tav>
                                        <p:tav tm="100000">
                                          <p:val>
                                            <p:strVal val="#ppt_h"/>
                                          </p:val>
                                        </p:tav>
                                      </p:tavLst>
                                    </p:anim>
                                    <p:anim calcmode="lin" valueType="num">
                                      <p:cBhvr>
                                        <p:cTn id="9" dur="1000" fill="hold"/>
                                        <p:tgtEl>
                                          <p:spTgt spid="44038"/>
                                        </p:tgtEl>
                                        <p:attrNameLst>
                                          <p:attrName>ppt_x</p:attrName>
                                        </p:attrNameLst>
                                      </p:cBhvr>
                                      <p:tavLst>
                                        <p:tav tm="0" fmla="#ppt_x+(cos(-2*pi*(1-$))*-#ppt_x-sin(-2*pi*(1-$))*(1-#ppt_y))*(1-$)">
                                          <p:val>
                                            <p:fltVal val="0.000000"/>
                                          </p:val>
                                        </p:tav>
                                        <p:tav tm="100000">
                                          <p:val>
                                            <p:fltVal val="1.000000"/>
                                          </p:val>
                                        </p:tav>
                                      </p:tavLst>
                                    </p:anim>
                                    <p:anim calcmode="lin" valueType="num">
                                      <p:cBhvr>
                                        <p:cTn id="10" dur="1000" fill="hold"/>
                                        <p:tgtEl>
                                          <p:spTgt spid="44038"/>
                                        </p:tgtEl>
                                        <p:attrNameLst>
                                          <p:attrName>ppt_y</p:attrName>
                                        </p:attrNameLst>
                                      </p:cBhvr>
                                      <p:tavLst>
                                        <p:tav tm="0" fmla="#ppt_y+(sin(-2*pi*(1-$))*-#ppt_x+cos(-2*pi*(1-$))*(1-#ppt_y))*(1-$)">
                                          <p:val>
                                            <p:fltVal val="0.000000"/>
                                          </p:val>
                                        </p:tav>
                                        <p:tav tm="100000">
                                          <p:val>
                                            <p:fltVal val="1.000000"/>
                                          </p:val>
                                        </p:tav>
                                      </p:tavLst>
                                    </p:anim>
                                  </p:childTnLst>
                                </p:cTn>
                              </p:par>
                            </p:childTnLst>
                          </p:cTn>
                        </p:par>
                        <p:par>
                          <p:cTn id="11" fill="hold">
                            <p:stCondLst>
                              <p:cond delay="1000"/>
                            </p:stCondLst>
                            <p:childTnLst>
                              <p:par>
                                <p:cTn id="12" presetID="3" presetClass="entr" presetSubtype="10" fill="hold" nodeType="afterEffect">
                                  <p:stCondLst>
                                    <p:cond delay="0"/>
                                  </p:stCondLst>
                                  <p:childTnLst>
                                    <p:set>
                                      <p:cBhvr>
                                        <p:cTn id="13" dur="1" fill="hold">
                                          <p:stCondLst>
                                            <p:cond delay="0"/>
                                          </p:stCondLst>
                                        </p:cTn>
                                        <p:tgtEl>
                                          <p:spTgt spid="5"/>
                                        </p:tgtEl>
                                        <p:attrNameLst>
                                          <p:attrName>style.visibility</p:attrName>
                                        </p:attrNameLst>
                                      </p:cBhvr>
                                      <p:to>
                                        <p:strVal val="visible"/>
                                      </p:to>
                                    </p:set>
                                    <p:animEffect transition="in" filter="blinds(horizontal)">
                                      <p:cBhvr>
                                        <p:cTn id="14" dur="500"/>
                                        <p:tgtEl>
                                          <p:spTgt spid="5"/>
                                        </p:tgtEl>
                                      </p:cBhvr>
                                    </p:animEffect>
                                  </p:childTnLst>
                                </p:cTn>
                              </p:par>
                            </p:childTnLst>
                          </p:cTn>
                        </p:par>
                        <p:par>
                          <p:cTn id="15" fill="hold">
                            <p:stCondLst>
                              <p:cond delay="1500"/>
                            </p:stCondLst>
                            <p:childTnLst>
                              <p:par>
                                <p:cTn id="16" presetID="3" presetClass="entr" presetSubtype="10" fill="hold" nodeType="afterEffect">
                                  <p:stCondLst>
                                    <p:cond delay="0"/>
                                  </p:stCondLst>
                                  <p:childTnLst>
                                    <p:set>
                                      <p:cBhvr>
                                        <p:cTn id="17" dur="1" fill="hold">
                                          <p:stCondLst>
                                            <p:cond delay="0"/>
                                          </p:stCondLst>
                                        </p:cTn>
                                        <p:tgtEl>
                                          <p:spTgt spid="8"/>
                                        </p:tgtEl>
                                        <p:attrNameLst>
                                          <p:attrName>style.visibility</p:attrName>
                                        </p:attrNameLst>
                                      </p:cBhvr>
                                      <p:to>
                                        <p:strVal val="visible"/>
                                      </p:to>
                                    </p:set>
                                    <p:animEffect transition="in" filter="blinds(horizontal)">
                                      <p:cBhvr>
                                        <p:cTn id="18" dur="500"/>
                                        <p:tgtEl>
                                          <p:spTgt spid="8"/>
                                        </p:tgtEl>
                                      </p:cBhvr>
                                    </p:animEffect>
                                  </p:childTnLst>
                                </p:cTn>
                              </p:par>
                            </p:childTnLst>
                          </p:cTn>
                        </p:par>
                      </p:childTnLst>
                    </p:cTn>
                  </p:par>
                  <p:par>
                    <p:cTn id="19" fill="hold">
                      <p:stCondLst>
                        <p:cond delay="indefinite"/>
                      </p:stCondLst>
                      <p:childTnLst>
                        <p:par>
                          <p:cTn id="20" fill="hold">
                            <p:stCondLst>
                              <p:cond delay="0"/>
                            </p:stCondLst>
                            <p:childTnLst>
                              <p:par>
                                <p:cTn id="21" presetID="15" presetClass="entr" presetSubtype="0" fill="hold" grpId="0" nodeType="clickEffect">
                                  <p:stCondLst>
                                    <p:cond delay="0"/>
                                  </p:stCondLst>
                                  <p:childTnLst>
                                    <p:set>
                                      <p:cBhvr>
                                        <p:cTn id="22" dur="1" fill="hold">
                                          <p:stCondLst>
                                            <p:cond delay="0"/>
                                          </p:stCondLst>
                                        </p:cTn>
                                        <p:tgtEl>
                                          <p:spTgt spid="44037"/>
                                        </p:tgtEl>
                                        <p:attrNameLst>
                                          <p:attrName>style.visibility</p:attrName>
                                        </p:attrNameLst>
                                      </p:cBhvr>
                                      <p:to>
                                        <p:strVal val="visible"/>
                                      </p:to>
                                    </p:set>
                                    <p:anim calcmode="lin" valueType="num">
                                      <p:cBhvr>
                                        <p:cTn id="23" dur="1000" fill="hold"/>
                                        <p:tgtEl>
                                          <p:spTgt spid="44037"/>
                                        </p:tgtEl>
                                        <p:attrNameLst>
                                          <p:attrName>ppt_w</p:attrName>
                                        </p:attrNameLst>
                                      </p:cBhvr>
                                      <p:tavLst>
                                        <p:tav tm="0">
                                          <p:val>
                                            <p:fltVal val="0.000000"/>
                                          </p:val>
                                        </p:tav>
                                        <p:tav tm="100000">
                                          <p:val>
                                            <p:strVal val="#ppt_w"/>
                                          </p:val>
                                        </p:tav>
                                      </p:tavLst>
                                    </p:anim>
                                    <p:anim calcmode="lin" valueType="num">
                                      <p:cBhvr>
                                        <p:cTn id="24" dur="1000" fill="hold"/>
                                        <p:tgtEl>
                                          <p:spTgt spid="44037"/>
                                        </p:tgtEl>
                                        <p:attrNameLst>
                                          <p:attrName>ppt_h</p:attrName>
                                        </p:attrNameLst>
                                      </p:cBhvr>
                                      <p:tavLst>
                                        <p:tav tm="0">
                                          <p:val>
                                            <p:fltVal val="0.000000"/>
                                          </p:val>
                                        </p:tav>
                                        <p:tav tm="100000">
                                          <p:val>
                                            <p:strVal val="#ppt_h"/>
                                          </p:val>
                                        </p:tav>
                                      </p:tavLst>
                                    </p:anim>
                                    <p:anim calcmode="lin" valueType="num">
                                      <p:cBhvr>
                                        <p:cTn id="25" dur="1000" fill="hold"/>
                                        <p:tgtEl>
                                          <p:spTgt spid="44037"/>
                                        </p:tgtEl>
                                        <p:attrNameLst>
                                          <p:attrName>ppt_x</p:attrName>
                                        </p:attrNameLst>
                                      </p:cBhvr>
                                      <p:tavLst>
                                        <p:tav tm="0" fmla="#ppt_x+(cos(-2*pi*(1-$))*-#ppt_x-sin(-2*pi*(1-$))*(1-#ppt_y))*(1-$)">
                                          <p:val>
                                            <p:fltVal val="0.000000"/>
                                          </p:val>
                                        </p:tav>
                                        <p:tav tm="100000">
                                          <p:val>
                                            <p:fltVal val="1.000000"/>
                                          </p:val>
                                        </p:tav>
                                      </p:tavLst>
                                    </p:anim>
                                    <p:anim calcmode="lin" valueType="num">
                                      <p:cBhvr>
                                        <p:cTn id="26" dur="1000" fill="hold"/>
                                        <p:tgtEl>
                                          <p:spTgt spid="44037"/>
                                        </p:tgtEl>
                                        <p:attrNameLst>
                                          <p:attrName>ppt_y</p:attrName>
                                        </p:attrNameLst>
                                      </p:cBhvr>
                                      <p:tavLst>
                                        <p:tav tm="0" fmla="#ppt_y+(sin(-2*pi*(1-$))*-#ppt_x+cos(-2*pi*(1-$))*(1-#ppt_y))*(1-$)">
                                          <p:val>
                                            <p:fltVal val="0.000000"/>
                                          </p:val>
                                        </p:tav>
                                        <p:tav tm="100000">
                                          <p:val>
                                            <p:fltVal val="1.000000"/>
                                          </p:val>
                                        </p:tav>
                                      </p:tavLst>
                                    </p:anim>
                                  </p:childTnLst>
                                </p:cTn>
                              </p:par>
                            </p:childTnLst>
                          </p:cTn>
                        </p:par>
                        <p:par>
                          <p:cTn id="27" fill="hold">
                            <p:stCondLst>
                              <p:cond delay="1000"/>
                            </p:stCondLst>
                            <p:childTnLst>
                              <p:par>
                                <p:cTn id="28" presetID="12" presetClass="entr" presetSubtype="1" fill="hold" grpId="0" nodeType="afterEffect">
                                  <p:stCondLst>
                                    <p:cond delay="0"/>
                                  </p:stCondLst>
                                  <p:childTnLst>
                                    <p:set>
                                      <p:cBhvr>
                                        <p:cTn id="29" dur="1" fill="hold">
                                          <p:stCondLst>
                                            <p:cond delay="0"/>
                                          </p:stCondLst>
                                        </p:cTn>
                                        <p:tgtEl>
                                          <p:spTgt spid="44035"/>
                                        </p:tgtEl>
                                        <p:attrNameLst>
                                          <p:attrName>style.visibility</p:attrName>
                                        </p:attrNameLst>
                                      </p:cBhvr>
                                      <p:to>
                                        <p:strVal val="visible"/>
                                      </p:to>
                                    </p:set>
                                    <p:animEffect transition="in" filter="slide(fromTop)">
                                      <p:cBhvr>
                                        <p:cTn id="30" dur="500"/>
                                        <p:tgtEl>
                                          <p:spTgt spid="44035"/>
                                        </p:tgtEl>
                                      </p:cBhvr>
                                    </p:animEffect>
                                  </p:childTnLst>
                                </p:cTn>
                              </p:par>
                            </p:childTnLst>
                          </p:cTn>
                        </p:par>
                      </p:childTnLst>
                    </p:cTn>
                  </p:par>
                  <p:par>
                    <p:cTn id="31" fill="hold">
                      <p:stCondLst>
                        <p:cond delay="indefinite"/>
                      </p:stCondLst>
                      <p:childTnLst>
                        <p:par>
                          <p:cTn id="32" fill="hold">
                            <p:stCondLst>
                              <p:cond delay="0"/>
                            </p:stCondLst>
                            <p:childTnLst>
                              <p:par>
                                <p:cTn id="33" presetID="3" presetClass="entr" presetSubtype="10" fill="hold" nodeType="clickEffect">
                                  <p:stCondLst>
                                    <p:cond delay="0"/>
                                  </p:stCondLst>
                                  <p:childTnLst>
                                    <p:set>
                                      <p:cBhvr>
                                        <p:cTn id="34" dur="1" fill="hold">
                                          <p:stCondLst>
                                            <p:cond delay="0"/>
                                          </p:stCondLst>
                                        </p:cTn>
                                        <p:tgtEl>
                                          <p:spTgt spid="4"/>
                                        </p:tgtEl>
                                        <p:attrNameLst>
                                          <p:attrName>style.visibility</p:attrName>
                                        </p:attrNameLst>
                                      </p:cBhvr>
                                      <p:to>
                                        <p:strVal val="visible"/>
                                      </p:to>
                                    </p:set>
                                    <p:animEffect transition="in" filter="blinds(horizontal)">
                                      <p:cBhvr>
                                        <p:cTn id="35" dur="500"/>
                                        <p:tgtEl>
                                          <p:spTgt spid="4"/>
                                        </p:tgtEl>
                                      </p:cBhvr>
                                    </p:animEffect>
                                  </p:childTnLst>
                                </p:cTn>
                              </p:par>
                            </p:childTnLst>
                          </p:cTn>
                        </p:par>
                      </p:childTnLst>
                    </p:cTn>
                  </p:par>
                  <p:par>
                    <p:cTn id="36" fill="hold">
                      <p:stCondLst>
                        <p:cond delay="indefinite"/>
                      </p:stCondLst>
                      <p:childTnLst>
                        <p:par>
                          <p:cTn id="37" fill="hold">
                            <p:stCondLst>
                              <p:cond delay="0"/>
                            </p:stCondLst>
                            <p:childTnLst>
                              <p:par>
                                <p:cTn id="38" presetID="22" presetClass="entr" presetSubtype="8" fill="hold" nodeType="clickEffect">
                                  <p:stCondLst>
                                    <p:cond delay="0"/>
                                  </p:stCondLst>
                                  <p:childTnLst>
                                    <p:set>
                                      <p:cBhvr>
                                        <p:cTn id="39" dur="1" fill="hold">
                                          <p:stCondLst>
                                            <p:cond delay="0"/>
                                          </p:stCondLst>
                                        </p:cTn>
                                        <p:tgtEl>
                                          <p:spTgt spid="44036"/>
                                        </p:tgtEl>
                                        <p:attrNameLst>
                                          <p:attrName>style.visibility</p:attrName>
                                        </p:attrNameLst>
                                      </p:cBhvr>
                                      <p:to>
                                        <p:strVal val="visible"/>
                                      </p:to>
                                    </p:set>
                                    <p:animEffect transition="in" filter="wipe(left)">
                                      <p:cBhvr>
                                        <p:cTn id="40" dur="1000"/>
                                        <p:tgtEl>
                                          <p:spTgt spid="44036"/>
                                        </p:tgtEl>
                                      </p:cBhvr>
                                    </p:animEffect>
                                  </p:childTnLst>
                                </p:cTn>
                              </p:par>
                            </p:childTnLst>
                          </p:cTn>
                        </p:par>
                      </p:childTnLst>
                    </p:cTn>
                  </p:par>
                  <p:par>
                    <p:cTn id="41" fill="hold">
                      <p:stCondLst>
                        <p:cond delay="indefinite"/>
                      </p:stCondLst>
                      <p:childTnLst>
                        <p:par>
                          <p:cTn id="42" fill="hold">
                            <p:stCondLst>
                              <p:cond delay="0"/>
                            </p:stCondLst>
                            <p:childTnLst>
                              <p:par>
                                <p:cTn id="43" presetID="22" presetClass="entr" presetSubtype="8" fill="hold" nodeType="clickEffect">
                                  <p:stCondLst>
                                    <p:cond delay="0"/>
                                  </p:stCondLst>
                                  <p:childTnLst>
                                    <p:set>
                                      <p:cBhvr>
                                        <p:cTn id="44" dur="1" fill="hold">
                                          <p:stCondLst>
                                            <p:cond delay="0"/>
                                          </p:stCondLst>
                                        </p:cTn>
                                        <p:tgtEl>
                                          <p:spTgt spid="44078"/>
                                        </p:tgtEl>
                                        <p:attrNameLst>
                                          <p:attrName>style.visibility</p:attrName>
                                        </p:attrNameLst>
                                      </p:cBhvr>
                                      <p:to>
                                        <p:strVal val="visible"/>
                                      </p:to>
                                    </p:set>
                                    <p:animEffect transition="in" filter="wipe(left)">
                                      <p:cBhvr>
                                        <p:cTn id="45" dur="1000"/>
                                        <p:tgtEl>
                                          <p:spTgt spid="44078"/>
                                        </p:tgtEl>
                                      </p:cBhvr>
                                    </p:animEffect>
                                  </p:childTnLst>
                                </p:cTn>
                              </p:par>
                            </p:childTnLst>
                          </p:cTn>
                        </p:par>
                      </p:childTnLst>
                    </p:cTn>
                  </p:par>
                  <p:par>
                    <p:cTn id="46" fill="hold">
                      <p:stCondLst>
                        <p:cond delay="indefinite"/>
                      </p:stCondLst>
                      <p:childTnLst>
                        <p:par>
                          <p:cTn id="47" fill="hold">
                            <p:stCondLst>
                              <p:cond delay="0"/>
                            </p:stCondLst>
                            <p:childTnLst>
                              <p:par>
                                <p:cTn id="48" presetID="22" presetClass="entr" presetSubtype="8" fill="hold" nodeType="clickEffect">
                                  <p:stCondLst>
                                    <p:cond delay="0"/>
                                  </p:stCondLst>
                                  <p:childTnLst>
                                    <p:set>
                                      <p:cBhvr>
                                        <p:cTn id="49" dur="1" fill="hold">
                                          <p:stCondLst>
                                            <p:cond delay="0"/>
                                          </p:stCondLst>
                                        </p:cTn>
                                        <p:tgtEl>
                                          <p:spTgt spid="44079"/>
                                        </p:tgtEl>
                                        <p:attrNameLst>
                                          <p:attrName>style.visibility</p:attrName>
                                        </p:attrNameLst>
                                      </p:cBhvr>
                                      <p:to>
                                        <p:strVal val="visible"/>
                                      </p:to>
                                    </p:set>
                                    <p:animEffect transition="in" filter="wipe(left)">
                                      <p:cBhvr>
                                        <p:cTn id="50" dur="1000"/>
                                        <p:tgtEl>
                                          <p:spTgt spid="44079"/>
                                        </p:tgtEl>
                                      </p:cBhvr>
                                    </p:animEffect>
                                  </p:childTnLst>
                                </p:cTn>
                              </p:par>
                            </p:childTnLst>
                          </p:cTn>
                        </p:par>
                      </p:childTnLst>
                    </p:cTn>
                  </p:par>
                  <p:par>
                    <p:cTn id="51" fill="hold">
                      <p:stCondLst>
                        <p:cond delay="indefinite"/>
                      </p:stCondLst>
                      <p:childTnLst>
                        <p:par>
                          <p:cTn id="52" fill="hold">
                            <p:stCondLst>
                              <p:cond delay="0"/>
                            </p:stCondLst>
                            <p:childTnLst>
                              <p:par>
                                <p:cTn id="53" presetID="3" presetClass="entr" presetSubtype="10" fill="hold" nodeType="clickEffect">
                                  <p:stCondLst>
                                    <p:cond delay="0"/>
                                  </p:stCondLst>
                                  <p:childTnLst>
                                    <p:set>
                                      <p:cBhvr>
                                        <p:cTn id="54" dur="1" fill="hold">
                                          <p:stCondLst>
                                            <p:cond delay="0"/>
                                          </p:stCondLst>
                                        </p:cTn>
                                        <p:tgtEl>
                                          <p:spTgt spid="10"/>
                                        </p:tgtEl>
                                        <p:attrNameLst>
                                          <p:attrName>style.visibility</p:attrName>
                                        </p:attrNameLst>
                                      </p:cBhvr>
                                      <p:to>
                                        <p:strVal val="visible"/>
                                      </p:to>
                                    </p:set>
                                    <p:animEffect transition="in" filter="blinds(horizontal)">
                                      <p:cBhvr>
                                        <p:cTn id="55" dur="500"/>
                                        <p:tgtEl>
                                          <p:spTgt spid="10"/>
                                        </p:tgtEl>
                                      </p:cBhvr>
                                    </p:animEffect>
                                  </p:childTnLst>
                                </p:cTn>
                              </p:par>
                            </p:childTnLst>
                          </p:cTn>
                        </p:par>
                      </p:childTnLst>
                    </p:cTn>
                  </p:par>
                  <p:par>
                    <p:cTn id="56" fill="hold">
                      <p:stCondLst>
                        <p:cond delay="indefinite"/>
                      </p:stCondLst>
                      <p:childTnLst>
                        <p:par>
                          <p:cTn id="57" fill="hold">
                            <p:stCondLst>
                              <p:cond delay="0"/>
                            </p:stCondLst>
                            <p:childTnLst>
                              <p:par>
                                <p:cTn id="58" presetID="3" presetClass="entr" presetSubtype="10" fill="hold" nodeType="clickEffect">
                                  <p:stCondLst>
                                    <p:cond delay="0"/>
                                  </p:stCondLst>
                                  <p:childTnLst>
                                    <p:set>
                                      <p:cBhvr>
                                        <p:cTn id="59" dur="1" fill="hold">
                                          <p:stCondLst>
                                            <p:cond delay="0"/>
                                          </p:stCondLst>
                                        </p:cTn>
                                        <p:tgtEl>
                                          <p:spTgt spid="9"/>
                                        </p:tgtEl>
                                        <p:attrNameLst>
                                          <p:attrName>style.visibility</p:attrName>
                                        </p:attrNameLst>
                                      </p:cBhvr>
                                      <p:to>
                                        <p:strVal val="visible"/>
                                      </p:to>
                                    </p:set>
                                    <p:animEffect transition="in" filter="blinds(horizontal)">
                                      <p:cBhvr>
                                        <p:cTn id="60"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4035" grpId="0"/>
      <p:bldP spid="44037" grpId="0" animBg="1"/>
      <p:bldP spid="44038" grpId="0"/>
    </p:bld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3010" name="Rectangle 2"/>
          <p:cNvSpPr/>
          <p:nvPr/>
        </p:nvSpPr>
        <p:spPr>
          <a:xfrm>
            <a:off x="539750" y="476250"/>
            <a:ext cx="3935413" cy="522288"/>
          </a:xfrm>
          <a:prstGeom prst="rect">
            <a:avLst/>
          </a:prstGeom>
          <a:noFill/>
          <a:ln w="9525">
            <a:noFill/>
          </a:ln>
        </p:spPr>
        <p:txBody>
          <a:bodyPr wrap="none">
            <a:spAutoFit/>
          </a:bodyPr>
          <a:p>
            <a:r>
              <a:rPr lang="zh-CN" altLang="en-US" dirty="0">
                <a:latin typeface="楷体_GB2312" pitchFamily="49" charset="-122"/>
              </a:rPr>
              <a:t>方法</a:t>
            </a:r>
            <a:r>
              <a:rPr lang="en-US" altLang="zh-CN" b="0" dirty="0">
                <a:latin typeface="Times New Roman" panose="02020603050405020304" pitchFamily="18" charset="0"/>
              </a:rPr>
              <a:t>2</a:t>
            </a:r>
            <a:r>
              <a:rPr lang="zh-CN" altLang="en-US" dirty="0">
                <a:latin typeface="楷体_GB2312" pitchFamily="49" charset="-122"/>
              </a:rPr>
              <a:t>：戴维南等效变换</a:t>
            </a:r>
            <a:endParaRPr lang="zh-CN" altLang="en-US" dirty="0">
              <a:latin typeface="楷体_GB2312" pitchFamily="49" charset="-122"/>
            </a:endParaRPr>
          </a:p>
        </p:txBody>
      </p:sp>
      <p:sp>
        <p:nvSpPr>
          <p:cNvPr id="43083" name="Text Box 75"/>
          <p:cNvSpPr txBox="1"/>
          <p:nvPr/>
        </p:nvSpPr>
        <p:spPr>
          <a:xfrm>
            <a:off x="539750" y="3141663"/>
            <a:ext cx="2327275" cy="519112"/>
          </a:xfrm>
          <a:prstGeom prst="rect">
            <a:avLst/>
          </a:prstGeom>
          <a:noFill/>
          <a:ln w="25400">
            <a:noFill/>
          </a:ln>
        </p:spPr>
        <p:txBody>
          <a:bodyPr wrap="none">
            <a:spAutoFit/>
          </a:bodyPr>
          <a:p>
            <a:pPr>
              <a:spcBef>
                <a:spcPct val="50000"/>
              </a:spcBef>
            </a:pPr>
            <a:r>
              <a:rPr lang="zh-CN" altLang="en-US" dirty="0">
                <a:latin typeface="Times New Roman" panose="02020603050405020304" pitchFamily="18" charset="0"/>
              </a:rPr>
              <a:t>求开路电压：</a:t>
            </a:r>
            <a:endParaRPr lang="zh-CN" altLang="en-US" dirty="0">
              <a:latin typeface="Times New Roman" panose="02020603050405020304" pitchFamily="18" charset="0"/>
            </a:endParaRPr>
          </a:p>
        </p:txBody>
      </p:sp>
      <p:sp>
        <p:nvSpPr>
          <p:cNvPr id="43084" name="Text Box 76"/>
          <p:cNvSpPr txBox="1"/>
          <p:nvPr/>
        </p:nvSpPr>
        <p:spPr>
          <a:xfrm>
            <a:off x="539750" y="3933825"/>
            <a:ext cx="2327275" cy="522288"/>
          </a:xfrm>
          <a:prstGeom prst="rect">
            <a:avLst/>
          </a:prstGeom>
          <a:noFill/>
          <a:ln w="25400">
            <a:noFill/>
          </a:ln>
        </p:spPr>
        <p:txBody>
          <a:bodyPr wrap="none">
            <a:spAutoFit/>
          </a:bodyPr>
          <a:p>
            <a:pPr>
              <a:spcBef>
                <a:spcPct val="50000"/>
              </a:spcBef>
            </a:pPr>
            <a:r>
              <a:rPr lang="zh-CN" altLang="en-US" dirty="0">
                <a:latin typeface="Times New Roman" panose="02020603050405020304" pitchFamily="18" charset="0"/>
              </a:rPr>
              <a:t>求等效阻抗：</a:t>
            </a:r>
            <a:endParaRPr lang="zh-CN" altLang="en-US" dirty="0">
              <a:latin typeface="Times New Roman" panose="02020603050405020304" pitchFamily="18" charset="0"/>
            </a:endParaRPr>
          </a:p>
        </p:txBody>
      </p:sp>
      <p:graphicFrame>
        <p:nvGraphicFramePr>
          <p:cNvPr id="43085" name="Object 77"/>
          <p:cNvGraphicFramePr/>
          <p:nvPr/>
        </p:nvGraphicFramePr>
        <p:xfrm>
          <a:off x="2700338" y="4005263"/>
          <a:ext cx="5040312" cy="600075"/>
        </p:xfrm>
        <a:graphic>
          <a:graphicData uri="http://schemas.openxmlformats.org/presentationml/2006/ole">
            <mc:AlternateContent xmlns:mc="http://schemas.openxmlformats.org/markup-compatibility/2006">
              <mc:Choice xmlns:v="urn:schemas-microsoft-com:vml" Requires="v">
                <p:oleObj spid="_x0000_s3265" name="" r:id="rId1" imgW="2232025" imgH="266065" progId="Equation.3">
                  <p:embed/>
                </p:oleObj>
              </mc:Choice>
              <mc:Fallback>
                <p:oleObj name="" r:id="rId1" imgW="2232025" imgH="266065" progId="Equation.3">
                  <p:embed/>
                  <p:pic>
                    <p:nvPicPr>
                      <p:cNvPr id="0" name="图片 3264"/>
                      <p:cNvPicPr/>
                      <p:nvPr/>
                    </p:nvPicPr>
                    <p:blipFill>
                      <a:blip r:embed="rId2">
                        <a:clrChange>
                          <a:clrFrom>
                            <a:srgbClr val="000000"/>
                          </a:clrFrom>
                          <a:clrTo>
                            <a:srgbClr val="FFFFFF"/>
                          </a:clrTo>
                        </a:clrChange>
                      </a:blip>
                      <a:stretch>
                        <a:fillRect/>
                      </a:stretch>
                    </p:blipFill>
                    <p:spPr>
                      <a:xfrm>
                        <a:off x="2700338" y="4005263"/>
                        <a:ext cx="5040312" cy="600075"/>
                      </a:xfrm>
                      <a:prstGeom prst="rect">
                        <a:avLst/>
                      </a:prstGeom>
                      <a:noFill/>
                      <a:ln w="38100">
                        <a:noFill/>
                        <a:miter/>
                      </a:ln>
                    </p:spPr>
                  </p:pic>
                </p:oleObj>
              </mc:Fallback>
            </mc:AlternateContent>
          </a:graphicData>
        </a:graphic>
      </p:graphicFrame>
      <p:grpSp>
        <p:nvGrpSpPr>
          <p:cNvPr id="35852" name="Group 83"/>
          <p:cNvGrpSpPr/>
          <p:nvPr/>
        </p:nvGrpSpPr>
        <p:grpSpPr>
          <a:xfrm>
            <a:off x="8316913" y="6446838"/>
            <a:ext cx="792162" cy="366712"/>
            <a:chOff x="5193" y="4020"/>
            <a:chExt cx="499" cy="231"/>
          </a:xfrm>
        </p:grpSpPr>
        <p:pic>
          <p:nvPicPr>
            <p:cNvPr id="35899" name="Picture 84" descr="78900"/>
            <p:cNvPicPr>
              <a:picLocks noChangeAspect="1"/>
            </p:cNvPicPr>
            <p:nvPr/>
          </p:nvPicPr>
          <p:blipFill>
            <a:blip r:embed="rId3"/>
            <a:stretch>
              <a:fillRect/>
            </a:stretch>
          </p:blipFill>
          <p:spPr>
            <a:xfrm>
              <a:off x="5193" y="4066"/>
              <a:ext cx="499" cy="181"/>
            </a:xfrm>
            <a:prstGeom prst="rect">
              <a:avLst/>
            </a:prstGeom>
            <a:noFill/>
            <a:ln w="9525">
              <a:noFill/>
            </a:ln>
          </p:spPr>
        </p:pic>
        <p:sp>
          <p:nvSpPr>
            <p:cNvPr id="35900" name="Text Box 85">
              <a:hlinkClick r:id="" action="ppaction://hlinkshowjump?jump=nextslide"/>
            </p:cNvPr>
            <p:cNvSpPr txBox="1"/>
            <p:nvPr/>
          </p:nvSpPr>
          <p:spPr>
            <a:xfrm>
              <a:off x="5216" y="4020"/>
              <a:ext cx="476" cy="231"/>
            </a:xfrm>
            <a:prstGeom prst="rect">
              <a:avLst/>
            </a:prstGeom>
            <a:noFill/>
            <a:ln w="9525">
              <a:noFill/>
            </a:ln>
          </p:spPr>
          <p:txBody>
            <a:bodyPr wrap="none">
              <a:spAutoFit/>
            </a:bodyPr>
            <a:p>
              <a:pPr>
                <a:spcBef>
                  <a:spcPct val="50000"/>
                </a:spcBef>
              </a:pPr>
              <a:r>
                <a:rPr lang="zh-CN" altLang="en-US" sz="1800" b="0" dirty="0">
                  <a:solidFill>
                    <a:schemeClr val="bg1"/>
                  </a:solidFill>
                  <a:latin typeface="隶书" panose="02010509060101010101" pitchFamily="49" charset="-122"/>
                  <a:ea typeface="隶书" panose="02010509060101010101" pitchFamily="49" charset="-122"/>
                </a:rPr>
                <a:t>下 页</a:t>
              </a:r>
              <a:endParaRPr lang="zh-CN" altLang="en-US" sz="1800" b="0" dirty="0">
                <a:solidFill>
                  <a:schemeClr val="bg1"/>
                </a:solidFill>
                <a:latin typeface="隶书" panose="02010509060101010101" pitchFamily="49" charset="-122"/>
                <a:ea typeface="隶书" panose="02010509060101010101" pitchFamily="49" charset="-122"/>
              </a:endParaRPr>
            </a:p>
          </p:txBody>
        </p:sp>
      </p:grpSp>
      <p:grpSp>
        <p:nvGrpSpPr>
          <p:cNvPr id="35853" name="Group 86"/>
          <p:cNvGrpSpPr/>
          <p:nvPr/>
        </p:nvGrpSpPr>
        <p:grpSpPr>
          <a:xfrm>
            <a:off x="7453313" y="6446838"/>
            <a:ext cx="792162" cy="366712"/>
            <a:chOff x="4649" y="4020"/>
            <a:chExt cx="499" cy="231"/>
          </a:xfrm>
        </p:grpSpPr>
        <p:pic>
          <p:nvPicPr>
            <p:cNvPr id="35897" name="Picture 87" descr="78900"/>
            <p:cNvPicPr>
              <a:picLocks noChangeAspect="1"/>
            </p:cNvPicPr>
            <p:nvPr/>
          </p:nvPicPr>
          <p:blipFill>
            <a:blip r:embed="rId3"/>
            <a:stretch>
              <a:fillRect/>
            </a:stretch>
          </p:blipFill>
          <p:spPr>
            <a:xfrm>
              <a:off x="4649" y="4066"/>
              <a:ext cx="499" cy="181"/>
            </a:xfrm>
            <a:prstGeom prst="rect">
              <a:avLst/>
            </a:prstGeom>
            <a:noFill/>
            <a:ln w="9525">
              <a:noFill/>
            </a:ln>
          </p:spPr>
        </p:pic>
        <p:sp>
          <p:nvSpPr>
            <p:cNvPr id="35898" name="Text Box 88">
              <a:hlinkClick r:id="" action="ppaction://hlinkshowjump?jump=previousslide"/>
            </p:cNvPr>
            <p:cNvSpPr txBox="1"/>
            <p:nvPr/>
          </p:nvSpPr>
          <p:spPr>
            <a:xfrm>
              <a:off x="4672" y="4020"/>
              <a:ext cx="476" cy="231"/>
            </a:xfrm>
            <a:prstGeom prst="rect">
              <a:avLst/>
            </a:prstGeom>
            <a:noFill/>
            <a:ln w="9525">
              <a:noFill/>
            </a:ln>
          </p:spPr>
          <p:txBody>
            <a:bodyPr wrap="none">
              <a:spAutoFit/>
            </a:bodyPr>
            <a:p>
              <a:pPr>
                <a:spcBef>
                  <a:spcPct val="50000"/>
                </a:spcBef>
              </a:pPr>
              <a:r>
                <a:rPr lang="zh-CN" altLang="en-US" sz="1800" b="0" dirty="0">
                  <a:solidFill>
                    <a:schemeClr val="bg1"/>
                  </a:solidFill>
                  <a:latin typeface="隶书" panose="02010509060101010101" pitchFamily="49" charset="-122"/>
                  <a:ea typeface="隶书" panose="02010509060101010101" pitchFamily="49" charset="-122"/>
                </a:rPr>
                <a:t>上 页</a:t>
              </a:r>
              <a:endParaRPr lang="zh-CN" altLang="en-US" sz="1800" b="0" dirty="0">
                <a:solidFill>
                  <a:schemeClr val="bg1"/>
                </a:solidFill>
                <a:latin typeface="隶书" panose="02010509060101010101" pitchFamily="49" charset="-122"/>
                <a:ea typeface="隶书" panose="02010509060101010101" pitchFamily="49" charset="-122"/>
              </a:endParaRPr>
            </a:p>
          </p:txBody>
        </p:sp>
      </p:grpSp>
      <p:grpSp>
        <p:nvGrpSpPr>
          <p:cNvPr id="4" name="Group 138"/>
          <p:cNvGrpSpPr/>
          <p:nvPr/>
        </p:nvGrpSpPr>
        <p:grpSpPr>
          <a:xfrm>
            <a:off x="4951413" y="908050"/>
            <a:ext cx="2701925" cy="2103438"/>
            <a:chOff x="3119" y="572"/>
            <a:chExt cx="1702" cy="1325"/>
          </a:xfrm>
        </p:grpSpPr>
        <p:sp>
          <p:nvSpPr>
            <p:cNvPr id="35883" name="Oval 114"/>
            <p:cNvSpPr/>
            <p:nvPr/>
          </p:nvSpPr>
          <p:spPr>
            <a:xfrm>
              <a:off x="3446" y="1252"/>
              <a:ext cx="363" cy="363"/>
            </a:xfrm>
            <a:prstGeom prst="ellipse">
              <a:avLst/>
            </a:prstGeom>
            <a:gradFill rotWithShape="1">
              <a:gsLst>
                <a:gs pos="0">
                  <a:srgbClr val="0099FF"/>
                </a:gs>
                <a:gs pos="100000">
                  <a:srgbClr val="004776"/>
                </a:gs>
              </a:gsLst>
              <a:path path="shape">
                <a:fillToRect l="50000" t="50000" r="50000" b="50000"/>
              </a:path>
              <a:tileRect/>
            </a:gradFill>
            <a:ln w="38100" cap="flat" cmpd="sng">
              <a:solidFill>
                <a:srgbClr val="FF9900"/>
              </a:solidFill>
              <a:prstDash val="solid"/>
              <a:headEnd type="none" w="med" len="med"/>
              <a:tailEnd type="none" w="med" len="med"/>
            </a:ln>
          </p:spPr>
          <p:txBody>
            <a:bodyPr wrap="none" anchor="ctr" anchorCtr="0"/>
            <a:p>
              <a:endParaRPr lang="zh-CN" altLang="en-US" dirty="0">
                <a:latin typeface="楷体_GB2312" pitchFamily="49" charset="-122"/>
              </a:endParaRPr>
            </a:p>
          </p:txBody>
        </p:sp>
        <p:sp>
          <p:nvSpPr>
            <p:cNvPr id="35884" name="Line 115"/>
            <p:cNvSpPr/>
            <p:nvPr/>
          </p:nvSpPr>
          <p:spPr>
            <a:xfrm>
              <a:off x="3628" y="1842"/>
              <a:ext cx="907" cy="0"/>
            </a:xfrm>
            <a:prstGeom prst="line">
              <a:avLst/>
            </a:prstGeom>
            <a:ln w="28575" cap="flat" cmpd="sng">
              <a:solidFill>
                <a:srgbClr val="FFCC00"/>
              </a:solidFill>
              <a:prstDash val="solid"/>
              <a:headEnd type="none" w="med" len="med"/>
              <a:tailEnd type="none" w="med" len="med"/>
            </a:ln>
          </p:spPr>
        </p:sp>
        <p:sp>
          <p:nvSpPr>
            <p:cNvPr id="35885" name="Line 116"/>
            <p:cNvSpPr/>
            <p:nvPr/>
          </p:nvSpPr>
          <p:spPr>
            <a:xfrm flipH="1">
              <a:off x="3628" y="617"/>
              <a:ext cx="0" cy="1224"/>
            </a:xfrm>
            <a:prstGeom prst="line">
              <a:avLst/>
            </a:prstGeom>
            <a:ln w="28575" cap="flat" cmpd="sng">
              <a:solidFill>
                <a:srgbClr val="FFCC00"/>
              </a:solidFill>
              <a:prstDash val="solid"/>
              <a:headEnd type="none" w="med" len="med"/>
              <a:tailEnd type="none" w="med" len="med"/>
            </a:ln>
          </p:spPr>
        </p:sp>
        <p:sp>
          <p:nvSpPr>
            <p:cNvPr id="35886" name="Line 117"/>
            <p:cNvSpPr/>
            <p:nvPr/>
          </p:nvSpPr>
          <p:spPr>
            <a:xfrm flipH="1">
              <a:off x="4535" y="617"/>
              <a:ext cx="0" cy="1225"/>
            </a:xfrm>
            <a:prstGeom prst="line">
              <a:avLst/>
            </a:prstGeom>
            <a:ln w="28575" cap="flat" cmpd="sng">
              <a:solidFill>
                <a:srgbClr val="FFCC00"/>
              </a:solidFill>
              <a:prstDash val="solid"/>
              <a:headEnd type="none" w="med" len="med"/>
              <a:tailEnd type="none" w="med" len="med"/>
            </a:ln>
          </p:spPr>
        </p:sp>
        <p:sp>
          <p:nvSpPr>
            <p:cNvPr id="35887" name="Text Box 118"/>
            <p:cNvSpPr txBox="1"/>
            <p:nvPr/>
          </p:nvSpPr>
          <p:spPr>
            <a:xfrm>
              <a:off x="3219" y="708"/>
              <a:ext cx="384" cy="327"/>
            </a:xfrm>
            <a:prstGeom prst="rect">
              <a:avLst/>
            </a:prstGeom>
            <a:noFill/>
            <a:ln w="28575">
              <a:noFill/>
            </a:ln>
          </p:spPr>
          <p:txBody>
            <a:bodyPr wrap="none">
              <a:spAutoFit/>
            </a:bodyPr>
            <a:p>
              <a:r>
                <a:rPr lang="en-US" altLang="zh-CN" b="0" i="1" dirty="0">
                  <a:solidFill>
                    <a:schemeClr val="bg1"/>
                  </a:solidFill>
                  <a:latin typeface="Times New Roman" panose="02020603050405020304" pitchFamily="18" charset="0"/>
                  <a:ea typeface="宋体" panose="02010600030101010101" pitchFamily="2" charset="-122"/>
                </a:rPr>
                <a:t>Z</a:t>
              </a:r>
              <a:r>
                <a:rPr lang="en-US" altLang="zh-CN" b="0" baseline="-25000" dirty="0">
                  <a:solidFill>
                    <a:schemeClr val="bg1"/>
                  </a:solidFill>
                  <a:latin typeface="Times New Roman" panose="02020603050405020304" pitchFamily="18" charset="0"/>
                  <a:ea typeface="宋体" panose="02010600030101010101" pitchFamily="2" charset="-122"/>
                </a:rPr>
                <a:t>eq</a:t>
              </a:r>
              <a:endParaRPr lang="en-US" altLang="zh-CN" b="0" dirty="0">
                <a:solidFill>
                  <a:schemeClr val="bg1"/>
                </a:solidFill>
                <a:latin typeface="Times New Roman" panose="02020603050405020304" pitchFamily="18" charset="0"/>
                <a:ea typeface="宋体" panose="02010600030101010101" pitchFamily="2" charset="-122"/>
              </a:endParaRPr>
            </a:p>
          </p:txBody>
        </p:sp>
        <p:sp>
          <p:nvSpPr>
            <p:cNvPr id="35888" name="Text Box 119"/>
            <p:cNvSpPr txBox="1"/>
            <p:nvPr/>
          </p:nvSpPr>
          <p:spPr>
            <a:xfrm>
              <a:off x="4580" y="1071"/>
              <a:ext cx="241" cy="327"/>
            </a:xfrm>
            <a:prstGeom prst="rect">
              <a:avLst/>
            </a:prstGeom>
            <a:noFill/>
            <a:ln w="28575">
              <a:noFill/>
            </a:ln>
          </p:spPr>
          <p:txBody>
            <a:bodyPr wrap="none">
              <a:spAutoFit/>
            </a:bodyPr>
            <a:p>
              <a:r>
                <a:rPr lang="en-US" altLang="zh-CN" b="0" i="1" dirty="0">
                  <a:solidFill>
                    <a:schemeClr val="bg1"/>
                  </a:solidFill>
                  <a:latin typeface="Times New Roman" panose="02020603050405020304" pitchFamily="18" charset="0"/>
                  <a:ea typeface="宋体" panose="02010600030101010101" pitchFamily="2" charset="-122"/>
                </a:rPr>
                <a:t>Z</a:t>
              </a:r>
              <a:endParaRPr lang="en-US" altLang="zh-CN" b="0" i="1" dirty="0">
                <a:solidFill>
                  <a:schemeClr val="bg1"/>
                </a:solidFill>
                <a:latin typeface="Times New Roman" panose="02020603050405020304" pitchFamily="18" charset="0"/>
                <a:ea typeface="宋体" panose="02010600030101010101" pitchFamily="2" charset="-122"/>
              </a:endParaRPr>
            </a:p>
          </p:txBody>
        </p:sp>
        <p:graphicFrame>
          <p:nvGraphicFramePr>
            <p:cNvPr id="35847" name="Object 120"/>
            <p:cNvGraphicFramePr/>
            <p:nvPr/>
          </p:nvGraphicFramePr>
          <p:xfrm>
            <a:off x="3119" y="1215"/>
            <a:ext cx="360" cy="391"/>
          </p:xfrm>
          <a:graphic>
            <a:graphicData uri="http://schemas.openxmlformats.org/presentationml/2006/ole">
              <mc:AlternateContent xmlns:mc="http://schemas.openxmlformats.org/markup-compatibility/2006">
                <mc:Choice xmlns:v="urn:schemas-microsoft-com:vml" Requires="v">
                  <p:oleObj spid="_x0000_s3263" name="" r:id="rId4" imgW="279400" imgH="304800" progId="Equation.3">
                    <p:embed/>
                  </p:oleObj>
                </mc:Choice>
                <mc:Fallback>
                  <p:oleObj name="" r:id="rId4" imgW="279400" imgH="304800" progId="Equation.3">
                    <p:embed/>
                    <p:pic>
                      <p:nvPicPr>
                        <p:cNvPr id="0" name="图片 3262"/>
                        <p:cNvPicPr/>
                        <p:nvPr/>
                      </p:nvPicPr>
                      <p:blipFill>
                        <a:blip r:embed="rId5">
                          <a:clrChange>
                            <a:clrFrom>
                              <a:srgbClr val="000000"/>
                            </a:clrFrom>
                            <a:clrTo>
                              <a:srgbClr val="FFFFFF"/>
                            </a:clrTo>
                          </a:clrChange>
                        </a:blip>
                        <a:stretch>
                          <a:fillRect/>
                        </a:stretch>
                      </p:blipFill>
                      <p:spPr>
                        <a:xfrm>
                          <a:off x="3119" y="1215"/>
                          <a:ext cx="360" cy="391"/>
                        </a:xfrm>
                        <a:prstGeom prst="rect">
                          <a:avLst/>
                        </a:prstGeom>
                        <a:noFill/>
                        <a:ln w="38100">
                          <a:noFill/>
                          <a:miter/>
                        </a:ln>
                      </p:spPr>
                    </p:pic>
                  </p:oleObj>
                </mc:Fallback>
              </mc:AlternateContent>
            </a:graphicData>
          </a:graphic>
        </p:graphicFrame>
        <p:sp>
          <p:nvSpPr>
            <p:cNvPr id="35889" name="Oval 121"/>
            <p:cNvSpPr/>
            <p:nvPr/>
          </p:nvSpPr>
          <p:spPr>
            <a:xfrm>
              <a:off x="4081" y="1819"/>
              <a:ext cx="68" cy="68"/>
            </a:xfrm>
            <a:prstGeom prst="ellipse">
              <a:avLst/>
            </a:prstGeom>
            <a:solidFill>
              <a:srgbClr val="FFCC99"/>
            </a:solidFill>
            <a:ln w="28575" cap="flat" cmpd="sng">
              <a:solidFill>
                <a:srgbClr val="FFCC00"/>
              </a:solidFill>
              <a:prstDash val="solid"/>
              <a:headEnd type="none" w="med" len="med"/>
              <a:tailEnd type="none" w="med" len="med"/>
            </a:ln>
          </p:spPr>
          <p:txBody>
            <a:bodyPr wrap="none" anchor="ctr" anchorCtr="0"/>
            <a:p>
              <a:endParaRPr lang="zh-CN" altLang="en-US" dirty="0">
                <a:latin typeface="楷体_GB2312" pitchFamily="49" charset="-122"/>
              </a:endParaRPr>
            </a:p>
          </p:txBody>
        </p:sp>
        <p:sp>
          <p:nvSpPr>
            <p:cNvPr id="35890" name="Oval 122"/>
            <p:cNvSpPr/>
            <p:nvPr/>
          </p:nvSpPr>
          <p:spPr>
            <a:xfrm>
              <a:off x="4081" y="572"/>
              <a:ext cx="68" cy="68"/>
            </a:xfrm>
            <a:prstGeom prst="ellipse">
              <a:avLst/>
            </a:prstGeom>
            <a:solidFill>
              <a:srgbClr val="FFCC99"/>
            </a:solidFill>
            <a:ln w="28575" cap="flat" cmpd="sng">
              <a:solidFill>
                <a:srgbClr val="FFCC00"/>
              </a:solidFill>
              <a:prstDash val="solid"/>
              <a:headEnd type="none" w="med" len="med"/>
              <a:tailEnd type="none" w="med" len="med"/>
            </a:ln>
          </p:spPr>
          <p:txBody>
            <a:bodyPr wrap="none" anchor="ctr" anchorCtr="0"/>
            <a:p>
              <a:endParaRPr lang="zh-CN" altLang="en-US" dirty="0">
                <a:latin typeface="楷体_GB2312" pitchFamily="49" charset="-122"/>
              </a:endParaRPr>
            </a:p>
          </p:txBody>
        </p:sp>
        <p:sp>
          <p:nvSpPr>
            <p:cNvPr id="35891" name="Line 123"/>
            <p:cNvSpPr/>
            <p:nvPr/>
          </p:nvSpPr>
          <p:spPr>
            <a:xfrm>
              <a:off x="4531" y="663"/>
              <a:ext cx="0" cy="288"/>
            </a:xfrm>
            <a:prstGeom prst="line">
              <a:avLst/>
            </a:prstGeom>
            <a:ln w="28575" cap="flat" cmpd="sng">
              <a:solidFill>
                <a:srgbClr val="66FFFF"/>
              </a:solidFill>
              <a:prstDash val="solid"/>
              <a:headEnd type="none" w="med" len="med"/>
              <a:tailEnd type="triangle" w="med" len="med"/>
            </a:ln>
          </p:spPr>
        </p:sp>
        <p:sp>
          <p:nvSpPr>
            <p:cNvPr id="35892" name="Text Box 124"/>
            <p:cNvSpPr txBox="1"/>
            <p:nvPr/>
          </p:nvSpPr>
          <p:spPr>
            <a:xfrm>
              <a:off x="3355" y="980"/>
              <a:ext cx="242" cy="327"/>
            </a:xfrm>
            <a:prstGeom prst="rect">
              <a:avLst/>
            </a:prstGeom>
            <a:noFill/>
            <a:ln w="28575">
              <a:noFill/>
            </a:ln>
          </p:spPr>
          <p:txBody>
            <a:bodyPr wrap="none">
              <a:spAutoFit/>
            </a:bodyPr>
            <a:p>
              <a:pPr>
                <a:spcBef>
                  <a:spcPct val="50000"/>
                </a:spcBef>
              </a:pPr>
              <a:r>
                <a:rPr lang="en-US" altLang="zh-CN" b="0" dirty="0">
                  <a:solidFill>
                    <a:schemeClr val="bg1"/>
                  </a:solidFill>
                  <a:latin typeface="Times New Roman" panose="02020603050405020304" pitchFamily="18" charset="0"/>
                  <a:ea typeface="宋体" panose="02010600030101010101" pitchFamily="2" charset="-122"/>
                </a:rPr>
                <a:t>+</a:t>
              </a:r>
              <a:endParaRPr lang="en-US" altLang="zh-CN" b="0" dirty="0">
                <a:solidFill>
                  <a:schemeClr val="bg1"/>
                </a:solidFill>
                <a:latin typeface="Times New Roman" panose="02020603050405020304" pitchFamily="18" charset="0"/>
                <a:ea typeface="宋体" panose="02010600030101010101" pitchFamily="2" charset="-122"/>
              </a:endParaRPr>
            </a:p>
          </p:txBody>
        </p:sp>
        <p:sp>
          <p:nvSpPr>
            <p:cNvPr id="35893" name="Text Box 125"/>
            <p:cNvSpPr txBox="1"/>
            <p:nvPr/>
          </p:nvSpPr>
          <p:spPr>
            <a:xfrm>
              <a:off x="3401" y="1570"/>
              <a:ext cx="229" cy="327"/>
            </a:xfrm>
            <a:prstGeom prst="rect">
              <a:avLst/>
            </a:prstGeom>
            <a:noFill/>
            <a:ln w="28575">
              <a:noFill/>
            </a:ln>
          </p:spPr>
          <p:txBody>
            <a:bodyPr wrap="none">
              <a:spAutoFit/>
            </a:bodyPr>
            <a:p>
              <a:pPr>
                <a:spcBef>
                  <a:spcPct val="50000"/>
                </a:spcBef>
              </a:pPr>
              <a:r>
                <a:rPr lang="en-US" altLang="zh-CN" b="0" dirty="0">
                  <a:solidFill>
                    <a:schemeClr val="bg1"/>
                  </a:solidFill>
                  <a:latin typeface="宋体" panose="02010600030101010101" pitchFamily="2" charset="-122"/>
                  <a:ea typeface="宋体" panose="02010600030101010101" pitchFamily="2" charset="-122"/>
                </a:rPr>
                <a:t>-</a:t>
              </a:r>
              <a:endParaRPr lang="en-US" altLang="zh-CN" b="0" dirty="0">
                <a:solidFill>
                  <a:schemeClr val="bg1"/>
                </a:solidFill>
                <a:latin typeface="Times New Roman" panose="02020603050405020304" pitchFamily="18" charset="0"/>
                <a:ea typeface="宋体" panose="02010600030101010101" pitchFamily="2" charset="-122"/>
              </a:endParaRPr>
            </a:p>
          </p:txBody>
        </p:sp>
        <p:sp>
          <p:nvSpPr>
            <p:cNvPr id="35894" name="Rectangle 126"/>
            <p:cNvSpPr/>
            <p:nvPr/>
          </p:nvSpPr>
          <p:spPr>
            <a:xfrm>
              <a:off x="3582" y="708"/>
              <a:ext cx="127" cy="318"/>
            </a:xfrm>
            <a:prstGeom prst="rect">
              <a:avLst/>
            </a:prstGeom>
            <a:gradFill rotWithShape="1">
              <a:gsLst>
                <a:gs pos="0">
                  <a:srgbClr val="764700"/>
                </a:gs>
                <a:gs pos="50000">
                  <a:srgbClr val="FF9900"/>
                </a:gs>
                <a:gs pos="100000">
                  <a:srgbClr val="764700"/>
                </a:gs>
              </a:gsLst>
              <a:lin ang="0" scaled="1"/>
              <a:tileRect/>
            </a:gradFill>
            <a:ln w="28575">
              <a:noFill/>
            </a:ln>
          </p:spPr>
          <p:txBody>
            <a:bodyPr wrap="none" anchor="ctr" anchorCtr="0"/>
            <a:p>
              <a:endParaRPr lang="zh-CN" altLang="en-US" dirty="0">
                <a:latin typeface="楷体_GB2312" pitchFamily="49" charset="-122"/>
              </a:endParaRPr>
            </a:p>
          </p:txBody>
        </p:sp>
        <p:sp>
          <p:nvSpPr>
            <p:cNvPr id="35895" name="Rectangle 127"/>
            <p:cNvSpPr/>
            <p:nvPr/>
          </p:nvSpPr>
          <p:spPr>
            <a:xfrm>
              <a:off x="4468" y="1026"/>
              <a:ext cx="127" cy="318"/>
            </a:xfrm>
            <a:prstGeom prst="rect">
              <a:avLst/>
            </a:prstGeom>
            <a:gradFill rotWithShape="1">
              <a:gsLst>
                <a:gs pos="0">
                  <a:srgbClr val="764700"/>
                </a:gs>
                <a:gs pos="50000">
                  <a:srgbClr val="FF9900"/>
                </a:gs>
                <a:gs pos="100000">
                  <a:srgbClr val="764700"/>
                </a:gs>
              </a:gsLst>
              <a:lin ang="0" scaled="1"/>
              <a:tileRect/>
            </a:gradFill>
            <a:ln w="28575">
              <a:noFill/>
            </a:ln>
          </p:spPr>
          <p:txBody>
            <a:bodyPr wrap="none" anchor="ctr" anchorCtr="0"/>
            <a:p>
              <a:endParaRPr lang="zh-CN" altLang="en-US" dirty="0">
                <a:latin typeface="楷体_GB2312" pitchFamily="49" charset="-122"/>
              </a:endParaRPr>
            </a:p>
          </p:txBody>
        </p:sp>
        <p:sp>
          <p:nvSpPr>
            <p:cNvPr id="35896" name="Line 128"/>
            <p:cNvSpPr/>
            <p:nvPr/>
          </p:nvSpPr>
          <p:spPr>
            <a:xfrm>
              <a:off x="3628" y="617"/>
              <a:ext cx="907" cy="0"/>
            </a:xfrm>
            <a:prstGeom prst="line">
              <a:avLst/>
            </a:prstGeom>
            <a:ln w="28575" cap="flat" cmpd="sng">
              <a:solidFill>
                <a:srgbClr val="FFCC00"/>
              </a:solidFill>
              <a:prstDash val="solid"/>
              <a:headEnd type="none" w="med" len="med"/>
              <a:tailEnd type="none" w="med" len="med"/>
            </a:ln>
          </p:spPr>
        </p:sp>
        <p:graphicFrame>
          <p:nvGraphicFramePr>
            <p:cNvPr id="35848" name="Object 129"/>
            <p:cNvGraphicFramePr/>
            <p:nvPr/>
          </p:nvGraphicFramePr>
          <p:xfrm>
            <a:off x="4535" y="617"/>
            <a:ext cx="213" cy="350"/>
          </p:xfrm>
          <a:graphic>
            <a:graphicData uri="http://schemas.openxmlformats.org/presentationml/2006/ole">
              <mc:AlternateContent xmlns:mc="http://schemas.openxmlformats.org/markup-compatibility/2006">
                <mc:Choice xmlns:v="urn:schemas-microsoft-com:vml" Requires="v">
                  <p:oleObj spid="_x0000_s3271" name="" r:id="rId6" imgW="127000" imgH="215265" progId="Equation.3">
                    <p:embed/>
                  </p:oleObj>
                </mc:Choice>
                <mc:Fallback>
                  <p:oleObj name="" r:id="rId6" imgW="127000" imgH="215265" progId="Equation.3">
                    <p:embed/>
                    <p:pic>
                      <p:nvPicPr>
                        <p:cNvPr id="0" name="图片 3270"/>
                        <p:cNvPicPr/>
                        <p:nvPr/>
                      </p:nvPicPr>
                      <p:blipFill>
                        <a:blip r:embed="rId7">
                          <a:clrChange>
                            <a:clrFrom>
                              <a:srgbClr val="000000"/>
                            </a:clrFrom>
                            <a:clrTo>
                              <a:srgbClr val="FFFFFF"/>
                            </a:clrTo>
                          </a:clrChange>
                        </a:blip>
                        <a:stretch>
                          <a:fillRect/>
                        </a:stretch>
                      </p:blipFill>
                      <p:spPr>
                        <a:xfrm>
                          <a:off x="4535" y="617"/>
                          <a:ext cx="213" cy="350"/>
                        </a:xfrm>
                        <a:prstGeom prst="rect">
                          <a:avLst/>
                        </a:prstGeom>
                        <a:noFill/>
                        <a:ln w="38100">
                          <a:noFill/>
                          <a:miter/>
                        </a:ln>
                      </p:spPr>
                    </p:pic>
                  </p:oleObj>
                </mc:Fallback>
              </mc:AlternateContent>
            </a:graphicData>
          </a:graphic>
        </p:graphicFrame>
      </p:grpSp>
      <p:grpSp>
        <p:nvGrpSpPr>
          <p:cNvPr id="5" name="Group 144"/>
          <p:cNvGrpSpPr/>
          <p:nvPr/>
        </p:nvGrpSpPr>
        <p:grpSpPr>
          <a:xfrm>
            <a:off x="827088" y="1096963"/>
            <a:ext cx="3614737" cy="1827212"/>
            <a:chOff x="521" y="691"/>
            <a:chExt cx="2277" cy="1151"/>
          </a:xfrm>
        </p:grpSpPr>
        <p:sp>
          <p:nvSpPr>
            <p:cNvPr id="35864" name="Line 93"/>
            <p:cNvSpPr/>
            <p:nvPr/>
          </p:nvSpPr>
          <p:spPr>
            <a:xfrm>
              <a:off x="1746" y="755"/>
              <a:ext cx="0" cy="1043"/>
            </a:xfrm>
            <a:prstGeom prst="line">
              <a:avLst/>
            </a:prstGeom>
            <a:ln w="28575" cap="flat" cmpd="sng">
              <a:solidFill>
                <a:srgbClr val="FFCC00"/>
              </a:solidFill>
              <a:prstDash val="solid"/>
              <a:headEnd type="oval" w="med" len="med"/>
              <a:tailEnd type="oval" w="med" len="med"/>
            </a:ln>
          </p:spPr>
        </p:sp>
        <p:sp>
          <p:nvSpPr>
            <p:cNvPr id="35865" name="Text Box 94"/>
            <p:cNvSpPr txBox="1"/>
            <p:nvPr/>
          </p:nvSpPr>
          <p:spPr>
            <a:xfrm>
              <a:off x="2472" y="709"/>
              <a:ext cx="229" cy="327"/>
            </a:xfrm>
            <a:prstGeom prst="rect">
              <a:avLst/>
            </a:prstGeom>
            <a:noFill/>
            <a:ln w="28575">
              <a:noFill/>
            </a:ln>
          </p:spPr>
          <p:txBody>
            <a:bodyPr wrap="none">
              <a:spAutoFit/>
            </a:bodyPr>
            <a:p>
              <a:r>
                <a:rPr lang="en-US" altLang="zh-CN" dirty="0">
                  <a:solidFill>
                    <a:schemeClr val="bg1"/>
                  </a:solidFill>
                  <a:latin typeface="宋体" panose="02010600030101010101" pitchFamily="2" charset="-122"/>
                  <a:ea typeface="宋体" panose="02010600030101010101" pitchFamily="2" charset="-122"/>
                </a:rPr>
                <a:t>+</a:t>
              </a:r>
              <a:endParaRPr lang="en-US" altLang="zh-CN" dirty="0">
                <a:solidFill>
                  <a:schemeClr val="bg1"/>
                </a:solidFill>
                <a:latin typeface="宋体" panose="02010600030101010101" pitchFamily="2" charset="-122"/>
                <a:ea typeface="宋体" panose="02010600030101010101" pitchFamily="2" charset="-122"/>
              </a:endParaRPr>
            </a:p>
          </p:txBody>
        </p:sp>
        <p:sp>
          <p:nvSpPr>
            <p:cNvPr id="35866" name="Text Box 95"/>
            <p:cNvSpPr txBox="1"/>
            <p:nvPr/>
          </p:nvSpPr>
          <p:spPr>
            <a:xfrm>
              <a:off x="2426" y="1435"/>
              <a:ext cx="229" cy="327"/>
            </a:xfrm>
            <a:prstGeom prst="rect">
              <a:avLst/>
            </a:prstGeom>
            <a:noFill/>
            <a:ln w="28575">
              <a:noFill/>
            </a:ln>
          </p:spPr>
          <p:txBody>
            <a:bodyPr wrap="none">
              <a:spAutoFit/>
            </a:bodyPr>
            <a:p>
              <a:r>
                <a:rPr lang="en-US" altLang="zh-CN" i="1" dirty="0">
                  <a:solidFill>
                    <a:schemeClr val="bg1"/>
                  </a:solidFill>
                  <a:latin typeface="宋体" panose="02010600030101010101" pitchFamily="2" charset="-122"/>
                  <a:ea typeface="宋体" panose="02010600030101010101" pitchFamily="2" charset="-122"/>
                </a:rPr>
                <a:t>-</a:t>
              </a:r>
              <a:endParaRPr lang="en-US" altLang="zh-CN" i="1" dirty="0">
                <a:solidFill>
                  <a:schemeClr val="bg1"/>
                </a:solidFill>
                <a:latin typeface="宋体" panose="02010600030101010101" pitchFamily="2" charset="-122"/>
                <a:ea typeface="宋体" panose="02010600030101010101" pitchFamily="2" charset="-122"/>
              </a:endParaRPr>
            </a:p>
          </p:txBody>
        </p:sp>
        <p:sp>
          <p:nvSpPr>
            <p:cNvPr id="35867" name="Oval 96"/>
            <p:cNvSpPr/>
            <p:nvPr/>
          </p:nvSpPr>
          <p:spPr>
            <a:xfrm>
              <a:off x="2605" y="1752"/>
              <a:ext cx="94" cy="90"/>
            </a:xfrm>
            <a:prstGeom prst="ellipse">
              <a:avLst/>
            </a:prstGeom>
            <a:noFill/>
            <a:ln w="28575" cap="flat" cmpd="sng">
              <a:solidFill>
                <a:srgbClr val="FFCC00"/>
              </a:solidFill>
              <a:prstDash val="solid"/>
              <a:headEnd type="none" w="med" len="med"/>
              <a:tailEnd type="none" w="sm" len="med"/>
            </a:ln>
          </p:spPr>
          <p:txBody>
            <a:bodyPr wrap="none" anchor="ctr" anchorCtr="0"/>
            <a:p>
              <a:endParaRPr lang="zh-CN" altLang="en-US" dirty="0">
                <a:latin typeface="楷体_GB2312" pitchFamily="49" charset="-122"/>
              </a:endParaRPr>
            </a:p>
          </p:txBody>
        </p:sp>
        <p:graphicFrame>
          <p:nvGraphicFramePr>
            <p:cNvPr id="35845" name="Object 97"/>
            <p:cNvGraphicFramePr/>
            <p:nvPr/>
          </p:nvGraphicFramePr>
          <p:xfrm>
            <a:off x="2494" y="1118"/>
            <a:ext cx="304" cy="318"/>
          </p:xfrm>
          <a:graphic>
            <a:graphicData uri="http://schemas.openxmlformats.org/presentationml/2006/ole">
              <mc:AlternateContent xmlns:mc="http://schemas.openxmlformats.org/markup-compatibility/2006">
                <mc:Choice xmlns:v="urn:schemas-microsoft-com:vml" Requires="v">
                  <p:oleObj spid="_x0000_s3268" name="" r:id="rId8" imgW="253365" imgH="266065" progId="Equation.3">
                    <p:embed/>
                  </p:oleObj>
                </mc:Choice>
                <mc:Fallback>
                  <p:oleObj name="" r:id="rId8" imgW="253365" imgH="266065" progId="Equation.3">
                    <p:embed/>
                    <p:pic>
                      <p:nvPicPr>
                        <p:cNvPr id="0" name="图片 3267"/>
                        <p:cNvPicPr/>
                        <p:nvPr/>
                      </p:nvPicPr>
                      <p:blipFill>
                        <a:blip r:embed="rId9">
                          <a:clrChange>
                            <a:clrFrom>
                              <a:srgbClr val="000000"/>
                            </a:clrFrom>
                            <a:clrTo>
                              <a:srgbClr val="FFFFFF"/>
                            </a:clrTo>
                          </a:clrChange>
                        </a:blip>
                        <a:stretch>
                          <a:fillRect/>
                        </a:stretch>
                      </p:blipFill>
                      <p:spPr>
                        <a:xfrm>
                          <a:off x="2494" y="1118"/>
                          <a:ext cx="304" cy="318"/>
                        </a:xfrm>
                        <a:prstGeom prst="rect">
                          <a:avLst/>
                        </a:prstGeom>
                        <a:noFill/>
                        <a:ln w="38100">
                          <a:noFill/>
                          <a:miter/>
                        </a:ln>
                      </p:spPr>
                    </p:pic>
                  </p:oleObj>
                </mc:Fallback>
              </mc:AlternateContent>
            </a:graphicData>
          </a:graphic>
        </p:graphicFrame>
        <p:sp>
          <p:nvSpPr>
            <p:cNvPr id="35868" name="Line 98"/>
            <p:cNvSpPr/>
            <p:nvPr/>
          </p:nvSpPr>
          <p:spPr>
            <a:xfrm>
              <a:off x="696" y="760"/>
              <a:ext cx="7" cy="1038"/>
            </a:xfrm>
            <a:prstGeom prst="line">
              <a:avLst/>
            </a:prstGeom>
            <a:ln w="28575" cap="flat" cmpd="sng">
              <a:solidFill>
                <a:srgbClr val="FFCC00"/>
              </a:solidFill>
              <a:prstDash val="solid"/>
              <a:headEnd type="none" w="med" len="med"/>
              <a:tailEnd type="none" w="med" len="med"/>
            </a:ln>
          </p:spPr>
        </p:sp>
        <p:sp>
          <p:nvSpPr>
            <p:cNvPr id="35869" name="Text Box 100"/>
            <p:cNvSpPr txBox="1"/>
            <p:nvPr/>
          </p:nvSpPr>
          <p:spPr>
            <a:xfrm>
              <a:off x="1927" y="801"/>
              <a:ext cx="317" cy="327"/>
            </a:xfrm>
            <a:prstGeom prst="rect">
              <a:avLst/>
            </a:prstGeom>
            <a:noFill/>
            <a:ln w="28575">
              <a:noFill/>
            </a:ln>
          </p:spPr>
          <p:txBody>
            <a:bodyPr wrap="none">
              <a:spAutoFit/>
            </a:bodyPr>
            <a:p>
              <a:r>
                <a:rPr lang="en-US" altLang="zh-CN" b="0" i="1" dirty="0">
                  <a:solidFill>
                    <a:schemeClr val="bg1"/>
                  </a:solidFill>
                  <a:latin typeface="Times New Roman" panose="02020603050405020304" pitchFamily="18" charset="0"/>
                  <a:ea typeface="宋体" panose="02010600030101010101" pitchFamily="2" charset="-122"/>
                </a:rPr>
                <a:t>Z</a:t>
              </a:r>
              <a:r>
                <a:rPr lang="en-US" altLang="zh-CN" b="0" baseline="-25000" dirty="0">
                  <a:solidFill>
                    <a:schemeClr val="bg1"/>
                  </a:solidFill>
                  <a:latin typeface="Times New Roman" panose="02020603050405020304" pitchFamily="18" charset="0"/>
                  <a:ea typeface="宋体" panose="02010600030101010101" pitchFamily="2" charset="-122"/>
                </a:rPr>
                <a:t>2</a:t>
              </a:r>
              <a:endParaRPr lang="en-US" altLang="zh-CN" b="0" i="1" dirty="0">
                <a:solidFill>
                  <a:schemeClr val="bg1"/>
                </a:solidFill>
                <a:latin typeface="Times New Roman" panose="02020603050405020304" pitchFamily="18" charset="0"/>
                <a:ea typeface="宋体" panose="02010600030101010101" pitchFamily="2" charset="-122"/>
              </a:endParaRPr>
            </a:p>
          </p:txBody>
        </p:sp>
        <p:sp>
          <p:nvSpPr>
            <p:cNvPr id="35870" name="Line 101"/>
            <p:cNvSpPr/>
            <p:nvPr/>
          </p:nvSpPr>
          <p:spPr>
            <a:xfrm flipV="1">
              <a:off x="696" y="755"/>
              <a:ext cx="1866" cy="5"/>
            </a:xfrm>
            <a:prstGeom prst="line">
              <a:avLst/>
            </a:prstGeom>
            <a:ln w="28575" cap="flat" cmpd="sng">
              <a:solidFill>
                <a:srgbClr val="FFCC00"/>
              </a:solidFill>
              <a:prstDash val="solid"/>
              <a:headEnd type="none" w="med" len="med"/>
              <a:tailEnd type="none" w="med" len="med"/>
            </a:ln>
          </p:spPr>
        </p:sp>
        <p:sp>
          <p:nvSpPr>
            <p:cNvPr id="35871" name="Line 103"/>
            <p:cNvSpPr/>
            <p:nvPr/>
          </p:nvSpPr>
          <p:spPr>
            <a:xfrm flipH="1" flipV="1">
              <a:off x="695" y="838"/>
              <a:ext cx="8" cy="324"/>
            </a:xfrm>
            <a:prstGeom prst="line">
              <a:avLst/>
            </a:prstGeom>
            <a:ln w="28575" cap="flat" cmpd="sng">
              <a:solidFill>
                <a:srgbClr val="66FFFF"/>
              </a:solidFill>
              <a:prstDash val="solid"/>
              <a:headEnd type="none" w="med" len="med"/>
              <a:tailEnd type="triangle" w="med" len="med"/>
            </a:ln>
          </p:spPr>
        </p:sp>
        <p:graphicFrame>
          <p:nvGraphicFramePr>
            <p:cNvPr id="35846" name="Object 104"/>
            <p:cNvGraphicFramePr/>
            <p:nvPr/>
          </p:nvGraphicFramePr>
          <p:xfrm>
            <a:off x="748" y="845"/>
            <a:ext cx="223" cy="362"/>
          </p:xfrm>
          <a:graphic>
            <a:graphicData uri="http://schemas.openxmlformats.org/presentationml/2006/ole">
              <mc:AlternateContent xmlns:mc="http://schemas.openxmlformats.org/markup-compatibility/2006">
                <mc:Choice xmlns:v="urn:schemas-microsoft-com:vml" Requires="v">
                  <p:oleObj spid="_x0000_s3272" name="" r:id="rId10" imgW="165100" imgH="266065" progId="Equation.3">
                    <p:embed/>
                  </p:oleObj>
                </mc:Choice>
                <mc:Fallback>
                  <p:oleObj name="" r:id="rId10" imgW="165100" imgH="266065" progId="Equation.3">
                    <p:embed/>
                    <p:pic>
                      <p:nvPicPr>
                        <p:cNvPr id="0" name="图片 3271"/>
                        <p:cNvPicPr/>
                        <p:nvPr/>
                      </p:nvPicPr>
                      <p:blipFill>
                        <a:blip r:embed="rId11">
                          <a:clrChange>
                            <a:clrFrom>
                              <a:srgbClr val="000000"/>
                            </a:clrFrom>
                            <a:clrTo>
                              <a:srgbClr val="FFFFFF"/>
                            </a:clrTo>
                          </a:clrChange>
                        </a:blip>
                        <a:stretch>
                          <a:fillRect/>
                        </a:stretch>
                      </p:blipFill>
                      <p:spPr>
                        <a:xfrm>
                          <a:off x="748" y="845"/>
                          <a:ext cx="223" cy="362"/>
                        </a:xfrm>
                        <a:prstGeom prst="rect">
                          <a:avLst/>
                        </a:prstGeom>
                        <a:noFill/>
                        <a:ln w="38100">
                          <a:noFill/>
                          <a:miter/>
                        </a:ln>
                      </p:spPr>
                    </p:pic>
                  </p:oleObj>
                </mc:Fallback>
              </mc:AlternateContent>
            </a:graphicData>
          </a:graphic>
        </p:graphicFrame>
        <p:sp>
          <p:nvSpPr>
            <p:cNvPr id="35872" name="Text Box 105"/>
            <p:cNvSpPr txBox="1"/>
            <p:nvPr/>
          </p:nvSpPr>
          <p:spPr>
            <a:xfrm>
              <a:off x="1292" y="1163"/>
              <a:ext cx="317" cy="327"/>
            </a:xfrm>
            <a:prstGeom prst="rect">
              <a:avLst/>
            </a:prstGeom>
            <a:noFill/>
            <a:ln w="28575">
              <a:noFill/>
            </a:ln>
          </p:spPr>
          <p:txBody>
            <a:bodyPr wrap="none">
              <a:spAutoFit/>
            </a:bodyPr>
            <a:p>
              <a:r>
                <a:rPr lang="en-US" altLang="zh-CN" b="0" i="1" dirty="0">
                  <a:solidFill>
                    <a:schemeClr val="bg1"/>
                  </a:solidFill>
                  <a:latin typeface="Times New Roman" panose="02020603050405020304" pitchFamily="18" charset="0"/>
                  <a:ea typeface="宋体" panose="02010600030101010101" pitchFamily="2" charset="-122"/>
                </a:rPr>
                <a:t>Z</a:t>
              </a:r>
              <a:r>
                <a:rPr lang="en-US" altLang="zh-CN" b="0" baseline="-25000" dirty="0">
                  <a:solidFill>
                    <a:schemeClr val="bg1"/>
                  </a:solidFill>
                  <a:latin typeface="Times New Roman" panose="02020603050405020304" pitchFamily="18" charset="0"/>
                  <a:ea typeface="宋体" panose="02010600030101010101" pitchFamily="2" charset="-122"/>
                </a:rPr>
                <a:t>1</a:t>
              </a:r>
              <a:endParaRPr lang="en-US" altLang="zh-CN" b="0" i="1" dirty="0">
                <a:solidFill>
                  <a:schemeClr val="bg1"/>
                </a:solidFill>
                <a:latin typeface="Times New Roman" panose="02020603050405020304" pitchFamily="18" charset="0"/>
                <a:ea typeface="宋体" panose="02010600030101010101" pitchFamily="2" charset="-122"/>
              </a:endParaRPr>
            </a:p>
          </p:txBody>
        </p:sp>
        <p:sp>
          <p:nvSpPr>
            <p:cNvPr id="35873" name="Text Box 106"/>
            <p:cNvSpPr txBox="1"/>
            <p:nvPr/>
          </p:nvSpPr>
          <p:spPr>
            <a:xfrm>
              <a:off x="1791" y="1163"/>
              <a:ext cx="317" cy="327"/>
            </a:xfrm>
            <a:prstGeom prst="rect">
              <a:avLst/>
            </a:prstGeom>
            <a:noFill/>
            <a:ln w="28575">
              <a:noFill/>
            </a:ln>
          </p:spPr>
          <p:txBody>
            <a:bodyPr wrap="none">
              <a:spAutoFit/>
            </a:bodyPr>
            <a:p>
              <a:r>
                <a:rPr lang="en-US" altLang="zh-CN" b="0" i="1" dirty="0">
                  <a:solidFill>
                    <a:schemeClr val="bg1"/>
                  </a:solidFill>
                  <a:latin typeface="Times New Roman" panose="02020603050405020304" pitchFamily="18" charset="0"/>
                  <a:ea typeface="宋体" panose="02010600030101010101" pitchFamily="2" charset="-122"/>
                </a:rPr>
                <a:t>Z</a:t>
              </a:r>
              <a:r>
                <a:rPr lang="en-US" altLang="zh-CN" b="0" baseline="-25000" dirty="0">
                  <a:solidFill>
                    <a:schemeClr val="bg1"/>
                  </a:solidFill>
                  <a:latin typeface="Times New Roman" panose="02020603050405020304" pitchFamily="18" charset="0"/>
                  <a:ea typeface="宋体" panose="02010600030101010101" pitchFamily="2" charset="-122"/>
                </a:rPr>
                <a:t>3</a:t>
              </a:r>
              <a:endParaRPr lang="en-US" altLang="zh-CN" b="0" i="1" dirty="0">
                <a:solidFill>
                  <a:schemeClr val="bg1"/>
                </a:solidFill>
                <a:latin typeface="Times New Roman" panose="02020603050405020304" pitchFamily="18" charset="0"/>
                <a:ea typeface="宋体" panose="02010600030101010101" pitchFamily="2" charset="-122"/>
              </a:endParaRPr>
            </a:p>
          </p:txBody>
        </p:sp>
        <p:sp>
          <p:nvSpPr>
            <p:cNvPr id="35874" name="Rectangle 107"/>
            <p:cNvSpPr/>
            <p:nvPr/>
          </p:nvSpPr>
          <p:spPr>
            <a:xfrm>
              <a:off x="1682" y="1118"/>
              <a:ext cx="127" cy="318"/>
            </a:xfrm>
            <a:prstGeom prst="rect">
              <a:avLst/>
            </a:prstGeom>
            <a:gradFill rotWithShape="1">
              <a:gsLst>
                <a:gs pos="0">
                  <a:srgbClr val="764700"/>
                </a:gs>
                <a:gs pos="50000">
                  <a:srgbClr val="FF9900"/>
                </a:gs>
                <a:gs pos="100000">
                  <a:srgbClr val="764700"/>
                </a:gs>
              </a:gsLst>
              <a:lin ang="0" scaled="1"/>
              <a:tileRect/>
            </a:gradFill>
            <a:ln w="28575">
              <a:noFill/>
            </a:ln>
          </p:spPr>
          <p:txBody>
            <a:bodyPr wrap="none" anchor="ctr" anchorCtr="0"/>
            <a:p>
              <a:endParaRPr lang="zh-CN" altLang="en-US" dirty="0">
                <a:latin typeface="楷体_GB2312" pitchFamily="49" charset="-122"/>
              </a:endParaRPr>
            </a:p>
          </p:txBody>
        </p:sp>
        <p:sp>
          <p:nvSpPr>
            <p:cNvPr id="35875" name="Rectangle 108"/>
            <p:cNvSpPr/>
            <p:nvPr/>
          </p:nvSpPr>
          <p:spPr>
            <a:xfrm>
              <a:off x="1927" y="691"/>
              <a:ext cx="317" cy="136"/>
            </a:xfrm>
            <a:prstGeom prst="rect">
              <a:avLst/>
            </a:prstGeom>
            <a:gradFill rotWithShape="1">
              <a:gsLst>
                <a:gs pos="0">
                  <a:srgbClr val="764700"/>
                </a:gs>
                <a:gs pos="50000">
                  <a:srgbClr val="FF9900"/>
                </a:gs>
                <a:gs pos="100000">
                  <a:srgbClr val="764700"/>
                </a:gs>
              </a:gsLst>
              <a:lin ang="5400000" scaled="1"/>
              <a:tileRect/>
            </a:gradFill>
            <a:ln w="28575">
              <a:noFill/>
            </a:ln>
          </p:spPr>
          <p:txBody>
            <a:bodyPr wrap="none" anchor="ctr" anchorCtr="0"/>
            <a:p>
              <a:endParaRPr lang="zh-CN" altLang="en-US" dirty="0">
                <a:latin typeface="楷体_GB2312" pitchFamily="49" charset="-122"/>
              </a:endParaRPr>
            </a:p>
          </p:txBody>
        </p:sp>
        <p:sp>
          <p:nvSpPr>
            <p:cNvPr id="35876" name="Line 109"/>
            <p:cNvSpPr/>
            <p:nvPr/>
          </p:nvSpPr>
          <p:spPr>
            <a:xfrm>
              <a:off x="703" y="1798"/>
              <a:ext cx="1905" cy="0"/>
            </a:xfrm>
            <a:prstGeom prst="line">
              <a:avLst/>
            </a:prstGeom>
            <a:ln w="28575" cap="flat" cmpd="sng">
              <a:solidFill>
                <a:srgbClr val="FFCC00"/>
              </a:solidFill>
              <a:prstDash val="solid"/>
              <a:headEnd type="none" w="med" len="med"/>
              <a:tailEnd type="none" w="med" len="med"/>
            </a:ln>
          </p:spPr>
        </p:sp>
        <p:sp>
          <p:nvSpPr>
            <p:cNvPr id="35877" name="Line 110"/>
            <p:cNvSpPr/>
            <p:nvPr/>
          </p:nvSpPr>
          <p:spPr>
            <a:xfrm>
              <a:off x="1247" y="755"/>
              <a:ext cx="0" cy="1043"/>
            </a:xfrm>
            <a:prstGeom prst="line">
              <a:avLst/>
            </a:prstGeom>
            <a:ln w="28575" cap="flat" cmpd="sng">
              <a:solidFill>
                <a:srgbClr val="FFCC00"/>
              </a:solidFill>
              <a:prstDash val="solid"/>
              <a:headEnd type="oval" w="med" len="med"/>
              <a:tailEnd type="oval" w="med" len="med"/>
            </a:ln>
          </p:spPr>
        </p:sp>
        <p:sp>
          <p:nvSpPr>
            <p:cNvPr id="35878" name="Rectangle 111"/>
            <p:cNvSpPr/>
            <p:nvPr/>
          </p:nvSpPr>
          <p:spPr>
            <a:xfrm>
              <a:off x="1175" y="1118"/>
              <a:ext cx="127" cy="318"/>
            </a:xfrm>
            <a:prstGeom prst="rect">
              <a:avLst/>
            </a:prstGeom>
            <a:gradFill rotWithShape="1">
              <a:gsLst>
                <a:gs pos="0">
                  <a:srgbClr val="764700"/>
                </a:gs>
                <a:gs pos="50000">
                  <a:srgbClr val="FF9900"/>
                </a:gs>
                <a:gs pos="100000">
                  <a:srgbClr val="764700"/>
                </a:gs>
              </a:gsLst>
              <a:lin ang="0" scaled="1"/>
              <a:tileRect/>
            </a:gradFill>
            <a:ln w="28575">
              <a:noFill/>
            </a:ln>
          </p:spPr>
          <p:txBody>
            <a:bodyPr wrap="none" anchor="ctr" anchorCtr="0"/>
            <a:p>
              <a:endParaRPr lang="zh-CN" altLang="en-US" dirty="0">
                <a:latin typeface="楷体_GB2312" pitchFamily="49" charset="-122"/>
              </a:endParaRPr>
            </a:p>
          </p:txBody>
        </p:sp>
        <p:sp>
          <p:nvSpPr>
            <p:cNvPr id="35879" name="Oval 112"/>
            <p:cNvSpPr/>
            <p:nvPr/>
          </p:nvSpPr>
          <p:spPr>
            <a:xfrm>
              <a:off x="2562" y="709"/>
              <a:ext cx="94" cy="90"/>
            </a:xfrm>
            <a:prstGeom prst="ellipse">
              <a:avLst/>
            </a:prstGeom>
            <a:noFill/>
            <a:ln w="28575" cap="flat" cmpd="sng">
              <a:solidFill>
                <a:srgbClr val="FFCC00"/>
              </a:solidFill>
              <a:prstDash val="solid"/>
              <a:headEnd type="none" w="med" len="med"/>
              <a:tailEnd type="none" w="sm" len="med"/>
            </a:ln>
          </p:spPr>
          <p:txBody>
            <a:bodyPr wrap="none" anchor="ctr" anchorCtr="0"/>
            <a:p>
              <a:endParaRPr lang="zh-CN" altLang="en-US" dirty="0">
                <a:latin typeface="楷体_GB2312" pitchFamily="49" charset="-122"/>
              </a:endParaRPr>
            </a:p>
          </p:txBody>
        </p:sp>
        <p:grpSp>
          <p:nvGrpSpPr>
            <p:cNvPr id="35880" name="Group 133"/>
            <p:cNvGrpSpPr/>
            <p:nvPr/>
          </p:nvGrpSpPr>
          <p:grpSpPr>
            <a:xfrm>
              <a:off x="521" y="1162"/>
              <a:ext cx="363" cy="363"/>
              <a:chOff x="521" y="1118"/>
              <a:chExt cx="363" cy="363"/>
            </a:xfrm>
          </p:grpSpPr>
          <p:sp>
            <p:nvSpPr>
              <p:cNvPr id="35881" name="Oval 99"/>
              <p:cNvSpPr/>
              <p:nvPr/>
            </p:nvSpPr>
            <p:spPr>
              <a:xfrm>
                <a:off x="521" y="1118"/>
                <a:ext cx="363" cy="363"/>
              </a:xfrm>
              <a:prstGeom prst="ellipse">
                <a:avLst/>
              </a:prstGeom>
              <a:gradFill rotWithShape="1">
                <a:gsLst>
                  <a:gs pos="0">
                    <a:srgbClr val="0099FF"/>
                  </a:gs>
                  <a:gs pos="100000">
                    <a:srgbClr val="004776"/>
                  </a:gs>
                </a:gsLst>
                <a:path path="shape">
                  <a:fillToRect l="50000" t="50000" r="50000" b="50000"/>
                </a:path>
                <a:tileRect/>
              </a:gradFill>
              <a:ln w="38100" cap="flat" cmpd="sng">
                <a:solidFill>
                  <a:srgbClr val="FF9900"/>
                </a:solidFill>
                <a:prstDash val="solid"/>
                <a:headEnd type="none" w="med" len="med"/>
                <a:tailEnd type="none" w="med" len="med"/>
              </a:ln>
            </p:spPr>
            <p:txBody>
              <a:bodyPr wrap="none" anchor="ctr" anchorCtr="0"/>
              <a:p>
                <a:endParaRPr lang="zh-CN" altLang="en-US" dirty="0">
                  <a:latin typeface="楷体_GB2312" pitchFamily="49" charset="-122"/>
                </a:endParaRPr>
              </a:p>
            </p:txBody>
          </p:sp>
          <p:sp>
            <p:nvSpPr>
              <p:cNvPr id="35882" name="Line 102"/>
              <p:cNvSpPr/>
              <p:nvPr/>
            </p:nvSpPr>
            <p:spPr>
              <a:xfrm>
                <a:off x="521" y="1299"/>
                <a:ext cx="363" cy="0"/>
              </a:xfrm>
              <a:prstGeom prst="line">
                <a:avLst/>
              </a:prstGeom>
              <a:ln w="38100" cap="flat" cmpd="sng">
                <a:solidFill>
                  <a:srgbClr val="FF9900"/>
                </a:solidFill>
                <a:prstDash val="solid"/>
                <a:headEnd type="none" w="med" len="med"/>
                <a:tailEnd type="none" w="med" len="med"/>
              </a:ln>
            </p:spPr>
          </p:sp>
        </p:grpSp>
      </p:grpSp>
      <p:grpSp>
        <p:nvGrpSpPr>
          <p:cNvPr id="35856" name="Group 135"/>
          <p:cNvGrpSpPr/>
          <p:nvPr/>
        </p:nvGrpSpPr>
        <p:grpSpPr>
          <a:xfrm>
            <a:off x="6588125" y="6446838"/>
            <a:ext cx="792163" cy="366712"/>
            <a:chOff x="4649" y="4020"/>
            <a:chExt cx="499" cy="231"/>
          </a:xfrm>
        </p:grpSpPr>
        <p:pic>
          <p:nvPicPr>
            <p:cNvPr id="35862" name="Picture 136" descr="78900"/>
            <p:cNvPicPr>
              <a:picLocks noChangeAspect="1"/>
            </p:cNvPicPr>
            <p:nvPr/>
          </p:nvPicPr>
          <p:blipFill>
            <a:blip r:embed="rId3"/>
            <a:stretch>
              <a:fillRect/>
            </a:stretch>
          </p:blipFill>
          <p:spPr>
            <a:xfrm>
              <a:off x="4649" y="4066"/>
              <a:ext cx="499" cy="181"/>
            </a:xfrm>
            <a:prstGeom prst="rect">
              <a:avLst/>
            </a:prstGeom>
            <a:noFill/>
            <a:ln w="9525">
              <a:noFill/>
            </a:ln>
          </p:spPr>
        </p:pic>
        <p:sp>
          <p:nvSpPr>
            <p:cNvPr id="35863" name="Text Box 137">
              <a:hlinkClick r:id="" action="ppaction://hlinkshowjump?jump=firstslide"/>
            </p:cNvPr>
            <p:cNvSpPr txBox="1"/>
            <p:nvPr/>
          </p:nvSpPr>
          <p:spPr>
            <a:xfrm>
              <a:off x="4672" y="4020"/>
              <a:ext cx="476" cy="231"/>
            </a:xfrm>
            <a:prstGeom prst="rect">
              <a:avLst/>
            </a:prstGeom>
            <a:noFill/>
            <a:ln w="9525">
              <a:noFill/>
            </a:ln>
          </p:spPr>
          <p:txBody>
            <a:bodyPr wrap="none">
              <a:spAutoFit/>
            </a:bodyPr>
            <a:p>
              <a:pPr>
                <a:spcBef>
                  <a:spcPct val="50000"/>
                </a:spcBef>
              </a:pPr>
              <a:r>
                <a:rPr lang="zh-CN" altLang="en-US" sz="1800" b="0" dirty="0">
                  <a:solidFill>
                    <a:schemeClr val="bg1"/>
                  </a:solidFill>
                  <a:latin typeface="隶书" panose="02010509060101010101" pitchFamily="49" charset="-122"/>
                  <a:ea typeface="隶书" panose="02010509060101010101" pitchFamily="49" charset="-122"/>
                </a:rPr>
                <a:t>返 回</a:t>
              </a:r>
              <a:endParaRPr lang="zh-CN" altLang="en-US" sz="1800" b="0" dirty="0">
                <a:solidFill>
                  <a:schemeClr val="bg1"/>
                </a:solidFill>
                <a:latin typeface="隶书" panose="02010509060101010101" pitchFamily="49" charset="-122"/>
                <a:ea typeface="隶书" panose="02010509060101010101" pitchFamily="49" charset="-122"/>
              </a:endParaRPr>
            </a:p>
          </p:txBody>
        </p:sp>
      </p:grpSp>
      <p:grpSp>
        <p:nvGrpSpPr>
          <p:cNvPr id="8" name="Group 143"/>
          <p:cNvGrpSpPr/>
          <p:nvPr/>
        </p:nvGrpSpPr>
        <p:grpSpPr>
          <a:xfrm>
            <a:off x="2811463" y="3141663"/>
            <a:ext cx="4610100" cy="560387"/>
            <a:chOff x="1771" y="1979"/>
            <a:chExt cx="2904" cy="353"/>
          </a:xfrm>
        </p:grpSpPr>
        <p:graphicFrame>
          <p:nvGraphicFramePr>
            <p:cNvPr id="35844" name="Object 3"/>
            <p:cNvGraphicFramePr/>
            <p:nvPr/>
          </p:nvGraphicFramePr>
          <p:xfrm>
            <a:off x="1771" y="1979"/>
            <a:ext cx="2904" cy="353"/>
          </p:xfrm>
          <a:graphic>
            <a:graphicData uri="http://schemas.openxmlformats.org/presentationml/2006/ole">
              <mc:AlternateContent xmlns:mc="http://schemas.openxmlformats.org/markup-compatibility/2006">
                <mc:Choice xmlns:v="urn:schemas-microsoft-com:vml" Requires="v">
                  <p:oleObj spid="_x0000_s3269" name="" r:id="rId12" imgW="2194560" imgH="266065" progId="Equation.3">
                    <p:embed/>
                  </p:oleObj>
                </mc:Choice>
                <mc:Fallback>
                  <p:oleObj name="" r:id="rId12" imgW="2194560" imgH="266065" progId="Equation.3">
                    <p:embed/>
                    <p:pic>
                      <p:nvPicPr>
                        <p:cNvPr id="0" name="图片 3268"/>
                        <p:cNvPicPr/>
                        <p:nvPr/>
                      </p:nvPicPr>
                      <p:blipFill>
                        <a:blip r:embed="rId13">
                          <a:clrChange>
                            <a:clrFrom>
                              <a:srgbClr val="000000"/>
                            </a:clrFrom>
                            <a:clrTo>
                              <a:srgbClr val="FFFFFF"/>
                            </a:clrTo>
                          </a:clrChange>
                        </a:blip>
                        <a:stretch>
                          <a:fillRect/>
                        </a:stretch>
                      </p:blipFill>
                      <p:spPr>
                        <a:xfrm>
                          <a:off x="1771" y="1979"/>
                          <a:ext cx="2904" cy="353"/>
                        </a:xfrm>
                        <a:prstGeom prst="rect">
                          <a:avLst/>
                        </a:prstGeom>
                        <a:noFill/>
                        <a:ln w="38100">
                          <a:noFill/>
                          <a:miter/>
                        </a:ln>
                      </p:spPr>
                    </p:pic>
                  </p:oleObj>
                </mc:Fallback>
              </mc:AlternateContent>
            </a:graphicData>
          </a:graphic>
        </p:graphicFrame>
        <p:sp>
          <p:nvSpPr>
            <p:cNvPr id="35861" name="Line 139"/>
            <p:cNvSpPr/>
            <p:nvPr/>
          </p:nvSpPr>
          <p:spPr>
            <a:xfrm>
              <a:off x="4023" y="2296"/>
              <a:ext cx="408" cy="0"/>
            </a:xfrm>
            <a:prstGeom prst="line">
              <a:avLst/>
            </a:prstGeom>
            <a:ln w="9525" cap="flat" cmpd="sng">
              <a:solidFill>
                <a:schemeClr val="bg1"/>
              </a:solidFill>
              <a:prstDash val="solid"/>
              <a:headEnd type="none" w="med" len="med"/>
              <a:tailEnd type="none" w="med" len="med"/>
            </a:ln>
          </p:spPr>
        </p:sp>
      </p:grpSp>
      <p:grpSp>
        <p:nvGrpSpPr>
          <p:cNvPr id="9" name="Group 142"/>
          <p:cNvGrpSpPr/>
          <p:nvPr/>
        </p:nvGrpSpPr>
        <p:grpSpPr>
          <a:xfrm>
            <a:off x="954088" y="4652963"/>
            <a:ext cx="6694487" cy="1054100"/>
            <a:chOff x="601" y="2931"/>
            <a:chExt cx="4217" cy="664"/>
          </a:xfrm>
        </p:grpSpPr>
        <p:graphicFrame>
          <p:nvGraphicFramePr>
            <p:cNvPr id="35843" name="Object 78"/>
            <p:cNvGraphicFramePr/>
            <p:nvPr/>
          </p:nvGraphicFramePr>
          <p:xfrm>
            <a:off x="601" y="2931"/>
            <a:ext cx="4217" cy="664"/>
          </p:xfrm>
          <a:graphic>
            <a:graphicData uri="http://schemas.openxmlformats.org/presentationml/2006/ole">
              <mc:AlternateContent xmlns:mc="http://schemas.openxmlformats.org/markup-compatibility/2006">
                <mc:Choice xmlns:v="urn:schemas-microsoft-com:vml" Requires="v">
                  <p:oleObj spid="_x0000_s3270" name="" r:id="rId14" imgW="3135630" imgH="495300" progId="Equation.3">
                    <p:embed/>
                  </p:oleObj>
                </mc:Choice>
                <mc:Fallback>
                  <p:oleObj name="" r:id="rId14" imgW="3135630" imgH="495300" progId="Equation.3">
                    <p:embed/>
                    <p:pic>
                      <p:nvPicPr>
                        <p:cNvPr id="0" name="图片 3269"/>
                        <p:cNvPicPr/>
                        <p:nvPr/>
                      </p:nvPicPr>
                      <p:blipFill>
                        <a:blip r:embed="rId15">
                          <a:clrChange>
                            <a:clrFrom>
                              <a:srgbClr val="000000"/>
                            </a:clrFrom>
                            <a:clrTo>
                              <a:srgbClr val="FFFFFF"/>
                            </a:clrTo>
                          </a:clrChange>
                        </a:blip>
                        <a:stretch>
                          <a:fillRect/>
                        </a:stretch>
                      </p:blipFill>
                      <p:spPr>
                        <a:xfrm>
                          <a:off x="601" y="2931"/>
                          <a:ext cx="4217" cy="664"/>
                        </a:xfrm>
                        <a:prstGeom prst="rect">
                          <a:avLst/>
                        </a:prstGeom>
                        <a:noFill/>
                        <a:ln w="38100">
                          <a:noFill/>
                          <a:miter/>
                        </a:ln>
                      </p:spPr>
                    </p:pic>
                  </p:oleObj>
                </mc:Fallback>
              </mc:AlternateContent>
            </a:graphicData>
          </a:graphic>
        </p:graphicFrame>
        <p:sp>
          <p:nvSpPr>
            <p:cNvPr id="35859" name="Line 140"/>
            <p:cNvSpPr/>
            <p:nvPr/>
          </p:nvSpPr>
          <p:spPr>
            <a:xfrm>
              <a:off x="2599" y="3231"/>
              <a:ext cx="363" cy="0"/>
            </a:xfrm>
            <a:prstGeom prst="line">
              <a:avLst/>
            </a:prstGeom>
            <a:ln w="9525" cap="flat" cmpd="sng">
              <a:solidFill>
                <a:schemeClr val="bg1"/>
              </a:solidFill>
              <a:prstDash val="solid"/>
              <a:headEnd type="none" w="med" len="med"/>
              <a:tailEnd type="none" w="med" len="med"/>
            </a:ln>
          </p:spPr>
        </p:sp>
        <p:sp>
          <p:nvSpPr>
            <p:cNvPr id="35860" name="Line 141"/>
            <p:cNvSpPr/>
            <p:nvPr/>
          </p:nvSpPr>
          <p:spPr>
            <a:xfrm>
              <a:off x="4014" y="3385"/>
              <a:ext cx="499" cy="0"/>
            </a:xfrm>
            <a:prstGeom prst="line">
              <a:avLst/>
            </a:prstGeom>
            <a:ln w="9525" cap="flat" cmpd="sng">
              <a:solidFill>
                <a:schemeClr val="bg1"/>
              </a:solidFill>
              <a:prstDash val="solid"/>
              <a:headEnd type="none" w="med" len="med"/>
              <a:tailEnd type="none" w="med" len="med"/>
            </a:ln>
          </p:spPr>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grpId="0" nodeType="withEffect">
                                  <p:stCondLst>
                                    <p:cond delay="0"/>
                                  </p:stCondLst>
                                  <p:childTnLst>
                                    <p:set>
                                      <p:cBhvr>
                                        <p:cTn id="6" dur="1" fill="hold">
                                          <p:stCondLst>
                                            <p:cond delay="0"/>
                                          </p:stCondLst>
                                        </p:cTn>
                                        <p:tgtEl>
                                          <p:spTgt spid="43010"/>
                                        </p:tgtEl>
                                        <p:attrNameLst>
                                          <p:attrName>style.visibility</p:attrName>
                                        </p:attrNameLst>
                                      </p:cBhvr>
                                      <p:to>
                                        <p:strVal val="visible"/>
                                      </p:to>
                                    </p:set>
                                    <p:anim calcmode="lin" valueType="num">
                                      <p:cBhvr additive="base">
                                        <p:cTn id="7" dur="500" fill="hold"/>
                                        <p:tgtEl>
                                          <p:spTgt spid="43010"/>
                                        </p:tgtEl>
                                        <p:attrNameLst>
                                          <p:attrName>ppt_x</p:attrName>
                                        </p:attrNameLst>
                                      </p:cBhvr>
                                      <p:tavLst>
                                        <p:tav tm="0">
                                          <p:val>
                                            <p:strVal val="0-#ppt_w/2"/>
                                          </p:val>
                                        </p:tav>
                                        <p:tav tm="100000">
                                          <p:val>
                                            <p:strVal val="#ppt_x"/>
                                          </p:val>
                                        </p:tav>
                                      </p:tavLst>
                                    </p:anim>
                                    <p:anim calcmode="lin" valueType="num">
                                      <p:cBhvr additive="base">
                                        <p:cTn id="8" dur="500" fill="hold"/>
                                        <p:tgtEl>
                                          <p:spTgt spid="43010"/>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3" presetClass="entr" presetSubtype="10" fill="hold" nodeType="clickEffect">
                                  <p:stCondLst>
                                    <p:cond delay="0"/>
                                  </p:stCondLst>
                                  <p:childTnLst>
                                    <p:set>
                                      <p:cBhvr>
                                        <p:cTn id="12" dur="1" fill="hold">
                                          <p:stCondLst>
                                            <p:cond delay="0"/>
                                          </p:stCondLst>
                                        </p:cTn>
                                        <p:tgtEl>
                                          <p:spTgt spid="5"/>
                                        </p:tgtEl>
                                        <p:attrNameLst>
                                          <p:attrName>style.visibility</p:attrName>
                                        </p:attrNameLst>
                                      </p:cBhvr>
                                      <p:to>
                                        <p:strVal val="visible"/>
                                      </p:to>
                                    </p:set>
                                    <p:animEffect transition="in" filter="blinds(horizontal)">
                                      <p:cBhvr>
                                        <p:cTn id="13" dur="500"/>
                                        <p:tgtEl>
                                          <p:spTgt spid="5"/>
                                        </p:tgtEl>
                                      </p:cBhvr>
                                    </p:animEffect>
                                  </p:childTnLst>
                                </p:cTn>
                              </p:par>
                            </p:childTnLst>
                          </p:cTn>
                        </p:par>
                      </p:childTnLst>
                    </p:cTn>
                  </p:par>
                  <p:par>
                    <p:cTn id="14" fill="hold">
                      <p:stCondLst>
                        <p:cond delay="indefinite"/>
                      </p:stCondLst>
                      <p:childTnLst>
                        <p:par>
                          <p:cTn id="15" fill="hold">
                            <p:stCondLst>
                              <p:cond delay="0"/>
                            </p:stCondLst>
                            <p:childTnLst>
                              <p:par>
                                <p:cTn id="16" presetID="9" presetClass="entr" presetSubtype="0" fill="hold" grpId="0" nodeType="clickEffect">
                                  <p:stCondLst>
                                    <p:cond delay="0"/>
                                  </p:stCondLst>
                                  <p:childTnLst>
                                    <p:set>
                                      <p:cBhvr>
                                        <p:cTn id="17" dur="1" fill="hold">
                                          <p:stCondLst>
                                            <p:cond delay="0"/>
                                          </p:stCondLst>
                                        </p:cTn>
                                        <p:tgtEl>
                                          <p:spTgt spid="43083"/>
                                        </p:tgtEl>
                                        <p:attrNameLst>
                                          <p:attrName>style.visibility</p:attrName>
                                        </p:attrNameLst>
                                      </p:cBhvr>
                                      <p:to>
                                        <p:strVal val="visible"/>
                                      </p:to>
                                    </p:set>
                                    <p:animEffect transition="in" filter="dissolve">
                                      <p:cBhvr>
                                        <p:cTn id="18" dur="500"/>
                                        <p:tgtEl>
                                          <p:spTgt spid="43083"/>
                                        </p:tgtEl>
                                      </p:cBhvr>
                                    </p:animEffect>
                                  </p:childTnLst>
                                </p:cTn>
                              </p:par>
                            </p:childTnLst>
                          </p:cTn>
                        </p:par>
                      </p:childTnLst>
                    </p:cTn>
                  </p:par>
                  <p:par>
                    <p:cTn id="19" fill="hold">
                      <p:stCondLst>
                        <p:cond delay="indefinite"/>
                      </p:stCondLst>
                      <p:childTnLst>
                        <p:par>
                          <p:cTn id="20" fill="hold">
                            <p:stCondLst>
                              <p:cond delay="0"/>
                            </p:stCondLst>
                            <p:childTnLst>
                              <p:par>
                                <p:cTn id="21" presetID="22" presetClass="entr" presetSubtype="8" fill="hold" nodeType="clickEffect">
                                  <p:stCondLst>
                                    <p:cond delay="0"/>
                                  </p:stCondLst>
                                  <p:childTnLst>
                                    <p:set>
                                      <p:cBhvr>
                                        <p:cTn id="22" dur="1" fill="hold">
                                          <p:stCondLst>
                                            <p:cond delay="0"/>
                                          </p:stCondLst>
                                        </p:cTn>
                                        <p:tgtEl>
                                          <p:spTgt spid="8"/>
                                        </p:tgtEl>
                                        <p:attrNameLst>
                                          <p:attrName>style.visibility</p:attrName>
                                        </p:attrNameLst>
                                      </p:cBhvr>
                                      <p:to>
                                        <p:strVal val="visible"/>
                                      </p:to>
                                    </p:set>
                                    <p:animEffect transition="in" filter="wipe(left)">
                                      <p:cBhvr>
                                        <p:cTn id="23" dur="1000"/>
                                        <p:tgtEl>
                                          <p:spTgt spid="8"/>
                                        </p:tgtEl>
                                      </p:cBhvr>
                                    </p:animEffect>
                                  </p:childTnLst>
                                </p:cTn>
                              </p:par>
                            </p:childTnLst>
                          </p:cTn>
                        </p:par>
                      </p:childTnLst>
                    </p:cTn>
                  </p:par>
                  <p:par>
                    <p:cTn id="24" fill="hold">
                      <p:stCondLst>
                        <p:cond delay="indefinite"/>
                      </p:stCondLst>
                      <p:childTnLst>
                        <p:par>
                          <p:cTn id="25" fill="hold">
                            <p:stCondLst>
                              <p:cond delay="0"/>
                            </p:stCondLst>
                            <p:childTnLst>
                              <p:par>
                                <p:cTn id="26" presetID="9" presetClass="entr" presetSubtype="0" fill="hold" grpId="0" nodeType="clickEffect">
                                  <p:stCondLst>
                                    <p:cond delay="0"/>
                                  </p:stCondLst>
                                  <p:childTnLst>
                                    <p:set>
                                      <p:cBhvr>
                                        <p:cTn id="27" dur="1" fill="hold">
                                          <p:stCondLst>
                                            <p:cond delay="0"/>
                                          </p:stCondLst>
                                        </p:cTn>
                                        <p:tgtEl>
                                          <p:spTgt spid="43084"/>
                                        </p:tgtEl>
                                        <p:attrNameLst>
                                          <p:attrName>style.visibility</p:attrName>
                                        </p:attrNameLst>
                                      </p:cBhvr>
                                      <p:to>
                                        <p:strVal val="visible"/>
                                      </p:to>
                                    </p:set>
                                    <p:animEffect transition="in" filter="dissolve">
                                      <p:cBhvr>
                                        <p:cTn id="28" dur="500"/>
                                        <p:tgtEl>
                                          <p:spTgt spid="43084"/>
                                        </p:tgtEl>
                                      </p:cBhvr>
                                    </p:animEffect>
                                  </p:childTnLst>
                                </p:cTn>
                              </p:par>
                            </p:childTnLst>
                          </p:cTn>
                        </p:par>
                      </p:childTnLst>
                    </p:cTn>
                  </p:par>
                  <p:par>
                    <p:cTn id="29" fill="hold">
                      <p:stCondLst>
                        <p:cond delay="indefinite"/>
                      </p:stCondLst>
                      <p:childTnLst>
                        <p:par>
                          <p:cTn id="30" fill="hold">
                            <p:stCondLst>
                              <p:cond delay="0"/>
                            </p:stCondLst>
                            <p:childTnLst>
                              <p:par>
                                <p:cTn id="31" presetID="14" presetClass="entr" presetSubtype="10" fill="hold" nodeType="clickEffect">
                                  <p:stCondLst>
                                    <p:cond delay="0"/>
                                  </p:stCondLst>
                                  <p:childTnLst>
                                    <p:set>
                                      <p:cBhvr>
                                        <p:cTn id="32" dur="1" fill="hold">
                                          <p:stCondLst>
                                            <p:cond delay="0"/>
                                          </p:stCondLst>
                                        </p:cTn>
                                        <p:tgtEl>
                                          <p:spTgt spid="43085"/>
                                        </p:tgtEl>
                                        <p:attrNameLst>
                                          <p:attrName>style.visibility</p:attrName>
                                        </p:attrNameLst>
                                      </p:cBhvr>
                                      <p:to>
                                        <p:strVal val="visible"/>
                                      </p:to>
                                    </p:set>
                                    <p:animEffect transition="in" filter="randombar(horizontal)">
                                      <p:cBhvr>
                                        <p:cTn id="33" dur="500"/>
                                        <p:tgtEl>
                                          <p:spTgt spid="43085"/>
                                        </p:tgtEl>
                                      </p:cBhvr>
                                    </p:animEffect>
                                  </p:childTnLst>
                                </p:cTn>
                              </p:par>
                            </p:childTnLst>
                          </p:cTn>
                        </p:par>
                      </p:childTnLst>
                    </p:cTn>
                  </p:par>
                  <p:par>
                    <p:cTn id="34" fill="hold">
                      <p:stCondLst>
                        <p:cond delay="indefinite"/>
                      </p:stCondLst>
                      <p:childTnLst>
                        <p:par>
                          <p:cTn id="35" fill="hold">
                            <p:stCondLst>
                              <p:cond delay="0"/>
                            </p:stCondLst>
                            <p:childTnLst>
                              <p:par>
                                <p:cTn id="36" presetID="3" presetClass="entr" presetSubtype="10" fill="hold" nodeType="clickEffect">
                                  <p:stCondLst>
                                    <p:cond delay="0"/>
                                  </p:stCondLst>
                                  <p:childTnLst>
                                    <p:set>
                                      <p:cBhvr>
                                        <p:cTn id="37" dur="1" fill="hold">
                                          <p:stCondLst>
                                            <p:cond delay="0"/>
                                          </p:stCondLst>
                                        </p:cTn>
                                        <p:tgtEl>
                                          <p:spTgt spid="4"/>
                                        </p:tgtEl>
                                        <p:attrNameLst>
                                          <p:attrName>style.visibility</p:attrName>
                                        </p:attrNameLst>
                                      </p:cBhvr>
                                      <p:to>
                                        <p:strVal val="visible"/>
                                      </p:to>
                                    </p:set>
                                    <p:animEffect transition="in" filter="blinds(horizontal)">
                                      <p:cBhvr>
                                        <p:cTn id="38" dur="500"/>
                                        <p:tgtEl>
                                          <p:spTgt spid="4"/>
                                        </p:tgtEl>
                                      </p:cBhvr>
                                    </p:animEffect>
                                  </p:childTnLst>
                                </p:cTn>
                              </p:par>
                            </p:childTnLst>
                          </p:cTn>
                        </p:par>
                      </p:childTnLst>
                    </p:cTn>
                  </p:par>
                  <p:par>
                    <p:cTn id="39" fill="hold">
                      <p:stCondLst>
                        <p:cond delay="indefinite"/>
                      </p:stCondLst>
                      <p:childTnLst>
                        <p:par>
                          <p:cTn id="40" fill="hold">
                            <p:stCondLst>
                              <p:cond delay="0"/>
                            </p:stCondLst>
                            <p:childTnLst>
                              <p:par>
                                <p:cTn id="41" presetID="22" presetClass="entr" presetSubtype="8" fill="hold" nodeType="clickEffect">
                                  <p:stCondLst>
                                    <p:cond delay="0"/>
                                  </p:stCondLst>
                                  <p:childTnLst>
                                    <p:set>
                                      <p:cBhvr>
                                        <p:cTn id="42" dur="1" fill="hold">
                                          <p:stCondLst>
                                            <p:cond delay="0"/>
                                          </p:stCondLst>
                                        </p:cTn>
                                        <p:tgtEl>
                                          <p:spTgt spid="9"/>
                                        </p:tgtEl>
                                        <p:attrNameLst>
                                          <p:attrName>style.visibility</p:attrName>
                                        </p:attrNameLst>
                                      </p:cBhvr>
                                      <p:to>
                                        <p:strVal val="visible"/>
                                      </p:to>
                                    </p:set>
                                    <p:animEffect transition="in" filter="wipe(left)">
                                      <p:cBhvr>
                                        <p:cTn id="43" dur="10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3010" grpId="0"/>
      <p:bldP spid="43083" grpId="0"/>
      <p:bldP spid="43084" grpId="0"/>
    </p:bld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8546" name="Text Box 2"/>
          <p:cNvSpPr txBox="1"/>
          <p:nvPr/>
        </p:nvSpPr>
        <p:spPr>
          <a:xfrm>
            <a:off x="395288" y="404813"/>
            <a:ext cx="1368425" cy="579437"/>
          </a:xfrm>
          <a:prstGeom prst="rect">
            <a:avLst/>
          </a:prstGeom>
          <a:noFill/>
          <a:ln w="9525">
            <a:noFill/>
          </a:ln>
        </p:spPr>
        <p:txBody>
          <a:bodyPr>
            <a:spAutoFit/>
          </a:bodyPr>
          <a:p>
            <a:pPr>
              <a:spcBef>
                <a:spcPct val="50000"/>
              </a:spcBef>
            </a:pPr>
            <a:r>
              <a:rPr lang="zh-CN" altLang="en-US" sz="3200" dirty="0">
                <a:solidFill>
                  <a:schemeClr val="bg1"/>
                </a:solidFill>
                <a:latin typeface="Times New Roman" panose="02020603050405020304" pitchFamily="18" charset="0"/>
                <a:ea typeface="宋体" panose="02010600030101010101" pitchFamily="2" charset="-122"/>
              </a:rPr>
              <a:t>例</a:t>
            </a:r>
            <a:r>
              <a:rPr lang="en-US" altLang="zh-CN" sz="3200" b="0" dirty="0">
                <a:solidFill>
                  <a:schemeClr val="bg1"/>
                </a:solidFill>
                <a:latin typeface="Times New Roman" panose="02020603050405020304" pitchFamily="18" charset="0"/>
                <a:ea typeface="宋体" panose="02010600030101010101" pitchFamily="2" charset="-122"/>
              </a:rPr>
              <a:t>3-4 </a:t>
            </a:r>
            <a:endParaRPr lang="en-US" altLang="zh-CN" sz="3200" b="0" dirty="0">
              <a:solidFill>
                <a:schemeClr val="bg1"/>
              </a:solidFill>
              <a:latin typeface="Times New Roman" panose="02020603050405020304" pitchFamily="18" charset="0"/>
              <a:ea typeface="宋体" panose="02010600030101010101" pitchFamily="2" charset="-122"/>
            </a:endParaRPr>
          </a:p>
        </p:txBody>
      </p:sp>
      <p:sp>
        <p:nvSpPr>
          <p:cNvPr id="108547" name="Rectangle 3"/>
          <p:cNvSpPr/>
          <p:nvPr/>
        </p:nvSpPr>
        <p:spPr>
          <a:xfrm>
            <a:off x="1476375" y="404813"/>
            <a:ext cx="5187950" cy="522287"/>
          </a:xfrm>
          <a:prstGeom prst="rect">
            <a:avLst/>
          </a:prstGeom>
          <a:noFill/>
          <a:ln w="9525">
            <a:noFill/>
          </a:ln>
        </p:spPr>
        <p:txBody>
          <a:bodyPr wrap="none">
            <a:spAutoFit/>
          </a:bodyPr>
          <a:p>
            <a:r>
              <a:rPr lang="zh-CN" altLang="en-US" dirty="0">
                <a:latin typeface="Times New Roman" panose="02020603050405020304" pitchFamily="18" charset="0"/>
              </a:rPr>
              <a:t>求图示电路的戴维南等效电路。</a:t>
            </a:r>
            <a:endParaRPr lang="zh-CN" altLang="en-US" dirty="0">
              <a:latin typeface="Times New Roman" panose="02020603050405020304" pitchFamily="18" charset="0"/>
            </a:endParaRPr>
          </a:p>
        </p:txBody>
      </p:sp>
      <p:graphicFrame>
        <p:nvGraphicFramePr>
          <p:cNvPr id="108548" name="Object 4"/>
          <p:cNvGraphicFramePr/>
          <p:nvPr/>
        </p:nvGraphicFramePr>
        <p:xfrm>
          <a:off x="709613" y="4508500"/>
          <a:ext cx="7727950" cy="1008063"/>
        </p:xfrm>
        <a:graphic>
          <a:graphicData uri="http://schemas.openxmlformats.org/presentationml/2006/ole">
            <mc:AlternateContent xmlns:mc="http://schemas.openxmlformats.org/markup-compatibility/2006">
              <mc:Choice xmlns:v="urn:schemas-microsoft-com:vml" Requires="v">
                <p:oleObj spid="_x0000_s3277" name="" r:id="rId1" imgW="4062095" imgH="495300" progId="Equation.3">
                  <p:embed/>
                </p:oleObj>
              </mc:Choice>
              <mc:Fallback>
                <p:oleObj name="" r:id="rId1" imgW="4062095" imgH="495300" progId="Equation.3">
                  <p:embed/>
                  <p:pic>
                    <p:nvPicPr>
                      <p:cNvPr id="0" name="图片 3276"/>
                      <p:cNvPicPr/>
                      <p:nvPr/>
                    </p:nvPicPr>
                    <p:blipFill>
                      <a:blip r:embed="rId2">
                        <a:clrChange>
                          <a:clrFrom>
                            <a:srgbClr val="000000"/>
                          </a:clrFrom>
                          <a:clrTo>
                            <a:srgbClr val="FFFFFF"/>
                          </a:clrTo>
                        </a:clrChange>
                      </a:blip>
                      <a:stretch>
                        <a:fillRect/>
                      </a:stretch>
                    </p:blipFill>
                    <p:spPr>
                      <a:xfrm>
                        <a:off x="709613" y="4508500"/>
                        <a:ext cx="7727950" cy="1008063"/>
                      </a:xfrm>
                      <a:prstGeom prst="rect">
                        <a:avLst/>
                      </a:prstGeom>
                      <a:noFill/>
                      <a:ln w="38100">
                        <a:noFill/>
                        <a:miter/>
                      </a:ln>
                    </p:spPr>
                  </p:pic>
                </p:oleObj>
              </mc:Fallback>
            </mc:AlternateContent>
          </a:graphicData>
        </a:graphic>
      </p:graphicFrame>
      <p:sp>
        <p:nvSpPr>
          <p:cNvPr id="108549" name="Text Box 5"/>
          <p:cNvSpPr txBox="1"/>
          <p:nvPr/>
        </p:nvSpPr>
        <p:spPr>
          <a:xfrm>
            <a:off x="468313" y="4005263"/>
            <a:ext cx="542925" cy="519112"/>
          </a:xfrm>
          <a:prstGeom prst="rect">
            <a:avLst/>
          </a:prstGeom>
          <a:solidFill>
            <a:srgbClr val="990033"/>
          </a:solidFill>
          <a:ln w="9525">
            <a:noFill/>
          </a:ln>
        </p:spPr>
        <p:txBody>
          <a:bodyPr wrap="none">
            <a:spAutoFit/>
          </a:bodyPr>
          <a:p>
            <a:pPr>
              <a:spcBef>
                <a:spcPct val="50000"/>
              </a:spcBef>
            </a:pPr>
            <a:r>
              <a:rPr lang="zh-CN" altLang="en-US" dirty="0">
                <a:solidFill>
                  <a:schemeClr val="bg1"/>
                </a:solidFill>
                <a:latin typeface="Times New Roman" panose="02020603050405020304" pitchFamily="18" charset="0"/>
                <a:ea typeface="宋体" panose="02010600030101010101" pitchFamily="2" charset="-122"/>
              </a:rPr>
              <a:t>解</a:t>
            </a:r>
            <a:endParaRPr lang="zh-CN" altLang="en-US" dirty="0">
              <a:solidFill>
                <a:schemeClr val="bg1"/>
              </a:solidFill>
              <a:latin typeface="Times New Roman" panose="02020603050405020304" pitchFamily="18" charset="0"/>
              <a:ea typeface="宋体" panose="02010600030101010101" pitchFamily="2" charset="-122"/>
            </a:endParaRPr>
          </a:p>
        </p:txBody>
      </p:sp>
      <p:sp>
        <p:nvSpPr>
          <p:cNvPr id="108550" name="Line 6"/>
          <p:cNvSpPr/>
          <p:nvPr/>
        </p:nvSpPr>
        <p:spPr>
          <a:xfrm>
            <a:off x="1116013" y="5734050"/>
            <a:ext cx="574675" cy="0"/>
          </a:xfrm>
          <a:prstGeom prst="line">
            <a:avLst/>
          </a:prstGeom>
          <a:ln w="76200" cap="flat" cmpd="sng">
            <a:solidFill>
              <a:srgbClr val="0066FF"/>
            </a:solidFill>
            <a:prstDash val="solid"/>
            <a:headEnd type="none" w="med" len="med"/>
            <a:tailEnd type="triangle" w="med" len="med"/>
          </a:ln>
        </p:spPr>
      </p:sp>
      <p:grpSp>
        <p:nvGrpSpPr>
          <p:cNvPr id="36880" name="Group 12"/>
          <p:cNvGrpSpPr/>
          <p:nvPr/>
        </p:nvGrpSpPr>
        <p:grpSpPr>
          <a:xfrm>
            <a:off x="8316913" y="6446838"/>
            <a:ext cx="792162" cy="366712"/>
            <a:chOff x="5193" y="4020"/>
            <a:chExt cx="499" cy="231"/>
          </a:xfrm>
        </p:grpSpPr>
        <p:pic>
          <p:nvPicPr>
            <p:cNvPr id="36953" name="Picture 13" descr="78900"/>
            <p:cNvPicPr>
              <a:picLocks noChangeAspect="1"/>
            </p:cNvPicPr>
            <p:nvPr/>
          </p:nvPicPr>
          <p:blipFill>
            <a:blip r:embed="rId3"/>
            <a:stretch>
              <a:fillRect/>
            </a:stretch>
          </p:blipFill>
          <p:spPr>
            <a:xfrm>
              <a:off x="5193" y="4066"/>
              <a:ext cx="499" cy="181"/>
            </a:xfrm>
            <a:prstGeom prst="rect">
              <a:avLst/>
            </a:prstGeom>
            <a:noFill/>
            <a:ln w="9525">
              <a:noFill/>
            </a:ln>
          </p:spPr>
        </p:pic>
        <p:sp>
          <p:nvSpPr>
            <p:cNvPr id="36954" name="Text Box 14">
              <a:hlinkClick r:id="" action="ppaction://hlinkshowjump?jump=nextslide"/>
            </p:cNvPr>
            <p:cNvSpPr txBox="1"/>
            <p:nvPr/>
          </p:nvSpPr>
          <p:spPr>
            <a:xfrm>
              <a:off x="5216" y="4020"/>
              <a:ext cx="476" cy="231"/>
            </a:xfrm>
            <a:prstGeom prst="rect">
              <a:avLst/>
            </a:prstGeom>
            <a:noFill/>
            <a:ln w="9525">
              <a:noFill/>
            </a:ln>
          </p:spPr>
          <p:txBody>
            <a:bodyPr wrap="none">
              <a:spAutoFit/>
            </a:bodyPr>
            <a:p>
              <a:pPr>
                <a:spcBef>
                  <a:spcPct val="50000"/>
                </a:spcBef>
              </a:pPr>
              <a:r>
                <a:rPr lang="zh-CN" altLang="en-US" sz="1800" b="0" dirty="0">
                  <a:solidFill>
                    <a:schemeClr val="bg1"/>
                  </a:solidFill>
                  <a:latin typeface="隶书" panose="02010509060101010101" pitchFamily="49" charset="-122"/>
                  <a:ea typeface="隶书" panose="02010509060101010101" pitchFamily="49" charset="-122"/>
                </a:rPr>
                <a:t>下 页</a:t>
              </a:r>
              <a:endParaRPr lang="zh-CN" altLang="en-US" sz="1800" b="0" dirty="0">
                <a:solidFill>
                  <a:schemeClr val="bg1"/>
                </a:solidFill>
                <a:latin typeface="隶书" panose="02010509060101010101" pitchFamily="49" charset="-122"/>
                <a:ea typeface="隶书" panose="02010509060101010101" pitchFamily="49" charset="-122"/>
              </a:endParaRPr>
            </a:p>
          </p:txBody>
        </p:sp>
      </p:grpSp>
      <p:grpSp>
        <p:nvGrpSpPr>
          <p:cNvPr id="36881" name="Group 15"/>
          <p:cNvGrpSpPr/>
          <p:nvPr/>
        </p:nvGrpSpPr>
        <p:grpSpPr>
          <a:xfrm>
            <a:off x="7453313" y="6446838"/>
            <a:ext cx="792162" cy="366712"/>
            <a:chOff x="4649" y="4020"/>
            <a:chExt cx="499" cy="231"/>
          </a:xfrm>
        </p:grpSpPr>
        <p:pic>
          <p:nvPicPr>
            <p:cNvPr id="36951" name="Picture 16" descr="78900"/>
            <p:cNvPicPr>
              <a:picLocks noChangeAspect="1"/>
            </p:cNvPicPr>
            <p:nvPr/>
          </p:nvPicPr>
          <p:blipFill>
            <a:blip r:embed="rId3"/>
            <a:stretch>
              <a:fillRect/>
            </a:stretch>
          </p:blipFill>
          <p:spPr>
            <a:xfrm>
              <a:off x="4649" y="4066"/>
              <a:ext cx="499" cy="181"/>
            </a:xfrm>
            <a:prstGeom prst="rect">
              <a:avLst/>
            </a:prstGeom>
            <a:noFill/>
            <a:ln w="9525">
              <a:noFill/>
            </a:ln>
          </p:spPr>
        </p:pic>
        <p:sp>
          <p:nvSpPr>
            <p:cNvPr id="36952" name="Text Box 17">
              <a:hlinkClick r:id="" action="ppaction://hlinkshowjump?jump=previousslide"/>
            </p:cNvPr>
            <p:cNvSpPr txBox="1"/>
            <p:nvPr/>
          </p:nvSpPr>
          <p:spPr>
            <a:xfrm>
              <a:off x="4672" y="4020"/>
              <a:ext cx="476" cy="231"/>
            </a:xfrm>
            <a:prstGeom prst="rect">
              <a:avLst/>
            </a:prstGeom>
            <a:noFill/>
            <a:ln w="9525">
              <a:noFill/>
            </a:ln>
          </p:spPr>
          <p:txBody>
            <a:bodyPr wrap="none">
              <a:spAutoFit/>
            </a:bodyPr>
            <a:p>
              <a:pPr>
                <a:spcBef>
                  <a:spcPct val="50000"/>
                </a:spcBef>
              </a:pPr>
              <a:r>
                <a:rPr lang="zh-CN" altLang="en-US" sz="1800" b="0" dirty="0">
                  <a:solidFill>
                    <a:schemeClr val="bg1"/>
                  </a:solidFill>
                  <a:latin typeface="隶书" panose="02010509060101010101" pitchFamily="49" charset="-122"/>
                  <a:ea typeface="隶书" panose="02010509060101010101" pitchFamily="49" charset="-122"/>
                </a:rPr>
                <a:t>上 页</a:t>
              </a:r>
              <a:endParaRPr lang="zh-CN" altLang="en-US" sz="1800" b="0" dirty="0">
                <a:solidFill>
                  <a:schemeClr val="bg1"/>
                </a:solidFill>
                <a:latin typeface="隶书" panose="02010509060101010101" pitchFamily="49" charset="-122"/>
                <a:ea typeface="隶书" panose="02010509060101010101" pitchFamily="49" charset="-122"/>
              </a:endParaRPr>
            </a:p>
          </p:txBody>
        </p:sp>
      </p:grpSp>
      <p:sp>
        <p:nvSpPr>
          <p:cNvPr id="108637" name="Text Box 93"/>
          <p:cNvSpPr txBox="1"/>
          <p:nvPr/>
        </p:nvSpPr>
        <p:spPr>
          <a:xfrm>
            <a:off x="1258888" y="4005263"/>
            <a:ext cx="2327275" cy="519112"/>
          </a:xfrm>
          <a:prstGeom prst="rect">
            <a:avLst/>
          </a:prstGeom>
          <a:noFill/>
          <a:ln w="25400">
            <a:noFill/>
          </a:ln>
        </p:spPr>
        <p:txBody>
          <a:bodyPr wrap="none">
            <a:spAutoFit/>
          </a:bodyPr>
          <a:p>
            <a:pPr>
              <a:spcBef>
                <a:spcPct val="50000"/>
              </a:spcBef>
            </a:pPr>
            <a:r>
              <a:rPr lang="zh-CN" altLang="en-US" dirty="0">
                <a:latin typeface="Times New Roman" panose="02020603050405020304" pitchFamily="18" charset="0"/>
              </a:rPr>
              <a:t>求开路电压：</a:t>
            </a:r>
            <a:endParaRPr lang="zh-CN" altLang="en-US" dirty="0">
              <a:latin typeface="Times New Roman" panose="02020603050405020304" pitchFamily="18" charset="0"/>
            </a:endParaRPr>
          </a:p>
        </p:txBody>
      </p:sp>
      <p:grpSp>
        <p:nvGrpSpPr>
          <p:cNvPr id="36883" name="Group 98"/>
          <p:cNvGrpSpPr/>
          <p:nvPr/>
        </p:nvGrpSpPr>
        <p:grpSpPr>
          <a:xfrm>
            <a:off x="6588125" y="6446838"/>
            <a:ext cx="792163" cy="366712"/>
            <a:chOff x="4649" y="4020"/>
            <a:chExt cx="499" cy="231"/>
          </a:xfrm>
        </p:grpSpPr>
        <p:pic>
          <p:nvPicPr>
            <p:cNvPr id="36949" name="Picture 99" descr="78900"/>
            <p:cNvPicPr>
              <a:picLocks noChangeAspect="1"/>
            </p:cNvPicPr>
            <p:nvPr/>
          </p:nvPicPr>
          <p:blipFill>
            <a:blip r:embed="rId3"/>
            <a:stretch>
              <a:fillRect/>
            </a:stretch>
          </p:blipFill>
          <p:spPr>
            <a:xfrm>
              <a:off x="4649" y="4066"/>
              <a:ext cx="499" cy="181"/>
            </a:xfrm>
            <a:prstGeom prst="rect">
              <a:avLst/>
            </a:prstGeom>
            <a:noFill/>
            <a:ln w="9525">
              <a:noFill/>
            </a:ln>
          </p:spPr>
        </p:pic>
        <p:sp>
          <p:nvSpPr>
            <p:cNvPr id="36950" name="Text Box 100">
              <a:hlinkClick r:id="" action="ppaction://hlinkshowjump?jump=firstslide"/>
            </p:cNvPr>
            <p:cNvSpPr txBox="1"/>
            <p:nvPr/>
          </p:nvSpPr>
          <p:spPr>
            <a:xfrm>
              <a:off x="4672" y="4020"/>
              <a:ext cx="476" cy="231"/>
            </a:xfrm>
            <a:prstGeom prst="rect">
              <a:avLst/>
            </a:prstGeom>
            <a:noFill/>
            <a:ln w="9525">
              <a:noFill/>
            </a:ln>
          </p:spPr>
          <p:txBody>
            <a:bodyPr wrap="none">
              <a:spAutoFit/>
            </a:bodyPr>
            <a:p>
              <a:pPr>
                <a:spcBef>
                  <a:spcPct val="50000"/>
                </a:spcBef>
              </a:pPr>
              <a:r>
                <a:rPr lang="zh-CN" altLang="en-US" sz="1800" b="0" dirty="0">
                  <a:solidFill>
                    <a:schemeClr val="bg1"/>
                  </a:solidFill>
                  <a:latin typeface="隶书" panose="02010509060101010101" pitchFamily="49" charset="-122"/>
                  <a:ea typeface="隶书" panose="02010509060101010101" pitchFamily="49" charset="-122"/>
                </a:rPr>
                <a:t>返 回</a:t>
              </a:r>
              <a:endParaRPr lang="zh-CN" altLang="en-US" sz="1800" b="0" dirty="0">
                <a:solidFill>
                  <a:schemeClr val="bg1"/>
                </a:solidFill>
                <a:latin typeface="隶书" panose="02010509060101010101" pitchFamily="49" charset="-122"/>
                <a:ea typeface="隶书" panose="02010509060101010101" pitchFamily="49" charset="-122"/>
              </a:endParaRPr>
            </a:p>
          </p:txBody>
        </p:sp>
      </p:grpSp>
      <p:grpSp>
        <p:nvGrpSpPr>
          <p:cNvPr id="5" name="Group 115"/>
          <p:cNvGrpSpPr/>
          <p:nvPr/>
        </p:nvGrpSpPr>
        <p:grpSpPr>
          <a:xfrm>
            <a:off x="1692275" y="5300663"/>
            <a:ext cx="3725863" cy="935037"/>
            <a:chOff x="1064" y="3385"/>
            <a:chExt cx="2347" cy="589"/>
          </a:xfrm>
        </p:grpSpPr>
        <p:graphicFrame>
          <p:nvGraphicFramePr>
            <p:cNvPr id="36875" name="Object 7"/>
            <p:cNvGraphicFramePr/>
            <p:nvPr/>
          </p:nvGraphicFramePr>
          <p:xfrm>
            <a:off x="1064" y="3385"/>
            <a:ext cx="2347" cy="589"/>
          </p:xfrm>
          <a:graphic>
            <a:graphicData uri="http://schemas.openxmlformats.org/presentationml/2006/ole">
              <mc:AlternateContent xmlns:mc="http://schemas.openxmlformats.org/markup-compatibility/2006">
                <mc:Choice xmlns:v="urn:schemas-microsoft-com:vml" Requires="v">
                  <p:oleObj spid="_x0000_s3276" name="" r:id="rId4" imgW="1929765" imgH="482600" progId="Equation.3">
                    <p:embed/>
                  </p:oleObj>
                </mc:Choice>
                <mc:Fallback>
                  <p:oleObj name="" r:id="rId4" imgW="1929765" imgH="482600" progId="Equation.3">
                    <p:embed/>
                    <p:pic>
                      <p:nvPicPr>
                        <p:cNvPr id="0" name="图片 3275"/>
                        <p:cNvPicPr/>
                        <p:nvPr/>
                      </p:nvPicPr>
                      <p:blipFill>
                        <a:blip r:embed="rId5">
                          <a:clrChange>
                            <a:clrFrom>
                              <a:srgbClr val="000000"/>
                            </a:clrFrom>
                            <a:clrTo>
                              <a:srgbClr val="FFFFFF"/>
                            </a:clrTo>
                          </a:clrChange>
                        </a:blip>
                        <a:stretch>
                          <a:fillRect/>
                        </a:stretch>
                      </p:blipFill>
                      <p:spPr>
                        <a:xfrm>
                          <a:off x="1064" y="3385"/>
                          <a:ext cx="2347" cy="589"/>
                        </a:xfrm>
                        <a:prstGeom prst="rect">
                          <a:avLst/>
                        </a:prstGeom>
                        <a:noFill/>
                        <a:ln w="38100">
                          <a:noFill/>
                          <a:miter/>
                        </a:ln>
                      </p:spPr>
                    </p:pic>
                  </p:oleObj>
                </mc:Fallback>
              </mc:AlternateContent>
            </a:graphicData>
          </a:graphic>
        </p:graphicFrame>
        <p:sp>
          <p:nvSpPr>
            <p:cNvPr id="36948" name="Line 114"/>
            <p:cNvSpPr/>
            <p:nvPr/>
          </p:nvSpPr>
          <p:spPr>
            <a:xfrm>
              <a:off x="2826" y="3784"/>
              <a:ext cx="317" cy="0"/>
            </a:xfrm>
            <a:prstGeom prst="line">
              <a:avLst/>
            </a:prstGeom>
            <a:ln w="9525" cap="flat" cmpd="sng">
              <a:solidFill>
                <a:schemeClr val="bg1"/>
              </a:solidFill>
              <a:prstDash val="solid"/>
              <a:headEnd type="none" w="med" len="med"/>
              <a:tailEnd type="none" w="med" len="med"/>
            </a:ln>
          </p:spPr>
        </p:sp>
      </p:grpSp>
      <p:grpSp>
        <p:nvGrpSpPr>
          <p:cNvPr id="6" name="Group 119"/>
          <p:cNvGrpSpPr/>
          <p:nvPr/>
        </p:nvGrpSpPr>
        <p:grpSpPr>
          <a:xfrm>
            <a:off x="827088" y="981075"/>
            <a:ext cx="3357562" cy="2808288"/>
            <a:chOff x="521" y="618"/>
            <a:chExt cx="2115" cy="1769"/>
          </a:xfrm>
        </p:grpSpPr>
        <p:grpSp>
          <p:nvGrpSpPr>
            <p:cNvPr id="36915" name="Group 106"/>
            <p:cNvGrpSpPr/>
            <p:nvPr/>
          </p:nvGrpSpPr>
          <p:grpSpPr>
            <a:xfrm>
              <a:off x="521" y="618"/>
              <a:ext cx="2115" cy="1769"/>
              <a:chOff x="521" y="618"/>
              <a:chExt cx="2115" cy="1769"/>
            </a:xfrm>
          </p:grpSpPr>
          <p:sp>
            <p:nvSpPr>
              <p:cNvPr id="36919" name="Oval 19"/>
              <p:cNvSpPr/>
              <p:nvPr/>
            </p:nvSpPr>
            <p:spPr>
              <a:xfrm>
                <a:off x="521" y="1752"/>
                <a:ext cx="363" cy="363"/>
              </a:xfrm>
              <a:prstGeom prst="ellipse">
                <a:avLst/>
              </a:prstGeom>
              <a:gradFill rotWithShape="1">
                <a:gsLst>
                  <a:gs pos="0">
                    <a:srgbClr val="0099FF"/>
                  </a:gs>
                  <a:gs pos="100000">
                    <a:srgbClr val="004776"/>
                  </a:gs>
                </a:gsLst>
                <a:path path="shape">
                  <a:fillToRect l="50000" t="50000" r="50000" b="50000"/>
                </a:path>
                <a:tileRect/>
              </a:gradFill>
              <a:ln w="38100" cap="flat" cmpd="sng">
                <a:solidFill>
                  <a:srgbClr val="FF9900"/>
                </a:solidFill>
                <a:prstDash val="solid"/>
                <a:headEnd type="none" w="med" len="med"/>
                <a:tailEnd type="none" w="med" len="med"/>
              </a:ln>
            </p:spPr>
            <p:txBody>
              <a:bodyPr wrap="none" anchor="ctr" anchorCtr="0"/>
              <a:p>
                <a:endParaRPr lang="zh-CN" altLang="en-US" dirty="0">
                  <a:latin typeface="楷体_GB2312" pitchFamily="49" charset="-122"/>
                </a:endParaRPr>
              </a:p>
            </p:txBody>
          </p:sp>
          <p:sp>
            <p:nvSpPr>
              <p:cNvPr id="36920" name="Line 20"/>
              <p:cNvSpPr/>
              <p:nvPr/>
            </p:nvSpPr>
            <p:spPr>
              <a:xfrm>
                <a:off x="702" y="755"/>
                <a:ext cx="1315" cy="0"/>
              </a:xfrm>
              <a:prstGeom prst="line">
                <a:avLst/>
              </a:prstGeom>
              <a:ln w="28575" cap="flat" cmpd="sng">
                <a:solidFill>
                  <a:srgbClr val="FFCC00"/>
                </a:solidFill>
                <a:prstDash val="solid"/>
                <a:headEnd type="none" w="med" len="med"/>
                <a:tailEnd type="none" w="med" len="med"/>
              </a:ln>
            </p:spPr>
          </p:sp>
          <p:sp>
            <p:nvSpPr>
              <p:cNvPr id="36921" name="Line 22"/>
              <p:cNvSpPr/>
              <p:nvPr/>
            </p:nvSpPr>
            <p:spPr>
              <a:xfrm flipV="1">
                <a:off x="702" y="1208"/>
                <a:ext cx="1723" cy="1"/>
              </a:xfrm>
              <a:prstGeom prst="line">
                <a:avLst/>
              </a:prstGeom>
              <a:ln w="28575" cap="flat" cmpd="sng">
                <a:solidFill>
                  <a:srgbClr val="FFCC00"/>
                </a:solidFill>
                <a:prstDash val="solid"/>
                <a:headEnd type="none" w="med" len="med"/>
                <a:tailEnd type="none" w="med" len="med"/>
              </a:ln>
            </p:spPr>
          </p:sp>
          <p:sp>
            <p:nvSpPr>
              <p:cNvPr id="36922" name="Line 23"/>
              <p:cNvSpPr/>
              <p:nvPr/>
            </p:nvSpPr>
            <p:spPr>
              <a:xfrm>
                <a:off x="702" y="2342"/>
                <a:ext cx="1814" cy="0"/>
              </a:xfrm>
              <a:prstGeom prst="line">
                <a:avLst/>
              </a:prstGeom>
              <a:ln w="28575" cap="flat" cmpd="sng">
                <a:solidFill>
                  <a:srgbClr val="FFCC00"/>
                </a:solidFill>
                <a:prstDash val="solid"/>
                <a:headEnd type="none" w="med" len="med"/>
                <a:tailEnd type="none" w="med" len="med"/>
              </a:ln>
            </p:spPr>
          </p:sp>
          <p:sp>
            <p:nvSpPr>
              <p:cNvPr id="36923" name="Text Box 24"/>
              <p:cNvSpPr txBox="1"/>
              <p:nvPr/>
            </p:nvSpPr>
            <p:spPr>
              <a:xfrm>
                <a:off x="1383" y="1480"/>
                <a:ext cx="686" cy="327"/>
              </a:xfrm>
              <a:prstGeom prst="rect">
                <a:avLst/>
              </a:prstGeom>
              <a:noFill/>
              <a:ln w="28575">
                <a:noFill/>
              </a:ln>
            </p:spPr>
            <p:txBody>
              <a:bodyPr wrap="none" anchor="ctr" anchorCtr="0">
                <a:spAutoFit/>
              </a:bodyPr>
              <a:p>
                <a:pPr algn="ctr"/>
                <a:r>
                  <a:rPr lang="en-US" altLang="zh-CN" b="0" dirty="0">
                    <a:solidFill>
                      <a:schemeClr val="bg1"/>
                    </a:solidFill>
                    <a:latin typeface="Times New Roman" panose="02020603050405020304" pitchFamily="18" charset="0"/>
                    <a:ea typeface="宋体" panose="02010600030101010101" pitchFamily="2" charset="-122"/>
                  </a:rPr>
                  <a:t>j300</a:t>
                </a:r>
                <a:r>
                  <a:rPr lang="en-US" altLang="zh-CN" b="0" dirty="0">
                    <a:solidFill>
                      <a:schemeClr val="bg1"/>
                    </a:solidFill>
                    <a:latin typeface="Times New Roman" panose="02020603050405020304" pitchFamily="18" charset="0"/>
                    <a:ea typeface="宋体" panose="02010600030101010101" pitchFamily="2" charset="-122"/>
                    <a:sym typeface="Symbol" panose="05050102010706020507" pitchFamily="18" charset="2"/>
                  </a:rPr>
                  <a:t></a:t>
                </a:r>
                <a:endParaRPr lang="en-US" altLang="zh-CN" b="0" dirty="0">
                  <a:latin typeface="Times New Roman" panose="02020603050405020304" pitchFamily="18" charset="0"/>
                  <a:ea typeface="宋体" panose="02010600030101010101" pitchFamily="2" charset="-122"/>
                  <a:sym typeface="Symbol" panose="05050102010706020507" pitchFamily="18" charset="2"/>
                </a:endParaRPr>
              </a:p>
            </p:txBody>
          </p:sp>
          <p:sp>
            <p:nvSpPr>
              <p:cNvPr id="36924" name="Text Box 25"/>
              <p:cNvSpPr txBox="1"/>
              <p:nvPr/>
            </p:nvSpPr>
            <p:spPr>
              <a:xfrm>
                <a:off x="793" y="1525"/>
                <a:ext cx="244" cy="327"/>
              </a:xfrm>
              <a:prstGeom prst="rect">
                <a:avLst/>
              </a:prstGeom>
              <a:noFill/>
              <a:ln w="28575">
                <a:noFill/>
              </a:ln>
            </p:spPr>
            <p:txBody>
              <a:bodyPr wrap="none" anchor="ctr" anchorCtr="0">
                <a:spAutoFit/>
              </a:bodyPr>
              <a:p>
                <a:pPr algn="ctr"/>
                <a:r>
                  <a:rPr lang="en-US" altLang="zh-CN" b="0" dirty="0">
                    <a:solidFill>
                      <a:schemeClr val="bg1"/>
                    </a:solidFill>
                    <a:latin typeface="Times New Roman" panose="02020603050405020304" pitchFamily="18" charset="0"/>
                    <a:ea typeface="宋体" panose="02010600030101010101" pitchFamily="2" charset="-122"/>
                  </a:rPr>
                  <a:t>+</a:t>
                </a:r>
                <a:endParaRPr lang="en-US" altLang="zh-CN" b="0" dirty="0">
                  <a:latin typeface="Times New Roman" panose="02020603050405020304" pitchFamily="18" charset="0"/>
                  <a:ea typeface="宋体" panose="02010600030101010101" pitchFamily="2" charset="-122"/>
                </a:endParaRPr>
              </a:p>
            </p:txBody>
          </p:sp>
          <p:sp>
            <p:nvSpPr>
              <p:cNvPr id="36925" name="Text Box 26"/>
              <p:cNvSpPr txBox="1"/>
              <p:nvPr/>
            </p:nvSpPr>
            <p:spPr>
              <a:xfrm>
                <a:off x="793" y="1979"/>
                <a:ext cx="228" cy="327"/>
              </a:xfrm>
              <a:prstGeom prst="rect">
                <a:avLst/>
              </a:prstGeom>
              <a:noFill/>
              <a:ln w="28575">
                <a:noFill/>
              </a:ln>
            </p:spPr>
            <p:txBody>
              <a:bodyPr wrap="none" anchor="ctr" anchorCtr="0">
                <a:spAutoFit/>
              </a:bodyPr>
              <a:p>
                <a:pPr algn="ctr"/>
                <a:r>
                  <a:rPr lang="en-US" altLang="zh-CN" b="0" dirty="0">
                    <a:solidFill>
                      <a:schemeClr val="bg1"/>
                    </a:solidFill>
                    <a:latin typeface="Times New Roman" panose="02020603050405020304" pitchFamily="18" charset="0"/>
                    <a:ea typeface="宋体" panose="02010600030101010101" pitchFamily="2" charset="-122"/>
                  </a:rPr>
                  <a:t>_</a:t>
                </a:r>
                <a:endParaRPr lang="en-US" altLang="zh-CN" b="0" dirty="0">
                  <a:latin typeface="Times New Roman" panose="02020603050405020304" pitchFamily="18" charset="0"/>
                  <a:ea typeface="宋体" panose="02010600030101010101" pitchFamily="2" charset="-122"/>
                </a:endParaRPr>
              </a:p>
            </p:txBody>
          </p:sp>
          <p:graphicFrame>
            <p:nvGraphicFramePr>
              <p:cNvPr id="36871" name="Object 27"/>
              <p:cNvGraphicFramePr/>
              <p:nvPr/>
            </p:nvGraphicFramePr>
            <p:xfrm>
              <a:off x="929" y="1835"/>
              <a:ext cx="510" cy="280"/>
            </p:xfrm>
            <a:graphic>
              <a:graphicData uri="http://schemas.openxmlformats.org/presentationml/2006/ole">
                <mc:AlternateContent xmlns:mc="http://schemas.openxmlformats.org/markup-compatibility/2006">
                  <mc:Choice xmlns:v="urn:schemas-microsoft-com:vml" Requires="v">
                    <p:oleObj spid="_x0000_s3275" name="" r:id="rId6" imgW="419100" imgH="228600" progId="Equation.DSMT4">
                      <p:embed/>
                    </p:oleObj>
                  </mc:Choice>
                  <mc:Fallback>
                    <p:oleObj name="" r:id="rId6" imgW="419100" imgH="228600" progId="Equation.DSMT4">
                      <p:embed/>
                      <p:pic>
                        <p:nvPicPr>
                          <p:cNvPr id="0" name="图片 3274"/>
                          <p:cNvPicPr/>
                          <p:nvPr/>
                        </p:nvPicPr>
                        <p:blipFill>
                          <a:blip r:embed="rId7">
                            <a:clrChange>
                              <a:clrFrom>
                                <a:srgbClr val="000000"/>
                              </a:clrFrom>
                              <a:clrTo>
                                <a:srgbClr val="FFFFFF"/>
                              </a:clrTo>
                            </a:clrChange>
                          </a:blip>
                          <a:stretch>
                            <a:fillRect/>
                          </a:stretch>
                        </p:blipFill>
                        <p:spPr>
                          <a:xfrm>
                            <a:off x="929" y="1835"/>
                            <a:ext cx="510" cy="280"/>
                          </a:xfrm>
                          <a:prstGeom prst="rect">
                            <a:avLst/>
                          </a:prstGeom>
                          <a:noFill/>
                          <a:ln w="38100">
                            <a:noFill/>
                            <a:miter/>
                          </a:ln>
                        </p:spPr>
                      </p:pic>
                    </p:oleObj>
                  </mc:Fallback>
                </mc:AlternateContent>
              </a:graphicData>
            </a:graphic>
          </p:graphicFrame>
          <p:graphicFrame>
            <p:nvGraphicFramePr>
              <p:cNvPr id="36872" name="Object 28"/>
              <p:cNvGraphicFramePr/>
              <p:nvPr/>
            </p:nvGraphicFramePr>
            <p:xfrm>
              <a:off x="2326" y="1578"/>
              <a:ext cx="310" cy="326"/>
            </p:xfrm>
            <a:graphic>
              <a:graphicData uri="http://schemas.openxmlformats.org/presentationml/2006/ole">
                <mc:AlternateContent xmlns:mc="http://schemas.openxmlformats.org/markup-compatibility/2006">
                  <mc:Choice xmlns:v="urn:schemas-microsoft-com:vml" Requires="v">
                    <p:oleObj spid="_x0000_s3273" name="" r:id="rId8" imgW="253365" imgH="266065" progId="Equation.3">
                      <p:embed/>
                    </p:oleObj>
                  </mc:Choice>
                  <mc:Fallback>
                    <p:oleObj name="" r:id="rId8" imgW="253365" imgH="266065" progId="Equation.3">
                      <p:embed/>
                      <p:pic>
                        <p:nvPicPr>
                          <p:cNvPr id="0" name="图片 3272"/>
                          <p:cNvPicPr/>
                          <p:nvPr/>
                        </p:nvPicPr>
                        <p:blipFill>
                          <a:blip r:embed="rId9">
                            <a:clrChange>
                              <a:clrFrom>
                                <a:srgbClr val="000000"/>
                              </a:clrFrom>
                              <a:clrTo>
                                <a:srgbClr val="FFFFFF"/>
                              </a:clrTo>
                            </a:clrChange>
                          </a:blip>
                          <a:stretch>
                            <a:fillRect/>
                          </a:stretch>
                        </p:blipFill>
                        <p:spPr>
                          <a:xfrm>
                            <a:off x="2326" y="1578"/>
                            <a:ext cx="310" cy="326"/>
                          </a:xfrm>
                          <a:prstGeom prst="rect">
                            <a:avLst/>
                          </a:prstGeom>
                          <a:noFill/>
                          <a:ln w="38100">
                            <a:noFill/>
                            <a:miter/>
                          </a:ln>
                        </p:spPr>
                      </p:pic>
                    </p:oleObj>
                  </mc:Fallback>
                </mc:AlternateContent>
              </a:graphicData>
            </a:graphic>
          </p:graphicFrame>
          <p:sp>
            <p:nvSpPr>
              <p:cNvPr id="36926" name="Text Box 29"/>
              <p:cNvSpPr txBox="1"/>
              <p:nvPr/>
            </p:nvSpPr>
            <p:spPr>
              <a:xfrm>
                <a:off x="2380" y="1208"/>
                <a:ext cx="244" cy="327"/>
              </a:xfrm>
              <a:prstGeom prst="rect">
                <a:avLst/>
              </a:prstGeom>
              <a:noFill/>
              <a:ln w="28575">
                <a:noFill/>
              </a:ln>
            </p:spPr>
            <p:txBody>
              <a:bodyPr wrap="none" anchor="ctr" anchorCtr="0">
                <a:spAutoFit/>
              </a:bodyPr>
              <a:p>
                <a:pPr algn="ctr"/>
                <a:r>
                  <a:rPr lang="en-US" altLang="zh-CN" b="0" dirty="0">
                    <a:solidFill>
                      <a:schemeClr val="bg1"/>
                    </a:solidFill>
                    <a:latin typeface="Times New Roman" panose="02020603050405020304" pitchFamily="18" charset="0"/>
                    <a:ea typeface="宋体" panose="02010600030101010101" pitchFamily="2" charset="-122"/>
                  </a:rPr>
                  <a:t>+</a:t>
                </a:r>
                <a:endParaRPr lang="en-US" altLang="zh-CN" b="0" dirty="0">
                  <a:latin typeface="Times New Roman" panose="02020603050405020304" pitchFamily="18" charset="0"/>
                  <a:ea typeface="宋体" panose="02010600030101010101" pitchFamily="2" charset="-122"/>
                </a:endParaRPr>
              </a:p>
            </p:txBody>
          </p:sp>
          <p:sp>
            <p:nvSpPr>
              <p:cNvPr id="36927" name="Text Box 30"/>
              <p:cNvSpPr txBox="1"/>
              <p:nvPr/>
            </p:nvSpPr>
            <p:spPr>
              <a:xfrm>
                <a:off x="2380" y="1934"/>
                <a:ext cx="228" cy="327"/>
              </a:xfrm>
              <a:prstGeom prst="rect">
                <a:avLst/>
              </a:prstGeom>
              <a:noFill/>
              <a:ln w="28575">
                <a:noFill/>
              </a:ln>
            </p:spPr>
            <p:txBody>
              <a:bodyPr wrap="none" anchor="ctr" anchorCtr="0">
                <a:spAutoFit/>
              </a:bodyPr>
              <a:p>
                <a:pPr algn="ctr"/>
                <a:r>
                  <a:rPr lang="en-US" altLang="zh-CN" b="0" dirty="0">
                    <a:solidFill>
                      <a:schemeClr val="bg1"/>
                    </a:solidFill>
                    <a:latin typeface="Times New Roman" panose="02020603050405020304" pitchFamily="18" charset="0"/>
                    <a:ea typeface="宋体" panose="02010600030101010101" pitchFamily="2" charset="-122"/>
                  </a:rPr>
                  <a:t>_</a:t>
                </a:r>
                <a:endParaRPr lang="en-US" altLang="zh-CN" b="0" dirty="0">
                  <a:latin typeface="Times New Roman" panose="02020603050405020304" pitchFamily="18" charset="0"/>
                  <a:ea typeface="宋体" panose="02010600030101010101" pitchFamily="2" charset="-122"/>
                </a:endParaRPr>
              </a:p>
            </p:txBody>
          </p:sp>
          <p:sp>
            <p:nvSpPr>
              <p:cNvPr id="36928" name="Oval 31"/>
              <p:cNvSpPr/>
              <p:nvPr/>
            </p:nvSpPr>
            <p:spPr>
              <a:xfrm>
                <a:off x="2516" y="2319"/>
                <a:ext cx="68" cy="68"/>
              </a:xfrm>
              <a:prstGeom prst="ellipse">
                <a:avLst/>
              </a:prstGeom>
              <a:noFill/>
              <a:ln w="28575" cap="flat" cmpd="sng">
                <a:solidFill>
                  <a:srgbClr val="FFCC00"/>
                </a:solidFill>
                <a:prstDash val="solid"/>
                <a:headEnd type="none" w="med" len="med"/>
                <a:tailEnd type="none" w="med" len="med"/>
              </a:ln>
            </p:spPr>
            <p:txBody>
              <a:bodyPr wrap="none" anchor="ctr" anchorCtr="0"/>
              <a:p>
                <a:endParaRPr lang="zh-CN" altLang="en-US" dirty="0">
                  <a:latin typeface="楷体_GB2312" pitchFamily="49" charset="-122"/>
                </a:endParaRPr>
              </a:p>
            </p:txBody>
          </p:sp>
          <p:sp>
            <p:nvSpPr>
              <p:cNvPr id="36929" name="Oval 32"/>
              <p:cNvSpPr/>
              <p:nvPr/>
            </p:nvSpPr>
            <p:spPr>
              <a:xfrm>
                <a:off x="2425" y="1163"/>
                <a:ext cx="68" cy="68"/>
              </a:xfrm>
              <a:prstGeom prst="ellipse">
                <a:avLst/>
              </a:prstGeom>
              <a:noFill/>
              <a:ln w="28575" cap="flat" cmpd="sng">
                <a:solidFill>
                  <a:srgbClr val="FFCC00"/>
                </a:solidFill>
                <a:prstDash val="solid"/>
                <a:headEnd type="none" w="med" len="med"/>
                <a:tailEnd type="none" w="med" len="med"/>
              </a:ln>
            </p:spPr>
            <p:txBody>
              <a:bodyPr wrap="none" anchor="ctr" anchorCtr="0"/>
              <a:p>
                <a:endParaRPr lang="zh-CN" altLang="en-US" dirty="0">
                  <a:latin typeface="楷体_GB2312" pitchFamily="49" charset="-122"/>
                </a:endParaRPr>
              </a:p>
            </p:txBody>
          </p:sp>
          <p:graphicFrame>
            <p:nvGraphicFramePr>
              <p:cNvPr id="36873" name="Object 33"/>
              <p:cNvGraphicFramePr/>
              <p:nvPr/>
            </p:nvGraphicFramePr>
            <p:xfrm>
              <a:off x="884" y="663"/>
              <a:ext cx="308" cy="403"/>
            </p:xfrm>
            <a:graphic>
              <a:graphicData uri="http://schemas.openxmlformats.org/presentationml/2006/ole">
                <mc:AlternateContent xmlns:mc="http://schemas.openxmlformats.org/markup-compatibility/2006">
                  <mc:Choice xmlns:v="urn:schemas-microsoft-com:vml" Requires="v">
                    <p:oleObj spid="_x0000_s3274" name="" r:id="rId10" imgW="254000" imgH="330200" progId="Equation.3">
                      <p:embed/>
                    </p:oleObj>
                  </mc:Choice>
                  <mc:Fallback>
                    <p:oleObj name="" r:id="rId10" imgW="254000" imgH="330200" progId="Equation.3">
                      <p:embed/>
                      <p:pic>
                        <p:nvPicPr>
                          <p:cNvPr id="0" name="图片 3273"/>
                          <p:cNvPicPr/>
                          <p:nvPr/>
                        </p:nvPicPr>
                        <p:blipFill>
                          <a:blip r:embed="rId11">
                            <a:clrChange>
                              <a:clrFrom>
                                <a:srgbClr val="000000"/>
                              </a:clrFrom>
                              <a:clrTo>
                                <a:srgbClr val="FFFFFF"/>
                              </a:clrTo>
                            </a:clrChange>
                          </a:blip>
                          <a:stretch>
                            <a:fillRect/>
                          </a:stretch>
                        </p:blipFill>
                        <p:spPr>
                          <a:xfrm>
                            <a:off x="884" y="663"/>
                            <a:ext cx="308" cy="403"/>
                          </a:xfrm>
                          <a:prstGeom prst="rect">
                            <a:avLst/>
                          </a:prstGeom>
                          <a:noFill/>
                          <a:ln w="38100">
                            <a:noFill/>
                            <a:miter/>
                          </a:ln>
                        </p:spPr>
                      </p:pic>
                    </p:oleObj>
                  </mc:Fallback>
                </mc:AlternateContent>
              </a:graphicData>
            </a:graphic>
          </p:graphicFrame>
          <p:sp>
            <p:nvSpPr>
              <p:cNvPr id="36930" name="Line 34"/>
              <p:cNvSpPr/>
              <p:nvPr/>
            </p:nvSpPr>
            <p:spPr>
              <a:xfrm>
                <a:off x="702" y="1209"/>
                <a:ext cx="0" cy="1133"/>
              </a:xfrm>
              <a:prstGeom prst="line">
                <a:avLst/>
              </a:prstGeom>
              <a:ln w="28575" cap="flat" cmpd="sng">
                <a:solidFill>
                  <a:srgbClr val="FFCC00"/>
                </a:solidFill>
                <a:prstDash val="solid"/>
                <a:headEnd type="none" w="med" len="med"/>
                <a:tailEnd type="none" w="med" len="med"/>
              </a:ln>
            </p:spPr>
          </p:sp>
          <p:sp>
            <p:nvSpPr>
              <p:cNvPr id="36931" name="Line 35"/>
              <p:cNvSpPr/>
              <p:nvPr/>
            </p:nvSpPr>
            <p:spPr>
              <a:xfrm flipH="1">
                <a:off x="2017" y="1209"/>
                <a:ext cx="0" cy="317"/>
              </a:xfrm>
              <a:prstGeom prst="line">
                <a:avLst/>
              </a:prstGeom>
              <a:ln w="28575" cap="flat" cmpd="sng">
                <a:solidFill>
                  <a:srgbClr val="FFCC00"/>
                </a:solidFill>
                <a:prstDash val="solid"/>
                <a:headEnd type="oval" w="med" len="med"/>
                <a:tailEnd type="none" w="med" len="med"/>
              </a:ln>
            </p:spPr>
          </p:sp>
          <p:sp>
            <p:nvSpPr>
              <p:cNvPr id="36932" name="Line 36"/>
              <p:cNvSpPr/>
              <p:nvPr/>
            </p:nvSpPr>
            <p:spPr>
              <a:xfrm flipH="1">
                <a:off x="2017" y="1888"/>
                <a:ext cx="1" cy="454"/>
              </a:xfrm>
              <a:prstGeom prst="line">
                <a:avLst/>
              </a:prstGeom>
              <a:ln w="28575" cap="flat" cmpd="sng">
                <a:solidFill>
                  <a:srgbClr val="FFCC00"/>
                </a:solidFill>
                <a:prstDash val="solid"/>
                <a:headEnd type="none" w="med" len="med"/>
                <a:tailEnd type="oval" w="med" len="med"/>
              </a:ln>
            </p:spPr>
          </p:sp>
          <p:graphicFrame>
            <p:nvGraphicFramePr>
              <p:cNvPr id="36874" name="Object 37"/>
              <p:cNvGraphicFramePr/>
              <p:nvPr/>
            </p:nvGraphicFramePr>
            <p:xfrm>
              <a:off x="2018" y="1888"/>
              <a:ext cx="201" cy="403"/>
            </p:xfrm>
            <a:graphic>
              <a:graphicData uri="http://schemas.openxmlformats.org/presentationml/2006/ole">
                <mc:AlternateContent xmlns:mc="http://schemas.openxmlformats.org/markup-compatibility/2006">
                  <mc:Choice xmlns:v="urn:schemas-microsoft-com:vml" Requires="v">
                    <p:oleObj spid="_x0000_s3279" name="" r:id="rId12" imgW="165100" imgH="329565" progId="Equation.3">
                      <p:embed/>
                    </p:oleObj>
                  </mc:Choice>
                  <mc:Fallback>
                    <p:oleObj name="" r:id="rId12" imgW="165100" imgH="329565" progId="Equation.3">
                      <p:embed/>
                      <p:pic>
                        <p:nvPicPr>
                          <p:cNvPr id="0" name="图片 3278"/>
                          <p:cNvPicPr/>
                          <p:nvPr/>
                        </p:nvPicPr>
                        <p:blipFill>
                          <a:blip r:embed="rId13">
                            <a:clrChange>
                              <a:clrFrom>
                                <a:srgbClr val="000000"/>
                              </a:clrFrom>
                              <a:clrTo>
                                <a:srgbClr val="FFFFFF"/>
                              </a:clrTo>
                            </a:clrChange>
                          </a:blip>
                          <a:stretch>
                            <a:fillRect/>
                          </a:stretch>
                        </p:blipFill>
                        <p:spPr>
                          <a:xfrm>
                            <a:off x="2018" y="1888"/>
                            <a:ext cx="201" cy="403"/>
                          </a:xfrm>
                          <a:prstGeom prst="rect">
                            <a:avLst/>
                          </a:prstGeom>
                          <a:noFill/>
                          <a:ln w="38100">
                            <a:noFill/>
                            <a:miter/>
                          </a:ln>
                        </p:spPr>
                      </p:pic>
                    </p:oleObj>
                  </mc:Fallback>
                </mc:AlternateContent>
              </a:graphicData>
            </a:graphic>
          </p:graphicFrame>
          <p:sp>
            <p:nvSpPr>
              <p:cNvPr id="36933" name="Line 38"/>
              <p:cNvSpPr/>
              <p:nvPr/>
            </p:nvSpPr>
            <p:spPr>
              <a:xfrm flipH="1">
                <a:off x="2018" y="1979"/>
                <a:ext cx="0" cy="273"/>
              </a:xfrm>
              <a:prstGeom prst="line">
                <a:avLst/>
              </a:prstGeom>
              <a:ln w="28575" cap="flat" cmpd="sng">
                <a:solidFill>
                  <a:srgbClr val="66FFFF"/>
                </a:solidFill>
                <a:prstDash val="solid"/>
                <a:headEnd type="none" w="med" len="med"/>
                <a:tailEnd type="triangle" w="med" len="med"/>
              </a:ln>
            </p:spPr>
          </p:sp>
          <p:sp>
            <p:nvSpPr>
              <p:cNvPr id="36934" name="Text Box 39"/>
              <p:cNvSpPr txBox="1"/>
              <p:nvPr/>
            </p:nvSpPr>
            <p:spPr>
              <a:xfrm>
                <a:off x="1473" y="890"/>
                <a:ext cx="512" cy="327"/>
              </a:xfrm>
              <a:prstGeom prst="rect">
                <a:avLst/>
              </a:prstGeom>
              <a:noFill/>
              <a:ln w="28575">
                <a:noFill/>
              </a:ln>
            </p:spPr>
            <p:txBody>
              <a:bodyPr wrap="none" anchor="ctr" anchorCtr="0">
                <a:spAutoFit/>
              </a:bodyPr>
              <a:p>
                <a:pPr algn="ctr"/>
                <a:r>
                  <a:rPr lang="en-US" altLang="zh-CN" b="0" dirty="0">
                    <a:solidFill>
                      <a:schemeClr val="bg1"/>
                    </a:solidFill>
                    <a:latin typeface="Times New Roman" panose="02020603050405020304" pitchFamily="18" charset="0"/>
                    <a:ea typeface="宋体" panose="02010600030101010101" pitchFamily="2" charset="-122"/>
                  </a:rPr>
                  <a:t>50</a:t>
                </a:r>
                <a:r>
                  <a:rPr lang="en-US" altLang="zh-CN" b="0" dirty="0">
                    <a:solidFill>
                      <a:schemeClr val="bg1"/>
                    </a:solidFill>
                    <a:latin typeface="Times New Roman" panose="02020603050405020304" pitchFamily="18" charset="0"/>
                    <a:ea typeface="宋体" panose="02010600030101010101" pitchFamily="2" charset="-122"/>
                    <a:sym typeface="Symbol" panose="05050102010706020507" pitchFamily="18" charset="2"/>
                  </a:rPr>
                  <a:t></a:t>
                </a:r>
                <a:endParaRPr lang="en-US" altLang="zh-CN" b="0" dirty="0">
                  <a:latin typeface="Times New Roman" panose="02020603050405020304" pitchFamily="18" charset="0"/>
                  <a:ea typeface="宋体" panose="02010600030101010101" pitchFamily="2" charset="-122"/>
                </a:endParaRPr>
              </a:p>
            </p:txBody>
          </p:sp>
          <p:sp>
            <p:nvSpPr>
              <p:cNvPr id="36935" name="Text Box 40"/>
              <p:cNvSpPr txBox="1"/>
              <p:nvPr/>
            </p:nvSpPr>
            <p:spPr>
              <a:xfrm>
                <a:off x="747" y="1253"/>
                <a:ext cx="512" cy="327"/>
              </a:xfrm>
              <a:prstGeom prst="rect">
                <a:avLst/>
              </a:prstGeom>
              <a:noFill/>
              <a:ln w="28575">
                <a:noFill/>
              </a:ln>
            </p:spPr>
            <p:txBody>
              <a:bodyPr wrap="none" anchor="ctr" anchorCtr="0">
                <a:spAutoFit/>
              </a:bodyPr>
              <a:p>
                <a:pPr algn="ctr"/>
                <a:r>
                  <a:rPr lang="en-US" altLang="zh-CN" b="0" dirty="0">
                    <a:solidFill>
                      <a:schemeClr val="bg1"/>
                    </a:solidFill>
                    <a:latin typeface="Times New Roman" panose="02020603050405020304" pitchFamily="18" charset="0"/>
                    <a:ea typeface="宋体" panose="02010600030101010101" pitchFamily="2" charset="-122"/>
                  </a:rPr>
                  <a:t>50</a:t>
                </a:r>
                <a:r>
                  <a:rPr lang="en-US" altLang="zh-CN" b="0" dirty="0">
                    <a:solidFill>
                      <a:schemeClr val="bg1"/>
                    </a:solidFill>
                    <a:latin typeface="Times New Roman" panose="02020603050405020304" pitchFamily="18" charset="0"/>
                    <a:ea typeface="宋体" panose="02010600030101010101" pitchFamily="2" charset="-122"/>
                    <a:sym typeface="Symbol" panose="05050102010706020507" pitchFamily="18" charset="2"/>
                  </a:rPr>
                  <a:t></a:t>
                </a:r>
                <a:endParaRPr lang="en-US" altLang="zh-CN" b="0" dirty="0">
                  <a:latin typeface="Times New Roman" panose="02020603050405020304" pitchFamily="18" charset="0"/>
                  <a:ea typeface="宋体" panose="02010600030101010101" pitchFamily="2" charset="-122"/>
                </a:endParaRPr>
              </a:p>
            </p:txBody>
          </p:sp>
          <p:sp>
            <p:nvSpPr>
              <p:cNvPr id="36936" name="Line 41"/>
              <p:cNvSpPr/>
              <p:nvPr/>
            </p:nvSpPr>
            <p:spPr>
              <a:xfrm>
                <a:off x="702" y="755"/>
                <a:ext cx="0" cy="453"/>
              </a:xfrm>
              <a:prstGeom prst="line">
                <a:avLst/>
              </a:prstGeom>
              <a:ln w="28575" cap="flat" cmpd="sng">
                <a:solidFill>
                  <a:srgbClr val="FFCC00"/>
                </a:solidFill>
                <a:prstDash val="solid"/>
                <a:headEnd type="none" w="med" len="med"/>
                <a:tailEnd type="oval" w="med" len="med"/>
              </a:ln>
            </p:spPr>
          </p:sp>
          <p:sp>
            <p:nvSpPr>
              <p:cNvPr id="36937" name="Line 42"/>
              <p:cNvSpPr/>
              <p:nvPr/>
            </p:nvSpPr>
            <p:spPr>
              <a:xfrm>
                <a:off x="2017" y="755"/>
                <a:ext cx="0" cy="453"/>
              </a:xfrm>
              <a:prstGeom prst="line">
                <a:avLst/>
              </a:prstGeom>
              <a:ln w="28575" cap="flat" cmpd="sng">
                <a:solidFill>
                  <a:srgbClr val="FFCC00"/>
                </a:solidFill>
                <a:prstDash val="solid"/>
                <a:headEnd type="none" w="med" len="med"/>
                <a:tailEnd type="none" w="med" len="med"/>
              </a:ln>
            </p:spPr>
          </p:sp>
          <p:sp>
            <p:nvSpPr>
              <p:cNvPr id="36938" name="Line 44"/>
              <p:cNvSpPr/>
              <p:nvPr/>
            </p:nvSpPr>
            <p:spPr>
              <a:xfrm flipH="1">
                <a:off x="839" y="754"/>
                <a:ext cx="363" cy="0"/>
              </a:xfrm>
              <a:prstGeom prst="line">
                <a:avLst/>
              </a:prstGeom>
              <a:ln w="28575" cap="flat" cmpd="sng">
                <a:solidFill>
                  <a:srgbClr val="66FFFF"/>
                </a:solidFill>
                <a:prstDash val="solid"/>
                <a:headEnd type="none" w="med" len="med"/>
                <a:tailEnd type="triangle" w="med" len="med"/>
              </a:ln>
            </p:spPr>
          </p:sp>
          <p:sp>
            <p:nvSpPr>
              <p:cNvPr id="36939" name="Rectangle 45"/>
              <p:cNvSpPr/>
              <p:nvPr/>
            </p:nvSpPr>
            <p:spPr>
              <a:xfrm>
                <a:off x="1201" y="1135"/>
                <a:ext cx="317" cy="136"/>
              </a:xfrm>
              <a:prstGeom prst="rect">
                <a:avLst/>
              </a:prstGeom>
              <a:gradFill rotWithShape="1">
                <a:gsLst>
                  <a:gs pos="0">
                    <a:srgbClr val="764700"/>
                  </a:gs>
                  <a:gs pos="50000">
                    <a:srgbClr val="FF9900"/>
                  </a:gs>
                  <a:gs pos="100000">
                    <a:srgbClr val="764700"/>
                  </a:gs>
                </a:gsLst>
                <a:lin ang="5400000" scaled="1"/>
                <a:tileRect/>
              </a:gradFill>
              <a:ln w="28575">
                <a:noFill/>
              </a:ln>
            </p:spPr>
            <p:txBody>
              <a:bodyPr wrap="none" anchor="ctr" anchorCtr="0"/>
              <a:p>
                <a:endParaRPr lang="zh-CN" altLang="en-US" dirty="0">
                  <a:latin typeface="楷体_GB2312" pitchFamily="49" charset="-122"/>
                </a:endParaRPr>
              </a:p>
            </p:txBody>
          </p:sp>
          <p:sp>
            <p:nvSpPr>
              <p:cNvPr id="36940" name="Rectangle 46"/>
              <p:cNvSpPr/>
              <p:nvPr/>
            </p:nvSpPr>
            <p:spPr>
              <a:xfrm>
                <a:off x="638" y="1299"/>
                <a:ext cx="127" cy="318"/>
              </a:xfrm>
              <a:prstGeom prst="rect">
                <a:avLst/>
              </a:prstGeom>
              <a:gradFill rotWithShape="1">
                <a:gsLst>
                  <a:gs pos="0">
                    <a:srgbClr val="764700"/>
                  </a:gs>
                  <a:gs pos="50000">
                    <a:srgbClr val="FF9900"/>
                  </a:gs>
                  <a:gs pos="100000">
                    <a:srgbClr val="764700"/>
                  </a:gs>
                </a:gsLst>
                <a:lin ang="0" scaled="1"/>
                <a:tileRect/>
              </a:gradFill>
              <a:ln w="28575">
                <a:noFill/>
              </a:ln>
            </p:spPr>
            <p:txBody>
              <a:bodyPr wrap="none" anchor="ctr" anchorCtr="0"/>
              <a:p>
                <a:endParaRPr lang="zh-CN" altLang="en-US" dirty="0">
                  <a:latin typeface="楷体_GB2312" pitchFamily="49" charset="-122"/>
                </a:endParaRPr>
              </a:p>
            </p:txBody>
          </p:sp>
          <p:sp>
            <p:nvSpPr>
              <p:cNvPr id="36941" name="AutoShape 21"/>
              <p:cNvSpPr/>
              <p:nvPr/>
            </p:nvSpPr>
            <p:spPr>
              <a:xfrm>
                <a:off x="1201" y="618"/>
                <a:ext cx="453" cy="272"/>
              </a:xfrm>
              <a:prstGeom prst="diamond">
                <a:avLst/>
              </a:prstGeom>
              <a:gradFill rotWithShape="1">
                <a:gsLst>
                  <a:gs pos="0">
                    <a:srgbClr val="0099FF"/>
                  </a:gs>
                  <a:gs pos="100000">
                    <a:srgbClr val="004776"/>
                  </a:gs>
                </a:gsLst>
                <a:path path="shape">
                  <a:fillToRect l="50000" t="50000" r="50000" b="50000"/>
                </a:path>
                <a:tileRect/>
              </a:gradFill>
              <a:ln w="38100" cap="flat" cmpd="sng">
                <a:solidFill>
                  <a:srgbClr val="FF9900"/>
                </a:solidFill>
                <a:prstDash val="solid"/>
                <a:miter/>
                <a:headEnd type="none" w="med" len="med"/>
                <a:tailEnd type="none" w="med" len="med"/>
              </a:ln>
            </p:spPr>
            <p:txBody>
              <a:bodyPr wrap="none" anchor="ctr" anchorCtr="0"/>
              <a:p>
                <a:endParaRPr lang="zh-CN" altLang="en-US" dirty="0">
                  <a:latin typeface="楷体_GB2312" pitchFamily="49" charset="-122"/>
                </a:endParaRPr>
              </a:p>
            </p:txBody>
          </p:sp>
          <p:sp>
            <p:nvSpPr>
              <p:cNvPr id="36942" name="Line 43"/>
              <p:cNvSpPr/>
              <p:nvPr/>
            </p:nvSpPr>
            <p:spPr>
              <a:xfrm>
                <a:off x="1428" y="618"/>
                <a:ext cx="0" cy="273"/>
              </a:xfrm>
              <a:prstGeom prst="line">
                <a:avLst/>
              </a:prstGeom>
              <a:ln w="38100" cap="flat" cmpd="sng">
                <a:solidFill>
                  <a:srgbClr val="FF9900"/>
                </a:solidFill>
                <a:prstDash val="solid"/>
                <a:headEnd type="none" w="med" len="med"/>
                <a:tailEnd type="none" w="med" len="med"/>
              </a:ln>
            </p:spPr>
          </p:sp>
          <p:grpSp>
            <p:nvGrpSpPr>
              <p:cNvPr id="36943" name="Group 101"/>
              <p:cNvGrpSpPr/>
              <p:nvPr/>
            </p:nvGrpSpPr>
            <p:grpSpPr>
              <a:xfrm rot="10800000">
                <a:off x="2018" y="1525"/>
                <a:ext cx="90" cy="363"/>
                <a:chOff x="1565" y="2614"/>
                <a:chExt cx="90" cy="486"/>
              </a:xfrm>
            </p:grpSpPr>
            <p:sp>
              <p:nvSpPr>
                <p:cNvPr id="36944" name="Arc 102"/>
                <p:cNvSpPr/>
                <p:nvPr/>
              </p:nvSpPr>
              <p:spPr>
                <a:xfrm flipH="1" flipV="1">
                  <a:off x="1565" y="2860"/>
                  <a:ext cx="90" cy="116"/>
                </a:xfrm>
                <a:custGeom>
                  <a:avLst/>
                  <a:gdLst>
                    <a:gd name="txL" fmla="*/ 0 w 22723"/>
                    <a:gd name="txT" fmla="*/ 0 h 43200"/>
                    <a:gd name="txR" fmla="*/ 22723 w 22723"/>
                    <a:gd name="txB" fmla="*/ 43200 h 43200"/>
                  </a:gdLst>
                  <a:ahLst/>
                  <a:cxnLst>
                    <a:cxn ang="0">
                      <a:pos x="1122" y="0"/>
                    </a:cxn>
                    <a:cxn ang="0">
                      <a:pos x="22723" y="21600"/>
                    </a:cxn>
                    <a:cxn ang="0">
                      <a:pos x="1123" y="43200"/>
                    </a:cxn>
                    <a:cxn ang="0">
                      <a:pos x="0" y="43170"/>
                    </a:cxn>
                    <a:cxn ang="0">
                      <a:pos x="1122" y="0"/>
                    </a:cxn>
                    <a:cxn ang="0">
                      <a:pos x="22723" y="21600"/>
                    </a:cxn>
                    <a:cxn ang="0">
                      <a:pos x="1123" y="43200"/>
                    </a:cxn>
                    <a:cxn ang="0">
                      <a:pos x="0" y="43170"/>
                    </a:cxn>
                    <a:cxn ang="0">
                      <a:pos x="1123" y="21600"/>
                    </a:cxn>
                  </a:cxnLst>
                  <a:rect l="txL" t="txT" r="txR" b="txB"/>
                  <a:pathLst>
                    <a:path w="22723" h="43200" fill="none">
                      <a:moveTo>
                        <a:pt x="1122" y="0"/>
                      </a:moveTo>
                      <a:cubicBezTo>
                        <a:pt x="13052" y="0"/>
                        <a:pt x="22723" y="9670"/>
                        <a:pt x="22723" y="21600"/>
                      </a:cubicBezTo>
                      <a:cubicBezTo>
                        <a:pt x="22723" y="33529"/>
                        <a:pt x="13052" y="43200"/>
                        <a:pt x="1123" y="43200"/>
                      </a:cubicBezTo>
                      <a:cubicBezTo>
                        <a:pt x="748" y="43200"/>
                        <a:pt x="374" y="43190"/>
                        <a:pt x="0" y="43170"/>
                      </a:cubicBezTo>
                    </a:path>
                    <a:path w="22723" h="43200" stroke="0">
                      <a:moveTo>
                        <a:pt x="1122" y="0"/>
                      </a:moveTo>
                      <a:cubicBezTo>
                        <a:pt x="13052" y="0"/>
                        <a:pt x="22723" y="9670"/>
                        <a:pt x="22723" y="21600"/>
                      </a:cubicBezTo>
                      <a:cubicBezTo>
                        <a:pt x="22723" y="33529"/>
                        <a:pt x="13052" y="43200"/>
                        <a:pt x="1123" y="43200"/>
                      </a:cubicBezTo>
                      <a:cubicBezTo>
                        <a:pt x="748" y="43200"/>
                        <a:pt x="374" y="43190"/>
                        <a:pt x="0" y="43170"/>
                      </a:cubicBezTo>
                      <a:lnTo>
                        <a:pt x="1123" y="21600"/>
                      </a:lnTo>
                      <a:close/>
                    </a:path>
                  </a:pathLst>
                </a:custGeom>
                <a:noFill/>
                <a:ln w="28575" cap="flat" cmpd="sng">
                  <a:solidFill>
                    <a:srgbClr val="FF9900"/>
                  </a:solidFill>
                  <a:prstDash val="solid"/>
                  <a:round/>
                  <a:headEnd type="none" w="med" len="med"/>
                  <a:tailEnd type="none" w="med" len="med"/>
                </a:ln>
              </p:spPr>
              <p:txBody>
                <a:bodyPr wrap="none" anchor="ctr" anchorCtr="0"/>
                <a:p>
                  <a:endParaRPr lang="zh-CN" altLang="en-US" dirty="0">
                    <a:latin typeface="楷体_GB2312" pitchFamily="49" charset="-122"/>
                  </a:endParaRPr>
                </a:p>
              </p:txBody>
            </p:sp>
            <p:sp>
              <p:nvSpPr>
                <p:cNvPr id="36945" name="Arc 103"/>
                <p:cNvSpPr/>
                <p:nvPr/>
              </p:nvSpPr>
              <p:spPr>
                <a:xfrm flipH="1" flipV="1">
                  <a:off x="1565" y="2737"/>
                  <a:ext cx="90" cy="116"/>
                </a:xfrm>
                <a:custGeom>
                  <a:avLst/>
                  <a:gdLst>
                    <a:gd name="txL" fmla="*/ 0 w 22723"/>
                    <a:gd name="txT" fmla="*/ 0 h 43200"/>
                    <a:gd name="txR" fmla="*/ 22723 w 22723"/>
                    <a:gd name="txB" fmla="*/ 43200 h 43200"/>
                  </a:gdLst>
                  <a:ahLst/>
                  <a:cxnLst>
                    <a:cxn ang="0">
                      <a:pos x="1122" y="0"/>
                    </a:cxn>
                    <a:cxn ang="0">
                      <a:pos x="22723" y="21600"/>
                    </a:cxn>
                    <a:cxn ang="0">
                      <a:pos x="1123" y="43200"/>
                    </a:cxn>
                    <a:cxn ang="0">
                      <a:pos x="0" y="43170"/>
                    </a:cxn>
                    <a:cxn ang="0">
                      <a:pos x="1122" y="0"/>
                    </a:cxn>
                    <a:cxn ang="0">
                      <a:pos x="22723" y="21600"/>
                    </a:cxn>
                    <a:cxn ang="0">
                      <a:pos x="1123" y="43200"/>
                    </a:cxn>
                    <a:cxn ang="0">
                      <a:pos x="0" y="43170"/>
                    </a:cxn>
                    <a:cxn ang="0">
                      <a:pos x="1123" y="21600"/>
                    </a:cxn>
                  </a:cxnLst>
                  <a:rect l="txL" t="txT" r="txR" b="txB"/>
                  <a:pathLst>
                    <a:path w="22723" h="43200" fill="none">
                      <a:moveTo>
                        <a:pt x="1122" y="0"/>
                      </a:moveTo>
                      <a:cubicBezTo>
                        <a:pt x="13052" y="0"/>
                        <a:pt x="22723" y="9670"/>
                        <a:pt x="22723" y="21600"/>
                      </a:cubicBezTo>
                      <a:cubicBezTo>
                        <a:pt x="22723" y="33529"/>
                        <a:pt x="13052" y="43200"/>
                        <a:pt x="1123" y="43200"/>
                      </a:cubicBezTo>
                      <a:cubicBezTo>
                        <a:pt x="748" y="43200"/>
                        <a:pt x="374" y="43190"/>
                        <a:pt x="0" y="43170"/>
                      </a:cubicBezTo>
                    </a:path>
                    <a:path w="22723" h="43200" stroke="0">
                      <a:moveTo>
                        <a:pt x="1122" y="0"/>
                      </a:moveTo>
                      <a:cubicBezTo>
                        <a:pt x="13052" y="0"/>
                        <a:pt x="22723" y="9670"/>
                        <a:pt x="22723" y="21600"/>
                      </a:cubicBezTo>
                      <a:cubicBezTo>
                        <a:pt x="22723" y="33529"/>
                        <a:pt x="13052" y="43200"/>
                        <a:pt x="1123" y="43200"/>
                      </a:cubicBezTo>
                      <a:cubicBezTo>
                        <a:pt x="748" y="43200"/>
                        <a:pt x="374" y="43190"/>
                        <a:pt x="0" y="43170"/>
                      </a:cubicBezTo>
                      <a:lnTo>
                        <a:pt x="1123" y="21600"/>
                      </a:lnTo>
                      <a:close/>
                    </a:path>
                  </a:pathLst>
                </a:custGeom>
                <a:noFill/>
                <a:ln w="28575" cap="flat" cmpd="sng">
                  <a:solidFill>
                    <a:srgbClr val="FF9900"/>
                  </a:solidFill>
                  <a:prstDash val="solid"/>
                  <a:round/>
                  <a:headEnd type="none" w="med" len="med"/>
                  <a:tailEnd type="none" w="med" len="med"/>
                </a:ln>
              </p:spPr>
              <p:txBody>
                <a:bodyPr wrap="none" anchor="ctr" anchorCtr="0"/>
                <a:p>
                  <a:endParaRPr lang="zh-CN" altLang="en-US" dirty="0">
                    <a:latin typeface="楷体_GB2312" pitchFamily="49" charset="-122"/>
                  </a:endParaRPr>
                </a:p>
              </p:txBody>
            </p:sp>
            <p:sp>
              <p:nvSpPr>
                <p:cNvPr id="36946" name="Arc 104"/>
                <p:cNvSpPr/>
                <p:nvPr/>
              </p:nvSpPr>
              <p:spPr>
                <a:xfrm flipH="1" flipV="1">
                  <a:off x="1565" y="2614"/>
                  <a:ext cx="90" cy="116"/>
                </a:xfrm>
                <a:custGeom>
                  <a:avLst/>
                  <a:gdLst>
                    <a:gd name="txL" fmla="*/ 0 w 22723"/>
                    <a:gd name="txT" fmla="*/ 0 h 43200"/>
                    <a:gd name="txR" fmla="*/ 22723 w 22723"/>
                    <a:gd name="txB" fmla="*/ 43200 h 43200"/>
                  </a:gdLst>
                  <a:ahLst/>
                  <a:cxnLst>
                    <a:cxn ang="0">
                      <a:pos x="1122" y="0"/>
                    </a:cxn>
                    <a:cxn ang="0">
                      <a:pos x="22723" y="21600"/>
                    </a:cxn>
                    <a:cxn ang="0">
                      <a:pos x="1123" y="43200"/>
                    </a:cxn>
                    <a:cxn ang="0">
                      <a:pos x="0" y="43170"/>
                    </a:cxn>
                    <a:cxn ang="0">
                      <a:pos x="1122" y="0"/>
                    </a:cxn>
                    <a:cxn ang="0">
                      <a:pos x="22723" y="21600"/>
                    </a:cxn>
                    <a:cxn ang="0">
                      <a:pos x="1123" y="43200"/>
                    </a:cxn>
                    <a:cxn ang="0">
                      <a:pos x="0" y="43170"/>
                    </a:cxn>
                    <a:cxn ang="0">
                      <a:pos x="1123" y="21600"/>
                    </a:cxn>
                  </a:cxnLst>
                  <a:rect l="txL" t="txT" r="txR" b="txB"/>
                  <a:pathLst>
                    <a:path w="22723" h="43200" fill="none">
                      <a:moveTo>
                        <a:pt x="1122" y="0"/>
                      </a:moveTo>
                      <a:cubicBezTo>
                        <a:pt x="13052" y="0"/>
                        <a:pt x="22723" y="9670"/>
                        <a:pt x="22723" y="21600"/>
                      </a:cubicBezTo>
                      <a:cubicBezTo>
                        <a:pt x="22723" y="33529"/>
                        <a:pt x="13052" y="43200"/>
                        <a:pt x="1123" y="43200"/>
                      </a:cubicBezTo>
                      <a:cubicBezTo>
                        <a:pt x="748" y="43200"/>
                        <a:pt x="374" y="43190"/>
                        <a:pt x="0" y="43170"/>
                      </a:cubicBezTo>
                    </a:path>
                    <a:path w="22723" h="43200" stroke="0">
                      <a:moveTo>
                        <a:pt x="1122" y="0"/>
                      </a:moveTo>
                      <a:cubicBezTo>
                        <a:pt x="13052" y="0"/>
                        <a:pt x="22723" y="9670"/>
                        <a:pt x="22723" y="21600"/>
                      </a:cubicBezTo>
                      <a:cubicBezTo>
                        <a:pt x="22723" y="33529"/>
                        <a:pt x="13052" y="43200"/>
                        <a:pt x="1123" y="43200"/>
                      </a:cubicBezTo>
                      <a:cubicBezTo>
                        <a:pt x="748" y="43200"/>
                        <a:pt x="374" y="43190"/>
                        <a:pt x="0" y="43170"/>
                      </a:cubicBezTo>
                      <a:lnTo>
                        <a:pt x="1123" y="21600"/>
                      </a:lnTo>
                      <a:close/>
                    </a:path>
                  </a:pathLst>
                </a:custGeom>
                <a:noFill/>
                <a:ln w="28575" cap="flat" cmpd="sng">
                  <a:solidFill>
                    <a:srgbClr val="FF9900"/>
                  </a:solidFill>
                  <a:prstDash val="solid"/>
                  <a:round/>
                  <a:headEnd type="none" w="med" len="med"/>
                  <a:tailEnd type="none" w="med" len="med"/>
                </a:ln>
              </p:spPr>
              <p:txBody>
                <a:bodyPr wrap="none" anchor="ctr" anchorCtr="0"/>
                <a:p>
                  <a:endParaRPr lang="zh-CN" altLang="en-US" dirty="0">
                    <a:latin typeface="楷体_GB2312" pitchFamily="49" charset="-122"/>
                  </a:endParaRPr>
                </a:p>
              </p:txBody>
            </p:sp>
            <p:sp>
              <p:nvSpPr>
                <p:cNvPr id="36947" name="Arc 105"/>
                <p:cNvSpPr/>
                <p:nvPr/>
              </p:nvSpPr>
              <p:spPr>
                <a:xfrm flipH="1" flipV="1">
                  <a:off x="1565" y="2984"/>
                  <a:ext cx="90" cy="116"/>
                </a:xfrm>
                <a:custGeom>
                  <a:avLst/>
                  <a:gdLst>
                    <a:gd name="txL" fmla="*/ 0 w 22723"/>
                    <a:gd name="txT" fmla="*/ 0 h 43200"/>
                    <a:gd name="txR" fmla="*/ 22723 w 22723"/>
                    <a:gd name="txB" fmla="*/ 43200 h 43200"/>
                  </a:gdLst>
                  <a:ahLst/>
                  <a:cxnLst>
                    <a:cxn ang="0">
                      <a:pos x="1122" y="0"/>
                    </a:cxn>
                    <a:cxn ang="0">
                      <a:pos x="22723" y="21600"/>
                    </a:cxn>
                    <a:cxn ang="0">
                      <a:pos x="1123" y="43200"/>
                    </a:cxn>
                    <a:cxn ang="0">
                      <a:pos x="0" y="43170"/>
                    </a:cxn>
                    <a:cxn ang="0">
                      <a:pos x="1122" y="0"/>
                    </a:cxn>
                    <a:cxn ang="0">
                      <a:pos x="22723" y="21600"/>
                    </a:cxn>
                    <a:cxn ang="0">
                      <a:pos x="1123" y="43200"/>
                    </a:cxn>
                    <a:cxn ang="0">
                      <a:pos x="0" y="43170"/>
                    </a:cxn>
                    <a:cxn ang="0">
                      <a:pos x="1123" y="21600"/>
                    </a:cxn>
                  </a:cxnLst>
                  <a:rect l="txL" t="txT" r="txR" b="txB"/>
                  <a:pathLst>
                    <a:path w="22723" h="43200" fill="none">
                      <a:moveTo>
                        <a:pt x="1122" y="0"/>
                      </a:moveTo>
                      <a:cubicBezTo>
                        <a:pt x="13052" y="0"/>
                        <a:pt x="22723" y="9670"/>
                        <a:pt x="22723" y="21600"/>
                      </a:cubicBezTo>
                      <a:cubicBezTo>
                        <a:pt x="22723" y="33529"/>
                        <a:pt x="13052" y="43200"/>
                        <a:pt x="1123" y="43200"/>
                      </a:cubicBezTo>
                      <a:cubicBezTo>
                        <a:pt x="748" y="43200"/>
                        <a:pt x="374" y="43190"/>
                        <a:pt x="0" y="43170"/>
                      </a:cubicBezTo>
                    </a:path>
                    <a:path w="22723" h="43200" stroke="0">
                      <a:moveTo>
                        <a:pt x="1122" y="0"/>
                      </a:moveTo>
                      <a:cubicBezTo>
                        <a:pt x="13052" y="0"/>
                        <a:pt x="22723" y="9670"/>
                        <a:pt x="22723" y="21600"/>
                      </a:cubicBezTo>
                      <a:cubicBezTo>
                        <a:pt x="22723" y="33529"/>
                        <a:pt x="13052" y="43200"/>
                        <a:pt x="1123" y="43200"/>
                      </a:cubicBezTo>
                      <a:cubicBezTo>
                        <a:pt x="748" y="43200"/>
                        <a:pt x="374" y="43190"/>
                        <a:pt x="0" y="43170"/>
                      </a:cubicBezTo>
                      <a:lnTo>
                        <a:pt x="1123" y="21600"/>
                      </a:lnTo>
                      <a:close/>
                    </a:path>
                  </a:pathLst>
                </a:custGeom>
                <a:noFill/>
                <a:ln w="28575" cap="flat" cmpd="sng">
                  <a:solidFill>
                    <a:srgbClr val="FF9900"/>
                  </a:solidFill>
                  <a:prstDash val="solid"/>
                  <a:round/>
                  <a:headEnd type="none" w="med" len="med"/>
                  <a:tailEnd type="none" w="med" len="med"/>
                </a:ln>
              </p:spPr>
              <p:txBody>
                <a:bodyPr wrap="none" anchor="ctr" anchorCtr="0"/>
                <a:p>
                  <a:endParaRPr lang="zh-CN" altLang="en-US" dirty="0">
                    <a:latin typeface="楷体_GB2312" pitchFamily="49" charset="-122"/>
                  </a:endParaRPr>
                </a:p>
              </p:txBody>
            </p:sp>
          </p:grpSp>
        </p:grpSp>
        <p:grpSp>
          <p:nvGrpSpPr>
            <p:cNvPr id="36916" name="Group 118"/>
            <p:cNvGrpSpPr/>
            <p:nvPr/>
          </p:nvGrpSpPr>
          <p:grpSpPr>
            <a:xfrm>
              <a:off x="1156" y="1842"/>
              <a:ext cx="273" cy="227"/>
              <a:chOff x="1156" y="1842"/>
              <a:chExt cx="273" cy="227"/>
            </a:xfrm>
          </p:grpSpPr>
          <p:sp>
            <p:nvSpPr>
              <p:cNvPr id="36917" name="Line 116"/>
              <p:cNvSpPr/>
              <p:nvPr/>
            </p:nvSpPr>
            <p:spPr>
              <a:xfrm flipH="1">
                <a:off x="1156" y="1842"/>
                <a:ext cx="91" cy="227"/>
              </a:xfrm>
              <a:prstGeom prst="line">
                <a:avLst/>
              </a:prstGeom>
              <a:ln w="19050" cap="flat" cmpd="sng">
                <a:solidFill>
                  <a:schemeClr val="bg1"/>
                </a:solidFill>
                <a:prstDash val="solid"/>
                <a:headEnd type="none" w="med" len="med"/>
                <a:tailEnd type="none" w="med" len="med"/>
              </a:ln>
            </p:spPr>
          </p:sp>
          <p:sp>
            <p:nvSpPr>
              <p:cNvPr id="36918" name="Line 117"/>
              <p:cNvSpPr/>
              <p:nvPr/>
            </p:nvSpPr>
            <p:spPr>
              <a:xfrm>
                <a:off x="1156" y="2069"/>
                <a:ext cx="273" cy="0"/>
              </a:xfrm>
              <a:prstGeom prst="line">
                <a:avLst/>
              </a:prstGeom>
              <a:ln w="19050" cap="flat" cmpd="sng">
                <a:solidFill>
                  <a:schemeClr val="bg1"/>
                </a:solidFill>
                <a:prstDash val="solid"/>
                <a:headEnd type="none" w="med" len="med"/>
                <a:tailEnd type="none" w="med" len="med"/>
              </a:ln>
            </p:spPr>
          </p:sp>
        </p:grpSp>
      </p:grpSp>
      <p:grpSp>
        <p:nvGrpSpPr>
          <p:cNvPr id="10" name="Group 123"/>
          <p:cNvGrpSpPr/>
          <p:nvPr/>
        </p:nvGrpSpPr>
        <p:grpSpPr>
          <a:xfrm>
            <a:off x="4572000" y="692150"/>
            <a:ext cx="3357563" cy="3095625"/>
            <a:chOff x="2880" y="436"/>
            <a:chExt cx="2115" cy="1950"/>
          </a:xfrm>
        </p:grpSpPr>
        <p:grpSp>
          <p:nvGrpSpPr>
            <p:cNvPr id="36887" name="Group 113"/>
            <p:cNvGrpSpPr/>
            <p:nvPr/>
          </p:nvGrpSpPr>
          <p:grpSpPr>
            <a:xfrm>
              <a:off x="2880" y="436"/>
              <a:ext cx="2115" cy="1950"/>
              <a:chOff x="2880" y="436"/>
              <a:chExt cx="2115" cy="1950"/>
            </a:xfrm>
          </p:grpSpPr>
          <p:sp>
            <p:nvSpPr>
              <p:cNvPr id="36891" name="AutoShape 52"/>
              <p:cNvSpPr/>
              <p:nvPr/>
            </p:nvSpPr>
            <p:spPr>
              <a:xfrm>
                <a:off x="3560" y="844"/>
                <a:ext cx="453" cy="272"/>
              </a:xfrm>
              <a:prstGeom prst="diamond">
                <a:avLst/>
              </a:prstGeom>
              <a:gradFill rotWithShape="1">
                <a:gsLst>
                  <a:gs pos="0">
                    <a:srgbClr val="0099FF"/>
                  </a:gs>
                  <a:gs pos="100000">
                    <a:srgbClr val="004776"/>
                  </a:gs>
                </a:gsLst>
                <a:path path="shape">
                  <a:fillToRect l="50000" t="50000" r="50000" b="50000"/>
                </a:path>
                <a:tileRect/>
              </a:gradFill>
              <a:ln w="38100" cap="flat" cmpd="sng">
                <a:solidFill>
                  <a:srgbClr val="FF9900"/>
                </a:solidFill>
                <a:prstDash val="solid"/>
                <a:miter/>
                <a:headEnd type="none" w="med" len="med"/>
                <a:tailEnd type="none" w="med" len="med"/>
              </a:ln>
            </p:spPr>
            <p:txBody>
              <a:bodyPr wrap="none" anchor="ctr" anchorCtr="0"/>
              <a:p>
                <a:endParaRPr lang="zh-CN" altLang="en-US" dirty="0">
                  <a:latin typeface="楷体_GB2312" pitchFamily="49" charset="-122"/>
                </a:endParaRPr>
              </a:p>
            </p:txBody>
          </p:sp>
          <p:sp>
            <p:nvSpPr>
              <p:cNvPr id="36892" name="Text Box 53"/>
              <p:cNvSpPr txBox="1"/>
              <p:nvPr/>
            </p:nvSpPr>
            <p:spPr>
              <a:xfrm>
                <a:off x="3243" y="662"/>
                <a:ext cx="244" cy="327"/>
              </a:xfrm>
              <a:prstGeom prst="rect">
                <a:avLst/>
              </a:prstGeom>
              <a:noFill/>
              <a:ln w="28575">
                <a:noFill/>
              </a:ln>
            </p:spPr>
            <p:txBody>
              <a:bodyPr wrap="none" anchor="ctr" anchorCtr="0">
                <a:spAutoFit/>
              </a:bodyPr>
              <a:p>
                <a:pPr algn="ctr"/>
                <a:r>
                  <a:rPr lang="en-US" altLang="zh-CN" b="0" dirty="0">
                    <a:solidFill>
                      <a:schemeClr val="bg1"/>
                    </a:solidFill>
                    <a:latin typeface="Times New Roman" panose="02020603050405020304" pitchFamily="18" charset="0"/>
                    <a:ea typeface="宋体" panose="02010600030101010101" pitchFamily="2" charset="-122"/>
                  </a:rPr>
                  <a:t>+</a:t>
                </a:r>
                <a:endParaRPr lang="en-US" altLang="zh-CN" b="0" dirty="0">
                  <a:latin typeface="Times New Roman" panose="02020603050405020304" pitchFamily="18" charset="0"/>
                  <a:ea typeface="仿宋_GB2312" pitchFamily="49" charset="-122"/>
                </a:endParaRPr>
              </a:p>
            </p:txBody>
          </p:sp>
          <p:sp>
            <p:nvSpPr>
              <p:cNvPr id="36893" name="Text Box 54"/>
              <p:cNvSpPr txBox="1"/>
              <p:nvPr/>
            </p:nvSpPr>
            <p:spPr>
              <a:xfrm>
                <a:off x="4060" y="572"/>
                <a:ext cx="228" cy="327"/>
              </a:xfrm>
              <a:prstGeom prst="rect">
                <a:avLst/>
              </a:prstGeom>
              <a:noFill/>
              <a:ln w="28575">
                <a:noFill/>
              </a:ln>
            </p:spPr>
            <p:txBody>
              <a:bodyPr wrap="none" anchor="ctr" anchorCtr="0">
                <a:spAutoFit/>
              </a:bodyPr>
              <a:p>
                <a:pPr algn="ctr"/>
                <a:r>
                  <a:rPr lang="en-US" altLang="zh-CN" b="0" dirty="0">
                    <a:solidFill>
                      <a:schemeClr val="bg1"/>
                    </a:solidFill>
                    <a:latin typeface="Times New Roman" panose="02020603050405020304" pitchFamily="18" charset="0"/>
                    <a:ea typeface="宋体" panose="02010600030101010101" pitchFamily="2" charset="-122"/>
                  </a:rPr>
                  <a:t>_</a:t>
                </a:r>
                <a:endParaRPr lang="en-US" altLang="zh-CN" b="0" dirty="0">
                  <a:latin typeface="Arial" panose="020B0604020202020204" pitchFamily="34" charset="0"/>
                  <a:ea typeface="仿宋_GB2312" pitchFamily="49" charset="-122"/>
                </a:endParaRPr>
              </a:p>
            </p:txBody>
          </p:sp>
          <p:sp>
            <p:nvSpPr>
              <p:cNvPr id="36894" name="Oval 55"/>
              <p:cNvSpPr/>
              <p:nvPr/>
            </p:nvSpPr>
            <p:spPr>
              <a:xfrm>
                <a:off x="2880" y="1751"/>
                <a:ext cx="363" cy="363"/>
              </a:xfrm>
              <a:prstGeom prst="ellipse">
                <a:avLst/>
              </a:prstGeom>
              <a:gradFill rotWithShape="1">
                <a:gsLst>
                  <a:gs pos="0">
                    <a:srgbClr val="0099FF"/>
                  </a:gs>
                  <a:gs pos="100000">
                    <a:srgbClr val="004776"/>
                  </a:gs>
                </a:gsLst>
                <a:path path="shape">
                  <a:fillToRect l="50000" t="50000" r="50000" b="50000"/>
                </a:path>
                <a:tileRect/>
              </a:gradFill>
              <a:ln w="38100" cap="flat" cmpd="sng">
                <a:solidFill>
                  <a:srgbClr val="FF9900"/>
                </a:solidFill>
                <a:prstDash val="solid"/>
                <a:headEnd type="none" w="med" len="med"/>
                <a:tailEnd type="none" w="med" len="med"/>
              </a:ln>
            </p:spPr>
            <p:txBody>
              <a:bodyPr wrap="none" anchor="ctr" anchorCtr="0"/>
              <a:p>
                <a:endParaRPr lang="zh-CN" altLang="en-US" dirty="0">
                  <a:latin typeface="楷体_GB2312" pitchFamily="49" charset="-122"/>
                </a:endParaRPr>
              </a:p>
            </p:txBody>
          </p:sp>
          <p:sp>
            <p:nvSpPr>
              <p:cNvPr id="36895" name="Line 56"/>
              <p:cNvSpPr/>
              <p:nvPr/>
            </p:nvSpPr>
            <p:spPr>
              <a:xfrm>
                <a:off x="3062" y="980"/>
                <a:ext cx="1859" cy="0"/>
              </a:xfrm>
              <a:prstGeom prst="line">
                <a:avLst/>
              </a:prstGeom>
              <a:ln w="28575" cap="flat" cmpd="sng">
                <a:solidFill>
                  <a:srgbClr val="FFCC00"/>
                </a:solidFill>
                <a:prstDash val="solid"/>
                <a:headEnd type="none" w="med" len="med"/>
                <a:tailEnd type="none" w="med" len="med"/>
              </a:ln>
            </p:spPr>
          </p:sp>
          <p:sp>
            <p:nvSpPr>
              <p:cNvPr id="36896" name="Line 57"/>
              <p:cNvSpPr/>
              <p:nvPr/>
            </p:nvSpPr>
            <p:spPr>
              <a:xfrm>
                <a:off x="3061" y="2341"/>
                <a:ext cx="1814" cy="0"/>
              </a:xfrm>
              <a:prstGeom prst="line">
                <a:avLst/>
              </a:prstGeom>
              <a:ln w="28575" cap="flat" cmpd="sng">
                <a:solidFill>
                  <a:srgbClr val="FFCC00"/>
                </a:solidFill>
                <a:prstDash val="solid"/>
                <a:headEnd type="none" w="med" len="med"/>
                <a:tailEnd type="none" w="med" len="med"/>
              </a:ln>
            </p:spPr>
          </p:sp>
          <p:sp>
            <p:nvSpPr>
              <p:cNvPr id="36897" name="Text Box 58"/>
              <p:cNvSpPr txBox="1"/>
              <p:nvPr/>
            </p:nvSpPr>
            <p:spPr>
              <a:xfrm>
                <a:off x="3696" y="1434"/>
                <a:ext cx="686" cy="327"/>
              </a:xfrm>
              <a:prstGeom prst="rect">
                <a:avLst/>
              </a:prstGeom>
              <a:noFill/>
              <a:ln w="28575">
                <a:noFill/>
              </a:ln>
            </p:spPr>
            <p:txBody>
              <a:bodyPr wrap="none" anchor="ctr" anchorCtr="0">
                <a:spAutoFit/>
              </a:bodyPr>
              <a:p>
                <a:pPr algn="ctr"/>
                <a:r>
                  <a:rPr lang="en-US" altLang="zh-CN" b="0" dirty="0">
                    <a:solidFill>
                      <a:schemeClr val="bg1"/>
                    </a:solidFill>
                    <a:latin typeface="Times New Roman" panose="02020603050405020304" pitchFamily="18" charset="0"/>
                    <a:ea typeface="宋体" panose="02010600030101010101" pitchFamily="2" charset="-122"/>
                  </a:rPr>
                  <a:t>j300</a:t>
                </a:r>
                <a:r>
                  <a:rPr lang="en-US" altLang="zh-CN" b="0" dirty="0">
                    <a:solidFill>
                      <a:schemeClr val="bg1"/>
                    </a:solidFill>
                    <a:latin typeface="Times New Roman" panose="02020603050405020304" pitchFamily="18" charset="0"/>
                    <a:ea typeface="宋体" panose="02010600030101010101" pitchFamily="2" charset="-122"/>
                    <a:sym typeface="Symbol" panose="05050102010706020507" pitchFamily="18" charset="2"/>
                  </a:rPr>
                  <a:t></a:t>
                </a:r>
                <a:endParaRPr lang="en-US" altLang="zh-CN" b="0" dirty="0">
                  <a:latin typeface="Times New Roman" panose="02020603050405020304" pitchFamily="18" charset="0"/>
                  <a:ea typeface="宋体" panose="02010600030101010101" pitchFamily="2" charset="-122"/>
                  <a:sym typeface="Symbol" panose="05050102010706020507" pitchFamily="18" charset="2"/>
                </a:endParaRPr>
              </a:p>
            </p:txBody>
          </p:sp>
          <p:sp>
            <p:nvSpPr>
              <p:cNvPr id="36898" name="Text Box 59"/>
              <p:cNvSpPr txBox="1"/>
              <p:nvPr/>
            </p:nvSpPr>
            <p:spPr>
              <a:xfrm>
                <a:off x="3152" y="1524"/>
                <a:ext cx="244" cy="327"/>
              </a:xfrm>
              <a:prstGeom prst="rect">
                <a:avLst/>
              </a:prstGeom>
              <a:noFill/>
              <a:ln w="28575">
                <a:noFill/>
              </a:ln>
            </p:spPr>
            <p:txBody>
              <a:bodyPr wrap="none" anchor="ctr" anchorCtr="0">
                <a:spAutoFit/>
              </a:bodyPr>
              <a:p>
                <a:pPr algn="ctr"/>
                <a:r>
                  <a:rPr lang="en-US" altLang="zh-CN" b="0" dirty="0">
                    <a:solidFill>
                      <a:schemeClr val="bg1"/>
                    </a:solidFill>
                    <a:latin typeface="Times New Roman" panose="02020603050405020304" pitchFamily="18" charset="0"/>
                    <a:ea typeface="宋体" panose="02010600030101010101" pitchFamily="2" charset="-122"/>
                  </a:rPr>
                  <a:t>+</a:t>
                </a:r>
                <a:endParaRPr lang="en-US" altLang="zh-CN" b="0" dirty="0">
                  <a:latin typeface="Times New Roman" panose="02020603050405020304" pitchFamily="18" charset="0"/>
                  <a:ea typeface="宋体" panose="02010600030101010101" pitchFamily="2" charset="-122"/>
                </a:endParaRPr>
              </a:p>
            </p:txBody>
          </p:sp>
          <p:sp>
            <p:nvSpPr>
              <p:cNvPr id="36899" name="Text Box 60"/>
              <p:cNvSpPr txBox="1"/>
              <p:nvPr/>
            </p:nvSpPr>
            <p:spPr>
              <a:xfrm>
                <a:off x="3152" y="1978"/>
                <a:ext cx="228" cy="327"/>
              </a:xfrm>
              <a:prstGeom prst="rect">
                <a:avLst/>
              </a:prstGeom>
              <a:noFill/>
              <a:ln w="28575">
                <a:noFill/>
              </a:ln>
            </p:spPr>
            <p:txBody>
              <a:bodyPr wrap="none" anchor="ctr" anchorCtr="0">
                <a:spAutoFit/>
              </a:bodyPr>
              <a:p>
                <a:pPr algn="ctr"/>
                <a:r>
                  <a:rPr lang="en-US" altLang="zh-CN" b="0" dirty="0">
                    <a:solidFill>
                      <a:schemeClr val="bg1"/>
                    </a:solidFill>
                    <a:latin typeface="Times New Roman" panose="02020603050405020304" pitchFamily="18" charset="0"/>
                    <a:ea typeface="宋体" panose="02010600030101010101" pitchFamily="2" charset="-122"/>
                  </a:rPr>
                  <a:t>_</a:t>
                </a:r>
                <a:endParaRPr lang="en-US" altLang="zh-CN" b="0" dirty="0">
                  <a:latin typeface="Times New Roman" panose="02020603050405020304" pitchFamily="18" charset="0"/>
                  <a:ea typeface="宋体" panose="02010600030101010101" pitchFamily="2" charset="-122"/>
                </a:endParaRPr>
              </a:p>
            </p:txBody>
          </p:sp>
          <p:graphicFrame>
            <p:nvGraphicFramePr>
              <p:cNvPr id="36867" name="Object 61"/>
              <p:cNvGraphicFramePr/>
              <p:nvPr/>
            </p:nvGraphicFramePr>
            <p:xfrm>
              <a:off x="3289" y="1834"/>
              <a:ext cx="509" cy="280"/>
            </p:xfrm>
            <a:graphic>
              <a:graphicData uri="http://schemas.openxmlformats.org/presentationml/2006/ole">
                <mc:AlternateContent xmlns:mc="http://schemas.openxmlformats.org/markup-compatibility/2006">
                  <mc:Choice xmlns:v="urn:schemas-microsoft-com:vml" Requires="v">
                    <p:oleObj spid="_x0000_s3278" name="" r:id="rId14" imgW="419100" imgH="228600" progId="Equation.DSMT4">
                      <p:embed/>
                    </p:oleObj>
                  </mc:Choice>
                  <mc:Fallback>
                    <p:oleObj name="" r:id="rId14" imgW="419100" imgH="228600" progId="Equation.DSMT4">
                      <p:embed/>
                      <p:pic>
                        <p:nvPicPr>
                          <p:cNvPr id="0" name="图片 3277"/>
                          <p:cNvPicPr/>
                          <p:nvPr/>
                        </p:nvPicPr>
                        <p:blipFill>
                          <a:blip r:embed="rId15">
                            <a:clrChange>
                              <a:clrFrom>
                                <a:srgbClr val="000000"/>
                              </a:clrFrom>
                              <a:clrTo>
                                <a:srgbClr val="FFFFFF"/>
                              </a:clrTo>
                            </a:clrChange>
                          </a:blip>
                          <a:stretch>
                            <a:fillRect/>
                          </a:stretch>
                        </p:blipFill>
                        <p:spPr>
                          <a:xfrm>
                            <a:off x="3289" y="1834"/>
                            <a:ext cx="509" cy="280"/>
                          </a:xfrm>
                          <a:prstGeom prst="rect">
                            <a:avLst/>
                          </a:prstGeom>
                          <a:noFill/>
                          <a:ln w="38100">
                            <a:noFill/>
                            <a:miter/>
                          </a:ln>
                        </p:spPr>
                      </p:pic>
                    </p:oleObj>
                  </mc:Fallback>
                </mc:AlternateContent>
              </a:graphicData>
            </a:graphic>
          </p:graphicFrame>
          <p:graphicFrame>
            <p:nvGraphicFramePr>
              <p:cNvPr id="36868" name="Object 62"/>
              <p:cNvGraphicFramePr/>
              <p:nvPr/>
            </p:nvGraphicFramePr>
            <p:xfrm>
              <a:off x="4685" y="1577"/>
              <a:ext cx="310" cy="326"/>
            </p:xfrm>
            <a:graphic>
              <a:graphicData uri="http://schemas.openxmlformats.org/presentationml/2006/ole">
                <mc:AlternateContent xmlns:mc="http://schemas.openxmlformats.org/markup-compatibility/2006">
                  <mc:Choice xmlns:v="urn:schemas-microsoft-com:vml" Requires="v">
                    <p:oleObj spid="_x0000_s3280" name="" r:id="rId16" imgW="253365" imgH="266065" progId="Equation.3">
                      <p:embed/>
                    </p:oleObj>
                  </mc:Choice>
                  <mc:Fallback>
                    <p:oleObj name="" r:id="rId16" imgW="253365" imgH="266065" progId="Equation.3">
                      <p:embed/>
                      <p:pic>
                        <p:nvPicPr>
                          <p:cNvPr id="0" name="图片 3279"/>
                          <p:cNvPicPr/>
                          <p:nvPr/>
                        </p:nvPicPr>
                        <p:blipFill>
                          <a:blip r:embed="rId17">
                            <a:clrChange>
                              <a:clrFrom>
                                <a:srgbClr val="000000"/>
                              </a:clrFrom>
                              <a:clrTo>
                                <a:srgbClr val="FFFFFF"/>
                              </a:clrTo>
                            </a:clrChange>
                          </a:blip>
                          <a:stretch>
                            <a:fillRect/>
                          </a:stretch>
                        </p:blipFill>
                        <p:spPr>
                          <a:xfrm>
                            <a:off x="4685" y="1577"/>
                            <a:ext cx="310" cy="326"/>
                          </a:xfrm>
                          <a:prstGeom prst="rect">
                            <a:avLst/>
                          </a:prstGeom>
                          <a:noFill/>
                          <a:ln w="38100">
                            <a:noFill/>
                            <a:miter/>
                          </a:ln>
                        </p:spPr>
                      </p:pic>
                    </p:oleObj>
                  </mc:Fallback>
                </mc:AlternateContent>
              </a:graphicData>
            </a:graphic>
          </p:graphicFrame>
          <p:sp>
            <p:nvSpPr>
              <p:cNvPr id="36900" name="Text Box 63"/>
              <p:cNvSpPr txBox="1"/>
              <p:nvPr/>
            </p:nvSpPr>
            <p:spPr>
              <a:xfrm>
                <a:off x="4740" y="1025"/>
                <a:ext cx="244" cy="327"/>
              </a:xfrm>
              <a:prstGeom prst="rect">
                <a:avLst/>
              </a:prstGeom>
              <a:noFill/>
              <a:ln w="28575">
                <a:noFill/>
              </a:ln>
            </p:spPr>
            <p:txBody>
              <a:bodyPr wrap="none" anchor="ctr" anchorCtr="0">
                <a:spAutoFit/>
              </a:bodyPr>
              <a:p>
                <a:pPr algn="ctr"/>
                <a:r>
                  <a:rPr lang="en-US" altLang="zh-CN" b="0" dirty="0">
                    <a:solidFill>
                      <a:schemeClr val="bg1"/>
                    </a:solidFill>
                    <a:latin typeface="Times New Roman" panose="02020603050405020304" pitchFamily="18" charset="0"/>
                    <a:ea typeface="宋体" panose="02010600030101010101" pitchFamily="2" charset="-122"/>
                  </a:rPr>
                  <a:t>+</a:t>
                </a:r>
                <a:endParaRPr lang="en-US" altLang="zh-CN" b="0" dirty="0">
                  <a:latin typeface="Times New Roman" panose="02020603050405020304" pitchFamily="18" charset="0"/>
                  <a:ea typeface="宋体" panose="02010600030101010101" pitchFamily="2" charset="-122"/>
                </a:endParaRPr>
              </a:p>
            </p:txBody>
          </p:sp>
          <p:sp>
            <p:nvSpPr>
              <p:cNvPr id="36901" name="Text Box 64"/>
              <p:cNvSpPr txBox="1"/>
              <p:nvPr/>
            </p:nvSpPr>
            <p:spPr>
              <a:xfrm>
                <a:off x="4739" y="1933"/>
                <a:ext cx="228" cy="327"/>
              </a:xfrm>
              <a:prstGeom prst="rect">
                <a:avLst/>
              </a:prstGeom>
              <a:noFill/>
              <a:ln w="28575">
                <a:noFill/>
              </a:ln>
            </p:spPr>
            <p:txBody>
              <a:bodyPr wrap="none" anchor="ctr" anchorCtr="0">
                <a:spAutoFit/>
              </a:bodyPr>
              <a:p>
                <a:pPr algn="ctr"/>
                <a:r>
                  <a:rPr lang="en-US" altLang="zh-CN" b="0" dirty="0">
                    <a:solidFill>
                      <a:schemeClr val="bg1"/>
                    </a:solidFill>
                    <a:latin typeface="Times New Roman" panose="02020603050405020304" pitchFamily="18" charset="0"/>
                    <a:ea typeface="宋体" panose="02010600030101010101" pitchFamily="2" charset="-122"/>
                  </a:rPr>
                  <a:t>_</a:t>
                </a:r>
                <a:endParaRPr lang="en-US" altLang="zh-CN" b="0" dirty="0">
                  <a:latin typeface="Times New Roman" panose="02020603050405020304" pitchFamily="18" charset="0"/>
                  <a:ea typeface="宋体" panose="02010600030101010101" pitchFamily="2" charset="-122"/>
                </a:endParaRPr>
              </a:p>
            </p:txBody>
          </p:sp>
          <p:sp>
            <p:nvSpPr>
              <p:cNvPr id="36902" name="Oval 65"/>
              <p:cNvSpPr/>
              <p:nvPr/>
            </p:nvSpPr>
            <p:spPr>
              <a:xfrm>
                <a:off x="4875" y="2318"/>
                <a:ext cx="68" cy="68"/>
              </a:xfrm>
              <a:prstGeom prst="ellipse">
                <a:avLst/>
              </a:prstGeom>
              <a:noFill/>
              <a:ln w="28575" cap="flat" cmpd="sng">
                <a:solidFill>
                  <a:srgbClr val="FFCC00"/>
                </a:solidFill>
                <a:prstDash val="solid"/>
                <a:headEnd type="none" w="med" len="med"/>
                <a:tailEnd type="none" w="med" len="med"/>
              </a:ln>
            </p:spPr>
            <p:txBody>
              <a:bodyPr wrap="none" anchor="ctr" anchorCtr="0"/>
              <a:p>
                <a:endParaRPr lang="zh-CN" altLang="en-US" dirty="0">
                  <a:latin typeface="楷体_GB2312" pitchFamily="49" charset="-122"/>
                </a:endParaRPr>
              </a:p>
            </p:txBody>
          </p:sp>
          <p:sp>
            <p:nvSpPr>
              <p:cNvPr id="36903" name="Oval 66"/>
              <p:cNvSpPr/>
              <p:nvPr/>
            </p:nvSpPr>
            <p:spPr>
              <a:xfrm>
                <a:off x="4908" y="944"/>
                <a:ext cx="68" cy="68"/>
              </a:xfrm>
              <a:prstGeom prst="ellipse">
                <a:avLst/>
              </a:prstGeom>
              <a:noFill/>
              <a:ln w="28575" cap="flat" cmpd="sng">
                <a:solidFill>
                  <a:srgbClr val="FFCC00"/>
                </a:solidFill>
                <a:prstDash val="solid"/>
                <a:headEnd type="none" w="med" len="med"/>
                <a:tailEnd type="none" w="med" len="med"/>
              </a:ln>
            </p:spPr>
            <p:txBody>
              <a:bodyPr wrap="none" anchor="ctr" anchorCtr="0"/>
              <a:p>
                <a:endParaRPr lang="zh-CN" altLang="en-US" dirty="0">
                  <a:latin typeface="楷体_GB2312" pitchFamily="49" charset="-122"/>
                </a:endParaRPr>
              </a:p>
            </p:txBody>
          </p:sp>
          <p:graphicFrame>
            <p:nvGraphicFramePr>
              <p:cNvPr id="36869" name="Object 67"/>
              <p:cNvGraphicFramePr/>
              <p:nvPr/>
            </p:nvGraphicFramePr>
            <p:xfrm>
              <a:off x="3561" y="436"/>
              <a:ext cx="524" cy="403"/>
            </p:xfrm>
            <a:graphic>
              <a:graphicData uri="http://schemas.openxmlformats.org/presentationml/2006/ole">
                <mc:AlternateContent xmlns:mc="http://schemas.openxmlformats.org/markup-compatibility/2006">
                  <mc:Choice xmlns:v="urn:schemas-microsoft-com:vml" Requires="v">
                    <p:oleObj spid="_x0000_s3284" name="" r:id="rId18" imgW="431800" imgH="330200" progId="Equation.3">
                      <p:embed/>
                    </p:oleObj>
                  </mc:Choice>
                  <mc:Fallback>
                    <p:oleObj name="" r:id="rId18" imgW="431800" imgH="330200" progId="Equation.3">
                      <p:embed/>
                      <p:pic>
                        <p:nvPicPr>
                          <p:cNvPr id="0" name="图片 3283"/>
                          <p:cNvPicPr/>
                          <p:nvPr/>
                        </p:nvPicPr>
                        <p:blipFill>
                          <a:blip r:embed="rId19">
                            <a:clrChange>
                              <a:clrFrom>
                                <a:srgbClr val="000000"/>
                              </a:clrFrom>
                              <a:clrTo>
                                <a:srgbClr val="FFFFFF"/>
                              </a:clrTo>
                            </a:clrChange>
                          </a:blip>
                          <a:stretch>
                            <a:fillRect/>
                          </a:stretch>
                        </p:blipFill>
                        <p:spPr>
                          <a:xfrm>
                            <a:off x="3561" y="436"/>
                            <a:ext cx="524" cy="403"/>
                          </a:xfrm>
                          <a:prstGeom prst="rect">
                            <a:avLst/>
                          </a:prstGeom>
                          <a:noFill/>
                          <a:ln w="38100">
                            <a:noFill/>
                            <a:miter/>
                          </a:ln>
                        </p:spPr>
                      </p:pic>
                    </p:oleObj>
                  </mc:Fallback>
                </mc:AlternateContent>
              </a:graphicData>
            </a:graphic>
          </p:graphicFrame>
          <p:sp>
            <p:nvSpPr>
              <p:cNvPr id="36904" name="Line 68"/>
              <p:cNvSpPr/>
              <p:nvPr/>
            </p:nvSpPr>
            <p:spPr>
              <a:xfrm flipH="1">
                <a:off x="3061" y="980"/>
                <a:ext cx="1" cy="1361"/>
              </a:xfrm>
              <a:prstGeom prst="line">
                <a:avLst/>
              </a:prstGeom>
              <a:ln w="28575" cap="flat" cmpd="sng">
                <a:solidFill>
                  <a:srgbClr val="FFCC00"/>
                </a:solidFill>
                <a:prstDash val="solid"/>
                <a:headEnd type="none" w="med" len="med"/>
                <a:tailEnd type="none" w="med" len="med"/>
              </a:ln>
            </p:spPr>
          </p:sp>
          <p:sp>
            <p:nvSpPr>
              <p:cNvPr id="36905" name="Line 69"/>
              <p:cNvSpPr/>
              <p:nvPr/>
            </p:nvSpPr>
            <p:spPr>
              <a:xfrm flipH="1">
                <a:off x="4376" y="980"/>
                <a:ext cx="1" cy="545"/>
              </a:xfrm>
              <a:prstGeom prst="line">
                <a:avLst/>
              </a:prstGeom>
              <a:ln w="28575" cap="flat" cmpd="sng">
                <a:solidFill>
                  <a:srgbClr val="FFCC00"/>
                </a:solidFill>
                <a:prstDash val="solid"/>
                <a:headEnd type="oval" w="med" len="med"/>
                <a:tailEnd type="none" w="med" len="med"/>
              </a:ln>
            </p:spPr>
          </p:sp>
          <p:sp>
            <p:nvSpPr>
              <p:cNvPr id="36906" name="Line 70"/>
              <p:cNvSpPr/>
              <p:nvPr/>
            </p:nvSpPr>
            <p:spPr>
              <a:xfrm flipH="1">
                <a:off x="4376" y="1888"/>
                <a:ext cx="1" cy="453"/>
              </a:xfrm>
              <a:prstGeom prst="line">
                <a:avLst/>
              </a:prstGeom>
              <a:ln w="28575" cap="flat" cmpd="sng">
                <a:solidFill>
                  <a:srgbClr val="FFCC00"/>
                </a:solidFill>
                <a:prstDash val="solid"/>
                <a:headEnd type="none" w="med" len="med"/>
                <a:tailEnd type="oval" w="med" len="med"/>
              </a:ln>
            </p:spPr>
          </p:sp>
          <p:graphicFrame>
            <p:nvGraphicFramePr>
              <p:cNvPr id="36870" name="Object 71"/>
              <p:cNvGraphicFramePr/>
              <p:nvPr/>
            </p:nvGraphicFramePr>
            <p:xfrm>
              <a:off x="4377" y="1842"/>
              <a:ext cx="201" cy="403"/>
            </p:xfrm>
            <a:graphic>
              <a:graphicData uri="http://schemas.openxmlformats.org/presentationml/2006/ole">
                <mc:AlternateContent xmlns:mc="http://schemas.openxmlformats.org/markup-compatibility/2006">
                  <mc:Choice xmlns:v="urn:schemas-microsoft-com:vml" Requires="v">
                    <p:oleObj spid="_x0000_s3283" name="" r:id="rId20" imgW="165100" imgH="329565" progId="Equation.3">
                      <p:embed/>
                    </p:oleObj>
                  </mc:Choice>
                  <mc:Fallback>
                    <p:oleObj name="" r:id="rId20" imgW="165100" imgH="329565" progId="Equation.3">
                      <p:embed/>
                      <p:pic>
                        <p:nvPicPr>
                          <p:cNvPr id="0" name="图片 3282"/>
                          <p:cNvPicPr/>
                          <p:nvPr/>
                        </p:nvPicPr>
                        <p:blipFill>
                          <a:blip r:embed="rId13">
                            <a:clrChange>
                              <a:clrFrom>
                                <a:srgbClr val="000000"/>
                              </a:clrFrom>
                              <a:clrTo>
                                <a:srgbClr val="FFFFFF"/>
                              </a:clrTo>
                            </a:clrChange>
                          </a:blip>
                          <a:stretch>
                            <a:fillRect/>
                          </a:stretch>
                        </p:blipFill>
                        <p:spPr>
                          <a:xfrm>
                            <a:off x="4377" y="1842"/>
                            <a:ext cx="201" cy="403"/>
                          </a:xfrm>
                          <a:prstGeom prst="rect">
                            <a:avLst/>
                          </a:prstGeom>
                          <a:noFill/>
                          <a:ln w="38100">
                            <a:noFill/>
                            <a:miter/>
                          </a:ln>
                        </p:spPr>
                      </p:pic>
                    </p:oleObj>
                  </mc:Fallback>
                </mc:AlternateContent>
              </a:graphicData>
            </a:graphic>
          </p:graphicFrame>
          <p:sp>
            <p:nvSpPr>
              <p:cNvPr id="36907" name="Line 72"/>
              <p:cNvSpPr/>
              <p:nvPr/>
            </p:nvSpPr>
            <p:spPr>
              <a:xfrm flipH="1">
                <a:off x="4377" y="1979"/>
                <a:ext cx="0" cy="273"/>
              </a:xfrm>
              <a:prstGeom prst="line">
                <a:avLst/>
              </a:prstGeom>
              <a:ln w="28575" cap="flat" cmpd="sng">
                <a:solidFill>
                  <a:srgbClr val="66FFFF"/>
                </a:solidFill>
                <a:prstDash val="solid"/>
                <a:headEnd type="none" w="med" len="med"/>
                <a:tailEnd type="triangle" w="med" len="med"/>
              </a:ln>
            </p:spPr>
          </p:sp>
          <p:sp>
            <p:nvSpPr>
              <p:cNvPr id="36908" name="Text Box 73"/>
              <p:cNvSpPr txBox="1"/>
              <p:nvPr/>
            </p:nvSpPr>
            <p:spPr>
              <a:xfrm>
                <a:off x="3050" y="1116"/>
                <a:ext cx="624" cy="327"/>
              </a:xfrm>
              <a:prstGeom prst="rect">
                <a:avLst/>
              </a:prstGeom>
              <a:noFill/>
              <a:ln w="28575">
                <a:noFill/>
              </a:ln>
            </p:spPr>
            <p:txBody>
              <a:bodyPr wrap="none" anchor="ctr" anchorCtr="0">
                <a:spAutoFit/>
              </a:bodyPr>
              <a:p>
                <a:pPr algn="ctr"/>
                <a:r>
                  <a:rPr lang="en-US" altLang="zh-CN" b="0" dirty="0">
                    <a:solidFill>
                      <a:schemeClr val="bg1"/>
                    </a:solidFill>
                    <a:latin typeface="Times New Roman" panose="02020603050405020304" pitchFamily="18" charset="0"/>
                    <a:ea typeface="宋体" panose="02010600030101010101" pitchFamily="2" charset="-122"/>
                  </a:rPr>
                  <a:t>100</a:t>
                </a:r>
                <a:r>
                  <a:rPr lang="en-US" altLang="zh-CN" b="0" dirty="0">
                    <a:solidFill>
                      <a:schemeClr val="bg1"/>
                    </a:solidFill>
                    <a:latin typeface="Times New Roman" panose="02020603050405020304" pitchFamily="18" charset="0"/>
                    <a:ea typeface="宋体" panose="02010600030101010101" pitchFamily="2" charset="-122"/>
                    <a:sym typeface="Symbol" panose="05050102010706020507" pitchFamily="18" charset="2"/>
                  </a:rPr>
                  <a:t></a:t>
                </a:r>
                <a:endParaRPr lang="en-US" altLang="zh-CN" b="0" dirty="0">
                  <a:latin typeface="Times New Roman" panose="02020603050405020304" pitchFamily="18" charset="0"/>
                  <a:ea typeface="宋体" panose="02010600030101010101" pitchFamily="2" charset="-122"/>
                </a:endParaRPr>
              </a:p>
            </p:txBody>
          </p:sp>
          <p:sp>
            <p:nvSpPr>
              <p:cNvPr id="36909" name="Rectangle 74"/>
              <p:cNvSpPr/>
              <p:nvPr/>
            </p:nvSpPr>
            <p:spPr>
              <a:xfrm>
                <a:off x="2997" y="1161"/>
                <a:ext cx="127" cy="318"/>
              </a:xfrm>
              <a:prstGeom prst="rect">
                <a:avLst/>
              </a:prstGeom>
              <a:gradFill rotWithShape="1">
                <a:gsLst>
                  <a:gs pos="0">
                    <a:srgbClr val="764700"/>
                  </a:gs>
                  <a:gs pos="50000">
                    <a:srgbClr val="FF9900"/>
                  </a:gs>
                  <a:gs pos="100000">
                    <a:srgbClr val="764700"/>
                  </a:gs>
                </a:gsLst>
                <a:lin ang="0" scaled="1"/>
                <a:tileRect/>
              </a:gradFill>
              <a:ln w="28575">
                <a:noFill/>
              </a:ln>
            </p:spPr>
            <p:txBody>
              <a:bodyPr wrap="none" anchor="ctr" anchorCtr="0"/>
              <a:p>
                <a:endParaRPr lang="zh-CN" altLang="en-US" dirty="0">
                  <a:latin typeface="楷体_GB2312" pitchFamily="49" charset="-122"/>
                </a:endParaRPr>
              </a:p>
            </p:txBody>
          </p:sp>
          <p:grpSp>
            <p:nvGrpSpPr>
              <p:cNvPr id="36910" name="Group 108"/>
              <p:cNvGrpSpPr/>
              <p:nvPr/>
            </p:nvGrpSpPr>
            <p:grpSpPr>
              <a:xfrm rot="10800000">
                <a:off x="4377" y="1525"/>
                <a:ext cx="90" cy="363"/>
                <a:chOff x="1565" y="2614"/>
                <a:chExt cx="90" cy="486"/>
              </a:xfrm>
            </p:grpSpPr>
            <p:sp>
              <p:nvSpPr>
                <p:cNvPr id="36911" name="Arc 109"/>
                <p:cNvSpPr/>
                <p:nvPr/>
              </p:nvSpPr>
              <p:spPr>
                <a:xfrm flipH="1" flipV="1">
                  <a:off x="1565" y="2860"/>
                  <a:ext cx="90" cy="116"/>
                </a:xfrm>
                <a:custGeom>
                  <a:avLst/>
                  <a:gdLst>
                    <a:gd name="txL" fmla="*/ 0 w 22723"/>
                    <a:gd name="txT" fmla="*/ 0 h 43200"/>
                    <a:gd name="txR" fmla="*/ 22723 w 22723"/>
                    <a:gd name="txB" fmla="*/ 43200 h 43200"/>
                  </a:gdLst>
                  <a:ahLst/>
                  <a:cxnLst>
                    <a:cxn ang="0">
                      <a:pos x="1122" y="0"/>
                    </a:cxn>
                    <a:cxn ang="0">
                      <a:pos x="22723" y="21600"/>
                    </a:cxn>
                    <a:cxn ang="0">
                      <a:pos x="1123" y="43200"/>
                    </a:cxn>
                    <a:cxn ang="0">
                      <a:pos x="0" y="43170"/>
                    </a:cxn>
                    <a:cxn ang="0">
                      <a:pos x="1122" y="0"/>
                    </a:cxn>
                    <a:cxn ang="0">
                      <a:pos x="22723" y="21600"/>
                    </a:cxn>
                    <a:cxn ang="0">
                      <a:pos x="1123" y="43200"/>
                    </a:cxn>
                    <a:cxn ang="0">
                      <a:pos x="0" y="43170"/>
                    </a:cxn>
                    <a:cxn ang="0">
                      <a:pos x="1123" y="21600"/>
                    </a:cxn>
                  </a:cxnLst>
                  <a:rect l="txL" t="txT" r="txR" b="txB"/>
                  <a:pathLst>
                    <a:path w="22723" h="43200" fill="none">
                      <a:moveTo>
                        <a:pt x="1122" y="0"/>
                      </a:moveTo>
                      <a:cubicBezTo>
                        <a:pt x="13052" y="0"/>
                        <a:pt x="22723" y="9670"/>
                        <a:pt x="22723" y="21600"/>
                      </a:cubicBezTo>
                      <a:cubicBezTo>
                        <a:pt x="22723" y="33529"/>
                        <a:pt x="13052" y="43200"/>
                        <a:pt x="1123" y="43200"/>
                      </a:cubicBezTo>
                      <a:cubicBezTo>
                        <a:pt x="748" y="43200"/>
                        <a:pt x="374" y="43190"/>
                        <a:pt x="0" y="43170"/>
                      </a:cubicBezTo>
                    </a:path>
                    <a:path w="22723" h="43200" stroke="0">
                      <a:moveTo>
                        <a:pt x="1122" y="0"/>
                      </a:moveTo>
                      <a:cubicBezTo>
                        <a:pt x="13052" y="0"/>
                        <a:pt x="22723" y="9670"/>
                        <a:pt x="22723" y="21600"/>
                      </a:cubicBezTo>
                      <a:cubicBezTo>
                        <a:pt x="22723" y="33529"/>
                        <a:pt x="13052" y="43200"/>
                        <a:pt x="1123" y="43200"/>
                      </a:cubicBezTo>
                      <a:cubicBezTo>
                        <a:pt x="748" y="43200"/>
                        <a:pt x="374" y="43190"/>
                        <a:pt x="0" y="43170"/>
                      </a:cubicBezTo>
                      <a:lnTo>
                        <a:pt x="1123" y="21600"/>
                      </a:lnTo>
                      <a:close/>
                    </a:path>
                  </a:pathLst>
                </a:custGeom>
                <a:noFill/>
                <a:ln w="28575" cap="flat" cmpd="sng">
                  <a:solidFill>
                    <a:srgbClr val="FF9900"/>
                  </a:solidFill>
                  <a:prstDash val="solid"/>
                  <a:round/>
                  <a:headEnd type="none" w="med" len="med"/>
                  <a:tailEnd type="none" w="med" len="med"/>
                </a:ln>
              </p:spPr>
              <p:txBody>
                <a:bodyPr wrap="none" anchor="ctr" anchorCtr="0"/>
                <a:p>
                  <a:endParaRPr lang="zh-CN" altLang="en-US" dirty="0">
                    <a:latin typeface="楷体_GB2312" pitchFamily="49" charset="-122"/>
                  </a:endParaRPr>
                </a:p>
              </p:txBody>
            </p:sp>
            <p:sp>
              <p:nvSpPr>
                <p:cNvPr id="36912" name="Arc 110"/>
                <p:cNvSpPr/>
                <p:nvPr/>
              </p:nvSpPr>
              <p:spPr>
                <a:xfrm flipH="1" flipV="1">
                  <a:off x="1565" y="2737"/>
                  <a:ext cx="90" cy="116"/>
                </a:xfrm>
                <a:custGeom>
                  <a:avLst/>
                  <a:gdLst>
                    <a:gd name="txL" fmla="*/ 0 w 22723"/>
                    <a:gd name="txT" fmla="*/ 0 h 43200"/>
                    <a:gd name="txR" fmla="*/ 22723 w 22723"/>
                    <a:gd name="txB" fmla="*/ 43200 h 43200"/>
                  </a:gdLst>
                  <a:ahLst/>
                  <a:cxnLst>
                    <a:cxn ang="0">
                      <a:pos x="1122" y="0"/>
                    </a:cxn>
                    <a:cxn ang="0">
                      <a:pos x="22723" y="21600"/>
                    </a:cxn>
                    <a:cxn ang="0">
                      <a:pos x="1123" y="43200"/>
                    </a:cxn>
                    <a:cxn ang="0">
                      <a:pos x="0" y="43170"/>
                    </a:cxn>
                    <a:cxn ang="0">
                      <a:pos x="1122" y="0"/>
                    </a:cxn>
                    <a:cxn ang="0">
                      <a:pos x="22723" y="21600"/>
                    </a:cxn>
                    <a:cxn ang="0">
                      <a:pos x="1123" y="43200"/>
                    </a:cxn>
                    <a:cxn ang="0">
                      <a:pos x="0" y="43170"/>
                    </a:cxn>
                    <a:cxn ang="0">
                      <a:pos x="1123" y="21600"/>
                    </a:cxn>
                  </a:cxnLst>
                  <a:rect l="txL" t="txT" r="txR" b="txB"/>
                  <a:pathLst>
                    <a:path w="22723" h="43200" fill="none">
                      <a:moveTo>
                        <a:pt x="1122" y="0"/>
                      </a:moveTo>
                      <a:cubicBezTo>
                        <a:pt x="13052" y="0"/>
                        <a:pt x="22723" y="9670"/>
                        <a:pt x="22723" y="21600"/>
                      </a:cubicBezTo>
                      <a:cubicBezTo>
                        <a:pt x="22723" y="33529"/>
                        <a:pt x="13052" y="43200"/>
                        <a:pt x="1123" y="43200"/>
                      </a:cubicBezTo>
                      <a:cubicBezTo>
                        <a:pt x="748" y="43200"/>
                        <a:pt x="374" y="43190"/>
                        <a:pt x="0" y="43170"/>
                      </a:cubicBezTo>
                    </a:path>
                    <a:path w="22723" h="43200" stroke="0">
                      <a:moveTo>
                        <a:pt x="1122" y="0"/>
                      </a:moveTo>
                      <a:cubicBezTo>
                        <a:pt x="13052" y="0"/>
                        <a:pt x="22723" y="9670"/>
                        <a:pt x="22723" y="21600"/>
                      </a:cubicBezTo>
                      <a:cubicBezTo>
                        <a:pt x="22723" y="33529"/>
                        <a:pt x="13052" y="43200"/>
                        <a:pt x="1123" y="43200"/>
                      </a:cubicBezTo>
                      <a:cubicBezTo>
                        <a:pt x="748" y="43200"/>
                        <a:pt x="374" y="43190"/>
                        <a:pt x="0" y="43170"/>
                      </a:cubicBezTo>
                      <a:lnTo>
                        <a:pt x="1123" y="21600"/>
                      </a:lnTo>
                      <a:close/>
                    </a:path>
                  </a:pathLst>
                </a:custGeom>
                <a:noFill/>
                <a:ln w="28575" cap="flat" cmpd="sng">
                  <a:solidFill>
                    <a:srgbClr val="FF9900"/>
                  </a:solidFill>
                  <a:prstDash val="solid"/>
                  <a:round/>
                  <a:headEnd type="none" w="med" len="med"/>
                  <a:tailEnd type="none" w="med" len="med"/>
                </a:ln>
              </p:spPr>
              <p:txBody>
                <a:bodyPr wrap="none" anchor="ctr" anchorCtr="0"/>
                <a:p>
                  <a:endParaRPr lang="zh-CN" altLang="en-US" dirty="0">
                    <a:latin typeface="楷体_GB2312" pitchFamily="49" charset="-122"/>
                  </a:endParaRPr>
                </a:p>
              </p:txBody>
            </p:sp>
            <p:sp>
              <p:nvSpPr>
                <p:cNvPr id="36913" name="Arc 111"/>
                <p:cNvSpPr/>
                <p:nvPr/>
              </p:nvSpPr>
              <p:spPr>
                <a:xfrm flipH="1" flipV="1">
                  <a:off x="1565" y="2614"/>
                  <a:ext cx="90" cy="116"/>
                </a:xfrm>
                <a:custGeom>
                  <a:avLst/>
                  <a:gdLst>
                    <a:gd name="txL" fmla="*/ 0 w 22723"/>
                    <a:gd name="txT" fmla="*/ 0 h 43200"/>
                    <a:gd name="txR" fmla="*/ 22723 w 22723"/>
                    <a:gd name="txB" fmla="*/ 43200 h 43200"/>
                  </a:gdLst>
                  <a:ahLst/>
                  <a:cxnLst>
                    <a:cxn ang="0">
                      <a:pos x="1122" y="0"/>
                    </a:cxn>
                    <a:cxn ang="0">
                      <a:pos x="22723" y="21600"/>
                    </a:cxn>
                    <a:cxn ang="0">
                      <a:pos x="1123" y="43200"/>
                    </a:cxn>
                    <a:cxn ang="0">
                      <a:pos x="0" y="43170"/>
                    </a:cxn>
                    <a:cxn ang="0">
                      <a:pos x="1122" y="0"/>
                    </a:cxn>
                    <a:cxn ang="0">
                      <a:pos x="22723" y="21600"/>
                    </a:cxn>
                    <a:cxn ang="0">
                      <a:pos x="1123" y="43200"/>
                    </a:cxn>
                    <a:cxn ang="0">
                      <a:pos x="0" y="43170"/>
                    </a:cxn>
                    <a:cxn ang="0">
                      <a:pos x="1123" y="21600"/>
                    </a:cxn>
                  </a:cxnLst>
                  <a:rect l="txL" t="txT" r="txR" b="txB"/>
                  <a:pathLst>
                    <a:path w="22723" h="43200" fill="none">
                      <a:moveTo>
                        <a:pt x="1122" y="0"/>
                      </a:moveTo>
                      <a:cubicBezTo>
                        <a:pt x="13052" y="0"/>
                        <a:pt x="22723" y="9670"/>
                        <a:pt x="22723" y="21600"/>
                      </a:cubicBezTo>
                      <a:cubicBezTo>
                        <a:pt x="22723" y="33529"/>
                        <a:pt x="13052" y="43200"/>
                        <a:pt x="1123" y="43200"/>
                      </a:cubicBezTo>
                      <a:cubicBezTo>
                        <a:pt x="748" y="43200"/>
                        <a:pt x="374" y="43190"/>
                        <a:pt x="0" y="43170"/>
                      </a:cubicBezTo>
                    </a:path>
                    <a:path w="22723" h="43200" stroke="0">
                      <a:moveTo>
                        <a:pt x="1122" y="0"/>
                      </a:moveTo>
                      <a:cubicBezTo>
                        <a:pt x="13052" y="0"/>
                        <a:pt x="22723" y="9670"/>
                        <a:pt x="22723" y="21600"/>
                      </a:cubicBezTo>
                      <a:cubicBezTo>
                        <a:pt x="22723" y="33529"/>
                        <a:pt x="13052" y="43200"/>
                        <a:pt x="1123" y="43200"/>
                      </a:cubicBezTo>
                      <a:cubicBezTo>
                        <a:pt x="748" y="43200"/>
                        <a:pt x="374" y="43190"/>
                        <a:pt x="0" y="43170"/>
                      </a:cubicBezTo>
                      <a:lnTo>
                        <a:pt x="1123" y="21600"/>
                      </a:lnTo>
                      <a:close/>
                    </a:path>
                  </a:pathLst>
                </a:custGeom>
                <a:noFill/>
                <a:ln w="28575" cap="flat" cmpd="sng">
                  <a:solidFill>
                    <a:srgbClr val="FF9900"/>
                  </a:solidFill>
                  <a:prstDash val="solid"/>
                  <a:round/>
                  <a:headEnd type="none" w="med" len="med"/>
                  <a:tailEnd type="none" w="med" len="med"/>
                </a:ln>
              </p:spPr>
              <p:txBody>
                <a:bodyPr wrap="none" anchor="ctr" anchorCtr="0"/>
                <a:p>
                  <a:endParaRPr lang="zh-CN" altLang="en-US" dirty="0">
                    <a:latin typeface="楷体_GB2312" pitchFamily="49" charset="-122"/>
                  </a:endParaRPr>
                </a:p>
              </p:txBody>
            </p:sp>
            <p:sp>
              <p:nvSpPr>
                <p:cNvPr id="36914" name="Arc 112"/>
                <p:cNvSpPr/>
                <p:nvPr/>
              </p:nvSpPr>
              <p:spPr>
                <a:xfrm flipH="1" flipV="1">
                  <a:off x="1565" y="2984"/>
                  <a:ext cx="90" cy="116"/>
                </a:xfrm>
                <a:custGeom>
                  <a:avLst/>
                  <a:gdLst>
                    <a:gd name="txL" fmla="*/ 0 w 22723"/>
                    <a:gd name="txT" fmla="*/ 0 h 43200"/>
                    <a:gd name="txR" fmla="*/ 22723 w 22723"/>
                    <a:gd name="txB" fmla="*/ 43200 h 43200"/>
                  </a:gdLst>
                  <a:ahLst/>
                  <a:cxnLst>
                    <a:cxn ang="0">
                      <a:pos x="1122" y="0"/>
                    </a:cxn>
                    <a:cxn ang="0">
                      <a:pos x="22723" y="21600"/>
                    </a:cxn>
                    <a:cxn ang="0">
                      <a:pos x="1123" y="43200"/>
                    </a:cxn>
                    <a:cxn ang="0">
                      <a:pos x="0" y="43170"/>
                    </a:cxn>
                    <a:cxn ang="0">
                      <a:pos x="1122" y="0"/>
                    </a:cxn>
                    <a:cxn ang="0">
                      <a:pos x="22723" y="21600"/>
                    </a:cxn>
                    <a:cxn ang="0">
                      <a:pos x="1123" y="43200"/>
                    </a:cxn>
                    <a:cxn ang="0">
                      <a:pos x="0" y="43170"/>
                    </a:cxn>
                    <a:cxn ang="0">
                      <a:pos x="1123" y="21600"/>
                    </a:cxn>
                  </a:cxnLst>
                  <a:rect l="txL" t="txT" r="txR" b="txB"/>
                  <a:pathLst>
                    <a:path w="22723" h="43200" fill="none">
                      <a:moveTo>
                        <a:pt x="1122" y="0"/>
                      </a:moveTo>
                      <a:cubicBezTo>
                        <a:pt x="13052" y="0"/>
                        <a:pt x="22723" y="9670"/>
                        <a:pt x="22723" y="21600"/>
                      </a:cubicBezTo>
                      <a:cubicBezTo>
                        <a:pt x="22723" y="33529"/>
                        <a:pt x="13052" y="43200"/>
                        <a:pt x="1123" y="43200"/>
                      </a:cubicBezTo>
                      <a:cubicBezTo>
                        <a:pt x="748" y="43200"/>
                        <a:pt x="374" y="43190"/>
                        <a:pt x="0" y="43170"/>
                      </a:cubicBezTo>
                    </a:path>
                    <a:path w="22723" h="43200" stroke="0">
                      <a:moveTo>
                        <a:pt x="1122" y="0"/>
                      </a:moveTo>
                      <a:cubicBezTo>
                        <a:pt x="13052" y="0"/>
                        <a:pt x="22723" y="9670"/>
                        <a:pt x="22723" y="21600"/>
                      </a:cubicBezTo>
                      <a:cubicBezTo>
                        <a:pt x="22723" y="33529"/>
                        <a:pt x="13052" y="43200"/>
                        <a:pt x="1123" y="43200"/>
                      </a:cubicBezTo>
                      <a:cubicBezTo>
                        <a:pt x="748" y="43200"/>
                        <a:pt x="374" y="43190"/>
                        <a:pt x="0" y="43170"/>
                      </a:cubicBezTo>
                      <a:lnTo>
                        <a:pt x="1123" y="21600"/>
                      </a:lnTo>
                      <a:close/>
                    </a:path>
                  </a:pathLst>
                </a:custGeom>
                <a:noFill/>
                <a:ln w="28575" cap="flat" cmpd="sng">
                  <a:solidFill>
                    <a:srgbClr val="FF9900"/>
                  </a:solidFill>
                  <a:prstDash val="solid"/>
                  <a:round/>
                  <a:headEnd type="none" w="med" len="med"/>
                  <a:tailEnd type="none" w="med" len="med"/>
                </a:ln>
              </p:spPr>
              <p:txBody>
                <a:bodyPr wrap="none" anchor="ctr" anchorCtr="0"/>
                <a:p>
                  <a:endParaRPr lang="zh-CN" altLang="en-US" dirty="0">
                    <a:latin typeface="楷体_GB2312" pitchFamily="49" charset="-122"/>
                  </a:endParaRPr>
                </a:p>
              </p:txBody>
            </p:sp>
          </p:grpSp>
        </p:grpSp>
        <p:grpSp>
          <p:nvGrpSpPr>
            <p:cNvPr id="36888" name="Group 120"/>
            <p:cNvGrpSpPr/>
            <p:nvPr/>
          </p:nvGrpSpPr>
          <p:grpSpPr>
            <a:xfrm>
              <a:off x="3515" y="1842"/>
              <a:ext cx="273" cy="227"/>
              <a:chOff x="1156" y="1842"/>
              <a:chExt cx="273" cy="227"/>
            </a:xfrm>
          </p:grpSpPr>
          <p:sp>
            <p:nvSpPr>
              <p:cNvPr id="36889" name="Line 121"/>
              <p:cNvSpPr/>
              <p:nvPr/>
            </p:nvSpPr>
            <p:spPr>
              <a:xfrm flipH="1">
                <a:off x="1156" y="1842"/>
                <a:ext cx="91" cy="227"/>
              </a:xfrm>
              <a:prstGeom prst="line">
                <a:avLst/>
              </a:prstGeom>
              <a:ln w="19050" cap="flat" cmpd="sng">
                <a:solidFill>
                  <a:schemeClr val="bg1"/>
                </a:solidFill>
                <a:prstDash val="solid"/>
                <a:headEnd type="none" w="med" len="med"/>
                <a:tailEnd type="none" w="med" len="med"/>
              </a:ln>
            </p:spPr>
          </p:sp>
          <p:sp>
            <p:nvSpPr>
              <p:cNvPr id="36890" name="Line 122"/>
              <p:cNvSpPr/>
              <p:nvPr/>
            </p:nvSpPr>
            <p:spPr>
              <a:xfrm>
                <a:off x="1156" y="2069"/>
                <a:ext cx="273" cy="0"/>
              </a:xfrm>
              <a:prstGeom prst="line">
                <a:avLst/>
              </a:prstGeom>
              <a:ln w="19050" cap="flat" cmpd="sng">
                <a:solidFill>
                  <a:schemeClr val="bg1"/>
                </a:solidFill>
                <a:prstDash val="solid"/>
                <a:headEnd type="none" w="med" len="med"/>
                <a:tailEnd type="none" w="med" len="med"/>
              </a:ln>
            </p:spPr>
          </p:sp>
        </p:gr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5" presetClass="entr" presetSubtype="0" fill="hold" grpId="0" nodeType="withEffect">
                                  <p:stCondLst>
                                    <p:cond delay="0"/>
                                  </p:stCondLst>
                                  <p:childTnLst>
                                    <p:set>
                                      <p:cBhvr>
                                        <p:cTn id="6" dur="1" fill="hold">
                                          <p:stCondLst>
                                            <p:cond delay="0"/>
                                          </p:stCondLst>
                                        </p:cTn>
                                        <p:tgtEl>
                                          <p:spTgt spid="108546"/>
                                        </p:tgtEl>
                                        <p:attrNameLst>
                                          <p:attrName>style.visibility</p:attrName>
                                        </p:attrNameLst>
                                      </p:cBhvr>
                                      <p:to>
                                        <p:strVal val="visible"/>
                                      </p:to>
                                    </p:set>
                                    <p:anim calcmode="lin" valueType="num">
                                      <p:cBhvr>
                                        <p:cTn id="7" dur="1000" fill="hold"/>
                                        <p:tgtEl>
                                          <p:spTgt spid="108546"/>
                                        </p:tgtEl>
                                        <p:attrNameLst>
                                          <p:attrName>ppt_w</p:attrName>
                                        </p:attrNameLst>
                                      </p:cBhvr>
                                      <p:tavLst>
                                        <p:tav tm="0">
                                          <p:val>
                                            <p:fltVal val="0.000000"/>
                                          </p:val>
                                        </p:tav>
                                        <p:tav tm="100000">
                                          <p:val>
                                            <p:strVal val="#ppt_w"/>
                                          </p:val>
                                        </p:tav>
                                      </p:tavLst>
                                    </p:anim>
                                    <p:anim calcmode="lin" valueType="num">
                                      <p:cBhvr>
                                        <p:cTn id="8" dur="1000" fill="hold"/>
                                        <p:tgtEl>
                                          <p:spTgt spid="108546"/>
                                        </p:tgtEl>
                                        <p:attrNameLst>
                                          <p:attrName>ppt_h</p:attrName>
                                        </p:attrNameLst>
                                      </p:cBhvr>
                                      <p:tavLst>
                                        <p:tav tm="0">
                                          <p:val>
                                            <p:fltVal val="0.000000"/>
                                          </p:val>
                                        </p:tav>
                                        <p:tav tm="100000">
                                          <p:val>
                                            <p:strVal val="#ppt_h"/>
                                          </p:val>
                                        </p:tav>
                                      </p:tavLst>
                                    </p:anim>
                                    <p:anim calcmode="lin" valueType="num">
                                      <p:cBhvr>
                                        <p:cTn id="9" dur="1000" fill="hold"/>
                                        <p:tgtEl>
                                          <p:spTgt spid="108546"/>
                                        </p:tgtEl>
                                        <p:attrNameLst>
                                          <p:attrName>ppt_x</p:attrName>
                                        </p:attrNameLst>
                                      </p:cBhvr>
                                      <p:tavLst>
                                        <p:tav tm="0" fmla="#ppt_x+(cos(-2*pi*(1-$))*-#ppt_x-sin(-2*pi*(1-$))*(1-#ppt_y))*(1-$)">
                                          <p:val>
                                            <p:fltVal val="0.000000"/>
                                          </p:val>
                                        </p:tav>
                                        <p:tav tm="100000">
                                          <p:val>
                                            <p:fltVal val="1.000000"/>
                                          </p:val>
                                        </p:tav>
                                      </p:tavLst>
                                    </p:anim>
                                    <p:anim calcmode="lin" valueType="num">
                                      <p:cBhvr>
                                        <p:cTn id="10" dur="1000" fill="hold"/>
                                        <p:tgtEl>
                                          <p:spTgt spid="108546"/>
                                        </p:tgtEl>
                                        <p:attrNameLst>
                                          <p:attrName>ppt_y</p:attrName>
                                        </p:attrNameLst>
                                      </p:cBhvr>
                                      <p:tavLst>
                                        <p:tav tm="0" fmla="#ppt_y+(sin(-2*pi*(1-$))*-#ppt_x+cos(-2*pi*(1-$))*(1-#ppt_y))*(1-$)">
                                          <p:val>
                                            <p:fltVal val="0.000000"/>
                                          </p:val>
                                        </p:tav>
                                        <p:tav tm="100000">
                                          <p:val>
                                            <p:fltVal val="1.000000"/>
                                          </p:val>
                                        </p:tav>
                                      </p:tavLst>
                                    </p:anim>
                                  </p:childTnLst>
                                </p:cTn>
                              </p:par>
                            </p:childTnLst>
                          </p:cTn>
                        </p:par>
                        <p:par>
                          <p:cTn id="11" fill="hold">
                            <p:stCondLst>
                              <p:cond delay="1000"/>
                            </p:stCondLst>
                            <p:childTnLst>
                              <p:par>
                                <p:cTn id="12" presetID="22" presetClass="entr" presetSubtype="8" fill="hold" nodeType="afterEffect">
                                  <p:stCondLst>
                                    <p:cond delay="0"/>
                                  </p:stCondLst>
                                  <p:childTnLst>
                                    <p:set>
                                      <p:cBhvr>
                                        <p:cTn id="13" dur="1" fill="hold">
                                          <p:stCondLst>
                                            <p:cond delay="0"/>
                                          </p:stCondLst>
                                        </p:cTn>
                                        <p:tgtEl>
                                          <p:spTgt spid="6"/>
                                        </p:tgtEl>
                                        <p:attrNameLst>
                                          <p:attrName>style.visibility</p:attrName>
                                        </p:attrNameLst>
                                      </p:cBhvr>
                                      <p:to>
                                        <p:strVal val="visible"/>
                                      </p:to>
                                    </p:set>
                                    <p:animEffect transition="in" filter="wipe(left)">
                                      <p:cBhvr>
                                        <p:cTn id="14" dur="1000"/>
                                        <p:tgtEl>
                                          <p:spTgt spid="6"/>
                                        </p:tgtEl>
                                      </p:cBhvr>
                                    </p:animEffect>
                                  </p:childTnLst>
                                </p:cTn>
                              </p:par>
                            </p:childTnLst>
                          </p:cTn>
                        </p:par>
                        <p:par>
                          <p:cTn id="15" fill="hold">
                            <p:stCondLst>
                              <p:cond delay="2000"/>
                            </p:stCondLst>
                            <p:childTnLst>
                              <p:par>
                                <p:cTn id="16" presetID="2" presetClass="entr" presetSubtype="2" fill="hold" grpId="0" nodeType="afterEffect">
                                  <p:stCondLst>
                                    <p:cond delay="0"/>
                                  </p:stCondLst>
                                  <p:childTnLst>
                                    <p:set>
                                      <p:cBhvr>
                                        <p:cTn id="17" dur="1" fill="hold">
                                          <p:stCondLst>
                                            <p:cond delay="0"/>
                                          </p:stCondLst>
                                        </p:cTn>
                                        <p:tgtEl>
                                          <p:spTgt spid="108547"/>
                                        </p:tgtEl>
                                        <p:attrNameLst>
                                          <p:attrName>style.visibility</p:attrName>
                                        </p:attrNameLst>
                                      </p:cBhvr>
                                      <p:to>
                                        <p:strVal val="visible"/>
                                      </p:to>
                                    </p:set>
                                    <p:anim calcmode="lin" valueType="num">
                                      <p:cBhvr additive="base">
                                        <p:cTn id="18" dur="500" fill="hold"/>
                                        <p:tgtEl>
                                          <p:spTgt spid="108547"/>
                                        </p:tgtEl>
                                        <p:attrNameLst>
                                          <p:attrName>ppt_x</p:attrName>
                                        </p:attrNameLst>
                                      </p:cBhvr>
                                      <p:tavLst>
                                        <p:tav tm="0">
                                          <p:val>
                                            <p:strVal val="1+#ppt_w/2"/>
                                          </p:val>
                                        </p:tav>
                                        <p:tav tm="100000">
                                          <p:val>
                                            <p:strVal val="#ppt_x"/>
                                          </p:val>
                                        </p:tav>
                                      </p:tavLst>
                                    </p:anim>
                                    <p:anim calcmode="lin" valueType="num">
                                      <p:cBhvr additive="base">
                                        <p:cTn id="19" dur="500" fill="hold"/>
                                        <p:tgtEl>
                                          <p:spTgt spid="108547"/>
                                        </p:tgtEl>
                                        <p:attrNameLst>
                                          <p:attrName>ppt_y</p:attrName>
                                        </p:attrNameLst>
                                      </p:cBhvr>
                                      <p:tavLst>
                                        <p:tav tm="0">
                                          <p:val>
                                            <p:strVal val="#ppt_y"/>
                                          </p:val>
                                        </p:tav>
                                        <p:tav tm="100000">
                                          <p:val>
                                            <p:strVal val="#ppt_y"/>
                                          </p:val>
                                        </p:tav>
                                      </p:tavLst>
                                    </p:anim>
                                  </p:childTnLst>
                                </p:cTn>
                              </p:par>
                            </p:childTnLst>
                          </p:cTn>
                        </p:par>
                      </p:childTnLst>
                    </p:cTn>
                  </p:par>
                  <p:par>
                    <p:cTn id="20" fill="hold">
                      <p:stCondLst>
                        <p:cond delay="indefinite"/>
                      </p:stCondLst>
                      <p:childTnLst>
                        <p:par>
                          <p:cTn id="21" fill="hold">
                            <p:stCondLst>
                              <p:cond delay="0"/>
                            </p:stCondLst>
                            <p:childTnLst>
                              <p:par>
                                <p:cTn id="22" presetID="15" presetClass="entr" presetSubtype="0" fill="hold" grpId="0" nodeType="clickEffect">
                                  <p:stCondLst>
                                    <p:cond delay="0"/>
                                  </p:stCondLst>
                                  <p:childTnLst>
                                    <p:set>
                                      <p:cBhvr>
                                        <p:cTn id="23" dur="1" fill="hold">
                                          <p:stCondLst>
                                            <p:cond delay="0"/>
                                          </p:stCondLst>
                                        </p:cTn>
                                        <p:tgtEl>
                                          <p:spTgt spid="108549"/>
                                        </p:tgtEl>
                                        <p:attrNameLst>
                                          <p:attrName>style.visibility</p:attrName>
                                        </p:attrNameLst>
                                      </p:cBhvr>
                                      <p:to>
                                        <p:strVal val="visible"/>
                                      </p:to>
                                    </p:set>
                                    <p:anim calcmode="lin" valueType="num">
                                      <p:cBhvr>
                                        <p:cTn id="24" dur="1000" fill="hold"/>
                                        <p:tgtEl>
                                          <p:spTgt spid="108549"/>
                                        </p:tgtEl>
                                        <p:attrNameLst>
                                          <p:attrName>ppt_w</p:attrName>
                                        </p:attrNameLst>
                                      </p:cBhvr>
                                      <p:tavLst>
                                        <p:tav tm="0">
                                          <p:val>
                                            <p:fltVal val="0.000000"/>
                                          </p:val>
                                        </p:tav>
                                        <p:tav tm="100000">
                                          <p:val>
                                            <p:strVal val="#ppt_w"/>
                                          </p:val>
                                        </p:tav>
                                      </p:tavLst>
                                    </p:anim>
                                    <p:anim calcmode="lin" valueType="num">
                                      <p:cBhvr>
                                        <p:cTn id="25" dur="1000" fill="hold"/>
                                        <p:tgtEl>
                                          <p:spTgt spid="108549"/>
                                        </p:tgtEl>
                                        <p:attrNameLst>
                                          <p:attrName>ppt_h</p:attrName>
                                        </p:attrNameLst>
                                      </p:cBhvr>
                                      <p:tavLst>
                                        <p:tav tm="0">
                                          <p:val>
                                            <p:fltVal val="0.000000"/>
                                          </p:val>
                                        </p:tav>
                                        <p:tav tm="100000">
                                          <p:val>
                                            <p:strVal val="#ppt_h"/>
                                          </p:val>
                                        </p:tav>
                                      </p:tavLst>
                                    </p:anim>
                                    <p:anim calcmode="lin" valueType="num">
                                      <p:cBhvr>
                                        <p:cTn id="26" dur="1000" fill="hold"/>
                                        <p:tgtEl>
                                          <p:spTgt spid="108549"/>
                                        </p:tgtEl>
                                        <p:attrNameLst>
                                          <p:attrName>ppt_x</p:attrName>
                                        </p:attrNameLst>
                                      </p:cBhvr>
                                      <p:tavLst>
                                        <p:tav tm="0" fmla="#ppt_x+(cos(-2*pi*(1-$))*-#ppt_x-sin(-2*pi*(1-$))*(1-#ppt_y))*(1-$)">
                                          <p:val>
                                            <p:fltVal val="0.000000"/>
                                          </p:val>
                                        </p:tav>
                                        <p:tav tm="100000">
                                          <p:val>
                                            <p:fltVal val="1.000000"/>
                                          </p:val>
                                        </p:tav>
                                      </p:tavLst>
                                    </p:anim>
                                    <p:anim calcmode="lin" valueType="num">
                                      <p:cBhvr>
                                        <p:cTn id="27" dur="1000" fill="hold"/>
                                        <p:tgtEl>
                                          <p:spTgt spid="108549"/>
                                        </p:tgtEl>
                                        <p:attrNameLst>
                                          <p:attrName>ppt_y</p:attrName>
                                        </p:attrNameLst>
                                      </p:cBhvr>
                                      <p:tavLst>
                                        <p:tav tm="0" fmla="#ppt_y+(sin(-2*pi*(1-$))*-#ppt_x+cos(-2*pi*(1-$))*(1-#ppt_y))*(1-$)">
                                          <p:val>
                                            <p:fltVal val="0.000000"/>
                                          </p:val>
                                        </p:tav>
                                        <p:tav tm="100000">
                                          <p:val>
                                            <p:fltVal val="1.000000"/>
                                          </p:val>
                                        </p:tav>
                                      </p:tavLst>
                                    </p:anim>
                                  </p:childTnLst>
                                </p:cTn>
                              </p:par>
                            </p:childTnLst>
                          </p:cTn>
                        </p:par>
                        <p:par>
                          <p:cTn id="28" fill="hold">
                            <p:stCondLst>
                              <p:cond delay="1000"/>
                            </p:stCondLst>
                            <p:childTnLst>
                              <p:par>
                                <p:cTn id="29" presetID="9" presetClass="entr" presetSubtype="0" fill="hold" grpId="0" nodeType="afterEffect">
                                  <p:stCondLst>
                                    <p:cond delay="0"/>
                                  </p:stCondLst>
                                  <p:childTnLst>
                                    <p:set>
                                      <p:cBhvr>
                                        <p:cTn id="30" dur="1" fill="hold">
                                          <p:stCondLst>
                                            <p:cond delay="0"/>
                                          </p:stCondLst>
                                        </p:cTn>
                                        <p:tgtEl>
                                          <p:spTgt spid="108637"/>
                                        </p:tgtEl>
                                        <p:attrNameLst>
                                          <p:attrName>style.visibility</p:attrName>
                                        </p:attrNameLst>
                                      </p:cBhvr>
                                      <p:to>
                                        <p:strVal val="visible"/>
                                      </p:to>
                                    </p:set>
                                    <p:animEffect transition="in" filter="dissolve">
                                      <p:cBhvr>
                                        <p:cTn id="31" dur="500"/>
                                        <p:tgtEl>
                                          <p:spTgt spid="108637"/>
                                        </p:tgtEl>
                                      </p:cBhvr>
                                    </p:animEffect>
                                  </p:childTnLst>
                                </p:cTn>
                              </p:par>
                            </p:childTnLst>
                          </p:cTn>
                        </p:par>
                        <p:par>
                          <p:cTn id="32" fill="hold">
                            <p:stCondLst>
                              <p:cond delay="1500"/>
                            </p:stCondLst>
                            <p:childTnLst>
                              <p:par>
                                <p:cTn id="33" presetID="3" presetClass="entr" presetSubtype="10" fill="hold" nodeType="afterEffect">
                                  <p:stCondLst>
                                    <p:cond delay="0"/>
                                  </p:stCondLst>
                                  <p:childTnLst>
                                    <p:set>
                                      <p:cBhvr>
                                        <p:cTn id="34" dur="1" fill="hold">
                                          <p:stCondLst>
                                            <p:cond delay="0"/>
                                          </p:stCondLst>
                                        </p:cTn>
                                        <p:tgtEl>
                                          <p:spTgt spid="10"/>
                                        </p:tgtEl>
                                        <p:attrNameLst>
                                          <p:attrName>style.visibility</p:attrName>
                                        </p:attrNameLst>
                                      </p:cBhvr>
                                      <p:to>
                                        <p:strVal val="visible"/>
                                      </p:to>
                                    </p:set>
                                    <p:animEffect transition="in" filter="blinds(horizontal)">
                                      <p:cBhvr>
                                        <p:cTn id="35" dur="500"/>
                                        <p:tgtEl>
                                          <p:spTgt spid="10"/>
                                        </p:tgtEl>
                                      </p:cBhvr>
                                    </p:animEffect>
                                  </p:childTnLst>
                                </p:cTn>
                              </p:par>
                            </p:childTnLst>
                          </p:cTn>
                        </p:par>
                      </p:childTnLst>
                    </p:cTn>
                  </p:par>
                  <p:par>
                    <p:cTn id="36" fill="hold">
                      <p:stCondLst>
                        <p:cond delay="indefinite"/>
                      </p:stCondLst>
                      <p:childTnLst>
                        <p:par>
                          <p:cTn id="37" fill="hold">
                            <p:stCondLst>
                              <p:cond delay="0"/>
                            </p:stCondLst>
                            <p:childTnLst>
                              <p:par>
                                <p:cTn id="38" presetID="22" presetClass="entr" presetSubtype="8" fill="hold" nodeType="clickEffect">
                                  <p:stCondLst>
                                    <p:cond delay="0"/>
                                  </p:stCondLst>
                                  <p:childTnLst>
                                    <p:set>
                                      <p:cBhvr>
                                        <p:cTn id="39" dur="1" fill="hold">
                                          <p:stCondLst>
                                            <p:cond delay="0"/>
                                          </p:stCondLst>
                                        </p:cTn>
                                        <p:tgtEl>
                                          <p:spTgt spid="108548"/>
                                        </p:tgtEl>
                                        <p:attrNameLst>
                                          <p:attrName>style.visibility</p:attrName>
                                        </p:attrNameLst>
                                      </p:cBhvr>
                                      <p:to>
                                        <p:strVal val="visible"/>
                                      </p:to>
                                    </p:set>
                                    <p:animEffect transition="in" filter="wipe(left)">
                                      <p:cBhvr>
                                        <p:cTn id="40" dur="2000"/>
                                        <p:tgtEl>
                                          <p:spTgt spid="108548"/>
                                        </p:tgtEl>
                                      </p:cBhvr>
                                    </p:animEffect>
                                  </p:childTnLst>
                                </p:cTn>
                              </p:par>
                            </p:childTnLst>
                          </p:cTn>
                        </p:par>
                      </p:childTnLst>
                    </p:cTn>
                  </p:par>
                  <p:par>
                    <p:cTn id="41" fill="hold">
                      <p:stCondLst>
                        <p:cond delay="indefinite"/>
                      </p:stCondLst>
                      <p:childTnLst>
                        <p:par>
                          <p:cTn id="42" fill="hold">
                            <p:stCondLst>
                              <p:cond delay="0"/>
                            </p:stCondLst>
                            <p:childTnLst>
                              <p:par>
                                <p:cTn id="43" presetID="12" presetClass="entr" presetSubtype="8" fill="hold" nodeType="clickEffect">
                                  <p:stCondLst>
                                    <p:cond delay="0"/>
                                  </p:stCondLst>
                                  <p:childTnLst>
                                    <p:set>
                                      <p:cBhvr>
                                        <p:cTn id="44" dur="1" fill="hold">
                                          <p:stCondLst>
                                            <p:cond delay="0"/>
                                          </p:stCondLst>
                                        </p:cTn>
                                        <p:tgtEl>
                                          <p:spTgt spid="108550"/>
                                        </p:tgtEl>
                                        <p:attrNameLst>
                                          <p:attrName>style.visibility</p:attrName>
                                        </p:attrNameLst>
                                      </p:cBhvr>
                                      <p:to>
                                        <p:strVal val="visible"/>
                                      </p:to>
                                    </p:set>
                                    <p:animEffect transition="in" filter="slide(fromLeft)">
                                      <p:cBhvr>
                                        <p:cTn id="45" dur="500"/>
                                        <p:tgtEl>
                                          <p:spTgt spid="108550"/>
                                        </p:tgtEl>
                                      </p:cBhvr>
                                    </p:animEffect>
                                  </p:childTnLst>
                                </p:cTn>
                              </p:par>
                            </p:childTnLst>
                          </p:cTn>
                        </p:par>
                        <p:par>
                          <p:cTn id="46" fill="hold">
                            <p:stCondLst>
                              <p:cond delay="500"/>
                            </p:stCondLst>
                            <p:childTnLst>
                              <p:par>
                                <p:cTn id="47" presetID="3" presetClass="entr" presetSubtype="10" fill="hold" nodeType="afterEffect">
                                  <p:stCondLst>
                                    <p:cond delay="0"/>
                                  </p:stCondLst>
                                  <p:childTnLst>
                                    <p:set>
                                      <p:cBhvr>
                                        <p:cTn id="48" dur="1" fill="hold">
                                          <p:stCondLst>
                                            <p:cond delay="0"/>
                                          </p:stCondLst>
                                        </p:cTn>
                                        <p:tgtEl>
                                          <p:spTgt spid="5"/>
                                        </p:tgtEl>
                                        <p:attrNameLst>
                                          <p:attrName>style.visibility</p:attrName>
                                        </p:attrNameLst>
                                      </p:cBhvr>
                                      <p:to>
                                        <p:strVal val="visible"/>
                                      </p:to>
                                    </p:set>
                                    <p:animEffect transition="in" filter="blinds(horizontal)">
                                      <p:cBhvr>
                                        <p:cTn id="49"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8546" grpId="0"/>
      <p:bldP spid="108547" grpId="0"/>
      <p:bldP spid="108549" grpId="0" animBg="1"/>
      <p:bldP spid="108637" grpId="0"/>
    </p:bld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2799" name="Text Box 95"/>
          <p:cNvSpPr txBox="1"/>
          <p:nvPr/>
        </p:nvSpPr>
        <p:spPr>
          <a:xfrm>
            <a:off x="1403350" y="3429000"/>
            <a:ext cx="2374900" cy="519113"/>
          </a:xfrm>
          <a:prstGeom prst="rect">
            <a:avLst/>
          </a:prstGeom>
          <a:noFill/>
          <a:ln w="9525">
            <a:noFill/>
          </a:ln>
        </p:spPr>
        <p:txBody>
          <a:bodyPr>
            <a:spAutoFit/>
          </a:bodyPr>
          <a:p>
            <a:pPr>
              <a:spcBef>
                <a:spcPct val="50000"/>
              </a:spcBef>
            </a:pPr>
            <a:r>
              <a:rPr lang="zh-CN" altLang="en-US" dirty="0">
                <a:latin typeface="Arial" panose="020B0604020202020204" pitchFamily="34" charset="0"/>
              </a:rPr>
              <a:t>求短路电流：</a:t>
            </a:r>
            <a:endParaRPr lang="zh-CN" altLang="en-US" dirty="0">
              <a:latin typeface="Arial" panose="020B0604020202020204" pitchFamily="34" charset="0"/>
            </a:endParaRPr>
          </a:p>
        </p:txBody>
      </p:sp>
      <p:graphicFrame>
        <p:nvGraphicFramePr>
          <p:cNvPr id="72810" name="Object 106"/>
          <p:cNvGraphicFramePr/>
          <p:nvPr/>
        </p:nvGraphicFramePr>
        <p:xfrm>
          <a:off x="1762125" y="4005263"/>
          <a:ext cx="3276600" cy="565150"/>
        </p:xfrm>
        <a:graphic>
          <a:graphicData uri="http://schemas.openxmlformats.org/presentationml/2006/ole">
            <mc:AlternateContent xmlns:mc="http://schemas.openxmlformats.org/markup-compatibility/2006">
              <mc:Choice xmlns:v="urn:schemas-microsoft-com:vml" Requires="v">
                <p:oleObj spid="_x0000_s3281" name="" r:id="rId1" imgW="1547495" imgH="266065" progId="Equation.3">
                  <p:embed/>
                </p:oleObj>
              </mc:Choice>
              <mc:Fallback>
                <p:oleObj name="" r:id="rId1" imgW="1547495" imgH="266065" progId="Equation.3">
                  <p:embed/>
                  <p:pic>
                    <p:nvPicPr>
                      <p:cNvPr id="0" name="图片 3280"/>
                      <p:cNvPicPr/>
                      <p:nvPr/>
                    </p:nvPicPr>
                    <p:blipFill>
                      <a:blip r:embed="rId2">
                        <a:clrChange>
                          <a:clrFrom>
                            <a:srgbClr val="000000"/>
                          </a:clrFrom>
                          <a:clrTo>
                            <a:srgbClr val="FFFFFF"/>
                          </a:clrTo>
                        </a:clrChange>
                      </a:blip>
                      <a:stretch>
                        <a:fillRect/>
                      </a:stretch>
                    </p:blipFill>
                    <p:spPr>
                      <a:xfrm>
                        <a:off x="1762125" y="4005263"/>
                        <a:ext cx="3276600" cy="565150"/>
                      </a:xfrm>
                      <a:prstGeom prst="rect">
                        <a:avLst/>
                      </a:prstGeom>
                      <a:noFill/>
                      <a:ln w="38100">
                        <a:noFill/>
                        <a:miter/>
                      </a:ln>
                    </p:spPr>
                  </p:pic>
                </p:oleObj>
              </mc:Fallback>
            </mc:AlternateContent>
          </a:graphicData>
        </a:graphic>
      </p:graphicFrame>
      <p:sp>
        <p:nvSpPr>
          <p:cNvPr id="72811" name="Line 107"/>
          <p:cNvSpPr/>
          <p:nvPr/>
        </p:nvSpPr>
        <p:spPr>
          <a:xfrm>
            <a:off x="827088" y="5300663"/>
            <a:ext cx="577850" cy="0"/>
          </a:xfrm>
          <a:prstGeom prst="line">
            <a:avLst/>
          </a:prstGeom>
          <a:ln w="76200" cap="flat" cmpd="sng">
            <a:solidFill>
              <a:srgbClr val="0066FF"/>
            </a:solidFill>
            <a:prstDash val="solid"/>
            <a:headEnd type="none" w="med" len="med"/>
            <a:tailEnd type="triangle" w="med" len="med"/>
          </a:ln>
        </p:spPr>
      </p:sp>
      <p:grpSp>
        <p:nvGrpSpPr>
          <p:cNvPr id="37900" name="Group 113"/>
          <p:cNvGrpSpPr/>
          <p:nvPr/>
        </p:nvGrpSpPr>
        <p:grpSpPr>
          <a:xfrm>
            <a:off x="8316913" y="6446838"/>
            <a:ext cx="792162" cy="366712"/>
            <a:chOff x="5193" y="4020"/>
            <a:chExt cx="499" cy="231"/>
          </a:xfrm>
        </p:grpSpPr>
        <p:pic>
          <p:nvPicPr>
            <p:cNvPr id="37954" name="Picture 114" descr="78900"/>
            <p:cNvPicPr>
              <a:picLocks noChangeAspect="1"/>
            </p:cNvPicPr>
            <p:nvPr/>
          </p:nvPicPr>
          <p:blipFill>
            <a:blip r:embed="rId3"/>
            <a:stretch>
              <a:fillRect/>
            </a:stretch>
          </p:blipFill>
          <p:spPr>
            <a:xfrm>
              <a:off x="5193" y="4066"/>
              <a:ext cx="499" cy="181"/>
            </a:xfrm>
            <a:prstGeom prst="rect">
              <a:avLst/>
            </a:prstGeom>
            <a:noFill/>
            <a:ln w="9525">
              <a:noFill/>
            </a:ln>
          </p:spPr>
        </p:pic>
        <p:sp>
          <p:nvSpPr>
            <p:cNvPr id="37955" name="Text Box 115">
              <a:hlinkClick r:id="" action="ppaction://hlinkshowjump?jump=nextslide"/>
            </p:cNvPr>
            <p:cNvSpPr txBox="1"/>
            <p:nvPr/>
          </p:nvSpPr>
          <p:spPr>
            <a:xfrm>
              <a:off x="5216" y="4020"/>
              <a:ext cx="476" cy="231"/>
            </a:xfrm>
            <a:prstGeom prst="rect">
              <a:avLst/>
            </a:prstGeom>
            <a:noFill/>
            <a:ln w="9525">
              <a:noFill/>
            </a:ln>
          </p:spPr>
          <p:txBody>
            <a:bodyPr wrap="none">
              <a:spAutoFit/>
            </a:bodyPr>
            <a:p>
              <a:pPr>
                <a:spcBef>
                  <a:spcPct val="50000"/>
                </a:spcBef>
              </a:pPr>
              <a:r>
                <a:rPr lang="zh-CN" altLang="en-US" sz="1800" b="0" dirty="0">
                  <a:solidFill>
                    <a:schemeClr val="bg1"/>
                  </a:solidFill>
                  <a:latin typeface="隶书" panose="02010509060101010101" pitchFamily="49" charset="-122"/>
                  <a:ea typeface="隶书" panose="02010509060101010101" pitchFamily="49" charset="-122"/>
                </a:rPr>
                <a:t>下 页</a:t>
              </a:r>
              <a:endParaRPr lang="zh-CN" altLang="en-US" sz="1800" b="0" dirty="0">
                <a:solidFill>
                  <a:schemeClr val="bg1"/>
                </a:solidFill>
                <a:latin typeface="隶书" panose="02010509060101010101" pitchFamily="49" charset="-122"/>
                <a:ea typeface="隶书" panose="02010509060101010101" pitchFamily="49" charset="-122"/>
              </a:endParaRPr>
            </a:p>
          </p:txBody>
        </p:sp>
      </p:grpSp>
      <p:grpSp>
        <p:nvGrpSpPr>
          <p:cNvPr id="37901" name="Group 116"/>
          <p:cNvGrpSpPr/>
          <p:nvPr/>
        </p:nvGrpSpPr>
        <p:grpSpPr>
          <a:xfrm>
            <a:off x="7453313" y="6446838"/>
            <a:ext cx="792162" cy="366712"/>
            <a:chOff x="4649" y="4020"/>
            <a:chExt cx="499" cy="231"/>
          </a:xfrm>
        </p:grpSpPr>
        <p:pic>
          <p:nvPicPr>
            <p:cNvPr id="37952" name="Picture 117" descr="78900"/>
            <p:cNvPicPr>
              <a:picLocks noChangeAspect="1"/>
            </p:cNvPicPr>
            <p:nvPr/>
          </p:nvPicPr>
          <p:blipFill>
            <a:blip r:embed="rId3"/>
            <a:stretch>
              <a:fillRect/>
            </a:stretch>
          </p:blipFill>
          <p:spPr>
            <a:xfrm>
              <a:off x="4649" y="4066"/>
              <a:ext cx="499" cy="181"/>
            </a:xfrm>
            <a:prstGeom prst="rect">
              <a:avLst/>
            </a:prstGeom>
            <a:noFill/>
            <a:ln w="9525">
              <a:noFill/>
            </a:ln>
          </p:spPr>
        </p:pic>
        <p:sp>
          <p:nvSpPr>
            <p:cNvPr id="37953" name="Text Box 118">
              <a:hlinkClick r:id="" action="ppaction://hlinkshowjump?jump=previousslide"/>
            </p:cNvPr>
            <p:cNvSpPr txBox="1"/>
            <p:nvPr/>
          </p:nvSpPr>
          <p:spPr>
            <a:xfrm>
              <a:off x="4672" y="4020"/>
              <a:ext cx="476" cy="231"/>
            </a:xfrm>
            <a:prstGeom prst="rect">
              <a:avLst/>
            </a:prstGeom>
            <a:noFill/>
            <a:ln w="9525">
              <a:noFill/>
            </a:ln>
          </p:spPr>
          <p:txBody>
            <a:bodyPr wrap="none">
              <a:spAutoFit/>
            </a:bodyPr>
            <a:p>
              <a:pPr>
                <a:spcBef>
                  <a:spcPct val="50000"/>
                </a:spcBef>
              </a:pPr>
              <a:r>
                <a:rPr lang="zh-CN" altLang="en-US" sz="1800" b="0" dirty="0">
                  <a:solidFill>
                    <a:schemeClr val="bg1"/>
                  </a:solidFill>
                  <a:latin typeface="隶书" panose="02010509060101010101" pitchFamily="49" charset="-122"/>
                  <a:ea typeface="隶书" panose="02010509060101010101" pitchFamily="49" charset="-122"/>
                </a:rPr>
                <a:t>上 页</a:t>
              </a:r>
              <a:endParaRPr lang="zh-CN" altLang="en-US" sz="1800" b="0" dirty="0">
                <a:solidFill>
                  <a:schemeClr val="bg1"/>
                </a:solidFill>
                <a:latin typeface="隶书" panose="02010509060101010101" pitchFamily="49" charset="-122"/>
                <a:ea typeface="隶书" panose="02010509060101010101" pitchFamily="49" charset="-122"/>
              </a:endParaRPr>
            </a:p>
          </p:txBody>
        </p:sp>
      </p:grpSp>
      <p:grpSp>
        <p:nvGrpSpPr>
          <p:cNvPr id="37902" name="Group 201"/>
          <p:cNvGrpSpPr/>
          <p:nvPr/>
        </p:nvGrpSpPr>
        <p:grpSpPr>
          <a:xfrm>
            <a:off x="6588125" y="6446838"/>
            <a:ext cx="792163" cy="366712"/>
            <a:chOff x="4649" y="4020"/>
            <a:chExt cx="499" cy="231"/>
          </a:xfrm>
        </p:grpSpPr>
        <p:pic>
          <p:nvPicPr>
            <p:cNvPr id="37950" name="Picture 202" descr="78900"/>
            <p:cNvPicPr>
              <a:picLocks noChangeAspect="1"/>
            </p:cNvPicPr>
            <p:nvPr/>
          </p:nvPicPr>
          <p:blipFill>
            <a:blip r:embed="rId3"/>
            <a:stretch>
              <a:fillRect/>
            </a:stretch>
          </p:blipFill>
          <p:spPr>
            <a:xfrm>
              <a:off x="4649" y="4066"/>
              <a:ext cx="499" cy="181"/>
            </a:xfrm>
            <a:prstGeom prst="rect">
              <a:avLst/>
            </a:prstGeom>
            <a:noFill/>
            <a:ln w="9525">
              <a:noFill/>
            </a:ln>
          </p:spPr>
        </p:pic>
        <p:sp>
          <p:nvSpPr>
            <p:cNvPr id="37951" name="Text Box 203">
              <a:hlinkClick r:id="" action="ppaction://hlinkshowjump?jump=firstslide"/>
            </p:cNvPr>
            <p:cNvSpPr txBox="1"/>
            <p:nvPr/>
          </p:nvSpPr>
          <p:spPr>
            <a:xfrm>
              <a:off x="4672" y="4020"/>
              <a:ext cx="476" cy="231"/>
            </a:xfrm>
            <a:prstGeom prst="rect">
              <a:avLst/>
            </a:prstGeom>
            <a:noFill/>
            <a:ln w="9525">
              <a:noFill/>
            </a:ln>
          </p:spPr>
          <p:txBody>
            <a:bodyPr wrap="none">
              <a:spAutoFit/>
            </a:bodyPr>
            <a:p>
              <a:pPr>
                <a:spcBef>
                  <a:spcPct val="50000"/>
                </a:spcBef>
              </a:pPr>
              <a:r>
                <a:rPr lang="zh-CN" altLang="en-US" sz="1800" b="0" dirty="0">
                  <a:solidFill>
                    <a:schemeClr val="bg1"/>
                  </a:solidFill>
                  <a:latin typeface="隶书" panose="02010509060101010101" pitchFamily="49" charset="-122"/>
                  <a:ea typeface="隶书" panose="02010509060101010101" pitchFamily="49" charset="-122"/>
                </a:rPr>
                <a:t>返 回</a:t>
              </a:r>
              <a:endParaRPr lang="zh-CN" altLang="en-US" sz="1800" b="0" dirty="0">
                <a:solidFill>
                  <a:schemeClr val="bg1"/>
                </a:solidFill>
                <a:latin typeface="隶书" panose="02010509060101010101" pitchFamily="49" charset="-122"/>
                <a:ea typeface="隶书" panose="02010509060101010101" pitchFamily="49" charset="-122"/>
              </a:endParaRPr>
            </a:p>
          </p:txBody>
        </p:sp>
      </p:grpSp>
      <p:grpSp>
        <p:nvGrpSpPr>
          <p:cNvPr id="5" name="Group 236"/>
          <p:cNvGrpSpPr/>
          <p:nvPr/>
        </p:nvGrpSpPr>
        <p:grpSpPr>
          <a:xfrm>
            <a:off x="1493838" y="4797425"/>
            <a:ext cx="5830887" cy="1108075"/>
            <a:chOff x="941" y="3022"/>
            <a:chExt cx="3673" cy="698"/>
          </a:xfrm>
        </p:grpSpPr>
        <p:graphicFrame>
          <p:nvGraphicFramePr>
            <p:cNvPr id="37897" name="Object 108"/>
            <p:cNvGraphicFramePr/>
            <p:nvPr/>
          </p:nvGraphicFramePr>
          <p:xfrm>
            <a:off x="941" y="3022"/>
            <a:ext cx="3673" cy="698"/>
          </p:xfrm>
          <a:graphic>
            <a:graphicData uri="http://schemas.openxmlformats.org/presentationml/2006/ole">
              <mc:AlternateContent xmlns:mc="http://schemas.openxmlformats.org/markup-compatibility/2006">
                <mc:Choice xmlns:v="urn:schemas-microsoft-com:vml" Requires="v">
                  <p:oleObj spid="_x0000_s3285" name="" r:id="rId4" imgW="2754630" imgH="520700" progId="Equation.3">
                    <p:embed/>
                  </p:oleObj>
                </mc:Choice>
                <mc:Fallback>
                  <p:oleObj name="" r:id="rId4" imgW="2754630" imgH="520700" progId="Equation.3">
                    <p:embed/>
                    <p:pic>
                      <p:nvPicPr>
                        <p:cNvPr id="0" name="图片 3284"/>
                        <p:cNvPicPr/>
                        <p:nvPr/>
                      </p:nvPicPr>
                      <p:blipFill>
                        <a:blip r:embed="rId5">
                          <a:clrChange>
                            <a:clrFrom>
                              <a:srgbClr val="000000"/>
                            </a:clrFrom>
                            <a:clrTo>
                              <a:srgbClr val="FFFFFF"/>
                            </a:clrTo>
                          </a:clrChange>
                        </a:blip>
                        <a:stretch>
                          <a:fillRect/>
                        </a:stretch>
                      </p:blipFill>
                      <p:spPr>
                        <a:xfrm>
                          <a:off x="941" y="3022"/>
                          <a:ext cx="3673" cy="698"/>
                        </a:xfrm>
                        <a:prstGeom prst="rect">
                          <a:avLst/>
                        </a:prstGeom>
                        <a:noFill/>
                        <a:ln w="38100">
                          <a:noFill/>
                          <a:miter/>
                        </a:ln>
                      </p:spPr>
                    </p:pic>
                  </p:oleObj>
                </mc:Fallback>
              </mc:AlternateContent>
            </a:graphicData>
          </a:graphic>
        </p:graphicFrame>
        <p:sp>
          <p:nvSpPr>
            <p:cNvPr id="37948" name="Line 234"/>
            <p:cNvSpPr/>
            <p:nvPr/>
          </p:nvSpPr>
          <p:spPr>
            <a:xfrm>
              <a:off x="3996" y="3484"/>
              <a:ext cx="363" cy="0"/>
            </a:xfrm>
            <a:prstGeom prst="line">
              <a:avLst/>
            </a:prstGeom>
            <a:ln w="9525" cap="flat" cmpd="sng">
              <a:solidFill>
                <a:schemeClr val="bg1"/>
              </a:solidFill>
              <a:prstDash val="solid"/>
              <a:headEnd type="none" w="med" len="med"/>
              <a:tailEnd type="none" w="med" len="med"/>
            </a:ln>
          </p:spPr>
        </p:sp>
        <p:sp>
          <p:nvSpPr>
            <p:cNvPr id="37949" name="Line 235"/>
            <p:cNvSpPr/>
            <p:nvPr/>
          </p:nvSpPr>
          <p:spPr>
            <a:xfrm>
              <a:off x="2608" y="3339"/>
              <a:ext cx="363" cy="0"/>
            </a:xfrm>
            <a:prstGeom prst="line">
              <a:avLst/>
            </a:prstGeom>
            <a:ln w="9525" cap="flat" cmpd="sng">
              <a:solidFill>
                <a:schemeClr val="bg1"/>
              </a:solidFill>
              <a:prstDash val="solid"/>
              <a:headEnd type="none" w="med" len="med"/>
              <a:tailEnd type="none" w="med" len="med"/>
            </a:ln>
          </p:spPr>
        </p:sp>
      </p:grpSp>
      <p:grpSp>
        <p:nvGrpSpPr>
          <p:cNvPr id="6" name="Group 273"/>
          <p:cNvGrpSpPr/>
          <p:nvPr/>
        </p:nvGrpSpPr>
        <p:grpSpPr>
          <a:xfrm>
            <a:off x="4900613" y="1122363"/>
            <a:ext cx="2984500" cy="2162175"/>
            <a:chOff x="3087" y="707"/>
            <a:chExt cx="1880" cy="1362"/>
          </a:xfrm>
        </p:grpSpPr>
        <p:grpSp>
          <p:nvGrpSpPr>
            <p:cNvPr id="37934" name="Group 233"/>
            <p:cNvGrpSpPr/>
            <p:nvPr/>
          </p:nvGrpSpPr>
          <p:grpSpPr>
            <a:xfrm>
              <a:off x="3087" y="707"/>
              <a:ext cx="1880" cy="1362"/>
              <a:chOff x="3016" y="618"/>
              <a:chExt cx="1880" cy="1362"/>
            </a:xfrm>
          </p:grpSpPr>
          <p:sp>
            <p:nvSpPr>
              <p:cNvPr id="37938" name="Line 185"/>
              <p:cNvSpPr/>
              <p:nvPr/>
            </p:nvSpPr>
            <p:spPr>
              <a:xfrm>
                <a:off x="4513" y="619"/>
                <a:ext cx="0" cy="1361"/>
              </a:xfrm>
              <a:prstGeom prst="line">
                <a:avLst/>
              </a:prstGeom>
              <a:ln w="28575" cap="flat" cmpd="sng">
                <a:solidFill>
                  <a:srgbClr val="FFCC00"/>
                </a:solidFill>
                <a:prstDash val="solid"/>
                <a:headEnd type="none" w="med" len="med"/>
                <a:tailEnd type="none" w="med" len="med"/>
              </a:ln>
            </p:spPr>
          </p:sp>
          <p:sp>
            <p:nvSpPr>
              <p:cNvPr id="37939" name="Line 186"/>
              <p:cNvSpPr/>
              <p:nvPr/>
            </p:nvSpPr>
            <p:spPr>
              <a:xfrm>
                <a:off x="4513" y="890"/>
                <a:ext cx="0" cy="363"/>
              </a:xfrm>
              <a:prstGeom prst="line">
                <a:avLst/>
              </a:prstGeom>
              <a:ln w="28575" cap="flat" cmpd="sng">
                <a:solidFill>
                  <a:srgbClr val="66FFFF"/>
                </a:solidFill>
                <a:prstDash val="solid"/>
                <a:headEnd type="none" w="med" len="med"/>
                <a:tailEnd type="triangle" w="med" len="med"/>
              </a:ln>
            </p:spPr>
          </p:sp>
          <p:graphicFrame>
            <p:nvGraphicFramePr>
              <p:cNvPr id="37895" name="Object 187"/>
              <p:cNvGraphicFramePr/>
              <p:nvPr/>
            </p:nvGraphicFramePr>
            <p:xfrm>
              <a:off x="4588" y="846"/>
              <a:ext cx="308" cy="407"/>
            </p:xfrm>
            <a:graphic>
              <a:graphicData uri="http://schemas.openxmlformats.org/presentationml/2006/ole">
                <mc:AlternateContent xmlns:mc="http://schemas.openxmlformats.org/markup-compatibility/2006">
                  <mc:Choice xmlns:v="urn:schemas-microsoft-com:vml" Requires="v">
                    <p:oleObj spid="_x0000_s3282" name="" r:id="rId6" imgW="203200" imgH="266065" progId="Equation.3">
                      <p:embed/>
                    </p:oleObj>
                  </mc:Choice>
                  <mc:Fallback>
                    <p:oleObj name="" r:id="rId6" imgW="203200" imgH="266065" progId="Equation.3">
                      <p:embed/>
                      <p:pic>
                        <p:nvPicPr>
                          <p:cNvPr id="0" name="图片 3281"/>
                          <p:cNvPicPr/>
                          <p:nvPr/>
                        </p:nvPicPr>
                        <p:blipFill>
                          <a:blip r:embed="rId7">
                            <a:clrChange>
                              <a:clrFrom>
                                <a:srgbClr val="000000"/>
                              </a:clrFrom>
                              <a:clrTo>
                                <a:srgbClr val="FFFFFF"/>
                              </a:clrTo>
                            </a:clrChange>
                          </a:blip>
                          <a:stretch>
                            <a:fillRect/>
                          </a:stretch>
                        </p:blipFill>
                        <p:spPr>
                          <a:xfrm>
                            <a:off x="4588" y="846"/>
                            <a:ext cx="308" cy="407"/>
                          </a:xfrm>
                          <a:prstGeom prst="rect">
                            <a:avLst/>
                          </a:prstGeom>
                          <a:noFill/>
                          <a:ln w="38100">
                            <a:noFill/>
                            <a:miter/>
                          </a:ln>
                        </p:spPr>
                      </p:pic>
                    </p:oleObj>
                  </mc:Fallback>
                </mc:AlternateContent>
              </a:graphicData>
            </a:graphic>
          </p:graphicFrame>
          <p:sp>
            <p:nvSpPr>
              <p:cNvPr id="37940" name="Oval 188"/>
              <p:cNvSpPr/>
              <p:nvPr/>
            </p:nvSpPr>
            <p:spPr>
              <a:xfrm>
                <a:off x="3016" y="1389"/>
                <a:ext cx="363" cy="363"/>
              </a:xfrm>
              <a:prstGeom prst="ellipse">
                <a:avLst/>
              </a:prstGeom>
              <a:gradFill rotWithShape="1">
                <a:gsLst>
                  <a:gs pos="0">
                    <a:srgbClr val="0099FF"/>
                  </a:gs>
                  <a:gs pos="100000">
                    <a:srgbClr val="004776"/>
                  </a:gs>
                </a:gsLst>
                <a:path path="shape">
                  <a:fillToRect l="50000" t="50000" r="50000" b="50000"/>
                </a:path>
                <a:tileRect/>
              </a:gradFill>
              <a:ln w="38100" cap="flat" cmpd="sng">
                <a:solidFill>
                  <a:srgbClr val="FF9900"/>
                </a:solidFill>
                <a:prstDash val="solid"/>
                <a:headEnd type="none" w="med" len="med"/>
                <a:tailEnd type="none" w="med" len="med"/>
              </a:ln>
            </p:spPr>
            <p:txBody>
              <a:bodyPr wrap="none" anchor="ctr" anchorCtr="0"/>
              <a:p>
                <a:endParaRPr lang="zh-CN" altLang="en-US" dirty="0">
                  <a:latin typeface="楷体_GB2312" pitchFamily="49" charset="-122"/>
                </a:endParaRPr>
              </a:p>
            </p:txBody>
          </p:sp>
          <p:sp>
            <p:nvSpPr>
              <p:cNvPr id="37941" name="Line 189"/>
              <p:cNvSpPr/>
              <p:nvPr/>
            </p:nvSpPr>
            <p:spPr>
              <a:xfrm>
                <a:off x="3198" y="618"/>
                <a:ext cx="1315" cy="1"/>
              </a:xfrm>
              <a:prstGeom prst="line">
                <a:avLst/>
              </a:prstGeom>
              <a:ln w="28575" cap="flat" cmpd="sng">
                <a:solidFill>
                  <a:srgbClr val="FFCC00"/>
                </a:solidFill>
                <a:prstDash val="solid"/>
                <a:headEnd type="none" w="med" len="med"/>
                <a:tailEnd type="none" w="med" len="med"/>
              </a:ln>
            </p:spPr>
          </p:sp>
          <p:sp>
            <p:nvSpPr>
              <p:cNvPr id="37942" name="Line 190"/>
              <p:cNvSpPr/>
              <p:nvPr/>
            </p:nvSpPr>
            <p:spPr>
              <a:xfrm>
                <a:off x="3197" y="1979"/>
                <a:ext cx="1316" cy="1"/>
              </a:xfrm>
              <a:prstGeom prst="line">
                <a:avLst/>
              </a:prstGeom>
              <a:ln w="28575" cap="flat" cmpd="sng">
                <a:solidFill>
                  <a:srgbClr val="FFCC00"/>
                </a:solidFill>
                <a:prstDash val="solid"/>
                <a:headEnd type="none" w="med" len="med"/>
                <a:tailEnd type="none" w="med" len="med"/>
              </a:ln>
            </p:spPr>
          </p:sp>
          <p:sp>
            <p:nvSpPr>
              <p:cNvPr id="37943" name="Text Box 191"/>
              <p:cNvSpPr txBox="1"/>
              <p:nvPr/>
            </p:nvSpPr>
            <p:spPr>
              <a:xfrm>
                <a:off x="3288" y="1162"/>
                <a:ext cx="244" cy="327"/>
              </a:xfrm>
              <a:prstGeom prst="rect">
                <a:avLst/>
              </a:prstGeom>
              <a:noFill/>
              <a:ln w="28575">
                <a:noFill/>
              </a:ln>
            </p:spPr>
            <p:txBody>
              <a:bodyPr wrap="none" anchor="ctr" anchorCtr="0">
                <a:spAutoFit/>
              </a:bodyPr>
              <a:p>
                <a:pPr algn="ctr"/>
                <a:r>
                  <a:rPr lang="en-US" altLang="zh-CN" b="0" dirty="0">
                    <a:solidFill>
                      <a:schemeClr val="bg1"/>
                    </a:solidFill>
                    <a:latin typeface="Times New Roman" panose="02020603050405020304" pitchFamily="18" charset="0"/>
                    <a:ea typeface="宋体" panose="02010600030101010101" pitchFamily="2" charset="-122"/>
                  </a:rPr>
                  <a:t>+</a:t>
                </a:r>
                <a:endParaRPr lang="en-US" altLang="zh-CN" b="0" dirty="0">
                  <a:latin typeface="Times New Roman" panose="02020603050405020304" pitchFamily="18" charset="0"/>
                  <a:ea typeface="宋体" panose="02010600030101010101" pitchFamily="2" charset="-122"/>
                </a:endParaRPr>
              </a:p>
            </p:txBody>
          </p:sp>
          <p:sp>
            <p:nvSpPr>
              <p:cNvPr id="37944" name="Text Box 192"/>
              <p:cNvSpPr txBox="1"/>
              <p:nvPr/>
            </p:nvSpPr>
            <p:spPr>
              <a:xfrm>
                <a:off x="3288" y="1616"/>
                <a:ext cx="228" cy="327"/>
              </a:xfrm>
              <a:prstGeom prst="rect">
                <a:avLst/>
              </a:prstGeom>
              <a:noFill/>
              <a:ln w="28575">
                <a:noFill/>
              </a:ln>
            </p:spPr>
            <p:txBody>
              <a:bodyPr wrap="none" anchor="ctr" anchorCtr="0">
                <a:spAutoFit/>
              </a:bodyPr>
              <a:p>
                <a:pPr algn="ctr"/>
                <a:r>
                  <a:rPr lang="en-US" altLang="zh-CN" b="0" dirty="0">
                    <a:solidFill>
                      <a:schemeClr val="bg1"/>
                    </a:solidFill>
                    <a:latin typeface="Times New Roman" panose="02020603050405020304" pitchFamily="18" charset="0"/>
                    <a:ea typeface="宋体" panose="02010600030101010101" pitchFamily="2" charset="-122"/>
                  </a:rPr>
                  <a:t>_</a:t>
                </a:r>
                <a:endParaRPr lang="en-US" altLang="zh-CN" b="0" dirty="0">
                  <a:latin typeface="Times New Roman" panose="02020603050405020304" pitchFamily="18" charset="0"/>
                  <a:ea typeface="宋体" panose="02010600030101010101" pitchFamily="2" charset="-122"/>
                </a:endParaRPr>
              </a:p>
            </p:txBody>
          </p:sp>
          <p:graphicFrame>
            <p:nvGraphicFramePr>
              <p:cNvPr id="37896" name="Object 193"/>
              <p:cNvGraphicFramePr/>
              <p:nvPr/>
            </p:nvGraphicFramePr>
            <p:xfrm>
              <a:off x="3424" y="1472"/>
              <a:ext cx="510" cy="280"/>
            </p:xfrm>
            <a:graphic>
              <a:graphicData uri="http://schemas.openxmlformats.org/presentationml/2006/ole">
                <mc:AlternateContent xmlns:mc="http://schemas.openxmlformats.org/markup-compatibility/2006">
                  <mc:Choice xmlns:v="urn:schemas-microsoft-com:vml" Requires="v">
                    <p:oleObj spid="_x0000_s3286" name="" r:id="rId8" imgW="419100" imgH="228600" progId="Equation.DSMT4">
                      <p:embed/>
                    </p:oleObj>
                  </mc:Choice>
                  <mc:Fallback>
                    <p:oleObj name="" r:id="rId8" imgW="419100" imgH="228600" progId="Equation.DSMT4">
                      <p:embed/>
                      <p:pic>
                        <p:nvPicPr>
                          <p:cNvPr id="0" name="图片 3285"/>
                          <p:cNvPicPr/>
                          <p:nvPr/>
                        </p:nvPicPr>
                        <p:blipFill>
                          <a:blip r:embed="rId9">
                            <a:clrChange>
                              <a:clrFrom>
                                <a:srgbClr val="000000"/>
                              </a:clrFrom>
                              <a:clrTo>
                                <a:srgbClr val="FFFFFF"/>
                              </a:clrTo>
                            </a:clrChange>
                          </a:blip>
                          <a:stretch>
                            <a:fillRect/>
                          </a:stretch>
                        </p:blipFill>
                        <p:spPr>
                          <a:xfrm>
                            <a:off x="3424" y="1472"/>
                            <a:ext cx="510" cy="280"/>
                          </a:xfrm>
                          <a:prstGeom prst="rect">
                            <a:avLst/>
                          </a:prstGeom>
                          <a:noFill/>
                          <a:ln w="38100">
                            <a:noFill/>
                            <a:miter/>
                          </a:ln>
                        </p:spPr>
                      </p:pic>
                    </p:oleObj>
                  </mc:Fallback>
                </mc:AlternateContent>
              </a:graphicData>
            </a:graphic>
          </p:graphicFrame>
          <p:sp>
            <p:nvSpPr>
              <p:cNvPr id="37945" name="Line 194"/>
              <p:cNvSpPr/>
              <p:nvPr/>
            </p:nvSpPr>
            <p:spPr>
              <a:xfrm flipH="1">
                <a:off x="3197" y="618"/>
                <a:ext cx="1" cy="1361"/>
              </a:xfrm>
              <a:prstGeom prst="line">
                <a:avLst/>
              </a:prstGeom>
              <a:ln w="28575" cap="flat" cmpd="sng">
                <a:solidFill>
                  <a:srgbClr val="FFCC00"/>
                </a:solidFill>
                <a:prstDash val="solid"/>
                <a:headEnd type="none" w="med" len="med"/>
                <a:tailEnd type="none" w="med" len="med"/>
              </a:ln>
            </p:spPr>
          </p:sp>
          <p:sp>
            <p:nvSpPr>
              <p:cNvPr id="37946" name="Text Box 195"/>
              <p:cNvSpPr txBox="1"/>
              <p:nvPr/>
            </p:nvSpPr>
            <p:spPr>
              <a:xfrm>
                <a:off x="3186" y="754"/>
                <a:ext cx="624" cy="327"/>
              </a:xfrm>
              <a:prstGeom prst="rect">
                <a:avLst/>
              </a:prstGeom>
              <a:noFill/>
              <a:ln w="28575">
                <a:noFill/>
              </a:ln>
            </p:spPr>
            <p:txBody>
              <a:bodyPr wrap="none" anchor="ctr" anchorCtr="0">
                <a:spAutoFit/>
              </a:bodyPr>
              <a:p>
                <a:pPr algn="ctr"/>
                <a:r>
                  <a:rPr lang="en-US" altLang="zh-CN" b="0" dirty="0">
                    <a:solidFill>
                      <a:schemeClr val="bg1"/>
                    </a:solidFill>
                    <a:latin typeface="Times New Roman" panose="02020603050405020304" pitchFamily="18" charset="0"/>
                    <a:ea typeface="宋体" panose="02010600030101010101" pitchFamily="2" charset="-122"/>
                  </a:rPr>
                  <a:t>100</a:t>
                </a:r>
                <a:r>
                  <a:rPr lang="en-US" altLang="zh-CN" b="0" dirty="0">
                    <a:solidFill>
                      <a:schemeClr val="bg1"/>
                    </a:solidFill>
                    <a:latin typeface="Times New Roman" panose="02020603050405020304" pitchFamily="18" charset="0"/>
                    <a:ea typeface="宋体" panose="02010600030101010101" pitchFamily="2" charset="-122"/>
                    <a:sym typeface="Symbol" panose="05050102010706020507" pitchFamily="18" charset="2"/>
                  </a:rPr>
                  <a:t></a:t>
                </a:r>
                <a:endParaRPr lang="en-US" altLang="zh-CN" b="0" dirty="0">
                  <a:latin typeface="Times New Roman" panose="02020603050405020304" pitchFamily="18" charset="0"/>
                  <a:ea typeface="宋体" panose="02010600030101010101" pitchFamily="2" charset="-122"/>
                </a:endParaRPr>
              </a:p>
            </p:txBody>
          </p:sp>
          <p:sp>
            <p:nvSpPr>
              <p:cNvPr id="37947" name="Rectangle 196"/>
              <p:cNvSpPr/>
              <p:nvPr/>
            </p:nvSpPr>
            <p:spPr>
              <a:xfrm>
                <a:off x="3133" y="799"/>
                <a:ext cx="127" cy="318"/>
              </a:xfrm>
              <a:prstGeom prst="rect">
                <a:avLst/>
              </a:prstGeom>
              <a:gradFill rotWithShape="1">
                <a:gsLst>
                  <a:gs pos="0">
                    <a:srgbClr val="764700"/>
                  </a:gs>
                  <a:gs pos="50000">
                    <a:srgbClr val="FF9900"/>
                  </a:gs>
                  <a:gs pos="100000">
                    <a:srgbClr val="764700"/>
                  </a:gs>
                </a:gsLst>
                <a:lin ang="0" scaled="1"/>
                <a:tileRect/>
              </a:gradFill>
              <a:ln w="28575">
                <a:noFill/>
              </a:ln>
            </p:spPr>
            <p:txBody>
              <a:bodyPr wrap="none" anchor="ctr" anchorCtr="0"/>
              <a:p>
                <a:endParaRPr lang="zh-CN" altLang="en-US" dirty="0">
                  <a:latin typeface="楷体_GB2312" pitchFamily="49" charset="-122"/>
                </a:endParaRPr>
              </a:p>
            </p:txBody>
          </p:sp>
        </p:grpSp>
        <p:grpSp>
          <p:nvGrpSpPr>
            <p:cNvPr id="37935" name="Group 237"/>
            <p:cNvGrpSpPr/>
            <p:nvPr/>
          </p:nvGrpSpPr>
          <p:grpSpPr>
            <a:xfrm>
              <a:off x="3741" y="1570"/>
              <a:ext cx="273" cy="227"/>
              <a:chOff x="1156" y="1842"/>
              <a:chExt cx="273" cy="227"/>
            </a:xfrm>
          </p:grpSpPr>
          <p:sp>
            <p:nvSpPr>
              <p:cNvPr id="37936" name="Line 238"/>
              <p:cNvSpPr/>
              <p:nvPr/>
            </p:nvSpPr>
            <p:spPr>
              <a:xfrm flipH="1">
                <a:off x="1156" y="1842"/>
                <a:ext cx="91" cy="227"/>
              </a:xfrm>
              <a:prstGeom prst="line">
                <a:avLst/>
              </a:prstGeom>
              <a:ln w="19050" cap="flat" cmpd="sng">
                <a:solidFill>
                  <a:schemeClr val="bg1"/>
                </a:solidFill>
                <a:prstDash val="solid"/>
                <a:headEnd type="none" w="med" len="med"/>
                <a:tailEnd type="none" w="med" len="med"/>
              </a:ln>
            </p:spPr>
          </p:sp>
          <p:sp>
            <p:nvSpPr>
              <p:cNvPr id="37937" name="Line 239"/>
              <p:cNvSpPr/>
              <p:nvPr/>
            </p:nvSpPr>
            <p:spPr>
              <a:xfrm>
                <a:off x="1156" y="2069"/>
                <a:ext cx="273" cy="0"/>
              </a:xfrm>
              <a:prstGeom prst="line">
                <a:avLst/>
              </a:prstGeom>
              <a:ln w="19050" cap="flat" cmpd="sng">
                <a:solidFill>
                  <a:schemeClr val="bg1"/>
                </a:solidFill>
                <a:prstDash val="solid"/>
                <a:headEnd type="none" w="med" len="med"/>
                <a:tailEnd type="none" w="med" len="med"/>
              </a:ln>
            </p:spPr>
          </p:sp>
        </p:grpSp>
      </p:grpSp>
      <p:grpSp>
        <p:nvGrpSpPr>
          <p:cNvPr id="37905" name="Group 240"/>
          <p:cNvGrpSpPr/>
          <p:nvPr/>
        </p:nvGrpSpPr>
        <p:grpSpPr>
          <a:xfrm>
            <a:off x="971550" y="261938"/>
            <a:ext cx="3357563" cy="3095625"/>
            <a:chOff x="2880" y="436"/>
            <a:chExt cx="2115" cy="1950"/>
          </a:xfrm>
        </p:grpSpPr>
        <p:grpSp>
          <p:nvGrpSpPr>
            <p:cNvPr id="37906" name="Group 241"/>
            <p:cNvGrpSpPr/>
            <p:nvPr/>
          </p:nvGrpSpPr>
          <p:grpSpPr>
            <a:xfrm>
              <a:off x="2880" y="436"/>
              <a:ext cx="2115" cy="1950"/>
              <a:chOff x="2880" y="436"/>
              <a:chExt cx="2115" cy="1950"/>
            </a:xfrm>
          </p:grpSpPr>
          <p:sp>
            <p:nvSpPr>
              <p:cNvPr id="37910" name="AutoShape 242"/>
              <p:cNvSpPr/>
              <p:nvPr/>
            </p:nvSpPr>
            <p:spPr>
              <a:xfrm>
                <a:off x="3560" y="844"/>
                <a:ext cx="453" cy="272"/>
              </a:xfrm>
              <a:prstGeom prst="diamond">
                <a:avLst/>
              </a:prstGeom>
              <a:gradFill rotWithShape="1">
                <a:gsLst>
                  <a:gs pos="0">
                    <a:srgbClr val="0099FF"/>
                  </a:gs>
                  <a:gs pos="100000">
                    <a:srgbClr val="004776"/>
                  </a:gs>
                </a:gsLst>
                <a:path path="shape">
                  <a:fillToRect l="50000" t="50000" r="50000" b="50000"/>
                </a:path>
                <a:tileRect/>
              </a:gradFill>
              <a:ln w="38100" cap="flat" cmpd="sng">
                <a:solidFill>
                  <a:srgbClr val="FF9900"/>
                </a:solidFill>
                <a:prstDash val="solid"/>
                <a:miter/>
                <a:headEnd type="none" w="med" len="med"/>
                <a:tailEnd type="none" w="med" len="med"/>
              </a:ln>
            </p:spPr>
            <p:txBody>
              <a:bodyPr wrap="none" anchor="ctr" anchorCtr="0"/>
              <a:p>
                <a:endParaRPr lang="zh-CN" altLang="en-US" dirty="0">
                  <a:latin typeface="楷体_GB2312" pitchFamily="49" charset="-122"/>
                </a:endParaRPr>
              </a:p>
            </p:txBody>
          </p:sp>
          <p:sp>
            <p:nvSpPr>
              <p:cNvPr id="37911" name="Text Box 243"/>
              <p:cNvSpPr txBox="1"/>
              <p:nvPr/>
            </p:nvSpPr>
            <p:spPr>
              <a:xfrm>
                <a:off x="3243" y="662"/>
                <a:ext cx="244" cy="327"/>
              </a:xfrm>
              <a:prstGeom prst="rect">
                <a:avLst/>
              </a:prstGeom>
              <a:noFill/>
              <a:ln w="28575">
                <a:noFill/>
              </a:ln>
            </p:spPr>
            <p:txBody>
              <a:bodyPr wrap="none" anchor="ctr" anchorCtr="0">
                <a:spAutoFit/>
              </a:bodyPr>
              <a:p>
                <a:pPr algn="ctr"/>
                <a:r>
                  <a:rPr lang="en-US" altLang="zh-CN" b="0" dirty="0">
                    <a:solidFill>
                      <a:schemeClr val="bg1"/>
                    </a:solidFill>
                    <a:latin typeface="Times New Roman" panose="02020603050405020304" pitchFamily="18" charset="0"/>
                    <a:ea typeface="宋体" panose="02010600030101010101" pitchFamily="2" charset="-122"/>
                  </a:rPr>
                  <a:t>+</a:t>
                </a:r>
                <a:endParaRPr lang="en-US" altLang="zh-CN" b="0" dirty="0">
                  <a:latin typeface="Times New Roman" panose="02020603050405020304" pitchFamily="18" charset="0"/>
                  <a:ea typeface="仿宋_GB2312" pitchFamily="49" charset="-122"/>
                </a:endParaRPr>
              </a:p>
            </p:txBody>
          </p:sp>
          <p:sp>
            <p:nvSpPr>
              <p:cNvPr id="37912" name="Text Box 244"/>
              <p:cNvSpPr txBox="1"/>
              <p:nvPr/>
            </p:nvSpPr>
            <p:spPr>
              <a:xfrm>
                <a:off x="4060" y="572"/>
                <a:ext cx="228" cy="327"/>
              </a:xfrm>
              <a:prstGeom prst="rect">
                <a:avLst/>
              </a:prstGeom>
              <a:noFill/>
              <a:ln w="28575">
                <a:noFill/>
              </a:ln>
            </p:spPr>
            <p:txBody>
              <a:bodyPr wrap="none" anchor="ctr" anchorCtr="0">
                <a:spAutoFit/>
              </a:bodyPr>
              <a:p>
                <a:pPr algn="ctr"/>
                <a:r>
                  <a:rPr lang="en-US" altLang="zh-CN" b="0" dirty="0">
                    <a:solidFill>
                      <a:schemeClr val="bg1"/>
                    </a:solidFill>
                    <a:latin typeface="Times New Roman" panose="02020603050405020304" pitchFamily="18" charset="0"/>
                    <a:ea typeface="宋体" panose="02010600030101010101" pitchFamily="2" charset="-122"/>
                  </a:rPr>
                  <a:t>_</a:t>
                </a:r>
                <a:endParaRPr lang="en-US" altLang="zh-CN" b="0" dirty="0">
                  <a:latin typeface="Arial" panose="020B0604020202020204" pitchFamily="34" charset="0"/>
                  <a:ea typeface="仿宋_GB2312" pitchFamily="49" charset="-122"/>
                </a:endParaRPr>
              </a:p>
            </p:txBody>
          </p:sp>
          <p:sp>
            <p:nvSpPr>
              <p:cNvPr id="37913" name="Oval 245"/>
              <p:cNvSpPr/>
              <p:nvPr/>
            </p:nvSpPr>
            <p:spPr>
              <a:xfrm>
                <a:off x="2880" y="1751"/>
                <a:ext cx="363" cy="363"/>
              </a:xfrm>
              <a:prstGeom prst="ellipse">
                <a:avLst/>
              </a:prstGeom>
              <a:gradFill rotWithShape="1">
                <a:gsLst>
                  <a:gs pos="0">
                    <a:srgbClr val="0099FF"/>
                  </a:gs>
                  <a:gs pos="100000">
                    <a:srgbClr val="004776"/>
                  </a:gs>
                </a:gsLst>
                <a:path path="shape">
                  <a:fillToRect l="50000" t="50000" r="50000" b="50000"/>
                </a:path>
                <a:tileRect/>
              </a:gradFill>
              <a:ln w="38100" cap="flat" cmpd="sng">
                <a:solidFill>
                  <a:srgbClr val="FF9900"/>
                </a:solidFill>
                <a:prstDash val="solid"/>
                <a:headEnd type="none" w="med" len="med"/>
                <a:tailEnd type="none" w="med" len="med"/>
              </a:ln>
            </p:spPr>
            <p:txBody>
              <a:bodyPr wrap="none" anchor="ctr" anchorCtr="0"/>
              <a:p>
                <a:endParaRPr lang="zh-CN" altLang="en-US" dirty="0">
                  <a:latin typeface="楷体_GB2312" pitchFamily="49" charset="-122"/>
                </a:endParaRPr>
              </a:p>
            </p:txBody>
          </p:sp>
          <p:sp>
            <p:nvSpPr>
              <p:cNvPr id="37914" name="Line 246"/>
              <p:cNvSpPr/>
              <p:nvPr/>
            </p:nvSpPr>
            <p:spPr>
              <a:xfrm>
                <a:off x="3062" y="980"/>
                <a:ext cx="1859" cy="0"/>
              </a:xfrm>
              <a:prstGeom prst="line">
                <a:avLst/>
              </a:prstGeom>
              <a:ln w="28575" cap="flat" cmpd="sng">
                <a:solidFill>
                  <a:srgbClr val="FFCC00"/>
                </a:solidFill>
                <a:prstDash val="solid"/>
                <a:headEnd type="none" w="med" len="med"/>
                <a:tailEnd type="none" w="med" len="med"/>
              </a:ln>
            </p:spPr>
          </p:sp>
          <p:sp>
            <p:nvSpPr>
              <p:cNvPr id="37915" name="Line 247"/>
              <p:cNvSpPr/>
              <p:nvPr/>
            </p:nvSpPr>
            <p:spPr>
              <a:xfrm>
                <a:off x="3061" y="2341"/>
                <a:ext cx="1814" cy="0"/>
              </a:xfrm>
              <a:prstGeom prst="line">
                <a:avLst/>
              </a:prstGeom>
              <a:ln w="28575" cap="flat" cmpd="sng">
                <a:solidFill>
                  <a:srgbClr val="FFCC00"/>
                </a:solidFill>
                <a:prstDash val="solid"/>
                <a:headEnd type="none" w="med" len="med"/>
                <a:tailEnd type="none" w="med" len="med"/>
              </a:ln>
            </p:spPr>
          </p:sp>
          <p:sp>
            <p:nvSpPr>
              <p:cNvPr id="37916" name="Text Box 248"/>
              <p:cNvSpPr txBox="1"/>
              <p:nvPr/>
            </p:nvSpPr>
            <p:spPr>
              <a:xfrm>
                <a:off x="3696" y="1434"/>
                <a:ext cx="686" cy="327"/>
              </a:xfrm>
              <a:prstGeom prst="rect">
                <a:avLst/>
              </a:prstGeom>
              <a:noFill/>
              <a:ln w="28575">
                <a:noFill/>
              </a:ln>
            </p:spPr>
            <p:txBody>
              <a:bodyPr wrap="none" anchor="ctr" anchorCtr="0">
                <a:spAutoFit/>
              </a:bodyPr>
              <a:p>
                <a:pPr algn="ctr"/>
                <a:r>
                  <a:rPr lang="en-US" altLang="zh-CN" b="0" dirty="0">
                    <a:solidFill>
                      <a:schemeClr val="bg1"/>
                    </a:solidFill>
                    <a:latin typeface="Times New Roman" panose="02020603050405020304" pitchFamily="18" charset="0"/>
                    <a:ea typeface="宋体" panose="02010600030101010101" pitchFamily="2" charset="-122"/>
                  </a:rPr>
                  <a:t>j300</a:t>
                </a:r>
                <a:r>
                  <a:rPr lang="en-US" altLang="zh-CN" b="0" dirty="0">
                    <a:solidFill>
                      <a:schemeClr val="bg1"/>
                    </a:solidFill>
                    <a:latin typeface="Times New Roman" panose="02020603050405020304" pitchFamily="18" charset="0"/>
                    <a:ea typeface="宋体" panose="02010600030101010101" pitchFamily="2" charset="-122"/>
                    <a:sym typeface="Symbol" panose="05050102010706020507" pitchFamily="18" charset="2"/>
                  </a:rPr>
                  <a:t></a:t>
                </a:r>
                <a:endParaRPr lang="en-US" altLang="zh-CN" b="0" dirty="0">
                  <a:latin typeface="Times New Roman" panose="02020603050405020304" pitchFamily="18" charset="0"/>
                  <a:ea typeface="宋体" panose="02010600030101010101" pitchFamily="2" charset="-122"/>
                  <a:sym typeface="Symbol" panose="05050102010706020507" pitchFamily="18" charset="2"/>
                </a:endParaRPr>
              </a:p>
            </p:txBody>
          </p:sp>
          <p:sp>
            <p:nvSpPr>
              <p:cNvPr id="37917" name="Text Box 249"/>
              <p:cNvSpPr txBox="1"/>
              <p:nvPr/>
            </p:nvSpPr>
            <p:spPr>
              <a:xfrm>
                <a:off x="3152" y="1524"/>
                <a:ext cx="244" cy="327"/>
              </a:xfrm>
              <a:prstGeom prst="rect">
                <a:avLst/>
              </a:prstGeom>
              <a:noFill/>
              <a:ln w="28575">
                <a:noFill/>
              </a:ln>
            </p:spPr>
            <p:txBody>
              <a:bodyPr wrap="none" anchor="ctr" anchorCtr="0">
                <a:spAutoFit/>
              </a:bodyPr>
              <a:p>
                <a:pPr algn="ctr"/>
                <a:r>
                  <a:rPr lang="en-US" altLang="zh-CN" b="0" dirty="0">
                    <a:solidFill>
                      <a:schemeClr val="bg1"/>
                    </a:solidFill>
                    <a:latin typeface="Times New Roman" panose="02020603050405020304" pitchFamily="18" charset="0"/>
                    <a:ea typeface="宋体" panose="02010600030101010101" pitchFamily="2" charset="-122"/>
                  </a:rPr>
                  <a:t>+</a:t>
                </a:r>
                <a:endParaRPr lang="en-US" altLang="zh-CN" b="0" dirty="0">
                  <a:latin typeface="Times New Roman" panose="02020603050405020304" pitchFamily="18" charset="0"/>
                  <a:ea typeface="宋体" panose="02010600030101010101" pitchFamily="2" charset="-122"/>
                </a:endParaRPr>
              </a:p>
            </p:txBody>
          </p:sp>
          <p:sp>
            <p:nvSpPr>
              <p:cNvPr id="37918" name="Text Box 250"/>
              <p:cNvSpPr txBox="1"/>
              <p:nvPr/>
            </p:nvSpPr>
            <p:spPr>
              <a:xfrm>
                <a:off x="3152" y="1978"/>
                <a:ext cx="228" cy="327"/>
              </a:xfrm>
              <a:prstGeom prst="rect">
                <a:avLst/>
              </a:prstGeom>
              <a:noFill/>
              <a:ln w="28575">
                <a:noFill/>
              </a:ln>
            </p:spPr>
            <p:txBody>
              <a:bodyPr wrap="none" anchor="ctr" anchorCtr="0">
                <a:spAutoFit/>
              </a:bodyPr>
              <a:p>
                <a:pPr algn="ctr"/>
                <a:r>
                  <a:rPr lang="en-US" altLang="zh-CN" b="0" dirty="0">
                    <a:solidFill>
                      <a:schemeClr val="bg1"/>
                    </a:solidFill>
                    <a:latin typeface="Times New Roman" panose="02020603050405020304" pitchFamily="18" charset="0"/>
                    <a:ea typeface="宋体" panose="02010600030101010101" pitchFamily="2" charset="-122"/>
                  </a:rPr>
                  <a:t>_</a:t>
                </a:r>
                <a:endParaRPr lang="en-US" altLang="zh-CN" b="0" dirty="0">
                  <a:latin typeface="Times New Roman" panose="02020603050405020304" pitchFamily="18" charset="0"/>
                  <a:ea typeface="宋体" panose="02010600030101010101" pitchFamily="2" charset="-122"/>
                </a:endParaRPr>
              </a:p>
            </p:txBody>
          </p:sp>
          <p:graphicFrame>
            <p:nvGraphicFramePr>
              <p:cNvPr id="37891" name="Object 251"/>
              <p:cNvGraphicFramePr/>
              <p:nvPr/>
            </p:nvGraphicFramePr>
            <p:xfrm>
              <a:off x="3289" y="1834"/>
              <a:ext cx="509" cy="280"/>
            </p:xfrm>
            <a:graphic>
              <a:graphicData uri="http://schemas.openxmlformats.org/presentationml/2006/ole">
                <mc:AlternateContent xmlns:mc="http://schemas.openxmlformats.org/markup-compatibility/2006">
                  <mc:Choice xmlns:v="urn:schemas-microsoft-com:vml" Requires="v">
                    <p:oleObj spid="_x0000_s3258" name="" r:id="rId10" imgW="419100" imgH="228600" progId="Equation.DSMT4">
                      <p:embed/>
                    </p:oleObj>
                  </mc:Choice>
                  <mc:Fallback>
                    <p:oleObj name="" r:id="rId10" imgW="419100" imgH="228600" progId="Equation.DSMT4">
                      <p:embed/>
                      <p:pic>
                        <p:nvPicPr>
                          <p:cNvPr id="0" name="图片 3257"/>
                          <p:cNvPicPr/>
                          <p:nvPr/>
                        </p:nvPicPr>
                        <p:blipFill>
                          <a:blip r:embed="rId11">
                            <a:clrChange>
                              <a:clrFrom>
                                <a:srgbClr val="000000"/>
                              </a:clrFrom>
                              <a:clrTo>
                                <a:srgbClr val="FFFFFF"/>
                              </a:clrTo>
                            </a:clrChange>
                          </a:blip>
                          <a:stretch>
                            <a:fillRect/>
                          </a:stretch>
                        </p:blipFill>
                        <p:spPr>
                          <a:xfrm>
                            <a:off x="3289" y="1834"/>
                            <a:ext cx="509" cy="280"/>
                          </a:xfrm>
                          <a:prstGeom prst="rect">
                            <a:avLst/>
                          </a:prstGeom>
                          <a:noFill/>
                          <a:ln w="38100">
                            <a:noFill/>
                            <a:miter/>
                          </a:ln>
                        </p:spPr>
                      </p:pic>
                    </p:oleObj>
                  </mc:Fallback>
                </mc:AlternateContent>
              </a:graphicData>
            </a:graphic>
          </p:graphicFrame>
          <p:graphicFrame>
            <p:nvGraphicFramePr>
              <p:cNvPr id="37892" name="Object 252"/>
              <p:cNvGraphicFramePr/>
              <p:nvPr/>
            </p:nvGraphicFramePr>
            <p:xfrm>
              <a:off x="4685" y="1577"/>
              <a:ext cx="310" cy="326"/>
            </p:xfrm>
            <a:graphic>
              <a:graphicData uri="http://schemas.openxmlformats.org/presentationml/2006/ole">
                <mc:AlternateContent xmlns:mc="http://schemas.openxmlformats.org/markup-compatibility/2006">
                  <mc:Choice xmlns:v="urn:schemas-microsoft-com:vml" Requires="v">
                    <p:oleObj spid="_x0000_s3253" name="" r:id="rId12" imgW="253365" imgH="266065" progId="Equation.3">
                      <p:embed/>
                    </p:oleObj>
                  </mc:Choice>
                  <mc:Fallback>
                    <p:oleObj name="" r:id="rId12" imgW="253365" imgH="266065" progId="Equation.3">
                      <p:embed/>
                      <p:pic>
                        <p:nvPicPr>
                          <p:cNvPr id="0" name="图片 3252"/>
                          <p:cNvPicPr/>
                          <p:nvPr/>
                        </p:nvPicPr>
                        <p:blipFill>
                          <a:blip r:embed="rId13">
                            <a:clrChange>
                              <a:clrFrom>
                                <a:srgbClr val="000000"/>
                              </a:clrFrom>
                              <a:clrTo>
                                <a:srgbClr val="FFFFFF"/>
                              </a:clrTo>
                            </a:clrChange>
                          </a:blip>
                          <a:stretch>
                            <a:fillRect/>
                          </a:stretch>
                        </p:blipFill>
                        <p:spPr>
                          <a:xfrm>
                            <a:off x="4685" y="1577"/>
                            <a:ext cx="310" cy="326"/>
                          </a:xfrm>
                          <a:prstGeom prst="rect">
                            <a:avLst/>
                          </a:prstGeom>
                          <a:noFill/>
                          <a:ln w="38100">
                            <a:noFill/>
                            <a:miter/>
                          </a:ln>
                        </p:spPr>
                      </p:pic>
                    </p:oleObj>
                  </mc:Fallback>
                </mc:AlternateContent>
              </a:graphicData>
            </a:graphic>
          </p:graphicFrame>
          <p:sp>
            <p:nvSpPr>
              <p:cNvPr id="37919" name="Text Box 253"/>
              <p:cNvSpPr txBox="1"/>
              <p:nvPr/>
            </p:nvSpPr>
            <p:spPr>
              <a:xfrm>
                <a:off x="4740" y="1025"/>
                <a:ext cx="244" cy="327"/>
              </a:xfrm>
              <a:prstGeom prst="rect">
                <a:avLst/>
              </a:prstGeom>
              <a:noFill/>
              <a:ln w="28575">
                <a:noFill/>
              </a:ln>
            </p:spPr>
            <p:txBody>
              <a:bodyPr wrap="none" anchor="ctr" anchorCtr="0">
                <a:spAutoFit/>
              </a:bodyPr>
              <a:p>
                <a:pPr algn="ctr"/>
                <a:r>
                  <a:rPr lang="en-US" altLang="zh-CN" b="0" dirty="0">
                    <a:solidFill>
                      <a:schemeClr val="bg1"/>
                    </a:solidFill>
                    <a:latin typeface="Times New Roman" panose="02020603050405020304" pitchFamily="18" charset="0"/>
                    <a:ea typeface="宋体" panose="02010600030101010101" pitchFamily="2" charset="-122"/>
                  </a:rPr>
                  <a:t>+</a:t>
                </a:r>
                <a:endParaRPr lang="en-US" altLang="zh-CN" b="0" dirty="0">
                  <a:latin typeface="Times New Roman" panose="02020603050405020304" pitchFamily="18" charset="0"/>
                  <a:ea typeface="宋体" panose="02010600030101010101" pitchFamily="2" charset="-122"/>
                </a:endParaRPr>
              </a:p>
            </p:txBody>
          </p:sp>
          <p:sp>
            <p:nvSpPr>
              <p:cNvPr id="37920" name="Text Box 254"/>
              <p:cNvSpPr txBox="1"/>
              <p:nvPr/>
            </p:nvSpPr>
            <p:spPr>
              <a:xfrm>
                <a:off x="4739" y="1933"/>
                <a:ext cx="228" cy="327"/>
              </a:xfrm>
              <a:prstGeom prst="rect">
                <a:avLst/>
              </a:prstGeom>
              <a:noFill/>
              <a:ln w="28575">
                <a:noFill/>
              </a:ln>
            </p:spPr>
            <p:txBody>
              <a:bodyPr wrap="none" anchor="ctr" anchorCtr="0">
                <a:spAutoFit/>
              </a:bodyPr>
              <a:p>
                <a:pPr algn="ctr"/>
                <a:r>
                  <a:rPr lang="en-US" altLang="zh-CN" b="0" dirty="0">
                    <a:solidFill>
                      <a:schemeClr val="bg1"/>
                    </a:solidFill>
                    <a:latin typeface="Times New Roman" panose="02020603050405020304" pitchFamily="18" charset="0"/>
                    <a:ea typeface="宋体" panose="02010600030101010101" pitchFamily="2" charset="-122"/>
                  </a:rPr>
                  <a:t>_</a:t>
                </a:r>
                <a:endParaRPr lang="en-US" altLang="zh-CN" b="0" dirty="0">
                  <a:latin typeface="Times New Roman" panose="02020603050405020304" pitchFamily="18" charset="0"/>
                  <a:ea typeface="宋体" panose="02010600030101010101" pitchFamily="2" charset="-122"/>
                </a:endParaRPr>
              </a:p>
            </p:txBody>
          </p:sp>
          <p:sp>
            <p:nvSpPr>
              <p:cNvPr id="37921" name="Oval 255"/>
              <p:cNvSpPr/>
              <p:nvPr/>
            </p:nvSpPr>
            <p:spPr>
              <a:xfrm>
                <a:off x="4875" y="2318"/>
                <a:ext cx="68" cy="68"/>
              </a:xfrm>
              <a:prstGeom prst="ellipse">
                <a:avLst/>
              </a:prstGeom>
              <a:noFill/>
              <a:ln w="28575" cap="flat" cmpd="sng">
                <a:solidFill>
                  <a:srgbClr val="FFCC00"/>
                </a:solidFill>
                <a:prstDash val="solid"/>
                <a:headEnd type="none" w="med" len="med"/>
                <a:tailEnd type="none" w="med" len="med"/>
              </a:ln>
            </p:spPr>
            <p:txBody>
              <a:bodyPr wrap="none" anchor="ctr" anchorCtr="0"/>
              <a:p>
                <a:endParaRPr lang="zh-CN" altLang="en-US" dirty="0">
                  <a:latin typeface="楷体_GB2312" pitchFamily="49" charset="-122"/>
                </a:endParaRPr>
              </a:p>
            </p:txBody>
          </p:sp>
          <p:sp>
            <p:nvSpPr>
              <p:cNvPr id="37922" name="Oval 256"/>
              <p:cNvSpPr/>
              <p:nvPr/>
            </p:nvSpPr>
            <p:spPr>
              <a:xfrm>
                <a:off x="4908" y="944"/>
                <a:ext cx="68" cy="68"/>
              </a:xfrm>
              <a:prstGeom prst="ellipse">
                <a:avLst/>
              </a:prstGeom>
              <a:noFill/>
              <a:ln w="28575" cap="flat" cmpd="sng">
                <a:solidFill>
                  <a:srgbClr val="FFCC00"/>
                </a:solidFill>
                <a:prstDash val="solid"/>
                <a:headEnd type="none" w="med" len="med"/>
                <a:tailEnd type="none" w="med" len="med"/>
              </a:ln>
            </p:spPr>
            <p:txBody>
              <a:bodyPr wrap="none" anchor="ctr" anchorCtr="0"/>
              <a:p>
                <a:endParaRPr lang="zh-CN" altLang="en-US" dirty="0">
                  <a:latin typeface="楷体_GB2312" pitchFamily="49" charset="-122"/>
                </a:endParaRPr>
              </a:p>
            </p:txBody>
          </p:sp>
          <p:graphicFrame>
            <p:nvGraphicFramePr>
              <p:cNvPr id="37893" name="Object 257"/>
              <p:cNvGraphicFramePr/>
              <p:nvPr/>
            </p:nvGraphicFramePr>
            <p:xfrm>
              <a:off x="3561" y="436"/>
              <a:ext cx="524" cy="403"/>
            </p:xfrm>
            <a:graphic>
              <a:graphicData uri="http://schemas.openxmlformats.org/presentationml/2006/ole">
                <mc:AlternateContent xmlns:mc="http://schemas.openxmlformats.org/markup-compatibility/2006">
                  <mc:Choice xmlns:v="urn:schemas-microsoft-com:vml" Requires="v">
                    <p:oleObj spid="_x0000_s3256" name="" r:id="rId14" imgW="431800" imgH="330200" progId="Equation.3">
                      <p:embed/>
                    </p:oleObj>
                  </mc:Choice>
                  <mc:Fallback>
                    <p:oleObj name="" r:id="rId14" imgW="431800" imgH="330200" progId="Equation.3">
                      <p:embed/>
                      <p:pic>
                        <p:nvPicPr>
                          <p:cNvPr id="0" name="图片 3255"/>
                          <p:cNvPicPr/>
                          <p:nvPr/>
                        </p:nvPicPr>
                        <p:blipFill>
                          <a:blip r:embed="rId15">
                            <a:clrChange>
                              <a:clrFrom>
                                <a:srgbClr val="000000"/>
                              </a:clrFrom>
                              <a:clrTo>
                                <a:srgbClr val="FFFFFF"/>
                              </a:clrTo>
                            </a:clrChange>
                          </a:blip>
                          <a:stretch>
                            <a:fillRect/>
                          </a:stretch>
                        </p:blipFill>
                        <p:spPr>
                          <a:xfrm>
                            <a:off x="3561" y="436"/>
                            <a:ext cx="524" cy="403"/>
                          </a:xfrm>
                          <a:prstGeom prst="rect">
                            <a:avLst/>
                          </a:prstGeom>
                          <a:noFill/>
                          <a:ln w="38100">
                            <a:noFill/>
                            <a:miter/>
                          </a:ln>
                        </p:spPr>
                      </p:pic>
                    </p:oleObj>
                  </mc:Fallback>
                </mc:AlternateContent>
              </a:graphicData>
            </a:graphic>
          </p:graphicFrame>
          <p:sp>
            <p:nvSpPr>
              <p:cNvPr id="37923" name="Line 258"/>
              <p:cNvSpPr/>
              <p:nvPr/>
            </p:nvSpPr>
            <p:spPr>
              <a:xfrm flipH="1">
                <a:off x="3061" y="980"/>
                <a:ext cx="1" cy="1361"/>
              </a:xfrm>
              <a:prstGeom prst="line">
                <a:avLst/>
              </a:prstGeom>
              <a:ln w="28575" cap="flat" cmpd="sng">
                <a:solidFill>
                  <a:srgbClr val="FFCC00"/>
                </a:solidFill>
                <a:prstDash val="solid"/>
                <a:headEnd type="none" w="med" len="med"/>
                <a:tailEnd type="none" w="med" len="med"/>
              </a:ln>
            </p:spPr>
          </p:sp>
          <p:sp>
            <p:nvSpPr>
              <p:cNvPr id="37924" name="Line 259"/>
              <p:cNvSpPr/>
              <p:nvPr/>
            </p:nvSpPr>
            <p:spPr>
              <a:xfrm flipH="1">
                <a:off x="4376" y="980"/>
                <a:ext cx="1" cy="545"/>
              </a:xfrm>
              <a:prstGeom prst="line">
                <a:avLst/>
              </a:prstGeom>
              <a:ln w="28575" cap="flat" cmpd="sng">
                <a:solidFill>
                  <a:srgbClr val="FFCC00"/>
                </a:solidFill>
                <a:prstDash val="solid"/>
                <a:headEnd type="oval" w="med" len="med"/>
                <a:tailEnd type="none" w="med" len="med"/>
              </a:ln>
            </p:spPr>
          </p:sp>
          <p:sp>
            <p:nvSpPr>
              <p:cNvPr id="37925" name="Line 260"/>
              <p:cNvSpPr/>
              <p:nvPr/>
            </p:nvSpPr>
            <p:spPr>
              <a:xfrm flipH="1">
                <a:off x="4376" y="1888"/>
                <a:ext cx="1" cy="453"/>
              </a:xfrm>
              <a:prstGeom prst="line">
                <a:avLst/>
              </a:prstGeom>
              <a:ln w="28575" cap="flat" cmpd="sng">
                <a:solidFill>
                  <a:srgbClr val="FFCC00"/>
                </a:solidFill>
                <a:prstDash val="solid"/>
                <a:headEnd type="none" w="med" len="med"/>
                <a:tailEnd type="oval" w="med" len="med"/>
              </a:ln>
            </p:spPr>
          </p:sp>
          <p:graphicFrame>
            <p:nvGraphicFramePr>
              <p:cNvPr id="37894" name="Object 261"/>
              <p:cNvGraphicFramePr/>
              <p:nvPr/>
            </p:nvGraphicFramePr>
            <p:xfrm>
              <a:off x="4377" y="1842"/>
              <a:ext cx="201" cy="403"/>
            </p:xfrm>
            <a:graphic>
              <a:graphicData uri="http://schemas.openxmlformats.org/presentationml/2006/ole">
                <mc:AlternateContent xmlns:mc="http://schemas.openxmlformats.org/markup-compatibility/2006">
                  <mc:Choice xmlns:v="urn:schemas-microsoft-com:vml" Requires="v">
                    <p:oleObj spid="_x0000_s3255" name="" r:id="rId16" imgW="165100" imgH="329565" progId="Equation.3">
                      <p:embed/>
                    </p:oleObj>
                  </mc:Choice>
                  <mc:Fallback>
                    <p:oleObj name="" r:id="rId16" imgW="165100" imgH="329565" progId="Equation.3">
                      <p:embed/>
                      <p:pic>
                        <p:nvPicPr>
                          <p:cNvPr id="0" name="图片 3254"/>
                          <p:cNvPicPr/>
                          <p:nvPr/>
                        </p:nvPicPr>
                        <p:blipFill>
                          <a:blip r:embed="rId17">
                            <a:clrChange>
                              <a:clrFrom>
                                <a:srgbClr val="000000"/>
                              </a:clrFrom>
                              <a:clrTo>
                                <a:srgbClr val="FFFFFF"/>
                              </a:clrTo>
                            </a:clrChange>
                          </a:blip>
                          <a:stretch>
                            <a:fillRect/>
                          </a:stretch>
                        </p:blipFill>
                        <p:spPr>
                          <a:xfrm>
                            <a:off x="4377" y="1842"/>
                            <a:ext cx="201" cy="403"/>
                          </a:xfrm>
                          <a:prstGeom prst="rect">
                            <a:avLst/>
                          </a:prstGeom>
                          <a:noFill/>
                          <a:ln w="38100">
                            <a:noFill/>
                            <a:miter/>
                          </a:ln>
                        </p:spPr>
                      </p:pic>
                    </p:oleObj>
                  </mc:Fallback>
                </mc:AlternateContent>
              </a:graphicData>
            </a:graphic>
          </p:graphicFrame>
          <p:sp>
            <p:nvSpPr>
              <p:cNvPr id="37926" name="Line 262"/>
              <p:cNvSpPr/>
              <p:nvPr/>
            </p:nvSpPr>
            <p:spPr>
              <a:xfrm flipH="1">
                <a:off x="4377" y="1979"/>
                <a:ext cx="0" cy="273"/>
              </a:xfrm>
              <a:prstGeom prst="line">
                <a:avLst/>
              </a:prstGeom>
              <a:ln w="28575" cap="flat" cmpd="sng">
                <a:solidFill>
                  <a:srgbClr val="66FFFF"/>
                </a:solidFill>
                <a:prstDash val="solid"/>
                <a:headEnd type="none" w="med" len="med"/>
                <a:tailEnd type="triangle" w="med" len="med"/>
              </a:ln>
            </p:spPr>
          </p:sp>
          <p:sp>
            <p:nvSpPr>
              <p:cNvPr id="37927" name="Text Box 263"/>
              <p:cNvSpPr txBox="1"/>
              <p:nvPr/>
            </p:nvSpPr>
            <p:spPr>
              <a:xfrm>
                <a:off x="3050" y="1116"/>
                <a:ext cx="624" cy="327"/>
              </a:xfrm>
              <a:prstGeom prst="rect">
                <a:avLst/>
              </a:prstGeom>
              <a:noFill/>
              <a:ln w="28575">
                <a:noFill/>
              </a:ln>
            </p:spPr>
            <p:txBody>
              <a:bodyPr wrap="none" anchor="ctr" anchorCtr="0">
                <a:spAutoFit/>
              </a:bodyPr>
              <a:p>
                <a:pPr algn="ctr"/>
                <a:r>
                  <a:rPr lang="en-US" altLang="zh-CN" b="0" dirty="0">
                    <a:solidFill>
                      <a:schemeClr val="bg1"/>
                    </a:solidFill>
                    <a:latin typeface="Times New Roman" panose="02020603050405020304" pitchFamily="18" charset="0"/>
                    <a:ea typeface="宋体" panose="02010600030101010101" pitchFamily="2" charset="-122"/>
                  </a:rPr>
                  <a:t>100</a:t>
                </a:r>
                <a:r>
                  <a:rPr lang="en-US" altLang="zh-CN" b="0" dirty="0">
                    <a:solidFill>
                      <a:schemeClr val="bg1"/>
                    </a:solidFill>
                    <a:latin typeface="Times New Roman" panose="02020603050405020304" pitchFamily="18" charset="0"/>
                    <a:ea typeface="宋体" panose="02010600030101010101" pitchFamily="2" charset="-122"/>
                    <a:sym typeface="Symbol" panose="05050102010706020507" pitchFamily="18" charset="2"/>
                  </a:rPr>
                  <a:t></a:t>
                </a:r>
                <a:endParaRPr lang="en-US" altLang="zh-CN" b="0" dirty="0">
                  <a:latin typeface="Times New Roman" panose="02020603050405020304" pitchFamily="18" charset="0"/>
                  <a:ea typeface="宋体" panose="02010600030101010101" pitchFamily="2" charset="-122"/>
                </a:endParaRPr>
              </a:p>
            </p:txBody>
          </p:sp>
          <p:sp>
            <p:nvSpPr>
              <p:cNvPr id="37928" name="Rectangle 264"/>
              <p:cNvSpPr/>
              <p:nvPr/>
            </p:nvSpPr>
            <p:spPr>
              <a:xfrm>
                <a:off x="2997" y="1161"/>
                <a:ext cx="127" cy="318"/>
              </a:xfrm>
              <a:prstGeom prst="rect">
                <a:avLst/>
              </a:prstGeom>
              <a:gradFill rotWithShape="1">
                <a:gsLst>
                  <a:gs pos="0">
                    <a:srgbClr val="764700"/>
                  </a:gs>
                  <a:gs pos="50000">
                    <a:srgbClr val="FF9900"/>
                  </a:gs>
                  <a:gs pos="100000">
                    <a:srgbClr val="764700"/>
                  </a:gs>
                </a:gsLst>
                <a:lin ang="0" scaled="1"/>
                <a:tileRect/>
              </a:gradFill>
              <a:ln w="28575">
                <a:noFill/>
              </a:ln>
            </p:spPr>
            <p:txBody>
              <a:bodyPr wrap="none" anchor="ctr" anchorCtr="0"/>
              <a:p>
                <a:endParaRPr lang="zh-CN" altLang="en-US" dirty="0">
                  <a:latin typeface="楷体_GB2312" pitchFamily="49" charset="-122"/>
                </a:endParaRPr>
              </a:p>
            </p:txBody>
          </p:sp>
          <p:grpSp>
            <p:nvGrpSpPr>
              <p:cNvPr id="37929" name="Group 265"/>
              <p:cNvGrpSpPr/>
              <p:nvPr/>
            </p:nvGrpSpPr>
            <p:grpSpPr>
              <a:xfrm rot="10800000">
                <a:off x="4377" y="1525"/>
                <a:ext cx="90" cy="363"/>
                <a:chOff x="1565" y="2614"/>
                <a:chExt cx="90" cy="486"/>
              </a:xfrm>
            </p:grpSpPr>
            <p:sp>
              <p:nvSpPr>
                <p:cNvPr id="37930" name="Arc 266"/>
                <p:cNvSpPr/>
                <p:nvPr/>
              </p:nvSpPr>
              <p:spPr>
                <a:xfrm flipH="1" flipV="1">
                  <a:off x="1565" y="2860"/>
                  <a:ext cx="90" cy="116"/>
                </a:xfrm>
                <a:custGeom>
                  <a:avLst/>
                  <a:gdLst>
                    <a:gd name="txL" fmla="*/ 0 w 22723"/>
                    <a:gd name="txT" fmla="*/ 0 h 43200"/>
                    <a:gd name="txR" fmla="*/ 22723 w 22723"/>
                    <a:gd name="txB" fmla="*/ 43200 h 43200"/>
                  </a:gdLst>
                  <a:ahLst/>
                  <a:cxnLst>
                    <a:cxn ang="0">
                      <a:pos x="1122" y="0"/>
                    </a:cxn>
                    <a:cxn ang="0">
                      <a:pos x="22723" y="21600"/>
                    </a:cxn>
                    <a:cxn ang="0">
                      <a:pos x="1123" y="43200"/>
                    </a:cxn>
                    <a:cxn ang="0">
                      <a:pos x="0" y="43170"/>
                    </a:cxn>
                    <a:cxn ang="0">
                      <a:pos x="1122" y="0"/>
                    </a:cxn>
                    <a:cxn ang="0">
                      <a:pos x="22723" y="21600"/>
                    </a:cxn>
                    <a:cxn ang="0">
                      <a:pos x="1123" y="43200"/>
                    </a:cxn>
                    <a:cxn ang="0">
                      <a:pos x="0" y="43170"/>
                    </a:cxn>
                    <a:cxn ang="0">
                      <a:pos x="1123" y="21600"/>
                    </a:cxn>
                  </a:cxnLst>
                  <a:rect l="txL" t="txT" r="txR" b="txB"/>
                  <a:pathLst>
                    <a:path w="22723" h="43200" fill="none">
                      <a:moveTo>
                        <a:pt x="1122" y="0"/>
                      </a:moveTo>
                      <a:cubicBezTo>
                        <a:pt x="13052" y="0"/>
                        <a:pt x="22723" y="9670"/>
                        <a:pt x="22723" y="21600"/>
                      </a:cubicBezTo>
                      <a:cubicBezTo>
                        <a:pt x="22723" y="33529"/>
                        <a:pt x="13052" y="43200"/>
                        <a:pt x="1123" y="43200"/>
                      </a:cubicBezTo>
                      <a:cubicBezTo>
                        <a:pt x="748" y="43200"/>
                        <a:pt x="374" y="43190"/>
                        <a:pt x="0" y="43170"/>
                      </a:cubicBezTo>
                    </a:path>
                    <a:path w="22723" h="43200" stroke="0">
                      <a:moveTo>
                        <a:pt x="1122" y="0"/>
                      </a:moveTo>
                      <a:cubicBezTo>
                        <a:pt x="13052" y="0"/>
                        <a:pt x="22723" y="9670"/>
                        <a:pt x="22723" y="21600"/>
                      </a:cubicBezTo>
                      <a:cubicBezTo>
                        <a:pt x="22723" y="33529"/>
                        <a:pt x="13052" y="43200"/>
                        <a:pt x="1123" y="43200"/>
                      </a:cubicBezTo>
                      <a:cubicBezTo>
                        <a:pt x="748" y="43200"/>
                        <a:pt x="374" y="43190"/>
                        <a:pt x="0" y="43170"/>
                      </a:cubicBezTo>
                      <a:lnTo>
                        <a:pt x="1123" y="21600"/>
                      </a:lnTo>
                      <a:close/>
                    </a:path>
                  </a:pathLst>
                </a:custGeom>
                <a:noFill/>
                <a:ln w="28575" cap="flat" cmpd="sng">
                  <a:solidFill>
                    <a:srgbClr val="FF9900"/>
                  </a:solidFill>
                  <a:prstDash val="solid"/>
                  <a:round/>
                  <a:headEnd type="none" w="med" len="med"/>
                  <a:tailEnd type="none" w="med" len="med"/>
                </a:ln>
              </p:spPr>
              <p:txBody>
                <a:bodyPr wrap="none" anchor="ctr" anchorCtr="0"/>
                <a:p>
                  <a:endParaRPr lang="zh-CN" altLang="en-US" dirty="0">
                    <a:latin typeface="楷体_GB2312" pitchFamily="49" charset="-122"/>
                  </a:endParaRPr>
                </a:p>
              </p:txBody>
            </p:sp>
            <p:sp>
              <p:nvSpPr>
                <p:cNvPr id="37931" name="Arc 267"/>
                <p:cNvSpPr/>
                <p:nvPr/>
              </p:nvSpPr>
              <p:spPr>
                <a:xfrm flipH="1" flipV="1">
                  <a:off x="1565" y="2737"/>
                  <a:ext cx="90" cy="116"/>
                </a:xfrm>
                <a:custGeom>
                  <a:avLst/>
                  <a:gdLst>
                    <a:gd name="txL" fmla="*/ 0 w 22723"/>
                    <a:gd name="txT" fmla="*/ 0 h 43200"/>
                    <a:gd name="txR" fmla="*/ 22723 w 22723"/>
                    <a:gd name="txB" fmla="*/ 43200 h 43200"/>
                  </a:gdLst>
                  <a:ahLst/>
                  <a:cxnLst>
                    <a:cxn ang="0">
                      <a:pos x="1122" y="0"/>
                    </a:cxn>
                    <a:cxn ang="0">
                      <a:pos x="22723" y="21600"/>
                    </a:cxn>
                    <a:cxn ang="0">
                      <a:pos x="1123" y="43200"/>
                    </a:cxn>
                    <a:cxn ang="0">
                      <a:pos x="0" y="43170"/>
                    </a:cxn>
                    <a:cxn ang="0">
                      <a:pos x="1122" y="0"/>
                    </a:cxn>
                    <a:cxn ang="0">
                      <a:pos x="22723" y="21600"/>
                    </a:cxn>
                    <a:cxn ang="0">
                      <a:pos x="1123" y="43200"/>
                    </a:cxn>
                    <a:cxn ang="0">
                      <a:pos x="0" y="43170"/>
                    </a:cxn>
                    <a:cxn ang="0">
                      <a:pos x="1123" y="21600"/>
                    </a:cxn>
                  </a:cxnLst>
                  <a:rect l="txL" t="txT" r="txR" b="txB"/>
                  <a:pathLst>
                    <a:path w="22723" h="43200" fill="none">
                      <a:moveTo>
                        <a:pt x="1122" y="0"/>
                      </a:moveTo>
                      <a:cubicBezTo>
                        <a:pt x="13052" y="0"/>
                        <a:pt x="22723" y="9670"/>
                        <a:pt x="22723" y="21600"/>
                      </a:cubicBezTo>
                      <a:cubicBezTo>
                        <a:pt x="22723" y="33529"/>
                        <a:pt x="13052" y="43200"/>
                        <a:pt x="1123" y="43200"/>
                      </a:cubicBezTo>
                      <a:cubicBezTo>
                        <a:pt x="748" y="43200"/>
                        <a:pt x="374" y="43190"/>
                        <a:pt x="0" y="43170"/>
                      </a:cubicBezTo>
                    </a:path>
                    <a:path w="22723" h="43200" stroke="0">
                      <a:moveTo>
                        <a:pt x="1122" y="0"/>
                      </a:moveTo>
                      <a:cubicBezTo>
                        <a:pt x="13052" y="0"/>
                        <a:pt x="22723" y="9670"/>
                        <a:pt x="22723" y="21600"/>
                      </a:cubicBezTo>
                      <a:cubicBezTo>
                        <a:pt x="22723" y="33529"/>
                        <a:pt x="13052" y="43200"/>
                        <a:pt x="1123" y="43200"/>
                      </a:cubicBezTo>
                      <a:cubicBezTo>
                        <a:pt x="748" y="43200"/>
                        <a:pt x="374" y="43190"/>
                        <a:pt x="0" y="43170"/>
                      </a:cubicBezTo>
                      <a:lnTo>
                        <a:pt x="1123" y="21600"/>
                      </a:lnTo>
                      <a:close/>
                    </a:path>
                  </a:pathLst>
                </a:custGeom>
                <a:noFill/>
                <a:ln w="28575" cap="flat" cmpd="sng">
                  <a:solidFill>
                    <a:srgbClr val="FF9900"/>
                  </a:solidFill>
                  <a:prstDash val="solid"/>
                  <a:round/>
                  <a:headEnd type="none" w="med" len="med"/>
                  <a:tailEnd type="none" w="med" len="med"/>
                </a:ln>
              </p:spPr>
              <p:txBody>
                <a:bodyPr wrap="none" anchor="ctr" anchorCtr="0"/>
                <a:p>
                  <a:endParaRPr lang="zh-CN" altLang="en-US" dirty="0">
                    <a:latin typeface="楷体_GB2312" pitchFamily="49" charset="-122"/>
                  </a:endParaRPr>
                </a:p>
              </p:txBody>
            </p:sp>
            <p:sp>
              <p:nvSpPr>
                <p:cNvPr id="37932" name="Arc 268"/>
                <p:cNvSpPr/>
                <p:nvPr/>
              </p:nvSpPr>
              <p:spPr>
                <a:xfrm flipH="1" flipV="1">
                  <a:off x="1565" y="2614"/>
                  <a:ext cx="90" cy="116"/>
                </a:xfrm>
                <a:custGeom>
                  <a:avLst/>
                  <a:gdLst>
                    <a:gd name="txL" fmla="*/ 0 w 22723"/>
                    <a:gd name="txT" fmla="*/ 0 h 43200"/>
                    <a:gd name="txR" fmla="*/ 22723 w 22723"/>
                    <a:gd name="txB" fmla="*/ 43200 h 43200"/>
                  </a:gdLst>
                  <a:ahLst/>
                  <a:cxnLst>
                    <a:cxn ang="0">
                      <a:pos x="1122" y="0"/>
                    </a:cxn>
                    <a:cxn ang="0">
                      <a:pos x="22723" y="21600"/>
                    </a:cxn>
                    <a:cxn ang="0">
                      <a:pos x="1123" y="43200"/>
                    </a:cxn>
                    <a:cxn ang="0">
                      <a:pos x="0" y="43170"/>
                    </a:cxn>
                    <a:cxn ang="0">
                      <a:pos x="1122" y="0"/>
                    </a:cxn>
                    <a:cxn ang="0">
                      <a:pos x="22723" y="21600"/>
                    </a:cxn>
                    <a:cxn ang="0">
                      <a:pos x="1123" y="43200"/>
                    </a:cxn>
                    <a:cxn ang="0">
                      <a:pos x="0" y="43170"/>
                    </a:cxn>
                    <a:cxn ang="0">
                      <a:pos x="1123" y="21600"/>
                    </a:cxn>
                  </a:cxnLst>
                  <a:rect l="txL" t="txT" r="txR" b="txB"/>
                  <a:pathLst>
                    <a:path w="22723" h="43200" fill="none">
                      <a:moveTo>
                        <a:pt x="1122" y="0"/>
                      </a:moveTo>
                      <a:cubicBezTo>
                        <a:pt x="13052" y="0"/>
                        <a:pt x="22723" y="9670"/>
                        <a:pt x="22723" y="21600"/>
                      </a:cubicBezTo>
                      <a:cubicBezTo>
                        <a:pt x="22723" y="33529"/>
                        <a:pt x="13052" y="43200"/>
                        <a:pt x="1123" y="43200"/>
                      </a:cubicBezTo>
                      <a:cubicBezTo>
                        <a:pt x="748" y="43200"/>
                        <a:pt x="374" y="43190"/>
                        <a:pt x="0" y="43170"/>
                      </a:cubicBezTo>
                    </a:path>
                    <a:path w="22723" h="43200" stroke="0">
                      <a:moveTo>
                        <a:pt x="1122" y="0"/>
                      </a:moveTo>
                      <a:cubicBezTo>
                        <a:pt x="13052" y="0"/>
                        <a:pt x="22723" y="9670"/>
                        <a:pt x="22723" y="21600"/>
                      </a:cubicBezTo>
                      <a:cubicBezTo>
                        <a:pt x="22723" y="33529"/>
                        <a:pt x="13052" y="43200"/>
                        <a:pt x="1123" y="43200"/>
                      </a:cubicBezTo>
                      <a:cubicBezTo>
                        <a:pt x="748" y="43200"/>
                        <a:pt x="374" y="43190"/>
                        <a:pt x="0" y="43170"/>
                      </a:cubicBezTo>
                      <a:lnTo>
                        <a:pt x="1123" y="21600"/>
                      </a:lnTo>
                      <a:close/>
                    </a:path>
                  </a:pathLst>
                </a:custGeom>
                <a:noFill/>
                <a:ln w="28575" cap="flat" cmpd="sng">
                  <a:solidFill>
                    <a:srgbClr val="FF9900"/>
                  </a:solidFill>
                  <a:prstDash val="solid"/>
                  <a:round/>
                  <a:headEnd type="none" w="med" len="med"/>
                  <a:tailEnd type="none" w="med" len="med"/>
                </a:ln>
              </p:spPr>
              <p:txBody>
                <a:bodyPr wrap="none" anchor="ctr" anchorCtr="0"/>
                <a:p>
                  <a:endParaRPr lang="zh-CN" altLang="en-US" dirty="0">
                    <a:latin typeface="楷体_GB2312" pitchFamily="49" charset="-122"/>
                  </a:endParaRPr>
                </a:p>
              </p:txBody>
            </p:sp>
            <p:sp>
              <p:nvSpPr>
                <p:cNvPr id="37933" name="Arc 269"/>
                <p:cNvSpPr/>
                <p:nvPr/>
              </p:nvSpPr>
              <p:spPr>
                <a:xfrm flipH="1" flipV="1">
                  <a:off x="1565" y="2984"/>
                  <a:ext cx="90" cy="116"/>
                </a:xfrm>
                <a:custGeom>
                  <a:avLst/>
                  <a:gdLst>
                    <a:gd name="txL" fmla="*/ 0 w 22723"/>
                    <a:gd name="txT" fmla="*/ 0 h 43200"/>
                    <a:gd name="txR" fmla="*/ 22723 w 22723"/>
                    <a:gd name="txB" fmla="*/ 43200 h 43200"/>
                  </a:gdLst>
                  <a:ahLst/>
                  <a:cxnLst>
                    <a:cxn ang="0">
                      <a:pos x="1122" y="0"/>
                    </a:cxn>
                    <a:cxn ang="0">
                      <a:pos x="22723" y="21600"/>
                    </a:cxn>
                    <a:cxn ang="0">
                      <a:pos x="1123" y="43200"/>
                    </a:cxn>
                    <a:cxn ang="0">
                      <a:pos x="0" y="43170"/>
                    </a:cxn>
                    <a:cxn ang="0">
                      <a:pos x="1122" y="0"/>
                    </a:cxn>
                    <a:cxn ang="0">
                      <a:pos x="22723" y="21600"/>
                    </a:cxn>
                    <a:cxn ang="0">
                      <a:pos x="1123" y="43200"/>
                    </a:cxn>
                    <a:cxn ang="0">
                      <a:pos x="0" y="43170"/>
                    </a:cxn>
                    <a:cxn ang="0">
                      <a:pos x="1123" y="21600"/>
                    </a:cxn>
                  </a:cxnLst>
                  <a:rect l="txL" t="txT" r="txR" b="txB"/>
                  <a:pathLst>
                    <a:path w="22723" h="43200" fill="none">
                      <a:moveTo>
                        <a:pt x="1122" y="0"/>
                      </a:moveTo>
                      <a:cubicBezTo>
                        <a:pt x="13052" y="0"/>
                        <a:pt x="22723" y="9670"/>
                        <a:pt x="22723" y="21600"/>
                      </a:cubicBezTo>
                      <a:cubicBezTo>
                        <a:pt x="22723" y="33529"/>
                        <a:pt x="13052" y="43200"/>
                        <a:pt x="1123" y="43200"/>
                      </a:cubicBezTo>
                      <a:cubicBezTo>
                        <a:pt x="748" y="43200"/>
                        <a:pt x="374" y="43190"/>
                        <a:pt x="0" y="43170"/>
                      </a:cubicBezTo>
                    </a:path>
                    <a:path w="22723" h="43200" stroke="0">
                      <a:moveTo>
                        <a:pt x="1122" y="0"/>
                      </a:moveTo>
                      <a:cubicBezTo>
                        <a:pt x="13052" y="0"/>
                        <a:pt x="22723" y="9670"/>
                        <a:pt x="22723" y="21600"/>
                      </a:cubicBezTo>
                      <a:cubicBezTo>
                        <a:pt x="22723" y="33529"/>
                        <a:pt x="13052" y="43200"/>
                        <a:pt x="1123" y="43200"/>
                      </a:cubicBezTo>
                      <a:cubicBezTo>
                        <a:pt x="748" y="43200"/>
                        <a:pt x="374" y="43190"/>
                        <a:pt x="0" y="43170"/>
                      </a:cubicBezTo>
                      <a:lnTo>
                        <a:pt x="1123" y="21600"/>
                      </a:lnTo>
                      <a:close/>
                    </a:path>
                  </a:pathLst>
                </a:custGeom>
                <a:noFill/>
                <a:ln w="28575" cap="flat" cmpd="sng">
                  <a:solidFill>
                    <a:srgbClr val="FF9900"/>
                  </a:solidFill>
                  <a:prstDash val="solid"/>
                  <a:round/>
                  <a:headEnd type="none" w="med" len="med"/>
                  <a:tailEnd type="none" w="med" len="med"/>
                </a:ln>
              </p:spPr>
              <p:txBody>
                <a:bodyPr wrap="none" anchor="ctr" anchorCtr="0"/>
                <a:p>
                  <a:endParaRPr lang="zh-CN" altLang="en-US" dirty="0">
                    <a:latin typeface="楷体_GB2312" pitchFamily="49" charset="-122"/>
                  </a:endParaRPr>
                </a:p>
              </p:txBody>
            </p:sp>
          </p:grpSp>
        </p:grpSp>
        <p:grpSp>
          <p:nvGrpSpPr>
            <p:cNvPr id="37907" name="Group 270"/>
            <p:cNvGrpSpPr/>
            <p:nvPr/>
          </p:nvGrpSpPr>
          <p:grpSpPr>
            <a:xfrm>
              <a:off x="3515" y="1842"/>
              <a:ext cx="273" cy="227"/>
              <a:chOff x="1156" y="1842"/>
              <a:chExt cx="273" cy="227"/>
            </a:xfrm>
          </p:grpSpPr>
          <p:sp>
            <p:nvSpPr>
              <p:cNvPr id="37908" name="Line 271"/>
              <p:cNvSpPr/>
              <p:nvPr/>
            </p:nvSpPr>
            <p:spPr>
              <a:xfrm flipH="1">
                <a:off x="1156" y="1842"/>
                <a:ext cx="91" cy="227"/>
              </a:xfrm>
              <a:prstGeom prst="line">
                <a:avLst/>
              </a:prstGeom>
              <a:ln w="19050" cap="flat" cmpd="sng">
                <a:solidFill>
                  <a:schemeClr val="bg1"/>
                </a:solidFill>
                <a:prstDash val="solid"/>
                <a:headEnd type="none" w="med" len="med"/>
                <a:tailEnd type="none" w="med" len="med"/>
              </a:ln>
            </p:spPr>
          </p:sp>
          <p:sp>
            <p:nvSpPr>
              <p:cNvPr id="37909" name="Line 272"/>
              <p:cNvSpPr/>
              <p:nvPr/>
            </p:nvSpPr>
            <p:spPr>
              <a:xfrm>
                <a:off x="1156" y="2069"/>
                <a:ext cx="273" cy="0"/>
              </a:xfrm>
              <a:prstGeom prst="line">
                <a:avLst/>
              </a:prstGeom>
              <a:ln w="19050" cap="flat" cmpd="sng">
                <a:solidFill>
                  <a:schemeClr val="bg1"/>
                </a:solidFill>
                <a:prstDash val="solid"/>
                <a:headEnd type="none" w="med" len="med"/>
                <a:tailEnd type="none" w="med" len="med"/>
              </a:ln>
            </p:spPr>
          </p:sp>
        </p:gr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2" presetClass="entr" presetSubtype="8" fill="hold" grpId="0" nodeType="clickEffect">
                                  <p:stCondLst>
                                    <p:cond delay="0"/>
                                  </p:stCondLst>
                                  <p:childTnLst>
                                    <p:set>
                                      <p:cBhvr>
                                        <p:cTn id="6" dur="1" fill="hold">
                                          <p:stCondLst>
                                            <p:cond delay="0"/>
                                          </p:stCondLst>
                                        </p:cTn>
                                        <p:tgtEl>
                                          <p:spTgt spid="72799"/>
                                        </p:tgtEl>
                                        <p:attrNameLst>
                                          <p:attrName>style.visibility</p:attrName>
                                        </p:attrNameLst>
                                      </p:cBhvr>
                                      <p:to>
                                        <p:strVal val="visible"/>
                                      </p:to>
                                    </p:set>
                                    <p:animEffect transition="in" filter="slide(fromLeft)">
                                      <p:cBhvr>
                                        <p:cTn id="7" dur="500"/>
                                        <p:tgtEl>
                                          <p:spTgt spid="72799"/>
                                        </p:tgtEl>
                                      </p:cBhvr>
                                    </p:animEffect>
                                  </p:childTnLst>
                                </p:cTn>
                              </p:par>
                            </p:childTnLst>
                          </p:cTn>
                        </p:par>
                        <p:par>
                          <p:cTn id="8" fill="hold">
                            <p:stCondLst>
                              <p:cond delay="500"/>
                            </p:stCondLst>
                            <p:childTnLst>
                              <p:par>
                                <p:cTn id="9" presetID="22" presetClass="entr" presetSubtype="1" fill="hold" nodeType="afterEffect">
                                  <p:stCondLst>
                                    <p:cond delay="0"/>
                                  </p:stCondLst>
                                  <p:childTnLst>
                                    <p:set>
                                      <p:cBhvr>
                                        <p:cTn id="10" dur="1" fill="hold">
                                          <p:stCondLst>
                                            <p:cond delay="0"/>
                                          </p:stCondLst>
                                        </p:cTn>
                                        <p:tgtEl>
                                          <p:spTgt spid="6"/>
                                        </p:tgtEl>
                                        <p:attrNameLst>
                                          <p:attrName>style.visibility</p:attrName>
                                        </p:attrNameLst>
                                      </p:cBhvr>
                                      <p:to>
                                        <p:strVal val="visible"/>
                                      </p:to>
                                    </p:set>
                                    <p:animEffect transition="in" filter="wipe(up)">
                                      <p:cBhvr>
                                        <p:cTn id="11" dur="500"/>
                                        <p:tgtEl>
                                          <p:spTgt spid="6"/>
                                        </p:tgtEl>
                                      </p:cBhvr>
                                    </p:animEffect>
                                  </p:childTnLst>
                                </p:cTn>
                              </p:par>
                            </p:childTnLst>
                          </p:cTn>
                        </p:par>
                      </p:childTnLst>
                    </p:cTn>
                  </p:par>
                  <p:par>
                    <p:cTn id="12" fill="hold">
                      <p:stCondLst>
                        <p:cond delay="indefinite"/>
                      </p:stCondLst>
                      <p:childTnLst>
                        <p:par>
                          <p:cTn id="13" fill="hold">
                            <p:stCondLst>
                              <p:cond delay="0"/>
                            </p:stCondLst>
                            <p:childTnLst>
                              <p:par>
                                <p:cTn id="14" presetID="22" presetClass="entr" presetSubtype="8" fill="hold" nodeType="clickEffect">
                                  <p:stCondLst>
                                    <p:cond delay="0"/>
                                  </p:stCondLst>
                                  <p:childTnLst>
                                    <p:set>
                                      <p:cBhvr>
                                        <p:cTn id="15" dur="1" fill="hold">
                                          <p:stCondLst>
                                            <p:cond delay="0"/>
                                          </p:stCondLst>
                                        </p:cTn>
                                        <p:tgtEl>
                                          <p:spTgt spid="72810"/>
                                        </p:tgtEl>
                                        <p:attrNameLst>
                                          <p:attrName>style.visibility</p:attrName>
                                        </p:attrNameLst>
                                      </p:cBhvr>
                                      <p:to>
                                        <p:strVal val="visible"/>
                                      </p:to>
                                    </p:set>
                                    <p:animEffect transition="in" filter="wipe(left)">
                                      <p:cBhvr>
                                        <p:cTn id="16" dur="2000"/>
                                        <p:tgtEl>
                                          <p:spTgt spid="72810"/>
                                        </p:tgtEl>
                                      </p:cBhvr>
                                    </p:animEffect>
                                  </p:childTnLst>
                                </p:cTn>
                              </p:par>
                            </p:childTnLst>
                          </p:cTn>
                        </p:par>
                      </p:childTnLst>
                    </p:cTn>
                  </p:par>
                  <p:par>
                    <p:cTn id="17" fill="hold">
                      <p:stCondLst>
                        <p:cond delay="indefinite"/>
                      </p:stCondLst>
                      <p:childTnLst>
                        <p:par>
                          <p:cTn id="18" fill="hold">
                            <p:stCondLst>
                              <p:cond delay="0"/>
                            </p:stCondLst>
                            <p:childTnLst>
                              <p:par>
                                <p:cTn id="19" presetID="12" presetClass="entr" presetSubtype="8" fill="hold" nodeType="clickEffect">
                                  <p:stCondLst>
                                    <p:cond delay="0"/>
                                  </p:stCondLst>
                                  <p:childTnLst>
                                    <p:set>
                                      <p:cBhvr>
                                        <p:cTn id="20" dur="1" fill="hold">
                                          <p:stCondLst>
                                            <p:cond delay="0"/>
                                          </p:stCondLst>
                                        </p:cTn>
                                        <p:tgtEl>
                                          <p:spTgt spid="72811"/>
                                        </p:tgtEl>
                                        <p:attrNameLst>
                                          <p:attrName>style.visibility</p:attrName>
                                        </p:attrNameLst>
                                      </p:cBhvr>
                                      <p:to>
                                        <p:strVal val="visible"/>
                                      </p:to>
                                    </p:set>
                                    <p:animEffect transition="in" filter="slide(fromLeft)">
                                      <p:cBhvr>
                                        <p:cTn id="21" dur="500"/>
                                        <p:tgtEl>
                                          <p:spTgt spid="72811"/>
                                        </p:tgtEl>
                                      </p:cBhvr>
                                    </p:animEffect>
                                  </p:childTnLst>
                                </p:cTn>
                              </p:par>
                            </p:childTnLst>
                          </p:cTn>
                        </p:par>
                        <p:par>
                          <p:cTn id="22" fill="hold">
                            <p:stCondLst>
                              <p:cond delay="500"/>
                            </p:stCondLst>
                            <p:childTnLst>
                              <p:par>
                                <p:cTn id="23" presetID="55" presetClass="entr" presetSubtype="0" fill="hold" nodeType="afterEffect">
                                  <p:stCondLst>
                                    <p:cond delay="0"/>
                                  </p:stCondLst>
                                  <p:childTnLst>
                                    <p:set>
                                      <p:cBhvr>
                                        <p:cTn id="24" dur="1" fill="hold">
                                          <p:stCondLst>
                                            <p:cond delay="0"/>
                                          </p:stCondLst>
                                        </p:cTn>
                                        <p:tgtEl>
                                          <p:spTgt spid="5"/>
                                        </p:tgtEl>
                                        <p:attrNameLst>
                                          <p:attrName>style.visibility</p:attrName>
                                        </p:attrNameLst>
                                      </p:cBhvr>
                                      <p:to>
                                        <p:strVal val="visible"/>
                                      </p:to>
                                    </p:set>
                                    <p:anim calcmode="lin" valueType="num">
                                      <p:cBhvr>
                                        <p:cTn id="25" dur="1000" fill="hold"/>
                                        <p:tgtEl>
                                          <p:spTgt spid="5"/>
                                        </p:tgtEl>
                                        <p:attrNameLst>
                                          <p:attrName>ppt_w</p:attrName>
                                        </p:attrNameLst>
                                      </p:cBhvr>
                                      <p:tavLst>
                                        <p:tav tm="0">
                                          <p:val>
                                            <p:strVal val="#ppt_w*0.70"/>
                                          </p:val>
                                        </p:tav>
                                        <p:tav tm="100000">
                                          <p:val>
                                            <p:strVal val="#ppt_w"/>
                                          </p:val>
                                        </p:tav>
                                      </p:tavLst>
                                    </p:anim>
                                    <p:anim calcmode="lin" valueType="num">
                                      <p:cBhvr>
                                        <p:cTn id="26" dur="1000" fill="hold"/>
                                        <p:tgtEl>
                                          <p:spTgt spid="5"/>
                                        </p:tgtEl>
                                        <p:attrNameLst>
                                          <p:attrName>ppt_h</p:attrName>
                                        </p:attrNameLst>
                                      </p:cBhvr>
                                      <p:tavLst>
                                        <p:tav tm="0">
                                          <p:val>
                                            <p:strVal val="#ppt_h"/>
                                          </p:val>
                                        </p:tav>
                                        <p:tav tm="100000">
                                          <p:val>
                                            <p:strVal val="#ppt_h"/>
                                          </p:val>
                                        </p:tav>
                                      </p:tavLst>
                                    </p:anim>
                                    <p:animEffect transition="in" filter="fade">
                                      <p:cBhvr>
                                        <p:cTn id="27" dur="10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2799" grpId="0"/>
    </p:bld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9570" name="Text Box 2"/>
          <p:cNvSpPr txBox="1"/>
          <p:nvPr/>
        </p:nvSpPr>
        <p:spPr>
          <a:xfrm>
            <a:off x="323850" y="476250"/>
            <a:ext cx="1295400" cy="579438"/>
          </a:xfrm>
          <a:prstGeom prst="rect">
            <a:avLst/>
          </a:prstGeom>
          <a:noFill/>
          <a:ln w="9525">
            <a:noFill/>
          </a:ln>
        </p:spPr>
        <p:txBody>
          <a:bodyPr>
            <a:spAutoFit/>
          </a:bodyPr>
          <a:p>
            <a:pPr>
              <a:spcBef>
                <a:spcPct val="50000"/>
              </a:spcBef>
            </a:pPr>
            <a:r>
              <a:rPr lang="zh-CN" altLang="en-US" sz="3200" dirty="0">
                <a:solidFill>
                  <a:schemeClr val="bg1"/>
                </a:solidFill>
                <a:latin typeface="Times New Roman" panose="02020603050405020304" pitchFamily="18" charset="0"/>
                <a:ea typeface="宋体" panose="02010600030101010101" pitchFamily="2" charset="-122"/>
              </a:rPr>
              <a:t>例</a:t>
            </a:r>
            <a:r>
              <a:rPr lang="en-US" altLang="zh-CN" sz="3200" b="0" dirty="0">
                <a:solidFill>
                  <a:schemeClr val="bg1"/>
                </a:solidFill>
                <a:latin typeface="Times New Roman" panose="02020603050405020304" pitchFamily="18" charset="0"/>
                <a:ea typeface="宋体" panose="02010600030101010101" pitchFamily="2" charset="-122"/>
              </a:rPr>
              <a:t>3-5</a:t>
            </a:r>
            <a:r>
              <a:rPr lang="en-US" altLang="zh-CN" sz="3200" dirty="0">
                <a:solidFill>
                  <a:schemeClr val="bg1"/>
                </a:solidFill>
                <a:latin typeface="Times New Roman" panose="02020603050405020304" pitchFamily="18" charset="0"/>
                <a:ea typeface="宋体" panose="02010600030101010101" pitchFamily="2" charset="-122"/>
              </a:rPr>
              <a:t> </a:t>
            </a:r>
            <a:endParaRPr lang="en-US" altLang="zh-CN" sz="3200" dirty="0">
              <a:solidFill>
                <a:schemeClr val="bg1"/>
              </a:solidFill>
              <a:latin typeface="Times New Roman" panose="02020603050405020304" pitchFamily="18" charset="0"/>
              <a:ea typeface="宋体" panose="02010600030101010101" pitchFamily="2" charset="-122"/>
            </a:endParaRPr>
          </a:p>
        </p:txBody>
      </p:sp>
      <p:sp>
        <p:nvSpPr>
          <p:cNvPr id="109574" name="Text Box 6"/>
          <p:cNvSpPr txBox="1"/>
          <p:nvPr/>
        </p:nvSpPr>
        <p:spPr>
          <a:xfrm>
            <a:off x="539750" y="3644900"/>
            <a:ext cx="541338" cy="519113"/>
          </a:xfrm>
          <a:prstGeom prst="rect">
            <a:avLst/>
          </a:prstGeom>
          <a:solidFill>
            <a:srgbClr val="990033"/>
          </a:solidFill>
          <a:ln w="9525">
            <a:noFill/>
          </a:ln>
        </p:spPr>
        <p:txBody>
          <a:bodyPr wrap="none">
            <a:spAutoFit/>
          </a:bodyPr>
          <a:p>
            <a:pPr>
              <a:spcBef>
                <a:spcPct val="50000"/>
              </a:spcBef>
            </a:pPr>
            <a:r>
              <a:rPr lang="zh-CN" altLang="en-US" dirty="0">
                <a:solidFill>
                  <a:schemeClr val="bg1"/>
                </a:solidFill>
                <a:latin typeface="Times New Roman" panose="02020603050405020304" pitchFamily="18" charset="0"/>
                <a:ea typeface="宋体" panose="02010600030101010101" pitchFamily="2" charset="-122"/>
              </a:rPr>
              <a:t>解</a:t>
            </a:r>
            <a:endParaRPr lang="zh-CN" altLang="en-US" dirty="0">
              <a:solidFill>
                <a:schemeClr val="bg1"/>
              </a:solidFill>
              <a:latin typeface="Times New Roman" panose="02020603050405020304" pitchFamily="18" charset="0"/>
              <a:ea typeface="宋体" panose="02010600030101010101" pitchFamily="2" charset="-122"/>
            </a:endParaRPr>
          </a:p>
        </p:txBody>
      </p:sp>
      <p:graphicFrame>
        <p:nvGraphicFramePr>
          <p:cNvPr id="109575" name="Object 7"/>
          <p:cNvGraphicFramePr/>
          <p:nvPr/>
        </p:nvGraphicFramePr>
        <p:xfrm>
          <a:off x="1049338" y="3670300"/>
          <a:ext cx="5149850" cy="495300"/>
        </p:xfrm>
        <a:graphic>
          <a:graphicData uri="http://schemas.openxmlformats.org/presentationml/2006/ole">
            <mc:AlternateContent xmlns:mc="http://schemas.openxmlformats.org/markup-compatibility/2006">
              <mc:Choice xmlns:v="urn:schemas-microsoft-com:vml" Requires="v">
                <p:oleObj spid="_x0000_s3254" name="" r:id="rId1" imgW="2233930" imgH="241300" progId="Equation.DSMT4">
                  <p:embed/>
                </p:oleObj>
              </mc:Choice>
              <mc:Fallback>
                <p:oleObj name="" r:id="rId1" imgW="2233930" imgH="241300" progId="Equation.DSMT4">
                  <p:embed/>
                  <p:pic>
                    <p:nvPicPr>
                      <p:cNvPr id="0" name="图片 3253"/>
                      <p:cNvPicPr/>
                      <p:nvPr/>
                    </p:nvPicPr>
                    <p:blipFill>
                      <a:blip r:embed="rId2"/>
                      <a:stretch>
                        <a:fillRect/>
                      </a:stretch>
                    </p:blipFill>
                    <p:spPr>
                      <a:xfrm>
                        <a:off x="1049338" y="3670300"/>
                        <a:ext cx="5149850" cy="495300"/>
                      </a:xfrm>
                      <a:prstGeom prst="rect">
                        <a:avLst/>
                      </a:prstGeom>
                      <a:noFill/>
                      <a:ln w="38100">
                        <a:noFill/>
                        <a:miter/>
                      </a:ln>
                    </p:spPr>
                  </p:pic>
                </p:oleObj>
              </mc:Fallback>
            </mc:AlternateContent>
          </a:graphicData>
        </a:graphic>
      </p:graphicFrame>
      <p:graphicFrame>
        <p:nvGraphicFramePr>
          <p:cNvPr id="109576" name="Object 8"/>
          <p:cNvGraphicFramePr/>
          <p:nvPr/>
        </p:nvGraphicFramePr>
        <p:xfrm>
          <a:off x="1271588" y="4221163"/>
          <a:ext cx="2154237" cy="987425"/>
        </p:xfrm>
        <a:graphic>
          <a:graphicData uri="http://schemas.openxmlformats.org/presentationml/2006/ole">
            <mc:AlternateContent xmlns:mc="http://schemas.openxmlformats.org/markup-compatibility/2006">
              <mc:Choice xmlns:v="urn:schemas-microsoft-com:vml" Requires="v">
                <p:oleObj spid="_x0000_s3257" name="" r:id="rId3" imgW="1078865" imgH="495300" progId="Equation.3">
                  <p:embed/>
                </p:oleObj>
              </mc:Choice>
              <mc:Fallback>
                <p:oleObj name="" r:id="rId3" imgW="1078865" imgH="495300" progId="Equation.3">
                  <p:embed/>
                  <p:pic>
                    <p:nvPicPr>
                      <p:cNvPr id="0" name="图片 3256"/>
                      <p:cNvPicPr/>
                      <p:nvPr/>
                    </p:nvPicPr>
                    <p:blipFill>
                      <a:blip r:embed="rId4">
                        <a:clrChange>
                          <a:clrFrom>
                            <a:srgbClr val="000000"/>
                          </a:clrFrom>
                          <a:clrTo>
                            <a:srgbClr val="FFFFFF"/>
                          </a:clrTo>
                        </a:clrChange>
                      </a:blip>
                      <a:stretch>
                        <a:fillRect/>
                      </a:stretch>
                    </p:blipFill>
                    <p:spPr>
                      <a:xfrm>
                        <a:off x="1271588" y="4221163"/>
                        <a:ext cx="2154237" cy="987425"/>
                      </a:xfrm>
                      <a:prstGeom prst="rect">
                        <a:avLst/>
                      </a:prstGeom>
                      <a:noFill/>
                      <a:ln w="38100">
                        <a:noFill/>
                        <a:miter/>
                      </a:ln>
                    </p:spPr>
                  </p:pic>
                </p:oleObj>
              </mc:Fallback>
            </mc:AlternateContent>
          </a:graphicData>
        </a:graphic>
      </p:graphicFrame>
      <p:grpSp>
        <p:nvGrpSpPr>
          <p:cNvPr id="38928" name="Group 18"/>
          <p:cNvGrpSpPr/>
          <p:nvPr/>
        </p:nvGrpSpPr>
        <p:grpSpPr>
          <a:xfrm>
            <a:off x="8316913" y="6446838"/>
            <a:ext cx="792162" cy="366712"/>
            <a:chOff x="5193" y="4020"/>
            <a:chExt cx="499" cy="231"/>
          </a:xfrm>
        </p:grpSpPr>
        <p:pic>
          <p:nvPicPr>
            <p:cNvPr id="38987" name="Picture 19" descr="78900"/>
            <p:cNvPicPr>
              <a:picLocks noChangeAspect="1"/>
            </p:cNvPicPr>
            <p:nvPr/>
          </p:nvPicPr>
          <p:blipFill>
            <a:blip r:embed="rId5"/>
            <a:stretch>
              <a:fillRect/>
            </a:stretch>
          </p:blipFill>
          <p:spPr>
            <a:xfrm>
              <a:off x="5193" y="4066"/>
              <a:ext cx="499" cy="181"/>
            </a:xfrm>
            <a:prstGeom prst="rect">
              <a:avLst/>
            </a:prstGeom>
            <a:noFill/>
            <a:ln w="9525">
              <a:noFill/>
            </a:ln>
          </p:spPr>
        </p:pic>
        <p:sp>
          <p:nvSpPr>
            <p:cNvPr id="38988" name="Text Box 20">
              <a:hlinkClick r:id="" action="ppaction://hlinkshowjump?jump=nextslide"/>
            </p:cNvPr>
            <p:cNvSpPr txBox="1"/>
            <p:nvPr/>
          </p:nvSpPr>
          <p:spPr>
            <a:xfrm>
              <a:off x="5216" y="4020"/>
              <a:ext cx="476" cy="231"/>
            </a:xfrm>
            <a:prstGeom prst="rect">
              <a:avLst/>
            </a:prstGeom>
            <a:noFill/>
            <a:ln w="9525">
              <a:noFill/>
            </a:ln>
          </p:spPr>
          <p:txBody>
            <a:bodyPr wrap="none">
              <a:spAutoFit/>
            </a:bodyPr>
            <a:p>
              <a:pPr>
                <a:spcBef>
                  <a:spcPct val="50000"/>
                </a:spcBef>
              </a:pPr>
              <a:r>
                <a:rPr lang="zh-CN" altLang="en-US" sz="1800" b="0" dirty="0">
                  <a:solidFill>
                    <a:schemeClr val="bg1"/>
                  </a:solidFill>
                  <a:latin typeface="隶书" panose="02010509060101010101" pitchFamily="49" charset="-122"/>
                  <a:ea typeface="隶书" panose="02010509060101010101" pitchFamily="49" charset="-122"/>
                </a:rPr>
                <a:t>下 页</a:t>
              </a:r>
              <a:endParaRPr lang="zh-CN" altLang="en-US" sz="1800" b="0" dirty="0">
                <a:solidFill>
                  <a:schemeClr val="bg1"/>
                </a:solidFill>
                <a:latin typeface="隶书" panose="02010509060101010101" pitchFamily="49" charset="-122"/>
                <a:ea typeface="隶书" panose="02010509060101010101" pitchFamily="49" charset="-122"/>
              </a:endParaRPr>
            </a:p>
          </p:txBody>
        </p:sp>
      </p:grpSp>
      <p:grpSp>
        <p:nvGrpSpPr>
          <p:cNvPr id="38929" name="Group 21"/>
          <p:cNvGrpSpPr/>
          <p:nvPr/>
        </p:nvGrpSpPr>
        <p:grpSpPr>
          <a:xfrm>
            <a:off x="7453313" y="6446838"/>
            <a:ext cx="792162" cy="366712"/>
            <a:chOff x="4649" y="4020"/>
            <a:chExt cx="499" cy="231"/>
          </a:xfrm>
        </p:grpSpPr>
        <p:pic>
          <p:nvPicPr>
            <p:cNvPr id="38985" name="Picture 22" descr="78900"/>
            <p:cNvPicPr>
              <a:picLocks noChangeAspect="1"/>
            </p:cNvPicPr>
            <p:nvPr/>
          </p:nvPicPr>
          <p:blipFill>
            <a:blip r:embed="rId5"/>
            <a:stretch>
              <a:fillRect/>
            </a:stretch>
          </p:blipFill>
          <p:spPr>
            <a:xfrm>
              <a:off x="4649" y="4066"/>
              <a:ext cx="499" cy="181"/>
            </a:xfrm>
            <a:prstGeom prst="rect">
              <a:avLst/>
            </a:prstGeom>
            <a:noFill/>
            <a:ln w="9525">
              <a:noFill/>
            </a:ln>
          </p:spPr>
        </p:pic>
        <p:sp>
          <p:nvSpPr>
            <p:cNvPr id="38986" name="Text Box 23">
              <a:hlinkClick r:id="" action="ppaction://hlinkshowjump?jump=previousslide"/>
            </p:cNvPr>
            <p:cNvSpPr txBox="1"/>
            <p:nvPr/>
          </p:nvSpPr>
          <p:spPr>
            <a:xfrm>
              <a:off x="4672" y="4020"/>
              <a:ext cx="476" cy="231"/>
            </a:xfrm>
            <a:prstGeom prst="rect">
              <a:avLst/>
            </a:prstGeom>
            <a:noFill/>
            <a:ln w="9525">
              <a:noFill/>
            </a:ln>
          </p:spPr>
          <p:txBody>
            <a:bodyPr wrap="none">
              <a:spAutoFit/>
            </a:bodyPr>
            <a:p>
              <a:pPr>
                <a:spcBef>
                  <a:spcPct val="50000"/>
                </a:spcBef>
              </a:pPr>
              <a:r>
                <a:rPr lang="zh-CN" altLang="en-US" sz="1800" b="0" dirty="0">
                  <a:solidFill>
                    <a:schemeClr val="bg1"/>
                  </a:solidFill>
                  <a:latin typeface="隶书" panose="02010509060101010101" pitchFamily="49" charset="-122"/>
                  <a:ea typeface="隶书" panose="02010509060101010101" pitchFamily="49" charset="-122"/>
                </a:rPr>
                <a:t>上 页</a:t>
              </a:r>
              <a:endParaRPr lang="zh-CN" altLang="en-US" sz="1800" b="0" dirty="0">
                <a:solidFill>
                  <a:schemeClr val="bg1"/>
                </a:solidFill>
                <a:latin typeface="隶书" panose="02010509060101010101" pitchFamily="49" charset="-122"/>
                <a:ea typeface="隶书" panose="02010509060101010101" pitchFamily="49" charset="-122"/>
              </a:endParaRPr>
            </a:p>
          </p:txBody>
        </p:sp>
      </p:grpSp>
      <p:grpSp>
        <p:nvGrpSpPr>
          <p:cNvPr id="4" name="Group 85"/>
          <p:cNvGrpSpPr/>
          <p:nvPr/>
        </p:nvGrpSpPr>
        <p:grpSpPr>
          <a:xfrm>
            <a:off x="684213" y="1539875"/>
            <a:ext cx="3700462" cy="1706563"/>
            <a:chOff x="431" y="970"/>
            <a:chExt cx="2331" cy="1075"/>
          </a:xfrm>
        </p:grpSpPr>
        <p:sp>
          <p:nvSpPr>
            <p:cNvPr id="38965" name="Oval 25"/>
            <p:cNvSpPr/>
            <p:nvPr/>
          </p:nvSpPr>
          <p:spPr>
            <a:xfrm>
              <a:off x="2109" y="1333"/>
              <a:ext cx="363" cy="363"/>
            </a:xfrm>
            <a:prstGeom prst="ellipse">
              <a:avLst/>
            </a:prstGeom>
            <a:gradFill rotWithShape="1">
              <a:gsLst>
                <a:gs pos="0">
                  <a:srgbClr val="0099FF"/>
                </a:gs>
                <a:gs pos="100000">
                  <a:srgbClr val="004776"/>
                </a:gs>
              </a:gsLst>
              <a:path path="shape">
                <a:fillToRect l="50000" t="50000" r="50000" b="50000"/>
              </a:path>
              <a:tileRect/>
            </a:gradFill>
            <a:ln w="38100" cap="flat" cmpd="sng">
              <a:solidFill>
                <a:srgbClr val="FF9900"/>
              </a:solidFill>
              <a:prstDash val="solid"/>
              <a:headEnd type="none" w="med" len="med"/>
              <a:tailEnd type="none" w="med" len="med"/>
            </a:ln>
          </p:spPr>
          <p:txBody>
            <a:bodyPr wrap="none" anchor="ctr" anchorCtr="0"/>
            <a:p>
              <a:endParaRPr lang="zh-CN" altLang="en-US" dirty="0">
                <a:latin typeface="楷体_GB2312" pitchFamily="49" charset="-122"/>
              </a:endParaRPr>
            </a:p>
          </p:txBody>
        </p:sp>
        <p:sp>
          <p:nvSpPr>
            <p:cNvPr id="38966" name="Line 26"/>
            <p:cNvSpPr/>
            <p:nvPr/>
          </p:nvSpPr>
          <p:spPr>
            <a:xfrm>
              <a:off x="612" y="1026"/>
              <a:ext cx="0" cy="1019"/>
            </a:xfrm>
            <a:prstGeom prst="line">
              <a:avLst/>
            </a:prstGeom>
            <a:ln w="28575" cap="flat" cmpd="sng">
              <a:solidFill>
                <a:srgbClr val="FFCC00"/>
              </a:solidFill>
              <a:prstDash val="solid"/>
              <a:headEnd type="none" w="med" len="med"/>
              <a:tailEnd type="none" w="med" len="med"/>
            </a:ln>
          </p:spPr>
        </p:sp>
        <p:sp>
          <p:nvSpPr>
            <p:cNvPr id="38967" name="Text Box 28"/>
            <p:cNvSpPr txBox="1"/>
            <p:nvPr/>
          </p:nvSpPr>
          <p:spPr>
            <a:xfrm>
              <a:off x="1701" y="1075"/>
              <a:ext cx="317" cy="327"/>
            </a:xfrm>
            <a:prstGeom prst="rect">
              <a:avLst/>
            </a:prstGeom>
            <a:noFill/>
            <a:ln w="28575">
              <a:noFill/>
            </a:ln>
          </p:spPr>
          <p:txBody>
            <a:bodyPr wrap="none">
              <a:spAutoFit/>
            </a:bodyPr>
            <a:p>
              <a:r>
                <a:rPr lang="en-US" altLang="zh-CN" b="0" i="1" dirty="0">
                  <a:solidFill>
                    <a:schemeClr val="bg1"/>
                  </a:solidFill>
                  <a:latin typeface="Times New Roman" panose="02020603050405020304" pitchFamily="18" charset="0"/>
                  <a:ea typeface="宋体" panose="02010600030101010101" pitchFamily="2" charset="-122"/>
                </a:rPr>
                <a:t>Z</a:t>
              </a:r>
              <a:r>
                <a:rPr lang="en-US" altLang="zh-CN" b="0" baseline="-25000" dirty="0">
                  <a:solidFill>
                    <a:schemeClr val="bg1"/>
                  </a:solidFill>
                  <a:latin typeface="Times New Roman" panose="02020603050405020304" pitchFamily="18" charset="0"/>
                  <a:ea typeface="宋体" panose="02010600030101010101" pitchFamily="2" charset="-122"/>
                </a:rPr>
                <a:t>2</a:t>
              </a:r>
              <a:endParaRPr lang="en-US" altLang="zh-CN" b="0" i="1" dirty="0">
                <a:solidFill>
                  <a:schemeClr val="bg1"/>
                </a:solidFill>
                <a:latin typeface="Times New Roman" panose="02020603050405020304" pitchFamily="18" charset="0"/>
                <a:ea typeface="宋体" panose="02010600030101010101" pitchFamily="2" charset="-122"/>
              </a:endParaRPr>
            </a:p>
          </p:txBody>
        </p:sp>
        <p:sp>
          <p:nvSpPr>
            <p:cNvPr id="38968" name="Line 29"/>
            <p:cNvSpPr/>
            <p:nvPr/>
          </p:nvSpPr>
          <p:spPr>
            <a:xfrm>
              <a:off x="612" y="1026"/>
              <a:ext cx="1691" cy="0"/>
            </a:xfrm>
            <a:prstGeom prst="line">
              <a:avLst/>
            </a:prstGeom>
            <a:ln w="28575" cap="flat" cmpd="sng">
              <a:solidFill>
                <a:srgbClr val="FFCC00"/>
              </a:solidFill>
              <a:prstDash val="solid"/>
              <a:headEnd type="none" w="med" len="med"/>
              <a:tailEnd type="none" w="med" len="med"/>
            </a:ln>
          </p:spPr>
        </p:sp>
        <p:sp>
          <p:nvSpPr>
            <p:cNvPr id="38969" name="Line 30"/>
            <p:cNvSpPr/>
            <p:nvPr/>
          </p:nvSpPr>
          <p:spPr>
            <a:xfrm>
              <a:off x="1429" y="1026"/>
              <a:ext cx="3" cy="998"/>
            </a:xfrm>
            <a:prstGeom prst="line">
              <a:avLst/>
            </a:prstGeom>
            <a:ln w="28575" cap="flat" cmpd="sng">
              <a:solidFill>
                <a:srgbClr val="FFCC00"/>
              </a:solidFill>
              <a:prstDash val="solid"/>
              <a:headEnd type="oval" w="med" len="med"/>
              <a:tailEnd type="oval" w="med" len="med"/>
            </a:ln>
          </p:spPr>
        </p:sp>
        <p:sp>
          <p:nvSpPr>
            <p:cNvPr id="38970" name="Line 31"/>
            <p:cNvSpPr/>
            <p:nvPr/>
          </p:nvSpPr>
          <p:spPr>
            <a:xfrm>
              <a:off x="2295" y="1037"/>
              <a:ext cx="0" cy="1008"/>
            </a:xfrm>
            <a:prstGeom prst="line">
              <a:avLst/>
            </a:prstGeom>
            <a:ln w="28575" cap="flat" cmpd="sng">
              <a:solidFill>
                <a:srgbClr val="FFCC00"/>
              </a:solidFill>
              <a:prstDash val="solid"/>
              <a:headEnd type="none" w="med" len="med"/>
              <a:tailEnd type="none" w="med" len="med"/>
            </a:ln>
          </p:spPr>
        </p:sp>
        <p:sp>
          <p:nvSpPr>
            <p:cNvPr id="38971" name="Line 32"/>
            <p:cNvSpPr/>
            <p:nvPr/>
          </p:nvSpPr>
          <p:spPr>
            <a:xfrm>
              <a:off x="612" y="2024"/>
              <a:ext cx="1691" cy="0"/>
            </a:xfrm>
            <a:prstGeom prst="line">
              <a:avLst/>
            </a:prstGeom>
            <a:ln w="28575" cap="flat" cmpd="sng">
              <a:solidFill>
                <a:srgbClr val="FFCC00"/>
              </a:solidFill>
              <a:prstDash val="solid"/>
              <a:headEnd type="none" w="med" len="med"/>
              <a:tailEnd type="none" w="med" len="med"/>
            </a:ln>
          </p:spPr>
        </p:sp>
        <p:sp>
          <p:nvSpPr>
            <p:cNvPr id="38972" name="Line 34"/>
            <p:cNvSpPr/>
            <p:nvPr/>
          </p:nvSpPr>
          <p:spPr>
            <a:xfrm flipV="1">
              <a:off x="612" y="1106"/>
              <a:ext cx="0" cy="419"/>
            </a:xfrm>
            <a:prstGeom prst="line">
              <a:avLst/>
            </a:prstGeom>
            <a:ln w="28575" cap="flat" cmpd="sng">
              <a:solidFill>
                <a:srgbClr val="66FFFF"/>
              </a:solidFill>
              <a:prstDash val="solid"/>
              <a:headEnd type="none" w="med" len="med"/>
              <a:tailEnd type="triangle" w="med" len="med"/>
            </a:ln>
          </p:spPr>
        </p:sp>
        <p:graphicFrame>
          <p:nvGraphicFramePr>
            <p:cNvPr id="38923" name="Object 35"/>
            <p:cNvGraphicFramePr/>
            <p:nvPr/>
          </p:nvGraphicFramePr>
          <p:xfrm>
            <a:off x="647" y="1117"/>
            <a:ext cx="237" cy="384"/>
          </p:xfrm>
          <a:graphic>
            <a:graphicData uri="http://schemas.openxmlformats.org/presentationml/2006/ole">
              <mc:AlternateContent xmlns:mc="http://schemas.openxmlformats.org/markup-compatibility/2006">
                <mc:Choice xmlns:v="urn:schemas-microsoft-com:vml" Requires="v">
                  <p:oleObj spid="_x0000_s3262" name="" r:id="rId6" imgW="165100" imgH="266065" progId="Equation.3">
                    <p:embed/>
                  </p:oleObj>
                </mc:Choice>
                <mc:Fallback>
                  <p:oleObj name="" r:id="rId6" imgW="165100" imgH="266065" progId="Equation.3">
                    <p:embed/>
                    <p:pic>
                      <p:nvPicPr>
                        <p:cNvPr id="0" name="图片 3261"/>
                        <p:cNvPicPr/>
                        <p:nvPr/>
                      </p:nvPicPr>
                      <p:blipFill>
                        <a:blip r:embed="rId7">
                          <a:clrChange>
                            <a:clrFrom>
                              <a:srgbClr val="000000"/>
                            </a:clrFrom>
                            <a:clrTo>
                              <a:srgbClr val="FFFFFF"/>
                            </a:clrTo>
                          </a:clrChange>
                        </a:blip>
                        <a:stretch>
                          <a:fillRect/>
                        </a:stretch>
                      </p:blipFill>
                      <p:spPr>
                        <a:xfrm>
                          <a:off x="647" y="1117"/>
                          <a:ext cx="237" cy="384"/>
                        </a:xfrm>
                        <a:prstGeom prst="rect">
                          <a:avLst/>
                        </a:prstGeom>
                        <a:noFill/>
                        <a:ln w="38100">
                          <a:noFill/>
                          <a:miter/>
                        </a:ln>
                      </p:spPr>
                    </p:pic>
                  </p:oleObj>
                </mc:Fallback>
              </mc:AlternateContent>
            </a:graphicData>
          </a:graphic>
        </p:graphicFrame>
        <p:sp>
          <p:nvSpPr>
            <p:cNvPr id="38973" name="Text Box 36"/>
            <p:cNvSpPr txBox="1"/>
            <p:nvPr/>
          </p:nvSpPr>
          <p:spPr>
            <a:xfrm>
              <a:off x="930" y="1075"/>
              <a:ext cx="317" cy="327"/>
            </a:xfrm>
            <a:prstGeom prst="rect">
              <a:avLst/>
            </a:prstGeom>
            <a:noFill/>
            <a:ln w="28575">
              <a:noFill/>
            </a:ln>
          </p:spPr>
          <p:txBody>
            <a:bodyPr wrap="none">
              <a:spAutoFit/>
            </a:bodyPr>
            <a:p>
              <a:r>
                <a:rPr lang="en-US" altLang="zh-CN" b="0" i="1" dirty="0">
                  <a:solidFill>
                    <a:schemeClr val="bg1"/>
                  </a:solidFill>
                  <a:latin typeface="Times New Roman" panose="02020603050405020304" pitchFamily="18" charset="0"/>
                  <a:ea typeface="宋体" panose="02010600030101010101" pitchFamily="2" charset="-122"/>
                </a:rPr>
                <a:t>Z</a:t>
              </a:r>
              <a:r>
                <a:rPr lang="en-US" altLang="zh-CN" b="0" baseline="-25000" dirty="0">
                  <a:solidFill>
                    <a:schemeClr val="bg1"/>
                  </a:solidFill>
                  <a:latin typeface="Times New Roman" panose="02020603050405020304" pitchFamily="18" charset="0"/>
                  <a:ea typeface="宋体" panose="02010600030101010101" pitchFamily="2" charset="-122"/>
                </a:rPr>
                <a:t>1</a:t>
              </a:r>
              <a:endParaRPr lang="en-US" altLang="zh-CN" b="0" i="1" dirty="0">
                <a:solidFill>
                  <a:schemeClr val="bg1"/>
                </a:solidFill>
                <a:latin typeface="Times New Roman" panose="02020603050405020304" pitchFamily="18" charset="0"/>
                <a:ea typeface="宋体" panose="02010600030101010101" pitchFamily="2" charset="-122"/>
              </a:endParaRPr>
            </a:p>
          </p:txBody>
        </p:sp>
        <p:sp>
          <p:nvSpPr>
            <p:cNvPr id="38974" name="Text Box 37"/>
            <p:cNvSpPr txBox="1"/>
            <p:nvPr/>
          </p:nvSpPr>
          <p:spPr>
            <a:xfrm>
              <a:off x="1474" y="1389"/>
              <a:ext cx="317" cy="327"/>
            </a:xfrm>
            <a:prstGeom prst="rect">
              <a:avLst/>
            </a:prstGeom>
            <a:noFill/>
            <a:ln w="28575">
              <a:noFill/>
            </a:ln>
          </p:spPr>
          <p:txBody>
            <a:bodyPr wrap="none">
              <a:spAutoFit/>
            </a:bodyPr>
            <a:p>
              <a:r>
                <a:rPr lang="en-US" altLang="zh-CN" b="0" i="1" dirty="0">
                  <a:solidFill>
                    <a:schemeClr val="bg1"/>
                  </a:solidFill>
                  <a:latin typeface="Times New Roman" panose="02020603050405020304" pitchFamily="18" charset="0"/>
                  <a:ea typeface="宋体" panose="02010600030101010101" pitchFamily="2" charset="-122"/>
                </a:rPr>
                <a:t>Z</a:t>
              </a:r>
              <a:r>
                <a:rPr lang="en-US" altLang="zh-CN" b="0" baseline="-25000" dirty="0">
                  <a:solidFill>
                    <a:schemeClr val="bg1"/>
                  </a:solidFill>
                  <a:latin typeface="Times New Roman" panose="02020603050405020304" pitchFamily="18" charset="0"/>
                  <a:ea typeface="宋体" panose="02010600030101010101" pitchFamily="2" charset="-122"/>
                </a:rPr>
                <a:t>3</a:t>
              </a:r>
              <a:endParaRPr lang="en-US" altLang="zh-CN" b="0" i="1" dirty="0">
                <a:solidFill>
                  <a:schemeClr val="bg1"/>
                </a:solidFill>
                <a:latin typeface="Times New Roman" panose="02020603050405020304" pitchFamily="18" charset="0"/>
                <a:ea typeface="宋体" panose="02010600030101010101" pitchFamily="2" charset="-122"/>
              </a:endParaRPr>
            </a:p>
          </p:txBody>
        </p:sp>
        <p:sp>
          <p:nvSpPr>
            <p:cNvPr id="38975" name="Line 38"/>
            <p:cNvSpPr/>
            <p:nvPr/>
          </p:nvSpPr>
          <p:spPr>
            <a:xfrm>
              <a:off x="2290" y="1026"/>
              <a:ext cx="0" cy="288"/>
            </a:xfrm>
            <a:prstGeom prst="line">
              <a:avLst/>
            </a:prstGeom>
            <a:ln w="28575" cap="flat" cmpd="sng">
              <a:solidFill>
                <a:srgbClr val="66FFFF"/>
              </a:solidFill>
              <a:prstDash val="solid"/>
              <a:headEnd type="none" w="med" len="med"/>
              <a:tailEnd type="triangle" w="med" len="med"/>
            </a:ln>
          </p:spPr>
        </p:sp>
        <p:graphicFrame>
          <p:nvGraphicFramePr>
            <p:cNvPr id="38924" name="Object 39"/>
            <p:cNvGraphicFramePr/>
            <p:nvPr/>
          </p:nvGraphicFramePr>
          <p:xfrm>
            <a:off x="2308" y="981"/>
            <a:ext cx="231" cy="377"/>
          </p:xfrm>
          <a:graphic>
            <a:graphicData uri="http://schemas.openxmlformats.org/presentationml/2006/ole">
              <mc:AlternateContent xmlns:mc="http://schemas.openxmlformats.org/markup-compatibility/2006">
                <mc:Choice xmlns:v="urn:schemas-microsoft-com:vml" Requires="v">
                  <p:oleObj spid="_x0000_s3261" name="" r:id="rId8" imgW="165100" imgH="266065" progId="Equation.3">
                    <p:embed/>
                  </p:oleObj>
                </mc:Choice>
                <mc:Fallback>
                  <p:oleObj name="" r:id="rId8" imgW="165100" imgH="266065" progId="Equation.3">
                    <p:embed/>
                    <p:pic>
                      <p:nvPicPr>
                        <p:cNvPr id="0" name="图片 3260"/>
                        <p:cNvPicPr/>
                        <p:nvPr/>
                      </p:nvPicPr>
                      <p:blipFill>
                        <a:blip r:embed="rId9">
                          <a:clrChange>
                            <a:clrFrom>
                              <a:srgbClr val="000000"/>
                            </a:clrFrom>
                            <a:clrTo>
                              <a:srgbClr val="FFFFFF"/>
                            </a:clrTo>
                          </a:clrChange>
                        </a:blip>
                        <a:stretch>
                          <a:fillRect/>
                        </a:stretch>
                      </p:blipFill>
                      <p:spPr>
                        <a:xfrm>
                          <a:off x="2308" y="981"/>
                          <a:ext cx="231" cy="377"/>
                        </a:xfrm>
                        <a:prstGeom prst="rect">
                          <a:avLst/>
                        </a:prstGeom>
                        <a:noFill/>
                        <a:ln w="38100">
                          <a:noFill/>
                          <a:miter/>
                        </a:ln>
                      </p:spPr>
                    </p:pic>
                  </p:oleObj>
                </mc:Fallback>
              </mc:AlternateContent>
            </a:graphicData>
          </a:graphic>
        </p:graphicFrame>
        <p:sp>
          <p:nvSpPr>
            <p:cNvPr id="38976" name="Line 40"/>
            <p:cNvSpPr/>
            <p:nvPr/>
          </p:nvSpPr>
          <p:spPr>
            <a:xfrm>
              <a:off x="2294" y="1421"/>
              <a:ext cx="0" cy="288"/>
            </a:xfrm>
            <a:prstGeom prst="line">
              <a:avLst/>
            </a:prstGeom>
            <a:ln w="28575" cap="flat" cmpd="sng">
              <a:solidFill>
                <a:srgbClr val="FFCC00"/>
              </a:solidFill>
              <a:prstDash val="solid"/>
              <a:headEnd type="none" w="med" len="med"/>
              <a:tailEnd type="none" w="med" len="med"/>
            </a:ln>
          </p:spPr>
        </p:sp>
        <p:graphicFrame>
          <p:nvGraphicFramePr>
            <p:cNvPr id="38925" name="Object 41"/>
            <p:cNvGraphicFramePr/>
            <p:nvPr/>
          </p:nvGraphicFramePr>
          <p:xfrm>
            <a:off x="2531" y="1312"/>
            <a:ext cx="231" cy="330"/>
          </p:xfrm>
          <a:graphic>
            <a:graphicData uri="http://schemas.openxmlformats.org/presentationml/2006/ole">
              <mc:AlternateContent xmlns:mc="http://schemas.openxmlformats.org/markup-compatibility/2006">
                <mc:Choice xmlns:v="urn:schemas-microsoft-com:vml" Requires="v">
                  <p:oleObj spid="_x0000_s3259" name="" r:id="rId10" imgW="203200" imgH="292100" progId="Equation.3">
                    <p:embed/>
                  </p:oleObj>
                </mc:Choice>
                <mc:Fallback>
                  <p:oleObj name="" r:id="rId10" imgW="203200" imgH="292100" progId="Equation.3">
                    <p:embed/>
                    <p:pic>
                      <p:nvPicPr>
                        <p:cNvPr id="0" name="图片 3258"/>
                        <p:cNvPicPr/>
                        <p:nvPr/>
                      </p:nvPicPr>
                      <p:blipFill>
                        <a:blip r:embed="rId11">
                          <a:clrChange>
                            <a:clrFrom>
                              <a:srgbClr val="000000"/>
                            </a:clrFrom>
                            <a:clrTo>
                              <a:srgbClr val="FFFFFF"/>
                            </a:clrTo>
                          </a:clrChange>
                        </a:blip>
                        <a:stretch>
                          <a:fillRect/>
                        </a:stretch>
                      </p:blipFill>
                      <p:spPr>
                        <a:xfrm>
                          <a:off x="2531" y="1312"/>
                          <a:ext cx="231" cy="330"/>
                        </a:xfrm>
                        <a:prstGeom prst="rect">
                          <a:avLst/>
                        </a:prstGeom>
                        <a:noFill/>
                        <a:ln w="38100">
                          <a:noFill/>
                          <a:miter/>
                        </a:ln>
                      </p:spPr>
                    </p:pic>
                  </p:oleObj>
                </mc:Fallback>
              </mc:AlternateContent>
            </a:graphicData>
          </a:graphic>
        </p:graphicFrame>
        <p:sp>
          <p:nvSpPr>
            <p:cNvPr id="38977" name="Text Box 42"/>
            <p:cNvSpPr txBox="1"/>
            <p:nvPr/>
          </p:nvSpPr>
          <p:spPr>
            <a:xfrm>
              <a:off x="2018" y="1061"/>
              <a:ext cx="242" cy="327"/>
            </a:xfrm>
            <a:prstGeom prst="rect">
              <a:avLst/>
            </a:prstGeom>
            <a:noFill/>
            <a:ln w="28575">
              <a:noFill/>
            </a:ln>
          </p:spPr>
          <p:txBody>
            <a:bodyPr wrap="none">
              <a:spAutoFit/>
            </a:bodyPr>
            <a:p>
              <a:pPr>
                <a:spcBef>
                  <a:spcPct val="50000"/>
                </a:spcBef>
              </a:pPr>
              <a:r>
                <a:rPr lang="en-US" altLang="zh-CN" b="0" dirty="0">
                  <a:solidFill>
                    <a:schemeClr val="bg1"/>
                  </a:solidFill>
                  <a:latin typeface="Times New Roman" panose="02020603050405020304" pitchFamily="18" charset="0"/>
                  <a:ea typeface="宋体" panose="02010600030101010101" pitchFamily="2" charset="-122"/>
                </a:rPr>
                <a:t>+</a:t>
              </a:r>
              <a:endParaRPr lang="en-US" altLang="zh-CN" b="0" dirty="0">
                <a:solidFill>
                  <a:schemeClr val="bg1"/>
                </a:solidFill>
                <a:latin typeface="Times New Roman" panose="02020603050405020304" pitchFamily="18" charset="0"/>
                <a:ea typeface="宋体" panose="02010600030101010101" pitchFamily="2" charset="-122"/>
              </a:endParaRPr>
            </a:p>
          </p:txBody>
        </p:sp>
        <p:sp>
          <p:nvSpPr>
            <p:cNvPr id="38978" name="Text Box 43"/>
            <p:cNvSpPr txBox="1"/>
            <p:nvPr/>
          </p:nvSpPr>
          <p:spPr>
            <a:xfrm>
              <a:off x="2018" y="1650"/>
              <a:ext cx="229" cy="327"/>
            </a:xfrm>
            <a:prstGeom prst="rect">
              <a:avLst/>
            </a:prstGeom>
            <a:noFill/>
            <a:ln w="28575">
              <a:noFill/>
            </a:ln>
          </p:spPr>
          <p:txBody>
            <a:bodyPr wrap="none">
              <a:spAutoFit/>
            </a:bodyPr>
            <a:p>
              <a:pPr>
                <a:spcBef>
                  <a:spcPct val="50000"/>
                </a:spcBef>
              </a:pPr>
              <a:r>
                <a:rPr lang="en-US" altLang="zh-CN" b="0" dirty="0">
                  <a:solidFill>
                    <a:schemeClr val="bg1"/>
                  </a:solidFill>
                  <a:latin typeface="宋体" panose="02010600030101010101" pitchFamily="2" charset="-122"/>
                  <a:ea typeface="宋体" panose="02010600030101010101" pitchFamily="2" charset="-122"/>
                </a:rPr>
                <a:t>-</a:t>
              </a:r>
              <a:endParaRPr lang="en-US" altLang="zh-CN" b="0" dirty="0">
                <a:solidFill>
                  <a:schemeClr val="bg1"/>
                </a:solidFill>
                <a:latin typeface="Times New Roman" panose="02020603050405020304" pitchFamily="18" charset="0"/>
                <a:ea typeface="宋体" panose="02010600030101010101" pitchFamily="2" charset="-122"/>
              </a:endParaRPr>
            </a:p>
          </p:txBody>
        </p:sp>
        <p:sp>
          <p:nvSpPr>
            <p:cNvPr id="38979" name="Rectangle 44"/>
            <p:cNvSpPr/>
            <p:nvPr/>
          </p:nvSpPr>
          <p:spPr>
            <a:xfrm>
              <a:off x="1692" y="970"/>
              <a:ext cx="317" cy="136"/>
            </a:xfrm>
            <a:prstGeom prst="rect">
              <a:avLst/>
            </a:prstGeom>
            <a:gradFill rotWithShape="1">
              <a:gsLst>
                <a:gs pos="0">
                  <a:srgbClr val="764700"/>
                </a:gs>
                <a:gs pos="50000">
                  <a:srgbClr val="FF9900"/>
                </a:gs>
                <a:gs pos="100000">
                  <a:srgbClr val="764700"/>
                </a:gs>
              </a:gsLst>
              <a:lin ang="5400000" scaled="1"/>
              <a:tileRect/>
            </a:gradFill>
            <a:ln w="28575">
              <a:noFill/>
            </a:ln>
          </p:spPr>
          <p:txBody>
            <a:bodyPr wrap="none" anchor="ctr" anchorCtr="0"/>
            <a:p>
              <a:endParaRPr lang="zh-CN" altLang="en-US" dirty="0">
                <a:latin typeface="楷体_GB2312" pitchFamily="49" charset="-122"/>
              </a:endParaRPr>
            </a:p>
          </p:txBody>
        </p:sp>
        <p:sp>
          <p:nvSpPr>
            <p:cNvPr id="38980" name="Rectangle 45"/>
            <p:cNvSpPr/>
            <p:nvPr/>
          </p:nvSpPr>
          <p:spPr>
            <a:xfrm>
              <a:off x="920" y="970"/>
              <a:ext cx="317" cy="136"/>
            </a:xfrm>
            <a:prstGeom prst="rect">
              <a:avLst/>
            </a:prstGeom>
            <a:gradFill rotWithShape="1">
              <a:gsLst>
                <a:gs pos="0">
                  <a:srgbClr val="764700"/>
                </a:gs>
                <a:gs pos="50000">
                  <a:srgbClr val="FF9900"/>
                </a:gs>
                <a:gs pos="100000">
                  <a:srgbClr val="764700"/>
                </a:gs>
              </a:gsLst>
              <a:lin ang="5400000" scaled="1"/>
              <a:tileRect/>
            </a:gradFill>
            <a:ln w="28575">
              <a:noFill/>
            </a:ln>
          </p:spPr>
          <p:txBody>
            <a:bodyPr wrap="none" anchor="ctr" anchorCtr="0"/>
            <a:p>
              <a:endParaRPr lang="zh-CN" altLang="en-US" dirty="0">
                <a:latin typeface="楷体_GB2312" pitchFamily="49" charset="-122"/>
              </a:endParaRPr>
            </a:p>
          </p:txBody>
        </p:sp>
        <p:sp>
          <p:nvSpPr>
            <p:cNvPr id="38981" name="Rectangle 46"/>
            <p:cNvSpPr/>
            <p:nvPr/>
          </p:nvSpPr>
          <p:spPr>
            <a:xfrm>
              <a:off x="1365" y="1378"/>
              <a:ext cx="127" cy="318"/>
            </a:xfrm>
            <a:prstGeom prst="rect">
              <a:avLst/>
            </a:prstGeom>
            <a:gradFill rotWithShape="1">
              <a:gsLst>
                <a:gs pos="0">
                  <a:srgbClr val="764700"/>
                </a:gs>
                <a:gs pos="50000">
                  <a:srgbClr val="FF9900"/>
                </a:gs>
                <a:gs pos="100000">
                  <a:srgbClr val="764700"/>
                </a:gs>
              </a:gsLst>
              <a:lin ang="0" scaled="1"/>
              <a:tileRect/>
            </a:gradFill>
            <a:ln w="28575">
              <a:noFill/>
            </a:ln>
          </p:spPr>
          <p:txBody>
            <a:bodyPr wrap="none" anchor="ctr" anchorCtr="0"/>
            <a:p>
              <a:endParaRPr lang="zh-CN" altLang="en-US" dirty="0">
                <a:latin typeface="楷体_GB2312" pitchFamily="49" charset="-122"/>
              </a:endParaRPr>
            </a:p>
          </p:txBody>
        </p:sp>
        <p:grpSp>
          <p:nvGrpSpPr>
            <p:cNvPr id="38982" name="Group 72"/>
            <p:cNvGrpSpPr/>
            <p:nvPr/>
          </p:nvGrpSpPr>
          <p:grpSpPr>
            <a:xfrm>
              <a:off x="431" y="1479"/>
              <a:ext cx="363" cy="363"/>
              <a:chOff x="431" y="1333"/>
              <a:chExt cx="363" cy="363"/>
            </a:xfrm>
          </p:grpSpPr>
          <p:sp>
            <p:nvSpPr>
              <p:cNvPr id="38983" name="Oval 27"/>
              <p:cNvSpPr/>
              <p:nvPr/>
            </p:nvSpPr>
            <p:spPr>
              <a:xfrm>
                <a:off x="431" y="1333"/>
                <a:ext cx="363" cy="363"/>
              </a:xfrm>
              <a:prstGeom prst="ellipse">
                <a:avLst/>
              </a:prstGeom>
              <a:gradFill rotWithShape="1">
                <a:gsLst>
                  <a:gs pos="0">
                    <a:srgbClr val="0099FF"/>
                  </a:gs>
                  <a:gs pos="100000">
                    <a:srgbClr val="004776"/>
                  </a:gs>
                </a:gsLst>
                <a:path path="shape">
                  <a:fillToRect l="50000" t="50000" r="50000" b="50000"/>
                </a:path>
                <a:tileRect/>
              </a:gradFill>
              <a:ln w="38100" cap="flat" cmpd="sng">
                <a:solidFill>
                  <a:srgbClr val="FF9900"/>
                </a:solidFill>
                <a:prstDash val="solid"/>
                <a:headEnd type="none" w="med" len="med"/>
                <a:tailEnd type="none" w="med" len="med"/>
              </a:ln>
            </p:spPr>
            <p:txBody>
              <a:bodyPr wrap="none" anchor="ctr" anchorCtr="0"/>
              <a:p>
                <a:endParaRPr lang="zh-CN" altLang="en-US" dirty="0">
                  <a:latin typeface="楷体_GB2312" pitchFamily="49" charset="-122"/>
                </a:endParaRPr>
              </a:p>
            </p:txBody>
          </p:sp>
          <p:sp>
            <p:nvSpPr>
              <p:cNvPr id="38984" name="Line 33"/>
              <p:cNvSpPr/>
              <p:nvPr/>
            </p:nvSpPr>
            <p:spPr>
              <a:xfrm>
                <a:off x="431" y="1514"/>
                <a:ext cx="363" cy="0"/>
              </a:xfrm>
              <a:prstGeom prst="line">
                <a:avLst/>
              </a:prstGeom>
              <a:ln w="38100" cap="flat" cmpd="sng">
                <a:solidFill>
                  <a:srgbClr val="FF9900"/>
                </a:solidFill>
                <a:prstDash val="solid"/>
                <a:headEnd type="none" w="med" len="med"/>
                <a:tailEnd type="none" w="med" len="med"/>
              </a:ln>
            </p:spPr>
          </p:sp>
        </p:grpSp>
      </p:grpSp>
      <p:grpSp>
        <p:nvGrpSpPr>
          <p:cNvPr id="6" name="Group 86"/>
          <p:cNvGrpSpPr/>
          <p:nvPr/>
        </p:nvGrpSpPr>
        <p:grpSpPr>
          <a:xfrm>
            <a:off x="4932363" y="1543050"/>
            <a:ext cx="2971800" cy="1741488"/>
            <a:chOff x="3107" y="972"/>
            <a:chExt cx="1872" cy="1097"/>
          </a:xfrm>
        </p:grpSpPr>
        <p:sp>
          <p:nvSpPr>
            <p:cNvPr id="38949" name="Line 49"/>
            <p:cNvSpPr/>
            <p:nvPr/>
          </p:nvSpPr>
          <p:spPr>
            <a:xfrm>
              <a:off x="3288" y="1026"/>
              <a:ext cx="0" cy="1043"/>
            </a:xfrm>
            <a:prstGeom prst="line">
              <a:avLst/>
            </a:prstGeom>
            <a:ln w="28575" cap="flat" cmpd="sng">
              <a:solidFill>
                <a:srgbClr val="FFCC00"/>
              </a:solidFill>
              <a:prstDash val="solid"/>
              <a:headEnd type="none" w="med" len="med"/>
              <a:tailEnd type="none" w="med" len="med"/>
            </a:ln>
          </p:spPr>
        </p:sp>
        <p:sp>
          <p:nvSpPr>
            <p:cNvPr id="38950" name="Text Box 51"/>
            <p:cNvSpPr txBox="1"/>
            <p:nvPr/>
          </p:nvSpPr>
          <p:spPr>
            <a:xfrm>
              <a:off x="4422" y="1085"/>
              <a:ext cx="317" cy="327"/>
            </a:xfrm>
            <a:prstGeom prst="rect">
              <a:avLst/>
            </a:prstGeom>
            <a:noFill/>
            <a:ln w="28575">
              <a:noFill/>
            </a:ln>
          </p:spPr>
          <p:txBody>
            <a:bodyPr wrap="none">
              <a:spAutoFit/>
            </a:bodyPr>
            <a:p>
              <a:r>
                <a:rPr lang="en-US" altLang="zh-CN" b="0" i="1" dirty="0">
                  <a:solidFill>
                    <a:schemeClr val="bg1"/>
                  </a:solidFill>
                  <a:latin typeface="Times New Roman" panose="02020603050405020304" pitchFamily="18" charset="0"/>
                  <a:ea typeface="宋体" panose="02010600030101010101" pitchFamily="2" charset="-122"/>
                </a:rPr>
                <a:t>Z</a:t>
              </a:r>
              <a:r>
                <a:rPr lang="en-US" altLang="zh-CN" b="0" baseline="-25000" dirty="0">
                  <a:solidFill>
                    <a:schemeClr val="bg1"/>
                  </a:solidFill>
                  <a:latin typeface="Times New Roman" panose="02020603050405020304" pitchFamily="18" charset="0"/>
                  <a:ea typeface="宋体" panose="02010600030101010101" pitchFamily="2" charset="-122"/>
                </a:rPr>
                <a:t>2</a:t>
              </a:r>
              <a:endParaRPr lang="en-US" altLang="zh-CN" b="0" i="1" dirty="0">
                <a:solidFill>
                  <a:schemeClr val="bg1"/>
                </a:solidFill>
                <a:latin typeface="Times New Roman" panose="02020603050405020304" pitchFamily="18" charset="0"/>
                <a:ea typeface="宋体" panose="02010600030101010101" pitchFamily="2" charset="-122"/>
              </a:endParaRPr>
            </a:p>
          </p:txBody>
        </p:sp>
        <p:sp>
          <p:nvSpPr>
            <p:cNvPr id="38951" name="Line 52"/>
            <p:cNvSpPr/>
            <p:nvPr/>
          </p:nvSpPr>
          <p:spPr>
            <a:xfrm>
              <a:off x="3288" y="1026"/>
              <a:ext cx="1691" cy="0"/>
            </a:xfrm>
            <a:prstGeom prst="line">
              <a:avLst/>
            </a:prstGeom>
            <a:ln w="28575" cap="flat" cmpd="sng">
              <a:solidFill>
                <a:srgbClr val="FFCC00"/>
              </a:solidFill>
              <a:prstDash val="solid"/>
              <a:headEnd type="none" w="med" len="med"/>
              <a:tailEnd type="none" w="med" len="med"/>
            </a:ln>
          </p:spPr>
        </p:sp>
        <p:sp>
          <p:nvSpPr>
            <p:cNvPr id="38952" name="Line 53"/>
            <p:cNvSpPr/>
            <p:nvPr/>
          </p:nvSpPr>
          <p:spPr>
            <a:xfrm flipH="1">
              <a:off x="4105" y="1026"/>
              <a:ext cx="3" cy="1043"/>
            </a:xfrm>
            <a:prstGeom prst="line">
              <a:avLst/>
            </a:prstGeom>
            <a:ln w="28575" cap="flat" cmpd="sng">
              <a:solidFill>
                <a:srgbClr val="FFCC00"/>
              </a:solidFill>
              <a:prstDash val="solid"/>
              <a:headEnd type="oval" w="med" len="med"/>
              <a:tailEnd type="oval" w="med" len="med"/>
            </a:ln>
          </p:spPr>
        </p:sp>
        <p:sp>
          <p:nvSpPr>
            <p:cNvPr id="38953" name="Line 54"/>
            <p:cNvSpPr/>
            <p:nvPr/>
          </p:nvSpPr>
          <p:spPr>
            <a:xfrm>
              <a:off x="4967" y="1026"/>
              <a:ext cx="4" cy="1030"/>
            </a:xfrm>
            <a:prstGeom prst="line">
              <a:avLst/>
            </a:prstGeom>
            <a:ln w="28575" cap="flat" cmpd="sng">
              <a:solidFill>
                <a:srgbClr val="FFCC00"/>
              </a:solidFill>
              <a:prstDash val="solid"/>
              <a:headEnd type="none" w="med" len="med"/>
              <a:tailEnd type="none" w="med" len="med"/>
            </a:ln>
          </p:spPr>
        </p:sp>
        <p:sp>
          <p:nvSpPr>
            <p:cNvPr id="38954" name="Line 55"/>
            <p:cNvSpPr/>
            <p:nvPr/>
          </p:nvSpPr>
          <p:spPr>
            <a:xfrm>
              <a:off x="3288" y="2069"/>
              <a:ext cx="1691" cy="0"/>
            </a:xfrm>
            <a:prstGeom prst="line">
              <a:avLst/>
            </a:prstGeom>
            <a:ln w="28575" cap="flat" cmpd="sng">
              <a:solidFill>
                <a:srgbClr val="FFCC00"/>
              </a:solidFill>
              <a:prstDash val="solid"/>
              <a:headEnd type="none" w="med" len="med"/>
              <a:tailEnd type="none" w="med" len="med"/>
            </a:ln>
          </p:spPr>
        </p:sp>
        <p:sp>
          <p:nvSpPr>
            <p:cNvPr id="38955" name="Line 57"/>
            <p:cNvSpPr/>
            <p:nvPr/>
          </p:nvSpPr>
          <p:spPr>
            <a:xfrm flipV="1">
              <a:off x="3288" y="1117"/>
              <a:ext cx="0" cy="363"/>
            </a:xfrm>
            <a:prstGeom prst="line">
              <a:avLst/>
            </a:prstGeom>
            <a:ln w="28575" cap="flat" cmpd="sng">
              <a:solidFill>
                <a:srgbClr val="66FFFF"/>
              </a:solidFill>
              <a:prstDash val="solid"/>
              <a:headEnd type="none" w="med" len="med"/>
              <a:tailEnd type="triangle" w="med" len="med"/>
            </a:ln>
          </p:spPr>
        </p:sp>
        <p:graphicFrame>
          <p:nvGraphicFramePr>
            <p:cNvPr id="38921" name="Object 58"/>
            <p:cNvGraphicFramePr/>
            <p:nvPr/>
          </p:nvGraphicFramePr>
          <p:xfrm>
            <a:off x="3323" y="1141"/>
            <a:ext cx="237" cy="384"/>
          </p:xfrm>
          <a:graphic>
            <a:graphicData uri="http://schemas.openxmlformats.org/presentationml/2006/ole">
              <mc:AlternateContent xmlns:mc="http://schemas.openxmlformats.org/markup-compatibility/2006">
                <mc:Choice xmlns:v="urn:schemas-microsoft-com:vml" Requires="v">
                  <p:oleObj spid="_x0000_s3260" name="" r:id="rId12" imgW="165100" imgH="266065" progId="Equation.3">
                    <p:embed/>
                  </p:oleObj>
                </mc:Choice>
                <mc:Fallback>
                  <p:oleObj name="" r:id="rId12" imgW="165100" imgH="266065" progId="Equation.3">
                    <p:embed/>
                    <p:pic>
                      <p:nvPicPr>
                        <p:cNvPr id="0" name="图片 3259"/>
                        <p:cNvPicPr/>
                        <p:nvPr/>
                      </p:nvPicPr>
                      <p:blipFill>
                        <a:blip r:embed="rId13">
                          <a:clrChange>
                            <a:clrFrom>
                              <a:srgbClr val="000000"/>
                            </a:clrFrom>
                            <a:clrTo>
                              <a:srgbClr val="FFFFFF"/>
                            </a:clrTo>
                          </a:clrChange>
                        </a:blip>
                        <a:stretch>
                          <a:fillRect/>
                        </a:stretch>
                      </p:blipFill>
                      <p:spPr>
                        <a:xfrm>
                          <a:off x="3323" y="1141"/>
                          <a:ext cx="237" cy="384"/>
                        </a:xfrm>
                        <a:prstGeom prst="rect">
                          <a:avLst/>
                        </a:prstGeom>
                        <a:noFill/>
                        <a:ln w="38100">
                          <a:noFill/>
                          <a:miter/>
                        </a:ln>
                      </p:spPr>
                    </p:pic>
                  </p:oleObj>
                </mc:Fallback>
              </mc:AlternateContent>
            </a:graphicData>
          </a:graphic>
        </p:graphicFrame>
        <p:sp>
          <p:nvSpPr>
            <p:cNvPr id="38956" name="Text Box 59"/>
            <p:cNvSpPr txBox="1"/>
            <p:nvPr/>
          </p:nvSpPr>
          <p:spPr>
            <a:xfrm>
              <a:off x="3560" y="1085"/>
              <a:ext cx="317" cy="327"/>
            </a:xfrm>
            <a:prstGeom prst="rect">
              <a:avLst/>
            </a:prstGeom>
            <a:noFill/>
            <a:ln w="28575">
              <a:noFill/>
            </a:ln>
          </p:spPr>
          <p:txBody>
            <a:bodyPr wrap="none">
              <a:spAutoFit/>
            </a:bodyPr>
            <a:p>
              <a:r>
                <a:rPr lang="en-US" altLang="zh-CN" b="0" i="1" dirty="0">
                  <a:solidFill>
                    <a:schemeClr val="bg1"/>
                  </a:solidFill>
                  <a:latin typeface="Times New Roman" panose="02020603050405020304" pitchFamily="18" charset="0"/>
                  <a:ea typeface="宋体" panose="02010600030101010101" pitchFamily="2" charset="-122"/>
                </a:rPr>
                <a:t>Z</a:t>
              </a:r>
              <a:r>
                <a:rPr lang="en-US" altLang="zh-CN" b="0" baseline="-25000" dirty="0">
                  <a:solidFill>
                    <a:schemeClr val="bg1"/>
                  </a:solidFill>
                  <a:latin typeface="Times New Roman" panose="02020603050405020304" pitchFamily="18" charset="0"/>
                  <a:ea typeface="宋体" panose="02010600030101010101" pitchFamily="2" charset="-122"/>
                </a:rPr>
                <a:t>1</a:t>
              </a:r>
              <a:endParaRPr lang="en-US" altLang="zh-CN" b="0" i="1" dirty="0">
                <a:solidFill>
                  <a:schemeClr val="bg1"/>
                </a:solidFill>
                <a:latin typeface="Times New Roman" panose="02020603050405020304" pitchFamily="18" charset="0"/>
                <a:ea typeface="宋体" panose="02010600030101010101" pitchFamily="2" charset="-122"/>
              </a:endParaRPr>
            </a:p>
          </p:txBody>
        </p:sp>
        <p:sp>
          <p:nvSpPr>
            <p:cNvPr id="38957" name="Text Box 60"/>
            <p:cNvSpPr txBox="1"/>
            <p:nvPr/>
          </p:nvSpPr>
          <p:spPr>
            <a:xfrm>
              <a:off x="4165" y="1408"/>
              <a:ext cx="317" cy="327"/>
            </a:xfrm>
            <a:prstGeom prst="rect">
              <a:avLst/>
            </a:prstGeom>
            <a:noFill/>
            <a:ln w="28575">
              <a:noFill/>
            </a:ln>
          </p:spPr>
          <p:txBody>
            <a:bodyPr wrap="none">
              <a:spAutoFit/>
            </a:bodyPr>
            <a:p>
              <a:r>
                <a:rPr lang="en-US" altLang="zh-CN" b="0" i="1" dirty="0">
                  <a:solidFill>
                    <a:schemeClr val="bg1"/>
                  </a:solidFill>
                  <a:latin typeface="Times New Roman" panose="02020603050405020304" pitchFamily="18" charset="0"/>
                  <a:ea typeface="宋体" panose="02010600030101010101" pitchFamily="2" charset="-122"/>
                </a:rPr>
                <a:t>Z</a:t>
              </a:r>
              <a:r>
                <a:rPr lang="en-US" altLang="zh-CN" b="0" baseline="-25000" dirty="0">
                  <a:solidFill>
                    <a:schemeClr val="bg1"/>
                  </a:solidFill>
                  <a:latin typeface="Times New Roman" panose="02020603050405020304" pitchFamily="18" charset="0"/>
                  <a:ea typeface="宋体" panose="02010600030101010101" pitchFamily="2" charset="-122"/>
                </a:rPr>
                <a:t>3</a:t>
              </a:r>
              <a:endParaRPr lang="en-US" altLang="zh-CN" b="0" i="1" dirty="0">
                <a:solidFill>
                  <a:schemeClr val="bg1"/>
                </a:solidFill>
                <a:latin typeface="Times New Roman" panose="02020603050405020304" pitchFamily="18" charset="0"/>
                <a:ea typeface="宋体" panose="02010600030101010101" pitchFamily="2" charset="-122"/>
              </a:endParaRPr>
            </a:p>
          </p:txBody>
        </p:sp>
        <p:sp>
          <p:nvSpPr>
            <p:cNvPr id="38958" name="Line 61"/>
            <p:cNvSpPr/>
            <p:nvPr/>
          </p:nvSpPr>
          <p:spPr>
            <a:xfrm>
              <a:off x="4967" y="1298"/>
              <a:ext cx="0" cy="288"/>
            </a:xfrm>
            <a:prstGeom prst="line">
              <a:avLst/>
            </a:prstGeom>
            <a:ln w="28575" cap="flat" cmpd="sng">
              <a:solidFill>
                <a:srgbClr val="66FFFF"/>
              </a:solidFill>
              <a:prstDash val="solid"/>
              <a:headEnd type="none" w="med" len="med"/>
              <a:tailEnd type="triangle" w="med" len="med"/>
            </a:ln>
          </p:spPr>
        </p:sp>
        <p:graphicFrame>
          <p:nvGraphicFramePr>
            <p:cNvPr id="38922" name="Object 62"/>
            <p:cNvGraphicFramePr/>
            <p:nvPr/>
          </p:nvGraphicFramePr>
          <p:xfrm>
            <a:off x="4694" y="1403"/>
            <a:ext cx="232" cy="377"/>
          </p:xfrm>
          <a:graphic>
            <a:graphicData uri="http://schemas.openxmlformats.org/presentationml/2006/ole">
              <mc:AlternateContent xmlns:mc="http://schemas.openxmlformats.org/markup-compatibility/2006">
                <mc:Choice xmlns:v="urn:schemas-microsoft-com:vml" Requires="v">
                  <p:oleObj spid="_x0000_s3296" name="" r:id="rId14" imgW="165100" imgH="266065" progId="Equation.3">
                    <p:embed/>
                  </p:oleObj>
                </mc:Choice>
                <mc:Fallback>
                  <p:oleObj name="" r:id="rId14" imgW="165100" imgH="266065" progId="Equation.3">
                    <p:embed/>
                    <p:pic>
                      <p:nvPicPr>
                        <p:cNvPr id="0" name="图片 3295"/>
                        <p:cNvPicPr/>
                        <p:nvPr/>
                      </p:nvPicPr>
                      <p:blipFill>
                        <a:blip r:embed="rId15">
                          <a:clrChange>
                            <a:clrFrom>
                              <a:srgbClr val="000000"/>
                            </a:clrFrom>
                            <a:clrTo>
                              <a:srgbClr val="FFFFFF"/>
                            </a:clrTo>
                          </a:clrChange>
                        </a:blip>
                        <a:stretch>
                          <a:fillRect/>
                        </a:stretch>
                      </p:blipFill>
                      <p:spPr>
                        <a:xfrm>
                          <a:off x="4694" y="1403"/>
                          <a:ext cx="232" cy="377"/>
                        </a:xfrm>
                        <a:prstGeom prst="rect">
                          <a:avLst/>
                        </a:prstGeom>
                        <a:noFill/>
                        <a:ln w="38100">
                          <a:noFill/>
                          <a:miter/>
                        </a:ln>
                      </p:spPr>
                    </p:pic>
                  </p:oleObj>
                </mc:Fallback>
              </mc:AlternateContent>
            </a:graphicData>
          </a:graphic>
        </p:graphicFrame>
        <p:sp>
          <p:nvSpPr>
            <p:cNvPr id="38959" name="Rectangle 64"/>
            <p:cNvSpPr/>
            <p:nvPr/>
          </p:nvSpPr>
          <p:spPr>
            <a:xfrm>
              <a:off x="4422" y="981"/>
              <a:ext cx="317" cy="136"/>
            </a:xfrm>
            <a:prstGeom prst="rect">
              <a:avLst/>
            </a:prstGeom>
            <a:gradFill rotWithShape="1">
              <a:gsLst>
                <a:gs pos="0">
                  <a:srgbClr val="764700"/>
                </a:gs>
                <a:gs pos="50000">
                  <a:srgbClr val="FF9900"/>
                </a:gs>
                <a:gs pos="100000">
                  <a:srgbClr val="764700"/>
                </a:gs>
              </a:gsLst>
              <a:lin ang="5400000" scaled="1"/>
              <a:tileRect/>
            </a:gradFill>
            <a:ln w="28575">
              <a:noFill/>
            </a:ln>
          </p:spPr>
          <p:txBody>
            <a:bodyPr wrap="none" anchor="ctr" anchorCtr="0"/>
            <a:p>
              <a:endParaRPr lang="zh-CN" altLang="en-US" dirty="0">
                <a:latin typeface="楷体_GB2312" pitchFamily="49" charset="-122"/>
              </a:endParaRPr>
            </a:p>
          </p:txBody>
        </p:sp>
        <p:sp>
          <p:nvSpPr>
            <p:cNvPr id="38960" name="Rectangle 65"/>
            <p:cNvSpPr/>
            <p:nvPr/>
          </p:nvSpPr>
          <p:spPr>
            <a:xfrm>
              <a:off x="3560" y="972"/>
              <a:ext cx="317" cy="136"/>
            </a:xfrm>
            <a:prstGeom prst="rect">
              <a:avLst/>
            </a:prstGeom>
            <a:gradFill rotWithShape="1">
              <a:gsLst>
                <a:gs pos="0">
                  <a:srgbClr val="764700"/>
                </a:gs>
                <a:gs pos="50000">
                  <a:srgbClr val="FF9900"/>
                </a:gs>
                <a:gs pos="100000">
                  <a:srgbClr val="764700"/>
                </a:gs>
              </a:gsLst>
              <a:lin ang="5400000" scaled="1"/>
              <a:tileRect/>
            </a:gradFill>
            <a:ln w="28575">
              <a:noFill/>
            </a:ln>
          </p:spPr>
          <p:txBody>
            <a:bodyPr wrap="none" anchor="ctr" anchorCtr="0"/>
            <a:p>
              <a:endParaRPr lang="zh-CN" altLang="en-US" dirty="0">
                <a:latin typeface="楷体_GB2312" pitchFamily="49" charset="-122"/>
              </a:endParaRPr>
            </a:p>
          </p:txBody>
        </p:sp>
        <p:sp>
          <p:nvSpPr>
            <p:cNvPr id="38961" name="Rectangle 66"/>
            <p:cNvSpPr/>
            <p:nvPr/>
          </p:nvSpPr>
          <p:spPr>
            <a:xfrm>
              <a:off x="4041" y="1389"/>
              <a:ext cx="127" cy="318"/>
            </a:xfrm>
            <a:prstGeom prst="rect">
              <a:avLst/>
            </a:prstGeom>
            <a:gradFill rotWithShape="1">
              <a:gsLst>
                <a:gs pos="0">
                  <a:srgbClr val="764700"/>
                </a:gs>
                <a:gs pos="50000">
                  <a:srgbClr val="FF9900"/>
                </a:gs>
                <a:gs pos="100000">
                  <a:srgbClr val="764700"/>
                </a:gs>
              </a:gsLst>
              <a:lin ang="0" scaled="1"/>
              <a:tileRect/>
            </a:gradFill>
            <a:ln w="28575">
              <a:noFill/>
            </a:ln>
          </p:spPr>
          <p:txBody>
            <a:bodyPr wrap="none" anchor="ctr" anchorCtr="0"/>
            <a:p>
              <a:endParaRPr lang="zh-CN" altLang="en-US" dirty="0">
                <a:latin typeface="楷体_GB2312" pitchFamily="49" charset="-122"/>
              </a:endParaRPr>
            </a:p>
          </p:txBody>
        </p:sp>
        <p:grpSp>
          <p:nvGrpSpPr>
            <p:cNvPr id="38962" name="Group 74"/>
            <p:cNvGrpSpPr/>
            <p:nvPr/>
          </p:nvGrpSpPr>
          <p:grpSpPr>
            <a:xfrm>
              <a:off x="3107" y="1480"/>
              <a:ext cx="363" cy="363"/>
              <a:chOff x="3107" y="1344"/>
              <a:chExt cx="363" cy="363"/>
            </a:xfrm>
          </p:grpSpPr>
          <p:sp>
            <p:nvSpPr>
              <p:cNvPr id="38963" name="Oval 50"/>
              <p:cNvSpPr/>
              <p:nvPr/>
            </p:nvSpPr>
            <p:spPr>
              <a:xfrm>
                <a:off x="3107" y="1344"/>
                <a:ext cx="363" cy="363"/>
              </a:xfrm>
              <a:prstGeom prst="ellipse">
                <a:avLst/>
              </a:prstGeom>
              <a:gradFill rotWithShape="1">
                <a:gsLst>
                  <a:gs pos="0">
                    <a:srgbClr val="0099FF"/>
                  </a:gs>
                  <a:gs pos="100000">
                    <a:srgbClr val="004776"/>
                  </a:gs>
                </a:gsLst>
                <a:path path="shape">
                  <a:fillToRect l="50000" t="50000" r="50000" b="50000"/>
                </a:path>
                <a:tileRect/>
              </a:gradFill>
              <a:ln w="38100" cap="flat" cmpd="sng">
                <a:solidFill>
                  <a:srgbClr val="FF9900"/>
                </a:solidFill>
                <a:prstDash val="solid"/>
                <a:headEnd type="none" w="med" len="med"/>
                <a:tailEnd type="none" w="med" len="med"/>
              </a:ln>
            </p:spPr>
            <p:txBody>
              <a:bodyPr wrap="none" anchor="ctr" anchorCtr="0"/>
              <a:p>
                <a:endParaRPr lang="zh-CN" altLang="en-US" dirty="0">
                  <a:latin typeface="楷体_GB2312" pitchFamily="49" charset="-122"/>
                </a:endParaRPr>
              </a:p>
            </p:txBody>
          </p:sp>
          <p:sp>
            <p:nvSpPr>
              <p:cNvPr id="38964" name="Line 56"/>
              <p:cNvSpPr/>
              <p:nvPr/>
            </p:nvSpPr>
            <p:spPr>
              <a:xfrm>
                <a:off x="3107" y="1525"/>
                <a:ext cx="363" cy="0"/>
              </a:xfrm>
              <a:prstGeom prst="line">
                <a:avLst/>
              </a:prstGeom>
              <a:ln w="38100" cap="flat" cmpd="sng">
                <a:solidFill>
                  <a:srgbClr val="FF9900"/>
                </a:solidFill>
                <a:prstDash val="solid"/>
                <a:headEnd type="none" w="med" len="med"/>
                <a:tailEnd type="none" w="med" len="med"/>
              </a:ln>
            </p:spPr>
          </p:sp>
        </p:grpSp>
      </p:grpSp>
      <p:grpSp>
        <p:nvGrpSpPr>
          <p:cNvPr id="38932" name="Group 76"/>
          <p:cNvGrpSpPr/>
          <p:nvPr/>
        </p:nvGrpSpPr>
        <p:grpSpPr>
          <a:xfrm>
            <a:off x="6588125" y="6446838"/>
            <a:ext cx="792163" cy="366712"/>
            <a:chOff x="4649" y="4020"/>
            <a:chExt cx="499" cy="231"/>
          </a:xfrm>
        </p:grpSpPr>
        <p:pic>
          <p:nvPicPr>
            <p:cNvPr id="38947" name="Picture 77" descr="78900"/>
            <p:cNvPicPr>
              <a:picLocks noChangeAspect="1"/>
            </p:cNvPicPr>
            <p:nvPr/>
          </p:nvPicPr>
          <p:blipFill>
            <a:blip r:embed="rId5"/>
            <a:stretch>
              <a:fillRect/>
            </a:stretch>
          </p:blipFill>
          <p:spPr>
            <a:xfrm>
              <a:off x="4649" y="4066"/>
              <a:ext cx="499" cy="181"/>
            </a:xfrm>
            <a:prstGeom prst="rect">
              <a:avLst/>
            </a:prstGeom>
            <a:noFill/>
            <a:ln w="9525">
              <a:noFill/>
            </a:ln>
          </p:spPr>
        </p:pic>
        <p:sp>
          <p:nvSpPr>
            <p:cNvPr id="38948" name="Text Box 78">
              <a:hlinkClick r:id="" action="ppaction://hlinkshowjump?jump=firstslide"/>
            </p:cNvPr>
            <p:cNvSpPr txBox="1"/>
            <p:nvPr/>
          </p:nvSpPr>
          <p:spPr>
            <a:xfrm>
              <a:off x="4672" y="4020"/>
              <a:ext cx="476" cy="231"/>
            </a:xfrm>
            <a:prstGeom prst="rect">
              <a:avLst/>
            </a:prstGeom>
            <a:noFill/>
            <a:ln w="9525">
              <a:noFill/>
            </a:ln>
          </p:spPr>
          <p:txBody>
            <a:bodyPr wrap="none">
              <a:spAutoFit/>
            </a:bodyPr>
            <a:p>
              <a:pPr>
                <a:spcBef>
                  <a:spcPct val="50000"/>
                </a:spcBef>
              </a:pPr>
              <a:r>
                <a:rPr lang="zh-CN" altLang="en-US" sz="1800" b="0" dirty="0">
                  <a:solidFill>
                    <a:schemeClr val="bg1"/>
                  </a:solidFill>
                  <a:latin typeface="隶书" panose="02010509060101010101" pitchFamily="49" charset="-122"/>
                  <a:ea typeface="隶书" panose="02010509060101010101" pitchFamily="49" charset="-122"/>
                </a:rPr>
                <a:t>返 回</a:t>
              </a:r>
              <a:endParaRPr lang="zh-CN" altLang="en-US" sz="1800" b="0" dirty="0">
                <a:solidFill>
                  <a:schemeClr val="bg1"/>
                </a:solidFill>
                <a:latin typeface="隶书" panose="02010509060101010101" pitchFamily="49" charset="-122"/>
                <a:ea typeface="隶书" panose="02010509060101010101" pitchFamily="49" charset="-122"/>
              </a:endParaRPr>
            </a:p>
          </p:txBody>
        </p:sp>
      </p:grpSp>
      <p:grpSp>
        <p:nvGrpSpPr>
          <p:cNvPr id="9" name="Group 132"/>
          <p:cNvGrpSpPr/>
          <p:nvPr/>
        </p:nvGrpSpPr>
        <p:grpSpPr>
          <a:xfrm>
            <a:off x="1187450" y="357188"/>
            <a:ext cx="6951663" cy="1133475"/>
            <a:chOff x="748" y="225"/>
            <a:chExt cx="4379" cy="714"/>
          </a:xfrm>
        </p:grpSpPr>
        <p:sp>
          <p:nvSpPr>
            <p:cNvPr id="38942" name="Text Box 4"/>
            <p:cNvSpPr txBox="1"/>
            <p:nvPr/>
          </p:nvSpPr>
          <p:spPr>
            <a:xfrm>
              <a:off x="748" y="301"/>
              <a:ext cx="2631" cy="327"/>
            </a:xfrm>
            <a:prstGeom prst="rect">
              <a:avLst/>
            </a:prstGeom>
            <a:noFill/>
            <a:ln w="9525">
              <a:noFill/>
            </a:ln>
          </p:spPr>
          <p:txBody>
            <a:bodyPr lIns="198000" rIns="198000">
              <a:spAutoFit/>
            </a:bodyPr>
            <a:p>
              <a:pPr>
                <a:spcBef>
                  <a:spcPct val="50000"/>
                </a:spcBef>
              </a:pPr>
              <a:r>
                <a:rPr lang="zh-CN" altLang="en-US" dirty="0">
                  <a:latin typeface="Times New Roman" panose="02020603050405020304" pitchFamily="18" charset="0"/>
                </a:rPr>
                <a:t>用叠加定理计算电流     </a:t>
              </a:r>
              <a:r>
                <a:rPr lang="en-US" altLang="zh-CN" dirty="0">
                  <a:latin typeface="Times New Roman" panose="02020603050405020304" pitchFamily="18" charset="0"/>
                </a:rPr>
                <a:t>,</a:t>
              </a:r>
              <a:endParaRPr lang="en-US" altLang="zh-CN" dirty="0">
                <a:latin typeface="Times New Roman" panose="02020603050405020304" pitchFamily="18" charset="0"/>
              </a:endParaRPr>
            </a:p>
          </p:txBody>
        </p:sp>
        <p:graphicFrame>
          <p:nvGraphicFramePr>
            <p:cNvPr id="38918" name="Object 5"/>
            <p:cNvGraphicFramePr/>
            <p:nvPr/>
          </p:nvGraphicFramePr>
          <p:xfrm>
            <a:off x="2910" y="225"/>
            <a:ext cx="288" cy="388"/>
          </p:xfrm>
          <a:graphic>
            <a:graphicData uri="http://schemas.openxmlformats.org/presentationml/2006/ole">
              <mc:AlternateContent xmlns:mc="http://schemas.openxmlformats.org/markup-compatibility/2006">
                <mc:Choice xmlns:v="urn:schemas-microsoft-com:vml" Requires="v">
                  <p:oleObj spid="_x0000_s3297" name="" r:id="rId16" imgW="190500" imgH="317500" progId="Equation.3">
                    <p:embed/>
                  </p:oleObj>
                </mc:Choice>
                <mc:Fallback>
                  <p:oleObj name="" r:id="rId16" imgW="190500" imgH="317500" progId="Equation.3">
                    <p:embed/>
                    <p:pic>
                      <p:nvPicPr>
                        <p:cNvPr id="0" name="图片 3296"/>
                        <p:cNvPicPr/>
                        <p:nvPr/>
                      </p:nvPicPr>
                      <p:blipFill>
                        <a:blip r:embed="rId17">
                          <a:clrChange>
                            <a:clrFrom>
                              <a:srgbClr val="000000"/>
                            </a:clrFrom>
                            <a:clrTo>
                              <a:srgbClr val="FFFF00"/>
                            </a:clrTo>
                          </a:clrChange>
                        </a:blip>
                        <a:stretch>
                          <a:fillRect/>
                        </a:stretch>
                      </p:blipFill>
                      <p:spPr>
                        <a:xfrm>
                          <a:off x="2910" y="225"/>
                          <a:ext cx="288" cy="388"/>
                        </a:xfrm>
                        <a:prstGeom prst="rect">
                          <a:avLst/>
                        </a:prstGeom>
                        <a:noFill/>
                        <a:ln w="38100">
                          <a:noFill/>
                          <a:miter/>
                        </a:ln>
                      </p:spPr>
                    </p:pic>
                  </p:oleObj>
                </mc:Fallback>
              </mc:AlternateContent>
            </a:graphicData>
          </a:graphic>
        </p:graphicFrame>
        <p:graphicFrame>
          <p:nvGraphicFramePr>
            <p:cNvPr id="38919" name="Object 16"/>
            <p:cNvGraphicFramePr/>
            <p:nvPr/>
          </p:nvGraphicFramePr>
          <p:xfrm>
            <a:off x="3401" y="225"/>
            <a:ext cx="1726" cy="375"/>
          </p:xfrm>
          <a:graphic>
            <a:graphicData uri="http://schemas.openxmlformats.org/presentationml/2006/ole">
              <mc:AlternateContent xmlns:mc="http://schemas.openxmlformats.org/markup-compatibility/2006">
                <mc:Choice xmlns:v="urn:schemas-microsoft-com:vml" Requires="v">
                  <p:oleObj spid="_x0000_s3301" name="" r:id="rId18" imgW="1459230" imgH="317500" progId="Equation.DSMT4">
                    <p:embed/>
                  </p:oleObj>
                </mc:Choice>
                <mc:Fallback>
                  <p:oleObj name="" r:id="rId18" imgW="1459230" imgH="317500" progId="Equation.DSMT4">
                    <p:embed/>
                    <p:pic>
                      <p:nvPicPr>
                        <p:cNvPr id="0" name="图片 3300"/>
                        <p:cNvPicPr/>
                        <p:nvPr/>
                      </p:nvPicPr>
                      <p:blipFill>
                        <a:blip r:embed="rId19"/>
                        <a:stretch>
                          <a:fillRect/>
                        </a:stretch>
                      </p:blipFill>
                      <p:spPr>
                        <a:xfrm>
                          <a:off x="3401" y="225"/>
                          <a:ext cx="1726" cy="375"/>
                        </a:xfrm>
                        <a:prstGeom prst="rect">
                          <a:avLst/>
                        </a:prstGeom>
                        <a:noFill/>
                        <a:ln w="38100">
                          <a:noFill/>
                          <a:miter/>
                        </a:ln>
                      </p:spPr>
                    </p:pic>
                  </p:oleObj>
                </mc:Fallback>
              </mc:AlternateContent>
            </a:graphicData>
          </a:graphic>
        </p:graphicFrame>
        <p:graphicFrame>
          <p:nvGraphicFramePr>
            <p:cNvPr id="38920" name="Object 17"/>
            <p:cNvGraphicFramePr/>
            <p:nvPr/>
          </p:nvGraphicFramePr>
          <p:xfrm>
            <a:off x="1020" y="527"/>
            <a:ext cx="3804" cy="412"/>
          </p:xfrm>
          <a:graphic>
            <a:graphicData uri="http://schemas.openxmlformats.org/presentationml/2006/ole">
              <mc:AlternateContent xmlns:mc="http://schemas.openxmlformats.org/markup-compatibility/2006">
                <mc:Choice xmlns:v="urn:schemas-microsoft-com:vml" Requires="v">
                  <p:oleObj spid="_x0000_s3302" name="" r:id="rId20" imgW="3148965" imgH="342900" progId="Equation.DSMT4">
                    <p:embed/>
                  </p:oleObj>
                </mc:Choice>
                <mc:Fallback>
                  <p:oleObj name="" r:id="rId20" imgW="3148965" imgH="342900" progId="Equation.DSMT4">
                    <p:embed/>
                    <p:pic>
                      <p:nvPicPr>
                        <p:cNvPr id="0" name="图片 3301"/>
                        <p:cNvPicPr/>
                        <p:nvPr/>
                      </p:nvPicPr>
                      <p:blipFill>
                        <a:blip r:embed="rId21"/>
                        <a:stretch>
                          <a:fillRect/>
                        </a:stretch>
                      </p:blipFill>
                      <p:spPr>
                        <a:xfrm>
                          <a:off x="1020" y="527"/>
                          <a:ext cx="3804" cy="412"/>
                        </a:xfrm>
                        <a:prstGeom prst="rect">
                          <a:avLst/>
                        </a:prstGeom>
                        <a:noFill/>
                        <a:ln w="38100">
                          <a:noFill/>
                          <a:miter/>
                        </a:ln>
                      </p:spPr>
                    </p:pic>
                  </p:oleObj>
                </mc:Fallback>
              </mc:AlternateContent>
            </a:graphicData>
          </a:graphic>
        </p:graphicFrame>
        <p:sp>
          <p:nvSpPr>
            <p:cNvPr id="38943" name="Line 79"/>
            <p:cNvSpPr/>
            <p:nvPr/>
          </p:nvSpPr>
          <p:spPr>
            <a:xfrm>
              <a:off x="4631" y="578"/>
              <a:ext cx="318" cy="0"/>
            </a:xfrm>
            <a:prstGeom prst="line">
              <a:avLst/>
            </a:prstGeom>
            <a:ln w="9525" cap="flat" cmpd="sng">
              <a:solidFill>
                <a:srgbClr val="FFFF00"/>
              </a:solidFill>
              <a:prstDash val="solid"/>
              <a:headEnd type="none" w="med" len="med"/>
              <a:tailEnd type="none" w="med" len="med"/>
            </a:ln>
          </p:spPr>
        </p:sp>
        <p:sp>
          <p:nvSpPr>
            <p:cNvPr id="38944" name="Line 80"/>
            <p:cNvSpPr/>
            <p:nvPr/>
          </p:nvSpPr>
          <p:spPr>
            <a:xfrm>
              <a:off x="1519" y="890"/>
              <a:ext cx="181" cy="0"/>
            </a:xfrm>
            <a:prstGeom prst="line">
              <a:avLst/>
            </a:prstGeom>
            <a:ln w="9525" cap="flat" cmpd="sng">
              <a:solidFill>
                <a:srgbClr val="FFFF00"/>
              </a:solidFill>
              <a:prstDash val="solid"/>
              <a:headEnd type="none" w="med" len="med"/>
              <a:tailEnd type="none" w="med" len="med"/>
            </a:ln>
          </p:spPr>
        </p:sp>
        <p:sp>
          <p:nvSpPr>
            <p:cNvPr id="38945" name="Line 82"/>
            <p:cNvSpPr/>
            <p:nvPr/>
          </p:nvSpPr>
          <p:spPr>
            <a:xfrm>
              <a:off x="4150" y="890"/>
              <a:ext cx="453" cy="0"/>
            </a:xfrm>
            <a:prstGeom prst="line">
              <a:avLst/>
            </a:prstGeom>
            <a:ln w="9525" cap="flat" cmpd="sng">
              <a:solidFill>
                <a:srgbClr val="FFFF00"/>
              </a:solidFill>
              <a:prstDash val="solid"/>
              <a:headEnd type="none" w="med" len="med"/>
              <a:tailEnd type="none" w="med" len="med"/>
            </a:ln>
          </p:spPr>
        </p:sp>
        <p:sp>
          <p:nvSpPr>
            <p:cNvPr id="38946" name="Line 83"/>
            <p:cNvSpPr/>
            <p:nvPr/>
          </p:nvSpPr>
          <p:spPr>
            <a:xfrm>
              <a:off x="2971" y="890"/>
              <a:ext cx="318" cy="0"/>
            </a:xfrm>
            <a:prstGeom prst="line">
              <a:avLst/>
            </a:prstGeom>
            <a:ln w="9525" cap="flat" cmpd="sng">
              <a:solidFill>
                <a:srgbClr val="FFFF00"/>
              </a:solidFill>
              <a:prstDash val="solid"/>
              <a:headEnd type="none" w="med" len="med"/>
              <a:tailEnd type="none" w="med" len="med"/>
            </a:ln>
          </p:spPr>
        </p:sp>
      </p:grpSp>
      <p:grpSp>
        <p:nvGrpSpPr>
          <p:cNvPr id="10" name="Group 92"/>
          <p:cNvGrpSpPr/>
          <p:nvPr/>
        </p:nvGrpSpPr>
        <p:grpSpPr>
          <a:xfrm>
            <a:off x="1246188" y="5373688"/>
            <a:ext cx="4130675" cy="960437"/>
            <a:chOff x="785" y="3385"/>
            <a:chExt cx="2602" cy="605"/>
          </a:xfrm>
        </p:grpSpPr>
        <p:graphicFrame>
          <p:nvGraphicFramePr>
            <p:cNvPr id="38917" name="Object 10"/>
            <p:cNvGraphicFramePr/>
            <p:nvPr/>
          </p:nvGraphicFramePr>
          <p:xfrm>
            <a:off x="785" y="3385"/>
            <a:ext cx="2602" cy="605"/>
          </p:xfrm>
          <a:graphic>
            <a:graphicData uri="http://schemas.openxmlformats.org/presentationml/2006/ole">
              <mc:AlternateContent xmlns:mc="http://schemas.openxmlformats.org/markup-compatibility/2006">
                <mc:Choice xmlns:v="urn:schemas-microsoft-com:vml" Requires="v">
                  <p:oleObj spid="_x0000_s3298" name="" r:id="rId22" imgW="2069465" imgH="482600" progId="Equation.3">
                    <p:embed/>
                  </p:oleObj>
                </mc:Choice>
                <mc:Fallback>
                  <p:oleObj name="" r:id="rId22" imgW="2069465" imgH="482600" progId="Equation.3">
                    <p:embed/>
                    <p:pic>
                      <p:nvPicPr>
                        <p:cNvPr id="0" name="图片 3297"/>
                        <p:cNvPicPr/>
                        <p:nvPr/>
                      </p:nvPicPr>
                      <p:blipFill>
                        <a:blip r:embed="rId23">
                          <a:clrChange>
                            <a:clrFrom>
                              <a:srgbClr val="000000"/>
                            </a:clrFrom>
                            <a:clrTo>
                              <a:srgbClr val="FFFFFF"/>
                            </a:clrTo>
                          </a:clrChange>
                        </a:blip>
                        <a:stretch>
                          <a:fillRect/>
                        </a:stretch>
                      </p:blipFill>
                      <p:spPr>
                        <a:xfrm>
                          <a:off x="785" y="3385"/>
                          <a:ext cx="2602" cy="605"/>
                        </a:xfrm>
                        <a:prstGeom prst="rect">
                          <a:avLst/>
                        </a:prstGeom>
                        <a:noFill/>
                        <a:ln w="38100">
                          <a:noFill/>
                          <a:miter/>
                        </a:ln>
                      </p:spPr>
                    </p:pic>
                  </p:oleObj>
                </mc:Fallback>
              </mc:AlternateContent>
            </a:graphicData>
          </a:graphic>
        </p:graphicFrame>
        <p:sp>
          <p:nvSpPr>
            <p:cNvPr id="38940" name="Line 87"/>
            <p:cNvSpPr/>
            <p:nvPr/>
          </p:nvSpPr>
          <p:spPr>
            <a:xfrm>
              <a:off x="2789" y="3793"/>
              <a:ext cx="318" cy="0"/>
            </a:xfrm>
            <a:prstGeom prst="line">
              <a:avLst/>
            </a:prstGeom>
            <a:ln w="9525" cap="flat" cmpd="sng">
              <a:solidFill>
                <a:schemeClr val="bg1"/>
              </a:solidFill>
              <a:prstDash val="solid"/>
              <a:headEnd type="none" w="med" len="med"/>
              <a:tailEnd type="none" w="med" len="med"/>
            </a:ln>
          </p:spPr>
        </p:sp>
        <p:sp>
          <p:nvSpPr>
            <p:cNvPr id="38941" name="Line 88"/>
            <p:cNvSpPr/>
            <p:nvPr/>
          </p:nvSpPr>
          <p:spPr>
            <a:xfrm>
              <a:off x="1619" y="3657"/>
              <a:ext cx="317" cy="0"/>
            </a:xfrm>
            <a:prstGeom prst="line">
              <a:avLst/>
            </a:prstGeom>
            <a:ln w="9525" cap="flat" cmpd="sng">
              <a:solidFill>
                <a:schemeClr val="bg1"/>
              </a:solidFill>
              <a:prstDash val="solid"/>
              <a:headEnd type="none" w="med" len="med"/>
              <a:tailEnd type="none" w="med" len="med"/>
            </a:ln>
          </p:spPr>
        </p:sp>
      </p:grpSp>
      <p:grpSp>
        <p:nvGrpSpPr>
          <p:cNvPr id="11" name="Group 94"/>
          <p:cNvGrpSpPr/>
          <p:nvPr/>
        </p:nvGrpSpPr>
        <p:grpSpPr>
          <a:xfrm>
            <a:off x="3132138" y="4221163"/>
            <a:ext cx="4703762" cy="965200"/>
            <a:chOff x="1973" y="2659"/>
            <a:chExt cx="2963" cy="608"/>
          </a:xfrm>
        </p:grpSpPr>
        <p:graphicFrame>
          <p:nvGraphicFramePr>
            <p:cNvPr id="38916" name="Object 9"/>
            <p:cNvGraphicFramePr/>
            <p:nvPr/>
          </p:nvGraphicFramePr>
          <p:xfrm>
            <a:off x="1973" y="2659"/>
            <a:ext cx="2963" cy="608"/>
          </p:xfrm>
          <a:graphic>
            <a:graphicData uri="http://schemas.openxmlformats.org/presentationml/2006/ole">
              <mc:AlternateContent xmlns:mc="http://schemas.openxmlformats.org/markup-compatibility/2006">
                <mc:Choice xmlns:v="urn:schemas-microsoft-com:vml" Requires="v">
                  <p:oleObj spid="_x0000_s3295" name="" r:id="rId24" imgW="2260600" imgH="508000" progId="Equation.3">
                    <p:embed/>
                  </p:oleObj>
                </mc:Choice>
                <mc:Fallback>
                  <p:oleObj name="" r:id="rId24" imgW="2260600" imgH="508000" progId="Equation.3">
                    <p:embed/>
                    <p:pic>
                      <p:nvPicPr>
                        <p:cNvPr id="0" name="图片 3294"/>
                        <p:cNvPicPr/>
                        <p:nvPr/>
                      </p:nvPicPr>
                      <p:blipFill>
                        <a:blip r:embed="rId25">
                          <a:clrChange>
                            <a:clrFrom>
                              <a:srgbClr val="000000"/>
                            </a:clrFrom>
                            <a:clrTo>
                              <a:srgbClr val="FFFFFF"/>
                            </a:clrTo>
                          </a:clrChange>
                        </a:blip>
                        <a:stretch>
                          <a:fillRect/>
                        </a:stretch>
                      </p:blipFill>
                      <p:spPr>
                        <a:xfrm>
                          <a:off x="1973" y="2659"/>
                          <a:ext cx="2963" cy="608"/>
                        </a:xfrm>
                        <a:prstGeom prst="rect">
                          <a:avLst/>
                        </a:prstGeom>
                        <a:noFill/>
                        <a:ln w="38100">
                          <a:noFill/>
                          <a:miter/>
                        </a:ln>
                      </p:spPr>
                    </p:pic>
                  </p:oleObj>
                </mc:Fallback>
              </mc:AlternateContent>
            </a:graphicData>
          </a:graphic>
        </p:graphicFrame>
        <p:sp>
          <p:nvSpPr>
            <p:cNvPr id="38936" name="Line 89"/>
            <p:cNvSpPr/>
            <p:nvPr/>
          </p:nvSpPr>
          <p:spPr>
            <a:xfrm>
              <a:off x="4314" y="3230"/>
              <a:ext cx="317" cy="0"/>
            </a:xfrm>
            <a:prstGeom prst="line">
              <a:avLst/>
            </a:prstGeom>
            <a:ln w="9525" cap="flat" cmpd="sng">
              <a:solidFill>
                <a:schemeClr val="bg1"/>
              </a:solidFill>
              <a:prstDash val="solid"/>
              <a:headEnd type="none" w="med" len="med"/>
              <a:tailEnd type="none" w="med" len="med"/>
            </a:ln>
          </p:spPr>
        </p:sp>
        <p:sp>
          <p:nvSpPr>
            <p:cNvPr id="38937" name="Line 90"/>
            <p:cNvSpPr/>
            <p:nvPr/>
          </p:nvSpPr>
          <p:spPr>
            <a:xfrm>
              <a:off x="3805" y="2922"/>
              <a:ext cx="363" cy="0"/>
            </a:xfrm>
            <a:prstGeom prst="line">
              <a:avLst/>
            </a:prstGeom>
            <a:ln w="9525" cap="flat" cmpd="sng">
              <a:solidFill>
                <a:schemeClr val="bg1"/>
              </a:solidFill>
              <a:prstDash val="solid"/>
              <a:headEnd type="none" w="med" len="med"/>
              <a:tailEnd type="none" w="med" len="med"/>
            </a:ln>
          </p:spPr>
        </p:sp>
        <p:sp>
          <p:nvSpPr>
            <p:cNvPr id="38938" name="Line 91"/>
            <p:cNvSpPr/>
            <p:nvPr/>
          </p:nvSpPr>
          <p:spPr>
            <a:xfrm>
              <a:off x="3297" y="3231"/>
              <a:ext cx="499" cy="0"/>
            </a:xfrm>
            <a:prstGeom prst="line">
              <a:avLst/>
            </a:prstGeom>
            <a:ln w="9525" cap="flat" cmpd="sng">
              <a:solidFill>
                <a:schemeClr val="bg1"/>
              </a:solidFill>
              <a:prstDash val="solid"/>
              <a:headEnd type="none" w="med" len="med"/>
              <a:tailEnd type="none" w="med" len="med"/>
            </a:ln>
          </p:spPr>
        </p:sp>
        <p:sp>
          <p:nvSpPr>
            <p:cNvPr id="38939" name="Line 93"/>
            <p:cNvSpPr/>
            <p:nvPr/>
          </p:nvSpPr>
          <p:spPr>
            <a:xfrm>
              <a:off x="2589" y="3067"/>
              <a:ext cx="209" cy="0"/>
            </a:xfrm>
            <a:prstGeom prst="line">
              <a:avLst/>
            </a:prstGeom>
            <a:ln w="9525" cap="flat" cmpd="sng">
              <a:solidFill>
                <a:schemeClr val="bg1"/>
              </a:solidFill>
              <a:prstDash val="solid"/>
              <a:headEnd type="none" w="med" len="med"/>
              <a:tailEnd type="none" w="med" len="med"/>
            </a:ln>
          </p:spPr>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5" presetClass="entr" presetSubtype="0" fill="hold" grpId="0" nodeType="withEffect">
                                  <p:stCondLst>
                                    <p:cond delay="0"/>
                                  </p:stCondLst>
                                  <p:childTnLst>
                                    <p:set>
                                      <p:cBhvr>
                                        <p:cTn id="6" dur="1" fill="hold">
                                          <p:stCondLst>
                                            <p:cond delay="0"/>
                                          </p:stCondLst>
                                        </p:cTn>
                                        <p:tgtEl>
                                          <p:spTgt spid="109570"/>
                                        </p:tgtEl>
                                        <p:attrNameLst>
                                          <p:attrName>style.visibility</p:attrName>
                                        </p:attrNameLst>
                                      </p:cBhvr>
                                      <p:to>
                                        <p:strVal val="visible"/>
                                      </p:to>
                                    </p:set>
                                    <p:anim calcmode="lin" valueType="num">
                                      <p:cBhvr>
                                        <p:cTn id="7" dur="1000" fill="hold"/>
                                        <p:tgtEl>
                                          <p:spTgt spid="109570"/>
                                        </p:tgtEl>
                                        <p:attrNameLst>
                                          <p:attrName>ppt_w</p:attrName>
                                        </p:attrNameLst>
                                      </p:cBhvr>
                                      <p:tavLst>
                                        <p:tav tm="0">
                                          <p:val>
                                            <p:fltVal val="0.000000"/>
                                          </p:val>
                                        </p:tav>
                                        <p:tav tm="100000">
                                          <p:val>
                                            <p:strVal val="#ppt_w"/>
                                          </p:val>
                                        </p:tav>
                                      </p:tavLst>
                                    </p:anim>
                                    <p:anim calcmode="lin" valueType="num">
                                      <p:cBhvr>
                                        <p:cTn id="8" dur="1000" fill="hold"/>
                                        <p:tgtEl>
                                          <p:spTgt spid="109570"/>
                                        </p:tgtEl>
                                        <p:attrNameLst>
                                          <p:attrName>ppt_h</p:attrName>
                                        </p:attrNameLst>
                                      </p:cBhvr>
                                      <p:tavLst>
                                        <p:tav tm="0">
                                          <p:val>
                                            <p:fltVal val="0.000000"/>
                                          </p:val>
                                        </p:tav>
                                        <p:tav tm="100000">
                                          <p:val>
                                            <p:strVal val="#ppt_h"/>
                                          </p:val>
                                        </p:tav>
                                      </p:tavLst>
                                    </p:anim>
                                    <p:anim calcmode="lin" valueType="num">
                                      <p:cBhvr>
                                        <p:cTn id="9" dur="1000" fill="hold"/>
                                        <p:tgtEl>
                                          <p:spTgt spid="109570"/>
                                        </p:tgtEl>
                                        <p:attrNameLst>
                                          <p:attrName>ppt_x</p:attrName>
                                        </p:attrNameLst>
                                      </p:cBhvr>
                                      <p:tavLst>
                                        <p:tav tm="0" fmla="#ppt_x+(cos(-2*pi*(1-$))*-#ppt_x-sin(-2*pi*(1-$))*(1-#ppt_y))*(1-$)">
                                          <p:val>
                                            <p:fltVal val="0.000000"/>
                                          </p:val>
                                        </p:tav>
                                        <p:tav tm="100000">
                                          <p:val>
                                            <p:fltVal val="1.000000"/>
                                          </p:val>
                                        </p:tav>
                                      </p:tavLst>
                                    </p:anim>
                                    <p:anim calcmode="lin" valueType="num">
                                      <p:cBhvr>
                                        <p:cTn id="10" dur="1000" fill="hold"/>
                                        <p:tgtEl>
                                          <p:spTgt spid="109570"/>
                                        </p:tgtEl>
                                        <p:attrNameLst>
                                          <p:attrName>ppt_y</p:attrName>
                                        </p:attrNameLst>
                                      </p:cBhvr>
                                      <p:tavLst>
                                        <p:tav tm="0" fmla="#ppt_y+(sin(-2*pi*(1-$))*-#ppt_x+cos(-2*pi*(1-$))*(1-#ppt_y))*(1-$)">
                                          <p:val>
                                            <p:fltVal val="0.000000"/>
                                          </p:val>
                                        </p:tav>
                                        <p:tav tm="100000">
                                          <p:val>
                                            <p:fltVal val="1.000000"/>
                                          </p:val>
                                        </p:tav>
                                      </p:tavLst>
                                    </p:anim>
                                  </p:childTnLst>
                                </p:cTn>
                              </p:par>
                            </p:childTnLst>
                          </p:cTn>
                        </p:par>
                        <p:par>
                          <p:cTn id="11" fill="hold">
                            <p:stCondLst>
                              <p:cond delay="1000"/>
                            </p:stCondLst>
                            <p:childTnLst>
                              <p:par>
                                <p:cTn id="12" presetID="3" presetClass="entr" presetSubtype="10" fill="hold" nodeType="afterEffect">
                                  <p:stCondLst>
                                    <p:cond delay="0"/>
                                  </p:stCondLst>
                                  <p:childTnLst>
                                    <p:set>
                                      <p:cBhvr>
                                        <p:cTn id="13" dur="1" fill="hold">
                                          <p:stCondLst>
                                            <p:cond delay="0"/>
                                          </p:stCondLst>
                                        </p:cTn>
                                        <p:tgtEl>
                                          <p:spTgt spid="4"/>
                                        </p:tgtEl>
                                        <p:attrNameLst>
                                          <p:attrName>style.visibility</p:attrName>
                                        </p:attrNameLst>
                                      </p:cBhvr>
                                      <p:to>
                                        <p:strVal val="visible"/>
                                      </p:to>
                                    </p:set>
                                    <p:animEffect transition="in" filter="blinds(horizontal)">
                                      <p:cBhvr>
                                        <p:cTn id="14" dur="500"/>
                                        <p:tgtEl>
                                          <p:spTgt spid="4"/>
                                        </p:tgtEl>
                                      </p:cBhvr>
                                    </p:animEffect>
                                  </p:childTnLst>
                                </p:cTn>
                              </p:par>
                            </p:childTnLst>
                          </p:cTn>
                        </p:par>
                        <p:par>
                          <p:cTn id="15" fill="hold">
                            <p:stCondLst>
                              <p:cond delay="1500"/>
                            </p:stCondLst>
                            <p:childTnLst>
                              <p:par>
                                <p:cTn id="16" presetID="3" presetClass="entr" presetSubtype="10" fill="hold" nodeType="afterEffect">
                                  <p:stCondLst>
                                    <p:cond delay="0"/>
                                  </p:stCondLst>
                                  <p:childTnLst>
                                    <p:set>
                                      <p:cBhvr>
                                        <p:cTn id="17" dur="1" fill="hold">
                                          <p:stCondLst>
                                            <p:cond delay="0"/>
                                          </p:stCondLst>
                                        </p:cTn>
                                        <p:tgtEl>
                                          <p:spTgt spid="9"/>
                                        </p:tgtEl>
                                        <p:attrNameLst>
                                          <p:attrName>style.visibility</p:attrName>
                                        </p:attrNameLst>
                                      </p:cBhvr>
                                      <p:to>
                                        <p:strVal val="visible"/>
                                      </p:to>
                                    </p:set>
                                    <p:animEffect transition="in" filter="blinds(horizontal)">
                                      <p:cBhvr>
                                        <p:cTn id="18" dur="500"/>
                                        <p:tgtEl>
                                          <p:spTgt spid="9"/>
                                        </p:tgtEl>
                                      </p:cBhvr>
                                    </p:animEffect>
                                  </p:childTnLst>
                                </p:cTn>
                              </p:par>
                            </p:childTnLst>
                          </p:cTn>
                        </p:par>
                      </p:childTnLst>
                    </p:cTn>
                  </p:par>
                  <p:par>
                    <p:cTn id="19" fill="hold">
                      <p:stCondLst>
                        <p:cond delay="indefinite"/>
                      </p:stCondLst>
                      <p:childTnLst>
                        <p:par>
                          <p:cTn id="20" fill="hold">
                            <p:stCondLst>
                              <p:cond delay="0"/>
                            </p:stCondLst>
                            <p:childTnLst>
                              <p:par>
                                <p:cTn id="21" presetID="15" presetClass="entr" presetSubtype="0" fill="hold" grpId="0" nodeType="clickEffect">
                                  <p:stCondLst>
                                    <p:cond delay="0"/>
                                  </p:stCondLst>
                                  <p:childTnLst>
                                    <p:set>
                                      <p:cBhvr>
                                        <p:cTn id="22" dur="1" fill="hold">
                                          <p:stCondLst>
                                            <p:cond delay="0"/>
                                          </p:stCondLst>
                                        </p:cTn>
                                        <p:tgtEl>
                                          <p:spTgt spid="109574"/>
                                        </p:tgtEl>
                                        <p:attrNameLst>
                                          <p:attrName>style.visibility</p:attrName>
                                        </p:attrNameLst>
                                      </p:cBhvr>
                                      <p:to>
                                        <p:strVal val="visible"/>
                                      </p:to>
                                    </p:set>
                                    <p:anim calcmode="lin" valueType="num">
                                      <p:cBhvr>
                                        <p:cTn id="23" dur="1000" fill="hold"/>
                                        <p:tgtEl>
                                          <p:spTgt spid="109574"/>
                                        </p:tgtEl>
                                        <p:attrNameLst>
                                          <p:attrName>ppt_w</p:attrName>
                                        </p:attrNameLst>
                                      </p:cBhvr>
                                      <p:tavLst>
                                        <p:tav tm="0">
                                          <p:val>
                                            <p:fltVal val="0.000000"/>
                                          </p:val>
                                        </p:tav>
                                        <p:tav tm="100000">
                                          <p:val>
                                            <p:strVal val="#ppt_w"/>
                                          </p:val>
                                        </p:tav>
                                      </p:tavLst>
                                    </p:anim>
                                    <p:anim calcmode="lin" valueType="num">
                                      <p:cBhvr>
                                        <p:cTn id="24" dur="1000" fill="hold"/>
                                        <p:tgtEl>
                                          <p:spTgt spid="109574"/>
                                        </p:tgtEl>
                                        <p:attrNameLst>
                                          <p:attrName>ppt_h</p:attrName>
                                        </p:attrNameLst>
                                      </p:cBhvr>
                                      <p:tavLst>
                                        <p:tav tm="0">
                                          <p:val>
                                            <p:fltVal val="0.000000"/>
                                          </p:val>
                                        </p:tav>
                                        <p:tav tm="100000">
                                          <p:val>
                                            <p:strVal val="#ppt_h"/>
                                          </p:val>
                                        </p:tav>
                                      </p:tavLst>
                                    </p:anim>
                                    <p:anim calcmode="lin" valueType="num">
                                      <p:cBhvr>
                                        <p:cTn id="25" dur="1000" fill="hold"/>
                                        <p:tgtEl>
                                          <p:spTgt spid="109574"/>
                                        </p:tgtEl>
                                        <p:attrNameLst>
                                          <p:attrName>ppt_x</p:attrName>
                                        </p:attrNameLst>
                                      </p:cBhvr>
                                      <p:tavLst>
                                        <p:tav tm="0" fmla="#ppt_x+(cos(-2*pi*(1-$))*-#ppt_x-sin(-2*pi*(1-$))*(1-#ppt_y))*(1-$)">
                                          <p:val>
                                            <p:fltVal val="0.000000"/>
                                          </p:val>
                                        </p:tav>
                                        <p:tav tm="100000">
                                          <p:val>
                                            <p:fltVal val="1.000000"/>
                                          </p:val>
                                        </p:tav>
                                      </p:tavLst>
                                    </p:anim>
                                    <p:anim calcmode="lin" valueType="num">
                                      <p:cBhvr>
                                        <p:cTn id="26" dur="1000" fill="hold"/>
                                        <p:tgtEl>
                                          <p:spTgt spid="109574"/>
                                        </p:tgtEl>
                                        <p:attrNameLst>
                                          <p:attrName>ppt_y</p:attrName>
                                        </p:attrNameLst>
                                      </p:cBhvr>
                                      <p:tavLst>
                                        <p:tav tm="0" fmla="#ppt_y+(sin(-2*pi*(1-$))*-#ppt_x+cos(-2*pi*(1-$))*(1-#ppt_y))*(1-$)">
                                          <p:val>
                                            <p:fltVal val="0.000000"/>
                                          </p:val>
                                        </p:tav>
                                        <p:tav tm="100000">
                                          <p:val>
                                            <p:fltVal val="1.000000"/>
                                          </p:val>
                                        </p:tav>
                                      </p:tavLst>
                                    </p:anim>
                                  </p:childTnLst>
                                </p:cTn>
                              </p:par>
                            </p:childTnLst>
                          </p:cTn>
                        </p:par>
                        <p:par>
                          <p:cTn id="27" fill="hold">
                            <p:stCondLst>
                              <p:cond delay="1000"/>
                            </p:stCondLst>
                            <p:childTnLst>
                              <p:par>
                                <p:cTn id="28" presetID="12" presetClass="entr" presetSubtype="2" fill="hold" nodeType="afterEffect">
                                  <p:stCondLst>
                                    <p:cond delay="0"/>
                                  </p:stCondLst>
                                  <p:childTnLst>
                                    <p:set>
                                      <p:cBhvr>
                                        <p:cTn id="29" dur="1" fill="hold">
                                          <p:stCondLst>
                                            <p:cond delay="0"/>
                                          </p:stCondLst>
                                        </p:cTn>
                                        <p:tgtEl>
                                          <p:spTgt spid="109575"/>
                                        </p:tgtEl>
                                        <p:attrNameLst>
                                          <p:attrName>style.visibility</p:attrName>
                                        </p:attrNameLst>
                                      </p:cBhvr>
                                      <p:to>
                                        <p:strVal val="visible"/>
                                      </p:to>
                                    </p:set>
                                    <p:animEffect transition="in" filter="slide(fromRight)">
                                      <p:cBhvr>
                                        <p:cTn id="30" dur="500"/>
                                        <p:tgtEl>
                                          <p:spTgt spid="109575"/>
                                        </p:tgtEl>
                                      </p:cBhvr>
                                    </p:animEffect>
                                  </p:childTnLst>
                                </p:cTn>
                              </p:par>
                            </p:childTnLst>
                          </p:cTn>
                        </p:par>
                      </p:childTnLst>
                    </p:cTn>
                  </p:par>
                  <p:par>
                    <p:cTn id="31" fill="hold">
                      <p:stCondLst>
                        <p:cond delay="indefinite"/>
                      </p:stCondLst>
                      <p:childTnLst>
                        <p:par>
                          <p:cTn id="32" fill="hold">
                            <p:stCondLst>
                              <p:cond delay="0"/>
                            </p:stCondLst>
                            <p:childTnLst>
                              <p:par>
                                <p:cTn id="33" presetID="3" presetClass="entr" presetSubtype="10" fill="hold" nodeType="clickEffect">
                                  <p:stCondLst>
                                    <p:cond delay="0"/>
                                  </p:stCondLst>
                                  <p:childTnLst>
                                    <p:set>
                                      <p:cBhvr>
                                        <p:cTn id="34" dur="1" fill="hold">
                                          <p:stCondLst>
                                            <p:cond delay="0"/>
                                          </p:stCondLst>
                                        </p:cTn>
                                        <p:tgtEl>
                                          <p:spTgt spid="6"/>
                                        </p:tgtEl>
                                        <p:attrNameLst>
                                          <p:attrName>style.visibility</p:attrName>
                                        </p:attrNameLst>
                                      </p:cBhvr>
                                      <p:to>
                                        <p:strVal val="visible"/>
                                      </p:to>
                                    </p:set>
                                    <p:animEffect transition="in" filter="blinds(horizontal)">
                                      <p:cBhvr>
                                        <p:cTn id="35" dur="500"/>
                                        <p:tgtEl>
                                          <p:spTgt spid="6"/>
                                        </p:tgtEl>
                                      </p:cBhvr>
                                    </p:animEffect>
                                  </p:childTnLst>
                                </p:cTn>
                              </p:par>
                            </p:childTnLst>
                          </p:cTn>
                        </p:par>
                      </p:childTnLst>
                    </p:cTn>
                  </p:par>
                  <p:par>
                    <p:cTn id="36" fill="hold">
                      <p:stCondLst>
                        <p:cond delay="indefinite"/>
                      </p:stCondLst>
                      <p:childTnLst>
                        <p:par>
                          <p:cTn id="37" fill="hold">
                            <p:stCondLst>
                              <p:cond delay="0"/>
                            </p:stCondLst>
                            <p:childTnLst>
                              <p:par>
                                <p:cTn id="38" presetID="22" presetClass="entr" presetSubtype="8" fill="hold" nodeType="clickEffect">
                                  <p:stCondLst>
                                    <p:cond delay="0"/>
                                  </p:stCondLst>
                                  <p:childTnLst>
                                    <p:set>
                                      <p:cBhvr>
                                        <p:cTn id="39" dur="1" fill="hold">
                                          <p:stCondLst>
                                            <p:cond delay="0"/>
                                          </p:stCondLst>
                                        </p:cTn>
                                        <p:tgtEl>
                                          <p:spTgt spid="109576"/>
                                        </p:tgtEl>
                                        <p:attrNameLst>
                                          <p:attrName>style.visibility</p:attrName>
                                        </p:attrNameLst>
                                      </p:cBhvr>
                                      <p:to>
                                        <p:strVal val="visible"/>
                                      </p:to>
                                    </p:set>
                                    <p:animEffect transition="in" filter="wipe(left)">
                                      <p:cBhvr>
                                        <p:cTn id="40" dur="1000"/>
                                        <p:tgtEl>
                                          <p:spTgt spid="109576"/>
                                        </p:tgtEl>
                                      </p:cBhvr>
                                    </p:animEffect>
                                  </p:childTnLst>
                                </p:cTn>
                              </p:par>
                            </p:childTnLst>
                          </p:cTn>
                        </p:par>
                      </p:childTnLst>
                    </p:cTn>
                  </p:par>
                  <p:par>
                    <p:cTn id="41" fill="hold">
                      <p:stCondLst>
                        <p:cond delay="indefinite"/>
                      </p:stCondLst>
                      <p:childTnLst>
                        <p:par>
                          <p:cTn id="42" fill="hold">
                            <p:stCondLst>
                              <p:cond delay="0"/>
                            </p:stCondLst>
                            <p:childTnLst>
                              <p:par>
                                <p:cTn id="43" presetID="22" presetClass="entr" presetSubtype="8" fill="hold" nodeType="clickEffect">
                                  <p:stCondLst>
                                    <p:cond delay="0"/>
                                  </p:stCondLst>
                                  <p:childTnLst>
                                    <p:set>
                                      <p:cBhvr>
                                        <p:cTn id="44" dur="1" fill="hold">
                                          <p:stCondLst>
                                            <p:cond delay="0"/>
                                          </p:stCondLst>
                                        </p:cTn>
                                        <p:tgtEl>
                                          <p:spTgt spid="11"/>
                                        </p:tgtEl>
                                        <p:attrNameLst>
                                          <p:attrName>style.visibility</p:attrName>
                                        </p:attrNameLst>
                                      </p:cBhvr>
                                      <p:to>
                                        <p:strVal val="visible"/>
                                      </p:to>
                                    </p:set>
                                    <p:animEffect transition="in" filter="wipe(left)">
                                      <p:cBhvr>
                                        <p:cTn id="45" dur="1000"/>
                                        <p:tgtEl>
                                          <p:spTgt spid="11"/>
                                        </p:tgtEl>
                                      </p:cBhvr>
                                    </p:animEffect>
                                  </p:childTnLst>
                                </p:cTn>
                              </p:par>
                            </p:childTnLst>
                          </p:cTn>
                        </p:par>
                      </p:childTnLst>
                    </p:cTn>
                  </p:par>
                  <p:par>
                    <p:cTn id="46" fill="hold">
                      <p:stCondLst>
                        <p:cond delay="indefinite"/>
                      </p:stCondLst>
                      <p:childTnLst>
                        <p:par>
                          <p:cTn id="47" fill="hold">
                            <p:stCondLst>
                              <p:cond delay="0"/>
                            </p:stCondLst>
                            <p:childTnLst>
                              <p:par>
                                <p:cTn id="48" presetID="55" presetClass="entr" presetSubtype="0" fill="hold" nodeType="clickEffect">
                                  <p:stCondLst>
                                    <p:cond delay="0"/>
                                  </p:stCondLst>
                                  <p:childTnLst>
                                    <p:set>
                                      <p:cBhvr>
                                        <p:cTn id="49" dur="1" fill="hold">
                                          <p:stCondLst>
                                            <p:cond delay="0"/>
                                          </p:stCondLst>
                                        </p:cTn>
                                        <p:tgtEl>
                                          <p:spTgt spid="10"/>
                                        </p:tgtEl>
                                        <p:attrNameLst>
                                          <p:attrName>style.visibility</p:attrName>
                                        </p:attrNameLst>
                                      </p:cBhvr>
                                      <p:to>
                                        <p:strVal val="visible"/>
                                      </p:to>
                                    </p:set>
                                    <p:anim calcmode="lin" valueType="num">
                                      <p:cBhvr>
                                        <p:cTn id="50" dur="1000" fill="hold"/>
                                        <p:tgtEl>
                                          <p:spTgt spid="10"/>
                                        </p:tgtEl>
                                        <p:attrNameLst>
                                          <p:attrName>ppt_w</p:attrName>
                                        </p:attrNameLst>
                                      </p:cBhvr>
                                      <p:tavLst>
                                        <p:tav tm="0">
                                          <p:val>
                                            <p:strVal val="#ppt_w*0.70"/>
                                          </p:val>
                                        </p:tav>
                                        <p:tav tm="100000">
                                          <p:val>
                                            <p:strVal val="#ppt_w"/>
                                          </p:val>
                                        </p:tav>
                                      </p:tavLst>
                                    </p:anim>
                                    <p:anim calcmode="lin" valueType="num">
                                      <p:cBhvr>
                                        <p:cTn id="51" dur="1000" fill="hold"/>
                                        <p:tgtEl>
                                          <p:spTgt spid="10"/>
                                        </p:tgtEl>
                                        <p:attrNameLst>
                                          <p:attrName>ppt_h</p:attrName>
                                        </p:attrNameLst>
                                      </p:cBhvr>
                                      <p:tavLst>
                                        <p:tav tm="0">
                                          <p:val>
                                            <p:strVal val="#ppt_h"/>
                                          </p:val>
                                        </p:tav>
                                        <p:tav tm="100000">
                                          <p:val>
                                            <p:strVal val="#ppt_h"/>
                                          </p:val>
                                        </p:tav>
                                      </p:tavLst>
                                    </p:anim>
                                    <p:animEffect transition="in" filter="fade">
                                      <p:cBhvr>
                                        <p:cTn id="52" dur="10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9570" grpId="0"/>
      <p:bldP spid="109574" grpId="0" animBg="1"/>
    </p:bld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graphicFrame>
        <p:nvGraphicFramePr>
          <p:cNvPr id="42064" name="Object 80"/>
          <p:cNvGraphicFramePr/>
          <p:nvPr/>
        </p:nvGraphicFramePr>
        <p:xfrm>
          <a:off x="971550" y="3357563"/>
          <a:ext cx="2154238" cy="1011237"/>
        </p:xfrm>
        <a:graphic>
          <a:graphicData uri="http://schemas.openxmlformats.org/presentationml/2006/ole">
            <mc:AlternateContent xmlns:mc="http://schemas.openxmlformats.org/markup-compatibility/2006">
              <mc:Choice xmlns:v="urn:schemas-microsoft-com:vml" Requires="v">
                <p:oleObj spid="_x0000_s3299" name="" r:id="rId1" imgW="1079500" imgH="508000" progId="Equation.3">
                  <p:embed/>
                </p:oleObj>
              </mc:Choice>
              <mc:Fallback>
                <p:oleObj name="" r:id="rId1" imgW="1079500" imgH="508000" progId="Equation.3">
                  <p:embed/>
                  <p:pic>
                    <p:nvPicPr>
                      <p:cNvPr id="0" name="图片 3298"/>
                      <p:cNvPicPr/>
                      <p:nvPr/>
                    </p:nvPicPr>
                    <p:blipFill>
                      <a:blip r:embed="rId2">
                        <a:clrChange>
                          <a:clrFrom>
                            <a:srgbClr val="000000"/>
                          </a:clrFrom>
                          <a:clrTo>
                            <a:srgbClr val="FFFFFF"/>
                          </a:clrTo>
                        </a:clrChange>
                      </a:blip>
                      <a:stretch>
                        <a:fillRect/>
                      </a:stretch>
                    </p:blipFill>
                    <p:spPr>
                      <a:xfrm>
                        <a:off x="971550" y="3357563"/>
                        <a:ext cx="2154238" cy="1011237"/>
                      </a:xfrm>
                      <a:prstGeom prst="rect">
                        <a:avLst/>
                      </a:prstGeom>
                      <a:noFill/>
                      <a:ln w="38100">
                        <a:noFill/>
                        <a:miter/>
                      </a:ln>
                    </p:spPr>
                  </p:pic>
                </p:oleObj>
              </mc:Fallback>
            </mc:AlternateContent>
          </a:graphicData>
        </a:graphic>
      </p:graphicFrame>
      <p:graphicFrame>
        <p:nvGraphicFramePr>
          <p:cNvPr id="42069" name="Object 85"/>
          <p:cNvGraphicFramePr/>
          <p:nvPr/>
        </p:nvGraphicFramePr>
        <p:xfrm>
          <a:off x="781050" y="2505075"/>
          <a:ext cx="3973513" cy="655638"/>
        </p:xfrm>
        <a:graphic>
          <a:graphicData uri="http://schemas.openxmlformats.org/presentationml/2006/ole">
            <mc:AlternateContent xmlns:mc="http://schemas.openxmlformats.org/markup-compatibility/2006">
              <mc:Choice xmlns:v="urn:schemas-microsoft-com:vml" Requires="v">
                <p:oleObj spid="_x0000_s3300" name="" r:id="rId3" imgW="1980565" imgH="330200" progId="Equation.3">
                  <p:embed/>
                </p:oleObj>
              </mc:Choice>
              <mc:Fallback>
                <p:oleObj name="" r:id="rId3" imgW="1980565" imgH="330200" progId="Equation.3">
                  <p:embed/>
                  <p:pic>
                    <p:nvPicPr>
                      <p:cNvPr id="0" name="图片 3299"/>
                      <p:cNvPicPr/>
                      <p:nvPr/>
                    </p:nvPicPr>
                    <p:blipFill>
                      <a:blip r:embed="rId4">
                        <a:clrChange>
                          <a:clrFrom>
                            <a:srgbClr val="000000"/>
                          </a:clrFrom>
                          <a:clrTo>
                            <a:srgbClr val="FFFF00"/>
                          </a:clrTo>
                        </a:clrChange>
                      </a:blip>
                      <a:stretch>
                        <a:fillRect/>
                      </a:stretch>
                    </p:blipFill>
                    <p:spPr>
                      <a:xfrm>
                        <a:off x="781050" y="2505075"/>
                        <a:ext cx="3973513" cy="655638"/>
                      </a:xfrm>
                      <a:prstGeom prst="rect">
                        <a:avLst/>
                      </a:prstGeom>
                      <a:noFill/>
                      <a:ln w="38100">
                        <a:noFill/>
                        <a:miter/>
                      </a:ln>
                    </p:spPr>
                  </p:pic>
                </p:oleObj>
              </mc:Fallback>
            </mc:AlternateContent>
          </a:graphicData>
        </a:graphic>
      </p:graphicFrame>
      <p:grpSp>
        <p:nvGrpSpPr>
          <p:cNvPr id="39948" name="Group 96"/>
          <p:cNvGrpSpPr/>
          <p:nvPr/>
        </p:nvGrpSpPr>
        <p:grpSpPr>
          <a:xfrm>
            <a:off x="8316913" y="6446838"/>
            <a:ext cx="792162" cy="366712"/>
            <a:chOff x="5193" y="4020"/>
            <a:chExt cx="499" cy="231"/>
          </a:xfrm>
        </p:grpSpPr>
        <p:pic>
          <p:nvPicPr>
            <p:cNvPr id="39999" name="Picture 97" descr="78900"/>
            <p:cNvPicPr>
              <a:picLocks noChangeAspect="1"/>
            </p:cNvPicPr>
            <p:nvPr/>
          </p:nvPicPr>
          <p:blipFill>
            <a:blip r:embed="rId5"/>
            <a:stretch>
              <a:fillRect/>
            </a:stretch>
          </p:blipFill>
          <p:spPr>
            <a:xfrm>
              <a:off x="5193" y="4066"/>
              <a:ext cx="499" cy="181"/>
            </a:xfrm>
            <a:prstGeom prst="rect">
              <a:avLst/>
            </a:prstGeom>
            <a:noFill/>
            <a:ln w="9525">
              <a:noFill/>
            </a:ln>
          </p:spPr>
        </p:pic>
        <p:sp>
          <p:nvSpPr>
            <p:cNvPr id="40000" name="Text Box 98">
              <a:hlinkClick r:id="" action="ppaction://hlinkshowjump?jump=nextslide"/>
            </p:cNvPr>
            <p:cNvSpPr txBox="1"/>
            <p:nvPr/>
          </p:nvSpPr>
          <p:spPr>
            <a:xfrm>
              <a:off x="5216" y="4020"/>
              <a:ext cx="476" cy="231"/>
            </a:xfrm>
            <a:prstGeom prst="rect">
              <a:avLst/>
            </a:prstGeom>
            <a:noFill/>
            <a:ln w="9525">
              <a:noFill/>
            </a:ln>
          </p:spPr>
          <p:txBody>
            <a:bodyPr wrap="none">
              <a:spAutoFit/>
            </a:bodyPr>
            <a:p>
              <a:pPr>
                <a:spcBef>
                  <a:spcPct val="50000"/>
                </a:spcBef>
              </a:pPr>
              <a:r>
                <a:rPr lang="zh-CN" altLang="en-US" sz="1800" b="0" dirty="0">
                  <a:solidFill>
                    <a:schemeClr val="bg1"/>
                  </a:solidFill>
                  <a:latin typeface="隶书" panose="02010509060101010101" pitchFamily="49" charset="-122"/>
                  <a:ea typeface="隶书" panose="02010509060101010101" pitchFamily="49" charset="-122"/>
                </a:rPr>
                <a:t>下 页</a:t>
              </a:r>
              <a:endParaRPr lang="zh-CN" altLang="en-US" sz="1800" b="0" dirty="0">
                <a:solidFill>
                  <a:schemeClr val="bg1"/>
                </a:solidFill>
                <a:latin typeface="隶书" panose="02010509060101010101" pitchFamily="49" charset="-122"/>
                <a:ea typeface="隶书" panose="02010509060101010101" pitchFamily="49" charset="-122"/>
              </a:endParaRPr>
            </a:p>
          </p:txBody>
        </p:sp>
      </p:grpSp>
      <p:grpSp>
        <p:nvGrpSpPr>
          <p:cNvPr id="39949" name="Group 99"/>
          <p:cNvGrpSpPr/>
          <p:nvPr/>
        </p:nvGrpSpPr>
        <p:grpSpPr>
          <a:xfrm>
            <a:off x="7453313" y="6446838"/>
            <a:ext cx="792162" cy="366712"/>
            <a:chOff x="4649" y="4020"/>
            <a:chExt cx="499" cy="231"/>
          </a:xfrm>
        </p:grpSpPr>
        <p:pic>
          <p:nvPicPr>
            <p:cNvPr id="39997" name="Picture 100" descr="78900"/>
            <p:cNvPicPr>
              <a:picLocks noChangeAspect="1"/>
            </p:cNvPicPr>
            <p:nvPr/>
          </p:nvPicPr>
          <p:blipFill>
            <a:blip r:embed="rId5"/>
            <a:stretch>
              <a:fillRect/>
            </a:stretch>
          </p:blipFill>
          <p:spPr>
            <a:xfrm>
              <a:off x="4649" y="4066"/>
              <a:ext cx="499" cy="181"/>
            </a:xfrm>
            <a:prstGeom prst="rect">
              <a:avLst/>
            </a:prstGeom>
            <a:noFill/>
            <a:ln w="9525">
              <a:noFill/>
            </a:ln>
          </p:spPr>
        </p:pic>
        <p:sp>
          <p:nvSpPr>
            <p:cNvPr id="39998" name="Text Box 101">
              <a:hlinkClick r:id="" action="ppaction://hlinkshowjump?jump=previousslide"/>
            </p:cNvPr>
            <p:cNvSpPr txBox="1"/>
            <p:nvPr/>
          </p:nvSpPr>
          <p:spPr>
            <a:xfrm>
              <a:off x="4672" y="4020"/>
              <a:ext cx="476" cy="231"/>
            </a:xfrm>
            <a:prstGeom prst="rect">
              <a:avLst/>
            </a:prstGeom>
            <a:noFill/>
            <a:ln w="9525">
              <a:noFill/>
            </a:ln>
          </p:spPr>
          <p:txBody>
            <a:bodyPr wrap="none">
              <a:spAutoFit/>
            </a:bodyPr>
            <a:p>
              <a:pPr>
                <a:spcBef>
                  <a:spcPct val="50000"/>
                </a:spcBef>
              </a:pPr>
              <a:r>
                <a:rPr lang="zh-CN" altLang="en-US" sz="1800" b="0" dirty="0">
                  <a:solidFill>
                    <a:schemeClr val="bg1"/>
                  </a:solidFill>
                  <a:latin typeface="隶书" panose="02010509060101010101" pitchFamily="49" charset="-122"/>
                  <a:ea typeface="隶书" panose="02010509060101010101" pitchFamily="49" charset="-122"/>
                </a:rPr>
                <a:t>上 页</a:t>
              </a:r>
              <a:endParaRPr lang="zh-CN" altLang="en-US" sz="1800" b="0" dirty="0">
                <a:solidFill>
                  <a:schemeClr val="bg1"/>
                </a:solidFill>
                <a:latin typeface="隶书" panose="02010509060101010101" pitchFamily="49" charset="-122"/>
                <a:ea typeface="隶书" panose="02010509060101010101" pitchFamily="49" charset="-122"/>
              </a:endParaRPr>
            </a:p>
          </p:txBody>
        </p:sp>
      </p:grpSp>
      <p:grpSp>
        <p:nvGrpSpPr>
          <p:cNvPr id="4" name="Group 202"/>
          <p:cNvGrpSpPr/>
          <p:nvPr/>
        </p:nvGrpSpPr>
        <p:grpSpPr>
          <a:xfrm>
            <a:off x="4787900" y="669925"/>
            <a:ext cx="3497263" cy="1712913"/>
            <a:chOff x="3016" y="422"/>
            <a:chExt cx="2203" cy="1079"/>
          </a:xfrm>
        </p:grpSpPr>
        <p:sp>
          <p:nvSpPr>
            <p:cNvPr id="39982" name="Oval 131"/>
            <p:cNvSpPr/>
            <p:nvPr/>
          </p:nvSpPr>
          <p:spPr>
            <a:xfrm>
              <a:off x="4502" y="789"/>
              <a:ext cx="363" cy="363"/>
            </a:xfrm>
            <a:prstGeom prst="ellipse">
              <a:avLst/>
            </a:prstGeom>
            <a:gradFill rotWithShape="1">
              <a:gsLst>
                <a:gs pos="0">
                  <a:srgbClr val="0099FF"/>
                </a:gs>
                <a:gs pos="100000">
                  <a:srgbClr val="004776"/>
                </a:gs>
              </a:gsLst>
              <a:path path="shape">
                <a:fillToRect l="50000" t="50000" r="50000" b="50000"/>
              </a:path>
              <a:tileRect/>
            </a:gradFill>
            <a:ln w="38100" cap="flat" cmpd="sng">
              <a:solidFill>
                <a:srgbClr val="FF9900"/>
              </a:solidFill>
              <a:prstDash val="solid"/>
              <a:headEnd type="none" w="med" len="med"/>
              <a:tailEnd type="none" w="med" len="med"/>
            </a:ln>
          </p:spPr>
          <p:txBody>
            <a:bodyPr wrap="none" anchor="ctr" anchorCtr="0"/>
            <a:p>
              <a:endParaRPr lang="zh-CN" altLang="en-US" dirty="0">
                <a:latin typeface="楷体_GB2312" pitchFamily="49" charset="-122"/>
              </a:endParaRPr>
            </a:p>
          </p:txBody>
        </p:sp>
        <p:sp>
          <p:nvSpPr>
            <p:cNvPr id="39983" name="Text Box 132"/>
            <p:cNvSpPr txBox="1"/>
            <p:nvPr/>
          </p:nvSpPr>
          <p:spPr>
            <a:xfrm>
              <a:off x="4094" y="531"/>
              <a:ext cx="317" cy="327"/>
            </a:xfrm>
            <a:prstGeom prst="rect">
              <a:avLst/>
            </a:prstGeom>
            <a:noFill/>
            <a:ln w="28575">
              <a:noFill/>
            </a:ln>
          </p:spPr>
          <p:txBody>
            <a:bodyPr wrap="none">
              <a:spAutoFit/>
            </a:bodyPr>
            <a:p>
              <a:r>
                <a:rPr lang="en-US" altLang="zh-CN" b="0" i="1" dirty="0">
                  <a:solidFill>
                    <a:schemeClr val="bg1"/>
                  </a:solidFill>
                  <a:latin typeface="Times New Roman" panose="02020603050405020304" pitchFamily="18" charset="0"/>
                  <a:ea typeface="宋体" panose="02010600030101010101" pitchFamily="2" charset="-122"/>
                </a:rPr>
                <a:t>Z</a:t>
              </a:r>
              <a:r>
                <a:rPr lang="en-US" altLang="zh-CN" b="0" baseline="-25000" dirty="0">
                  <a:solidFill>
                    <a:schemeClr val="bg1"/>
                  </a:solidFill>
                  <a:latin typeface="Times New Roman" panose="02020603050405020304" pitchFamily="18" charset="0"/>
                  <a:ea typeface="宋体" panose="02010600030101010101" pitchFamily="2" charset="-122"/>
                </a:rPr>
                <a:t>2</a:t>
              </a:r>
              <a:endParaRPr lang="en-US" altLang="zh-CN" b="0" i="1" dirty="0">
                <a:solidFill>
                  <a:schemeClr val="bg1"/>
                </a:solidFill>
                <a:latin typeface="Times New Roman" panose="02020603050405020304" pitchFamily="18" charset="0"/>
                <a:ea typeface="宋体" panose="02010600030101010101" pitchFamily="2" charset="-122"/>
              </a:endParaRPr>
            </a:p>
          </p:txBody>
        </p:sp>
        <p:sp>
          <p:nvSpPr>
            <p:cNvPr id="39984" name="Line 133"/>
            <p:cNvSpPr/>
            <p:nvPr/>
          </p:nvSpPr>
          <p:spPr>
            <a:xfrm>
              <a:off x="3016" y="493"/>
              <a:ext cx="1680" cy="0"/>
            </a:xfrm>
            <a:prstGeom prst="line">
              <a:avLst/>
            </a:prstGeom>
            <a:ln w="28575" cap="flat" cmpd="sng">
              <a:solidFill>
                <a:srgbClr val="FFCC00"/>
              </a:solidFill>
              <a:prstDash val="solid"/>
              <a:headEnd type="oval" w="med" len="med"/>
              <a:tailEnd type="none" w="med" len="med"/>
            </a:ln>
          </p:spPr>
        </p:sp>
        <p:sp>
          <p:nvSpPr>
            <p:cNvPr id="39985" name="Line 134"/>
            <p:cNvSpPr/>
            <p:nvPr/>
          </p:nvSpPr>
          <p:spPr>
            <a:xfrm>
              <a:off x="3825" y="491"/>
              <a:ext cx="0" cy="1008"/>
            </a:xfrm>
            <a:prstGeom prst="line">
              <a:avLst/>
            </a:prstGeom>
            <a:ln w="28575" cap="flat" cmpd="sng">
              <a:solidFill>
                <a:srgbClr val="FFCC00"/>
              </a:solidFill>
              <a:prstDash val="solid"/>
              <a:headEnd type="oval" w="med" len="med"/>
              <a:tailEnd type="oval" w="med" len="med"/>
            </a:ln>
          </p:spPr>
        </p:sp>
        <p:sp>
          <p:nvSpPr>
            <p:cNvPr id="39986" name="Line 135"/>
            <p:cNvSpPr/>
            <p:nvPr/>
          </p:nvSpPr>
          <p:spPr>
            <a:xfrm>
              <a:off x="4688" y="493"/>
              <a:ext cx="0" cy="1008"/>
            </a:xfrm>
            <a:prstGeom prst="line">
              <a:avLst/>
            </a:prstGeom>
            <a:ln w="28575" cap="flat" cmpd="sng">
              <a:solidFill>
                <a:srgbClr val="FFCC00"/>
              </a:solidFill>
              <a:prstDash val="solid"/>
              <a:headEnd type="none" w="med" len="med"/>
              <a:tailEnd type="none" w="med" len="med"/>
            </a:ln>
          </p:spPr>
        </p:sp>
        <p:sp>
          <p:nvSpPr>
            <p:cNvPr id="39987" name="Line 136"/>
            <p:cNvSpPr/>
            <p:nvPr/>
          </p:nvSpPr>
          <p:spPr>
            <a:xfrm>
              <a:off x="3016" y="1501"/>
              <a:ext cx="1680" cy="0"/>
            </a:xfrm>
            <a:prstGeom prst="line">
              <a:avLst/>
            </a:prstGeom>
            <a:ln w="28575" cap="flat" cmpd="sng">
              <a:solidFill>
                <a:srgbClr val="FFCC00"/>
              </a:solidFill>
              <a:prstDash val="solid"/>
              <a:headEnd type="oval" w="med" len="med"/>
              <a:tailEnd type="none" w="med" len="med"/>
            </a:ln>
          </p:spPr>
        </p:sp>
        <p:sp>
          <p:nvSpPr>
            <p:cNvPr id="39988" name="Text Box 137"/>
            <p:cNvSpPr txBox="1"/>
            <p:nvPr/>
          </p:nvSpPr>
          <p:spPr>
            <a:xfrm>
              <a:off x="3288" y="527"/>
              <a:ext cx="317" cy="327"/>
            </a:xfrm>
            <a:prstGeom prst="rect">
              <a:avLst/>
            </a:prstGeom>
            <a:noFill/>
            <a:ln w="28575">
              <a:noFill/>
            </a:ln>
          </p:spPr>
          <p:txBody>
            <a:bodyPr wrap="none">
              <a:spAutoFit/>
            </a:bodyPr>
            <a:p>
              <a:r>
                <a:rPr lang="en-US" altLang="zh-CN" b="0" i="1" dirty="0">
                  <a:solidFill>
                    <a:schemeClr val="bg1"/>
                  </a:solidFill>
                  <a:latin typeface="Times New Roman" panose="02020603050405020304" pitchFamily="18" charset="0"/>
                  <a:ea typeface="宋体" panose="02010600030101010101" pitchFamily="2" charset="-122"/>
                </a:rPr>
                <a:t>Z</a:t>
              </a:r>
              <a:r>
                <a:rPr lang="en-US" altLang="zh-CN" b="0" baseline="-25000" dirty="0">
                  <a:solidFill>
                    <a:schemeClr val="bg1"/>
                  </a:solidFill>
                  <a:latin typeface="Times New Roman" panose="02020603050405020304" pitchFamily="18" charset="0"/>
                  <a:ea typeface="宋体" panose="02010600030101010101" pitchFamily="2" charset="-122"/>
                </a:rPr>
                <a:t>1</a:t>
              </a:r>
              <a:endParaRPr lang="en-US" altLang="zh-CN" b="0" i="1" dirty="0">
                <a:solidFill>
                  <a:schemeClr val="bg1"/>
                </a:solidFill>
                <a:latin typeface="Times New Roman" panose="02020603050405020304" pitchFamily="18" charset="0"/>
                <a:ea typeface="宋体" panose="02010600030101010101" pitchFamily="2" charset="-122"/>
              </a:endParaRPr>
            </a:p>
          </p:txBody>
        </p:sp>
        <p:sp>
          <p:nvSpPr>
            <p:cNvPr id="39989" name="Text Box 138"/>
            <p:cNvSpPr txBox="1"/>
            <p:nvPr/>
          </p:nvSpPr>
          <p:spPr>
            <a:xfrm>
              <a:off x="3882" y="853"/>
              <a:ext cx="317" cy="327"/>
            </a:xfrm>
            <a:prstGeom prst="rect">
              <a:avLst/>
            </a:prstGeom>
            <a:noFill/>
            <a:ln w="28575">
              <a:noFill/>
            </a:ln>
          </p:spPr>
          <p:txBody>
            <a:bodyPr wrap="none">
              <a:spAutoFit/>
            </a:bodyPr>
            <a:p>
              <a:r>
                <a:rPr lang="en-US" altLang="zh-CN" b="0" i="1" dirty="0">
                  <a:solidFill>
                    <a:schemeClr val="bg1"/>
                  </a:solidFill>
                  <a:latin typeface="Times New Roman" panose="02020603050405020304" pitchFamily="18" charset="0"/>
                  <a:ea typeface="宋体" panose="02010600030101010101" pitchFamily="2" charset="-122"/>
                </a:rPr>
                <a:t>Z</a:t>
              </a:r>
              <a:r>
                <a:rPr lang="en-US" altLang="zh-CN" b="0" baseline="-25000" dirty="0">
                  <a:solidFill>
                    <a:schemeClr val="bg1"/>
                  </a:solidFill>
                  <a:latin typeface="Times New Roman" panose="02020603050405020304" pitchFamily="18" charset="0"/>
                  <a:ea typeface="宋体" panose="02010600030101010101" pitchFamily="2" charset="-122"/>
                </a:rPr>
                <a:t>3</a:t>
              </a:r>
              <a:endParaRPr lang="en-US" altLang="zh-CN" b="0" i="1" dirty="0">
                <a:solidFill>
                  <a:schemeClr val="bg1"/>
                </a:solidFill>
                <a:latin typeface="Times New Roman" panose="02020603050405020304" pitchFamily="18" charset="0"/>
                <a:ea typeface="宋体" panose="02010600030101010101" pitchFamily="2" charset="-122"/>
              </a:endParaRPr>
            </a:p>
          </p:txBody>
        </p:sp>
        <p:sp>
          <p:nvSpPr>
            <p:cNvPr id="39990" name="Line 139"/>
            <p:cNvSpPr/>
            <p:nvPr/>
          </p:nvSpPr>
          <p:spPr>
            <a:xfrm>
              <a:off x="4694" y="482"/>
              <a:ext cx="0" cy="288"/>
            </a:xfrm>
            <a:prstGeom prst="line">
              <a:avLst/>
            </a:prstGeom>
            <a:ln w="28575" cap="flat" cmpd="sng">
              <a:solidFill>
                <a:srgbClr val="66FFFF"/>
              </a:solidFill>
              <a:prstDash val="solid"/>
              <a:headEnd type="none" w="med" len="med"/>
              <a:tailEnd type="triangle" w="med" len="med"/>
            </a:ln>
          </p:spPr>
        </p:sp>
        <p:graphicFrame>
          <p:nvGraphicFramePr>
            <p:cNvPr id="39946" name="Object 140"/>
            <p:cNvGraphicFramePr/>
            <p:nvPr/>
          </p:nvGraphicFramePr>
          <p:xfrm>
            <a:off x="4745" y="422"/>
            <a:ext cx="267" cy="377"/>
          </p:xfrm>
          <a:graphic>
            <a:graphicData uri="http://schemas.openxmlformats.org/presentationml/2006/ole">
              <mc:AlternateContent xmlns:mc="http://schemas.openxmlformats.org/markup-compatibility/2006">
                <mc:Choice xmlns:v="urn:schemas-microsoft-com:vml" Requires="v">
                  <p:oleObj spid="_x0000_s3305" name="" r:id="rId6" imgW="190500" imgH="266065" progId="Equation.3">
                    <p:embed/>
                  </p:oleObj>
                </mc:Choice>
                <mc:Fallback>
                  <p:oleObj name="" r:id="rId6" imgW="190500" imgH="266065" progId="Equation.3">
                    <p:embed/>
                    <p:pic>
                      <p:nvPicPr>
                        <p:cNvPr id="0" name="图片 3304"/>
                        <p:cNvPicPr/>
                        <p:nvPr/>
                      </p:nvPicPr>
                      <p:blipFill>
                        <a:blip r:embed="rId7">
                          <a:clrChange>
                            <a:clrFrom>
                              <a:srgbClr val="000000"/>
                            </a:clrFrom>
                            <a:clrTo>
                              <a:srgbClr val="FFFFFF"/>
                            </a:clrTo>
                          </a:clrChange>
                        </a:blip>
                        <a:stretch>
                          <a:fillRect/>
                        </a:stretch>
                      </p:blipFill>
                      <p:spPr>
                        <a:xfrm>
                          <a:off x="4745" y="422"/>
                          <a:ext cx="267" cy="377"/>
                        </a:xfrm>
                        <a:prstGeom prst="rect">
                          <a:avLst/>
                        </a:prstGeom>
                        <a:noFill/>
                        <a:ln w="38100">
                          <a:noFill/>
                          <a:miter/>
                        </a:ln>
                      </p:spPr>
                    </p:pic>
                  </p:oleObj>
                </mc:Fallback>
              </mc:AlternateContent>
            </a:graphicData>
          </a:graphic>
        </p:graphicFrame>
        <p:sp>
          <p:nvSpPr>
            <p:cNvPr id="39991" name="Line 141"/>
            <p:cNvSpPr/>
            <p:nvPr/>
          </p:nvSpPr>
          <p:spPr>
            <a:xfrm>
              <a:off x="4687" y="877"/>
              <a:ext cx="0" cy="288"/>
            </a:xfrm>
            <a:prstGeom prst="line">
              <a:avLst/>
            </a:prstGeom>
            <a:ln w="28575" cap="flat" cmpd="sng">
              <a:solidFill>
                <a:srgbClr val="FFCC00"/>
              </a:solidFill>
              <a:prstDash val="solid"/>
              <a:headEnd type="none" w="med" len="med"/>
              <a:tailEnd type="none" w="med" len="med"/>
            </a:ln>
          </p:spPr>
        </p:sp>
        <p:graphicFrame>
          <p:nvGraphicFramePr>
            <p:cNvPr id="39947" name="Object 142"/>
            <p:cNvGraphicFramePr/>
            <p:nvPr/>
          </p:nvGraphicFramePr>
          <p:xfrm>
            <a:off x="4910" y="751"/>
            <a:ext cx="309" cy="366"/>
          </p:xfrm>
          <a:graphic>
            <a:graphicData uri="http://schemas.openxmlformats.org/presentationml/2006/ole">
              <mc:AlternateContent xmlns:mc="http://schemas.openxmlformats.org/markup-compatibility/2006">
                <mc:Choice xmlns:v="urn:schemas-microsoft-com:vml" Requires="v">
                  <p:oleObj spid="_x0000_s3303" name="" r:id="rId8" imgW="228600" imgH="304800" progId="Equation.3">
                    <p:embed/>
                  </p:oleObj>
                </mc:Choice>
                <mc:Fallback>
                  <p:oleObj name="" r:id="rId8" imgW="228600" imgH="304800" progId="Equation.3">
                    <p:embed/>
                    <p:pic>
                      <p:nvPicPr>
                        <p:cNvPr id="0" name="图片 3302"/>
                        <p:cNvPicPr/>
                        <p:nvPr/>
                      </p:nvPicPr>
                      <p:blipFill>
                        <a:blip r:embed="rId9">
                          <a:clrChange>
                            <a:clrFrom>
                              <a:srgbClr val="000000"/>
                            </a:clrFrom>
                            <a:clrTo>
                              <a:srgbClr val="FFFFFF"/>
                            </a:clrTo>
                          </a:clrChange>
                        </a:blip>
                        <a:stretch>
                          <a:fillRect/>
                        </a:stretch>
                      </p:blipFill>
                      <p:spPr>
                        <a:xfrm>
                          <a:off x="4910" y="751"/>
                          <a:ext cx="309" cy="366"/>
                        </a:xfrm>
                        <a:prstGeom prst="rect">
                          <a:avLst/>
                        </a:prstGeom>
                        <a:noFill/>
                        <a:ln w="38100">
                          <a:noFill/>
                          <a:miter/>
                        </a:ln>
                      </p:spPr>
                    </p:pic>
                  </p:oleObj>
                </mc:Fallback>
              </mc:AlternateContent>
            </a:graphicData>
          </a:graphic>
        </p:graphicFrame>
        <p:sp>
          <p:nvSpPr>
            <p:cNvPr id="39992" name="Text Box 143"/>
            <p:cNvSpPr txBox="1"/>
            <p:nvPr/>
          </p:nvSpPr>
          <p:spPr>
            <a:xfrm>
              <a:off x="4411" y="517"/>
              <a:ext cx="242" cy="327"/>
            </a:xfrm>
            <a:prstGeom prst="rect">
              <a:avLst/>
            </a:prstGeom>
            <a:noFill/>
            <a:ln w="28575">
              <a:noFill/>
            </a:ln>
          </p:spPr>
          <p:txBody>
            <a:bodyPr wrap="none">
              <a:spAutoFit/>
            </a:bodyPr>
            <a:p>
              <a:pPr>
                <a:spcBef>
                  <a:spcPct val="50000"/>
                </a:spcBef>
              </a:pPr>
              <a:r>
                <a:rPr lang="en-US" altLang="zh-CN" b="0" dirty="0">
                  <a:solidFill>
                    <a:schemeClr val="bg1"/>
                  </a:solidFill>
                  <a:latin typeface="Times New Roman" panose="02020603050405020304" pitchFamily="18" charset="0"/>
                  <a:ea typeface="宋体" panose="02010600030101010101" pitchFamily="2" charset="-122"/>
                </a:rPr>
                <a:t>+</a:t>
              </a:r>
              <a:endParaRPr lang="en-US" altLang="zh-CN" b="0" dirty="0">
                <a:solidFill>
                  <a:schemeClr val="bg1"/>
                </a:solidFill>
                <a:latin typeface="Times New Roman" panose="02020603050405020304" pitchFamily="18" charset="0"/>
                <a:ea typeface="宋体" panose="02010600030101010101" pitchFamily="2" charset="-122"/>
              </a:endParaRPr>
            </a:p>
          </p:txBody>
        </p:sp>
        <p:sp>
          <p:nvSpPr>
            <p:cNvPr id="39993" name="Text Box 144"/>
            <p:cNvSpPr txBox="1"/>
            <p:nvPr/>
          </p:nvSpPr>
          <p:spPr>
            <a:xfrm>
              <a:off x="4411" y="1106"/>
              <a:ext cx="229" cy="327"/>
            </a:xfrm>
            <a:prstGeom prst="rect">
              <a:avLst/>
            </a:prstGeom>
            <a:noFill/>
            <a:ln w="28575">
              <a:noFill/>
            </a:ln>
          </p:spPr>
          <p:txBody>
            <a:bodyPr wrap="none">
              <a:spAutoFit/>
            </a:bodyPr>
            <a:p>
              <a:pPr>
                <a:spcBef>
                  <a:spcPct val="50000"/>
                </a:spcBef>
              </a:pPr>
              <a:r>
                <a:rPr lang="en-US" altLang="zh-CN" b="0" dirty="0">
                  <a:solidFill>
                    <a:schemeClr val="bg1"/>
                  </a:solidFill>
                  <a:latin typeface="宋体" panose="02010600030101010101" pitchFamily="2" charset="-122"/>
                  <a:ea typeface="宋体" panose="02010600030101010101" pitchFamily="2" charset="-122"/>
                </a:rPr>
                <a:t>-</a:t>
              </a:r>
              <a:endParaRPr lang="en-US" altLang="zh-CN" b="0" dirty="0">
                <a:solidFill>
                  <a:schemeClr val="bg1"/>
                </a:solidFill>
                <a:latin typeface="Times New Roman" panose="02020603050405020304" pitchFamily="18" charset="0"/>
                <a:ea typeface="宋体" panose="02010600030101010101" pitchFamily="2" charset="-122"/>
              </a:endParaRPr>
            </a:p>
          </p:txBody>
        </p:sp>
        <p:sp>
          <p:nvSpPr>
            <p:cNvPr id="39994" name="Rectangle 145"/>
            <p:cNvSpPr/>
            <p:nvPr/>
          </p:nvSpPr>
          <p:spPr>
            <a:xfrm>
              <a:off x="4130" y="444"/>
              <a:ext cx="317" cy="136"/>
            </a:xfrm>
            <a:prstGeom prst="rect">
              <a:avLst/>
            </a:prstGeom>
            <a:gradFill rotWithShape="1">
              <a:gsLst>
                <a:gs pos="0">
                  <a:srgbClr val="764700"/>
                </a:gs>
                <a:gs pos="50000">
                  <a:srgbClr val="FF9900"/>
                </a:gs>
                <a:gs pos="100000">
                  <a:srgbClr val="764700"/>
                </a:gs>
              </a:gsLst>
              <a:lin ang="5400000" scaled="1"/>
              <a:tileRect/>
            </a:gradFill>
            <a:ln w="28575">
              <a:noFill/>
            </a:ln>
          </p:spPr>
          <p:txBody>
            <a:bodyPr wrap="none" anchor="ctr" anchorCtr="0"/>
            <a:p>
              <a:endParaRPr lang="zh-CN" altLang="en-US" dirty="0">
                <a:latin typeface="楷体_GB2312" pitchFamily="49" charset="-122"/>
              </a:endParaRPr>
            </a:p>
          </p:txBody>
        </p:sp>
        <p:sp>
          <p:nvSpPr>
            <p:cNvPr id="39995" name="Rectangle 146"/>
            <p:cNvSpPr/>
            <p:nvPr/>
          </p:nvSpPr>
          <p:spPr>
            <a:xfrm>
              <a:off x="3295" y="444"/>
              <a:ext cx="317" cy="136"/>
            </a:xfrm>
            <a:prstGeom prst="rect">
              <a:avLst/>
            </a:prstGeom>
            <a:gradFill rotWithShape="1">
              <a:gsLst>
                <a:gs pos="0">
                  <a:srgbClr val="764700"/>
                </a:gs>
                <a:gs pos="50000">
                  <a:srgbClr val="FF9900"/>
                </a:gs>
                <a:gs pos="100000">
                  <a:srgbClr val="764700"/>
                </a:gs>
              </a:gsLst>
              <a:lin ang="5400000" scaled="1"/>
              <a:tileRect/>
            </a:gradFill>
            <a:ln w="28575">
              <a:noFill/>
            </a:ln>
          </p:spPr>
          <p:txBody>
            <a:bodyPr wrap="none" anchor="ctr" anchorCtr="0"/>
            <a:p>
              <a:endParaRPr lang="zh-CN" altLang="en-US" dirty="0">
                <a:latin typeface="楷体_GB2312" pitchFamily="49" charset="-122"/>
              </a:endParaRPr>
            </a:p>
          </p:txBody>
        </p:sp>
        <p:sp>
          <p:nvSpPr>
            <p:cNvPr id="39996" name="Rectangle 147"/>
            <p:cNvSpPr/>
            <p:nvPr/>
          </p:nvSpPr>
          <p:spPr>
            <a:xfrm>
              <a:off x="3758" y="834"/>
              <a:ext cx="127" cy="318"/>
            </a:xfrm>
            <a:prstGeom prst="rect">
              <a:avLst/>
            </a:prstGeom>
            <a:gradFill rotWithShape="1">
              <a:gsLst>
                <a:gs pos="0">
                  <a:srgbClr val="764700"/>
                </a:gs>
                <a:gs pos="50000">
                  <a:srgbClr val="FF9900"/>
                </a:gs>
                <a:gs pos="100000">
                  <a:srgbClr val="764700"/>
                </a:gs>
              </a:gsLst>
              <a:lin ang="0" scaled="1"/>
              <a:tileRect/>
            </a:gradFill>
            <a:ln w="28575">
              <a:noFill/>
            </a:ln>
          </p:spPr>
          <p:txBody>
            <a:bodyPr wrap="none" anchor="ctr" anchorCtr="0"/>
            <a:p>
              <a:endParaRPr lang="zh-CN" altLang="en-US" dirty="0">
                <a:latin typeface="楷体_GB2312" pitchFamily="49" charset="-122"/>
              </a:endParaRPr>
            </a:p>
          </p:txBody>
        </p:sp>
      </p:grpSp>
      <p:grpSp>
        <p:nvGrpSpPr>
          <p:cNvPr id="39951" name="Group 175"/>
          <p:cNvGrpSpPr/>
          <p:nvPr/>
        </p:nvGrpSpPr>
        <p:grpSpPr>
          <a:xfrm>
            <a:off x="6588125" y="6446838"/>
            <a:ext cx="792163" cy="366712"/>
            <a:chOff x="4649" y="4020"/>
            <a:chExt cx="499" cy="231"/>
          </a:xfrm>
        </p:grpSpPr>
        <p:pic>
          <p:nvPicPr>
            <p:cNvPr id="39980" name="Picture 176" descr="78900"/>
            <p:cNvPicPr>
              <a:picLocks noChangeAspect="1"/>
            </p:cNvPicPr>
            <p:nvPr/>
          </p:nvPicPr>
          <p:blipFill>
            <a:blip r:embed="rId5"/>
            <a:stretch>
              <a:fillRect/>
            </a:stretch>
          </p:blipFill>
          <p:spPr>
            <a:xfrm>
              <a:off x="4649" y="4066"/>
              <a:ext cx="499" cy="181"/>
            </a:xfrm>
            <a:prstGeom prst="rect">
              <a:avLst/>
            </a:prstGeom>
            <a:noFill/>
            <a:ln w="9525">
              <a:noFill/>
            </a:ln>
          </p:spPr>
        </p:pic>
        <p:sp>
          <p:nvSpPr>
            <p:cNvPr id="39981" name="Text Box 177">
              <a:hlinkClick r:id="" action="ppaction://hlinkshowjump?jump=firstslide"/>
            </p:cNvPr>
            <p:cNvSpPr txBox="1"/>
            <p:nvPr/>
          </p:nvSpPr>
          <p:spPr>
            <a:xfrm>
              <a:off x="4672" y="4020"/>
              <a:ext cx="476" cy="231"/>
            </a:xfrm>
            <a:prstGeom prst="rect">
              <a:avLst/>
            </a:prstGeom>
            <a:noFill/>
            <a:ln w="9525">
              <a:noFill/>
            </a:ln>
          </p:spPr>
          <p:txBody>
            <a:bodyPr wrap="none">
              <a:spAutoFit/>
            </a:bodyPr>
            <a:p>
              <a:pPr>
                <a:spcBef>
                  <a:spcPct val="50000"/>
                </a:spcBef>
              </a:pPr>
              <a:r>
                <a:rPr lang="zh-CN" altLang="en-US" sz="1800" b="0" dirty="0">
                  <a:solidFill>
                    <a:schemeClr val="bg1"/>
                  </a:solidFill>
                  <a:latin typeface="隶书" panose="02010509060101010101" pitchFamily="49" charset="-122"/>
                  <a:ea typeface="隶书" panose="02010509060101010101" pitchFamily="49" charset="-122"/>
                </a:rPr>
                <a:t>返 回</a:t>
              </a:r>
              <a:endParaRPr lang="zh-CN" altLang="en-US" sz="1800" b="0" dirty="0">
                <a:solidFill>
                  <a:schemeClr val="bg1"/>
                </a:solidFill>
                <a:latin typeface="隶书" panose="02010509060101010101" pitchFamily="49" charset="-122"/>
                <a:ea typeface="隶书" panose="02010509060101010101" pitchFamily="49" charset="-122"/>
              </a:endParaRPr>
            </a:p>
          </p:txBody>
        </p:sp>
      </p:grpSp>
      <p:grpSp>
        <p:nvGrpSpPr>
          <p:cNvPr id="6" name="Group 178"/>
          <p:cNvGrpSpPr/>
          <p:nvPr/>
        </p:nvGrpSpPr>
        <p:grpSpPr>
          <a:xfrm>
            <a:off x="684213" y="692150"/>
            <a:ext cx="3700462" cy="1706563"/>
            <a:chOff x="431" y="970"/>
            <a:chExt cx="2331" cy="1075"/>
          </a:xfrm>
        </p:grpSpPr>
        <p:sp>
          <p:nvSpPr>
            <p:cNvPr id="39960" name="Oval 179"/>
            <p:cNvSpPr/>
            <p:nvPr/>
          </p:nvSpPr>
          <p:spPr>
            <a:xfrm>
              <a:off x="2109" y="1333"/>
              <a:ext cx="363" cy="363"/>
            </a:xfrm>
            <a:prstGeom prst="ellipse">
              <a:avLst/>
            </a:prstGeom>
            <a:gradFill rotWithShape="1">
              <a:gsLst>
                <a:gs pos="0">
                  <a:srgbClr val="0099FF"/>
                </a:gs>
                <a:gs pos="100000">
                  <a:srgbClr val="004776"/>
                </a:gs>
              </a:gsLst>
              <a:path path="shape">
                <a:fillToRect l="50000" t="50000" r="50000" b="50000"/>
              </a:path>
              <a:tileRect/>
            </a:gradFill>
            <a:ln w="38100" cap="flat" cmpd="sng">
              <a:solidFill>
                <a:srgbClr val="FF9900"/>
              </a:solidFill>
              <a:prstDash val="solid"/>
              <a:headEnd type="none" w="med" len="med"/>
              <a:tailEnd type="none" w="med" len="med"/>
            </a:ln>
          </p:spPr>
          <p:txBody>
            <a:bodyPr wrap="none" anchor="ctr" anchorCtr="0"/>
            <a:p>
              <a:endParaRPr lang="zh-CN" altLang="en-US" dirty="0">
                <a:latin typeface="楷体_GB2312" pitchFamily="49" charset="-122"/>
              </a:endParaRPr>
            </a:p>
          </p:txBody>
        </p:sp>
        <p:sp>
          <p:nvSpPr>
            <p:cNvPr id="39961" name="Line 180"/>
            <p:cNvSpPr/>
            <p:nvPr/>
          </p:nvSpPr>
          <p:spPr>
            <a:xfrm>
              <a:off x="612" y="1026"/>
              <a:ext cx="0" cy="1019"/>
            </a:xfrm>
            <a:prstGeom prst="line">
              <a:avLst/>
            </a:prstGeom>
            <a:ln w="28575" cap="flat" cmpd="sng">
              <a:solidFill>
                <a:srgbClr val="FFCC00"/>
              </a:solidFill>
              <a:prstDash val="solid"/>
              <a:headEnd type="none" w="med" len="med"/>
              <a:tailEnd type="none" w="med" len="med"/>
            </a:ln>
          </p:spPr>
        </p:sp>
        <p:sp>
          <p:nvSpPr>
            <p:cNvPr id="39962" name="Text Box 181"/>
            <p:cNvSpPr txBox="1"/>
            <p:nvPr/>
          </p:nvSpPr>
          <p:spPr>
            <a:xfrm>
              <a:off x="1701" y="1075"/>
              <a:ext cx="317" cy="327"/>
            </a:xfrm>
            <a:prstGeom prst="rect">
              <a:avLst/>
            </a:prstGeom>
            <a:noFill/>
            <a:ln w="28575">
              <a:noFill/>
            </a:ln>
          </p:spPr>
          <p:txBody>
            <a:bodyPr wrap="none">
              <a:spAutoFit/>
            </a:bodyPr>
            <a:p>
              <a:r>
                <a:rPr lang="en-US" altLang="zh-CN" b="0" i="1" dirty="0">
                  <a:solidFill>
                    <a:schemeClr val="bg1"/>
                  </a:solidFill>
                  <a:latin typeface="Times New Roman" panose="02020603050405020304" pitchFamily="18" charset="0"/>
                  <a:ea typeface="宋体" panose="02010600030101010101" pitchFamily="2" charset="-122"/>
                </a:rPr>
                <a:t>Z</a:t>
              </a:r>
              <a:r>
                <a:rPr lang="en-US" altLang="zh-CN" b="0" baseline="-25000" dirty="0">
                  <a:solidFill>
                    <a:schemeClr val="bg1"/>
                  </a:solidFill>
                  <a:latin typeface="Times New Roman" panose="02020603050405020304" pitchFamily="18" charset="0"/>
                  <a:ea typeface="宋体" panose="02010600030101010101" pitchFamily="2" charset="-122"/>
                </a:rPr>
                <a:t>2</a:t>
              </a:r>
              <a:endParaRPr lang="en-US" altLang="zh-CN" b="0" i="1" dirty="0">
                <a:solidFill>
                  <a:schemeClr val="bg1"/>
                </a:solidFill>
                <a:latin typeface="Times New Roman" panose="02020603050405020304" pitchFamily="18" charset="0"/>
                <a:ea typeface="宋体" panose="02010600030101010101" pitchFamily="2" charset="-122"/>
              </a:endParaRPr>
            </a:p>
          </p:txBody>
        </p:sp>
        <p:sp>
          <p:nvSpPr>
            <p:cNvPr id="39963" name="Line 182"/>
            <p:cNvSpPr/>
            <p:nvPr/>
          </p:nvSpPr>
          <p:spPr>
            <a:xfrm>
              <a:off x="612" y="1026"/>
              <a:ext cx="1691" cy="0"/>
            </a:xfrm>
            <a:prstGeom prst="line">
              <a:avLst/>
            </a:prstGeom>
            <a:ln w="28575" cap="flat" cmpd="sng">
              <a:solidFill>
                <a:srgbClr val="FFCC00"/>
              </a:solidFill>
              <a:prstDash val="solid"/>
              <a:headEnd type="none" w="med" len="med"/>
              <a:tailEnd type="none" w="med" len="med"/>
            </a:ln>
          </p:spPr>
        </p:sp>
        <p:sp>
          <p:nvSpPr>
            <p:cNvPr id="39964" name="Line 183"/>
            <p:cNvSpPr/>
            <p:nvPr/>
          </p:nvSpPr>
          <p:spPr>
            <a:xfrm>
              <a:off x="1429" y="1026"/>
              <a:ext cx="3" cy="998"/>
            </a:xfrm>
            <a:prstGeom prst="line">
              <a:avLst/>
            </a:prstGeom>
            <a:ln w="28575" cap="flat" cmpd="sng">
              <a:solidFill>
                <a:srgbClr val="FFCC00"/>
              </a:solidFill>
              <a:prstDash val="solid"/>
              <a:headEnd type="oval" w="med" len="med"/>
              <a:tailEnd type="oval" w="med" len="med"/>
            </a:ln>
          </p:spPr>
        </p:sp>
        <p:sp>
          <p:nvSpPr>
            <p:cNvPr id="39965" name="Line 184"/>
            <p:cNvSpPr/>
            <p:nvPr/>
          </p:nvSpPr>
          <p:spPr>
            <a:xfrm>
              <a:off x="2295" y="1037"/>
              <a:ext cx="0" cy="1008"/>
            </a:xfrm>
            <a:prstGeom prst="line">
              <a:avLst/>
            </a:prstGeom>
            <a:ln w="28575" cap="flat" cmpd="sng">
              <a:solidFill>
                <a:srgbClr val="FFCC00"/>
              </a:solidFill>
              <a:prstDash val="solid"/>
              <a:headEnd type="none" w="med" len="med"/>
              <a:tailEnd type="none" w="med" len="med"/>
            </a:ln>
          </p:spPr>
        </p:sp>
        <p:sp>
          <p:nvSpPr>
            <p:cNvPr id="39966" name="Line 185"/>
            <p:cNvSpPr/>
            <p:nvPr/>
          </p:nvSpPr>
          <p:spPr>
            <a:xfrm>
              <a:off x="612" y="2024"/>
              <a:ext cx="1691" cy="0"/>
            </a:xfrm>
            <a:prstGeom prst="line">
              <a:avLst/>
            </a:prstGeom>
            <a:ln w="28575" cap="flat" cmpd="sng">
              <a:solidFill>
                <a:srgbClr val="FFCC00"/>
              </a:solidFill>
              <a:prstDash val="solid"/>
              <a:headEnd type="none" w="med" len="med"/>
              <a:tailEnd type="none" w="med" len="med"/>
            </a:ln>
          </p:spPr>
        </p:sp>
        <p:sp>
          <p:nvSpPr>
            <p:cNvPr id="39967" name="Line 186"/>
            <p:cNvSpPr/>
            <p:nvPr/>
          </p:nvSpPr>
          <p:spPr>
            <a:xfrm flipV="1">
              <a:off x="612" y="1106"/>
              <a:ext cx="0" cy="419"/>
            </a:xfrm>
            <a:prstGeom prst="line">
              <a:avLst/>
            </a:prstGeom>
            <a:ln w="28575" cap="flat" cmpd="sng">
              <a:solidFill>
                <a:srgbClr val="66FFFF"/>
              </a:solidFill>
              <a:prstDash val="solid"/>
              <a:headEnd type="none" w="med" len="med"/>
              <a:tailEnd type="triangle" w="med" len="med"/>
            </a:ln>
          </p:spPr>
        </p:sp>
        <p:graphicFrame>
          <p:nvGraphicFramePr>
            <p:cNvPr id="39943" name="Object 187"/>
            <p:cNvGraphicFramePr/>
            <p:nvPr/>
          </p:nvGraphicFramePr>
          <p:xfrm>
            <a:off x="647" y="1117"/>
            <a:ext cx="237" cy="384"/>
          </p:xfrm>
          <a:graphic>
            <a:graphicData uri="http://schemas.openxmlformats.org/presentationml/2006/ole">
              <mc:AlternateContent xmlns:mc="http://schemas.openxmlformats.org/markup-compatibility/2006">
                <mc:Choice xmlns:v="urn:schemas-microsoft-com:vml" Requires="v">
                  <p:oleObj spid="_x0000_s3304" name="" r:id="rId10" imgW="165100" imgH="266065" progId="Equation.3">
                    <p:embed/>
                  </p:oleObj>
                </mc:Choice>
                <mc:Fallback>
                  <p:oleObj name="" r:id="rId10" imgW="165100" imgH="266065" progId="Equation.3">
                    <p:embed/>
                    <p:pic>
                      <p:nvPicPr>
                        <p:cNvPr id="0" name="图片 3303"/>
                        <p:cNvPicPr/>
                        <p:nvPr/>
                      </p:nvPicPr>
                      <p:blipFill>
                        <a:blip r:embed="rId11">
                          <a:clrChange>
                            <a:clrFrom>
                              <a:srgbClr val="000000"/>
                            </a:clrFrom>
                            <a:clrTo>
                              <a:srgbClr val="FFFFFF"/>
                            </a:clrTo>
                          </a:clrChange>
                        </a:blip>
                        <a:stretch>
                          <a:fillRect/>
                        </a:stretch>
                      </p:blipFill>
                      <p:spPr>
                        <a:xfrm>
                          <a:off x="647" y="1117"/>
                          <a:ext cx="237" cy="384"/>
                        </a:xfrm>
                        <a:prstGeom prst="rect">
                          <a:avLst/>
                        </a:prstGeom>
                        <a:noFill/>
                        <a:ln w="38100">
                          <a:noFill/>
                          <a:miter/>
                        </a:ln>
                      </p:spPr>
                    </p:pic>
                  </p:oleObj>
                </mc:Fallback>
              </mc:AlternateContent>
            </a:graphicData>
          </a:graphic>
        </p:graphicFrame>
        <p:sp>
          <p:nvSpPr>
            <p:cNvPr id="39968" name="Text Box 188"/>
            <p:cNvSpPr txBox="1"/>
            <p:nvPr/>
          </p:nvSpPr>
          <p:spPr>
            <a:xfrm>
              <a:off x="930" y="1075"/>
              <a:ext cx="317" cy="327"/>
            </a:xfrm>
            <a:prstGeom prst="rect">
              <a:avLst/>
            </a:prstGeom>
            <a:noFill/>
            <a:ln w="28575">
              <a:noFill/>
            </a:ln>
          </p:spPr>
          <p:txBody>
            <a:bodyPr wrap="none">
              <a:spAutoFit/>
            </a:bodyPr>
            <a:p>
              <a:r>
                <a:rPr lang="en-US" altLang="zh-CN" b="0" i="1" dirty="0">
                  <a:solidFill>
                    <a:schemeClr val="bg1"/>
                  </a:solidFill>
                  <a:latin typeface="Times New Roman" panose="02020603050405020304" pitchFamily="18" charset="0"/>
                  <a:ea typeface="宋体" panose="02010600030101010101" pitchFamily="2" charset="-122"/>
                </a:rPr>
                <a:t>Z</a:t>
              </a:r>
              <a:r>
                <a:rPr lang="en-US" altLang="zh-CN" b="0" baseline="-25000" dirty="0">
                  <a:solidFill>
                    <a:schemeClr val="bg1"/>
                  </a:solidFill>
                  <a:latin typeface="Times New Roman" panose="02020603050405020304" pitchFamily="18" charset="0"/>
                  <a:ea typeface="宋体" panose="02010600030101010101" pitchFamily="2" charset="-122"/>
                </a:rPr>
                <a:t>1</a:t>
              </a:r>
              <a:endParaRPr lang="en-US" altLang="zh-CN" b="0" i="1" dirty="0">
                <a:solidFill>
                  <a:schemeClr val="bg1"/>
                </a:solidFill>
                <a:latin typeface="Times New Roman" panose="02020603050405020304" pitchFamily="18" charset="0"/>
                <a:ea typeface="宋体" panose="02010600030101010101" pitchFamily="2" charset="-122"/>
              </a:endParaRPr>
            </a:p>
          </p:txBody>
        </p:sp>
        <p:sp>
          <p:nvSpPr>
            <p:cNvPr id="39969" name="Text Box 189"/>
            <p:cNvSpPr txBox="1"/>
            <p:nvPr/>
          </p:nvSpPr>
          <p:spPr>
            <a:xfrm>
              <a:off x="1474" y="1389"/>
              <a:ext cx="317" cy="327"/>
            </a:xfrm>
            <a:prstGeom prst="rect">
              <a:avLst/>
            </a:prstGeom>
            <a:noFill/>
            <a:ln w="28575">
              <a:noFill/>
            </a:ln>
          </p:spPr>
          <p:txBody>
            <a:bodyPr wrap="none">
              <a:spAutoFit/>
            </a:bodyPr>
            <a:p>
              <a:r>
                <a:rPr lang="en-US" altLang="zh-CN" b="0" i="1" dirty="0">
                  <a:solidFill>
                    <a:schemeClr val="bg1"/>
                  </a:solidFill>
                  <a:latin typeface="Times New Roman" panose="02020603050405020304" pitchFamily="18" charset="0"/>
                  <a:ea typeface="宋体" panose="02010600030101010101" pitchFamily="2" charset="-122"/>
                </a:rPr>
                <a:t>Z</a:t>
              </a:r>
              <a:r>
                <a:rPr lang="en-US" altLang="zh-CN" b="0" baseline="-25000" dirty="0">
                  <a:solidFill>
                    <a:schemeClr val="bg1"/>
                  </a:solidFill>
                  <a:latin typeface="Times New Roman" panose="02020603050405020304" pitchFamily="18" charset="0"/>
                  <a:ea typeface="宋体" panose="02010600030101010101" pitchFamily="2" charset="-122"/>
                </a:rPr>
                <a:t>3</a:t>
              </a:r>
              <a:endParaRPr lang="en-US" altLang="zh-CN" b="0" i="1" dirty="0">
                <a:solidFill>
                  <a:schemeClr val="bg1"/>
                </a:solidFill>
                <a:latin typeface="Times New Roman" panose="02020603050405020304" pitchFamily="18" charset="0"/>
                <a:ea typeface="宋体" panose="02010600030101010101" pitchFamily="2" charset="-122"/>
              </a:endParaRPr>
            </a:p>
          </p:txBody>
        </p:sp>
        <p:sp>
          <p:nvSpPr>
            <p:cNvPr id="39970" name="Line 190"/>
            <p:cNvSpPr/>
            <p:nvPr/>
          </p:nvSpPr>
          <p:spPr>
            <a:xfrm>
              <a:off x="2290" y="1026"/>
              <a:ext cx="0" cy="288"/>
            </a:xfrm>
            <a:prstGeom prst="line">
              <a:avLst/>
            </a:prstGeom>
            <a:ln w="28575" cap="flat" cmpd="sng">
              <a:solidFill>
                <a:srgbClr val="66FFFF"/>
              </a:solidFill>
              <a:prstDash val="solid"/>
              <a:headEnd type="none" w="med" len="med"/>
              <a:tailEnd type="triangle" w="med" len="med"/>
            </a:ln>
          </p:spPr>
        </p:sp>
        <p:graphicFrame>
          <p:nvGraphicFramePr>
            <p:cNvPr id="39944" name="Object 191"/>
            <p:cNvGraphicFramePr/>
            <p:nvPr/>
          </p:nvGraphicFramePr>
          <p:xfrm>
            <a:off x="2308" y="981"/>
            <a:ext cx="231" cy="377"/>
          </p:xfrm>
          <a:graphic>
            <a:graphicData uri="http://schemas.openxmlformats.org/presentationml/2006/ole">
              <mc:AlternateContent xmlns:mc="http://schemas.openxmlformats.org/markup-compatibility/2006">
                <mc:Choice xmlns:v="urn:schemas-microsoft-com:vml" Requires="v">
                  <p:oleObj spid="_x0000_s3308" name="" r:id="rId12" imgW="165100" imgH="266065" progId="Equation.3">
                    <p:embed/>
                  </p:oleObj>
                </mc:Choice>
                <mc:Fallback>
                  <p:oleObj name="" r:id="rId12" imgW="165100" imgH="266065" progId="Equation.3">
                    <p:embed/>
                    <p:pic>
                      <p:nvPicPr>
                        <p:cNvPr id="0" name="图片 3307"/>
                        <p:cNvPicPr/>
                        <p:nvPr/>
                      </p:nvPicPr>
                      <p:blipFill>
                        <a:blip r:embed="rId13">
                          <a:clrChange>
                            <a:clrFrom>
                              <a:srgbClr val="000000"/>
                            </a:clrFrom>
                            <a:clrTo>
                              <a:srgbClr val="FFFFFF"/>
                            </a:clrTo>
                          </a:clrChange>
                        </a:blip>
                        <a:stretch>
                          <a:fillRect/>
                        </a:stretch>
                      </p:blipFill>
                      <p:spPr>
                        <a:xfrm>
                          <a:off x="2308" y="981"/>
                          <a:ext cx="231" cy="377"/>
                        </a:xfrm>
                        <a:prstGeom prst="rect">
                          <a:avLst/>
                        </a:prstGeom>
                        <a:noFill/>
                        <a:ln w="38100">
                          <a:noFill/>
                          <a:miter/>
                        </a:ln>
                      </p:spPr>
                    </p:pic>
                  </p:oleObj>
                </mc:Fallback>
              </mc:AlternateContent>
            </a:graphicData>
          </a:graphic>
        </p:graphicFrame>
        <p:sp>
          <p:nvSpPr>
            <p:cNvPr id="39971" name="Line 192"/>
            <p:cNvSpPr/>
            <p:nvPr/>
          </p:nvSpPr>
          <p:spPr>
            <a:xfrm>
              <a:off x="2294" y="1421"/>
              <a:ext cx="0" cy="288"/>
            </a:xfrm>
            <a:prstGeom prst="line">
              <a:avLst/>
            </a:prstGeom>
            <a:ln w="28575" cap="flat" cmpd="sng">
              <a:solidFill>
                <a:srgbClr val="FFCC00"/>
              </a:solidFill>
              <a:prstDash val="solid"/>
              <a:headEnd type="none" w="med" len="med"/>
              <a:tailEnd type="none" w="med" len="med"/>
            </a:ln>
          </p:spPr>
        </p:sp>
        <p:graphicFrame>
          <p:nvGraphicFramePr>
            <p:cNvPr id="39945" name="Object 193"/>
            <p:cNvGraphicFramePr/>
            <p:nvPr/>
          </p:nvGraphicFramePr>
          <p:xfrm>
            <a:off x="2531" y="1312"/>
            <a:ext cx="231" cy="330"/>
          </p:xfrm>
          <a:graphic>
            <a:graphicData uri="http://schemas.openxmlformats.org/presentationml/2006/ole">
              <mc:AlternateContent xmlns:mc="http://schemas.openxmlformats.org/markup-compatibility/2006">
                <mc:Choice xmlns:v="urn:schemas-microsoft-com:vml" Requires="v">
                  <p:oleObj spid="_x0000_s3306" name="" r:id="rId14" imgW="203200" imgH="292100" progId="Equation.3">
                    <p:embed/>
                  </p:oleObj>
                </mc:Choice>
                <mc:Fallback>
                  <p:oleObj name="" r:id="rId14" imgW="203200" imgH="292100" progId="Equation.3">
                    <p:embed/>
                    <p:pic>
                      <p:nvPicPr>
                        <p:cNvPr id="0" name="图片 3305"/>
                        <p:cNvPicPr/>
                        <p:nvPr/>
                      </p:nvPicPr>
                      <p:blipFill>
                        <a:blip r:embed="rId15">
                          <a:clrChange>
                            <a:clrFrom>
                              <a:srgbClr val="000000"/>
                            </a:clrFrom>
                            <a:clrTo>
                              <a:srgbClr val="FFFFFF"/>
                            </a:clrTo>
                          </a:clrChange>
                        </a:blip>
                        <a:stretch>
                          <a:fillRect/>
                        </a:stretch>
                      </p:blipFill>
                      <p:spPr>
                        <a:xfrm>
                          <a:off x="2531" y="1312"/>
                          <a:ext cx="231" cy="330"/>
                        </a:xfrm>
                        <a:prstGeom prst="rect">
                          <a:avLst/>
                        </a:prstGeom>
                        <a:noFill/>
                        <a:ln w="38100">
                          <a:noFill/>
                          <a:miter/>
                        </a:ln>
                      </p:spPr>
                    </p:pic>
                  </p:oleObj>
                </mc:Fallback>
              </mc:AlternateContent>
            </a:graphicData>
          </a:graphic>
        </p:graphicFrame>
        <p:sp>
          <p:nvSpPr>
            <p:cNvPr id="39972" name="Text Box 194"/>
            <p:cNvSpPr txBox="1"/>
            <p:nvPr/>
          </p:nvSpPr>
          <p:spPr>
            <a:xfrm>
              <a:off x="2018" y="1061"/>
              <a:ext cx="242" cy="327"/>
            </a:xfrm>
            <a:prstGeom prst="rect">
              <a:avLst/>
            </a:prstGeom>
            <a:noFill/>
            <a:ln w="28575">
              <a:noFill/>
            </a:ln>
          </p:spPr>
          <p:txBody>
            <a:bodyPr wrap="none">
              <a:spAutoFit/>
            </a:bodyPr>
            <a:p>
              <a:pPr>
                <a:spcBef>
                  <a:spcPct val="50000"/>
                </a:spcBef>
              </a:pPr>
              <a:r>
                <a:rPr lang="en-US" altLang="zh-CN" b="0" dirty="0">
                  <a:solidFill>
                    <a:schemeClr val="bg1"/>
                  </a:solidFill>
                  <a:latin typeface="Times New Roman" panose="02020603050405020304" pitchFamily="18" charset="0"/>
                  <a:ea typeface="宋体" panose="02010600030101010101" pitchFamily="2" charset="-122"/>
                </a:rPr>
                <a:t>+</a:t>
              </a:r>
              <a:endParaRPr lang="en-US" altLang="zh-CN" b="0" dirty="0">
                <a:solidFill>
                  <a:schemeClr val="bg1"/>
                </a:solidFill>
                <a:latin typeface="Times New Roman" panose="02020603050405020304" pitchFamily="18" charset="0"/>
                <a:ea typeface="宋体" panose="02010600030101010101" pitchFamily="2" charset="-122"/>
              </a:endParaRPr>
            </a:p>
          </p:txBody>
        </p:sp>
        <p:sp>
          <p:nvSpPr>
            <p:cNvPr id="39973" name="Text Box 195"/>
            <p:cNvSpPr txBox="1"/>
            <p:nvPr/>
          </p:nvSpPr>
          <p:spPr>
            <a:xfrm>
              <a:off x="2018" y="1650"/>
              <a:ext cx="229" cy="327"/>
            </a:xfrm>
            <a:prstGeom prst="rect">
              <a:avLst/>
            </a:prstGeom>
            <a:noFill/>
            <a:ln w="28575">
              <a:noFill/>
            </a:ln>
          </p:spPr>
          <p:txBody>
            <a:bodyPr wrap="none">
              <a:spAutoFit/>
            </a:bodyPr>
            <a:p>
              <a:pPr>
                <a:spcBef>
                  <a:spcPct val="50000"/>
                </a:spcBef>
              </a:pPr>
              <a:r>
                <a:rPr lang="en-US" altLang="zh-CN" b="0" dirty="0">
                  <a:solidFill>
                    <a:schemeClr val="bg1"/>
                  </a:solidFill>
                  <a:latin typeface="宋体" panose="02010600030101010101" pitchFamily="2" charset="-122"/>
                  <a:ea typeface="宋体" panose="02010600030101010101" pitchFamily="2" charset="-122"/>
                </a:rPr>
                <a:t>-</a:t>
              </a:r>
              <a:endParaRPr lang="en-US" altLang="zh-CN" b="0" dirty="0">
                <a:solidFill>
                  <a:schemeClr val="bg1"/>
                </a:solidFill>
                <a:latin typeface="Times New Roman" panose="02020603050405020304" pitchFamily="18" charset="0"/>
                <a:ea typeface="宋体" panose="02010600030101010101" pitchFamily="2" charset="-122"/>
              </a:endParaRPr>
            </a:p>
          </p:txBody>
        </p:sp>
        <p:sp>
          <p:nvSpPr>
            <p:cNvPr id="39974" name="Rectangle 196"/>
            <p:cNvSpPr/>
            <p:nvPr/>
          </p:nvSpPr>
          <p:spPr>
            <a:xfrm>
              <a:off x="1692" y="970"/>
              <a:ext cx="317" cy="136"/>
            </a:xfrm>
            <a:prstGeom prst="rect">
              <a:avLst/>
            </a:prstGeom>
            <a:gradFill rotWithShape="1">
              <a:gsLst>
                <a:gs pos="0">
                  <a:srgbClr val="764700"/>
                </a:gs>
                <a:gs pos="50000">
                  <a:srgbClr val="FF9900"/>
                </a:gs>
                <a:gs pos="100000">
                  <a:srgbClr val="764700"/>
                </a:gs>
              </a:gsLst>
              <a:lin ang="5400000" scaled="1"/>
              <a:tileRect/>
            </a:gradFill>
            <a:ln w="28575">
              <a:noFill/>
            </a:ln>
          </p:spPr>
          <p:txBody>
            <a:bodyPr wrap="none" anchor="ctr" anchorCtr="0"/>
            <a:p>
              <a:endParaRPr lang="zh-CN" altLang="en-US" dirty="0">
                <a:latin typeface="楷体_GB2312" pitchFamily="49" charset="-122"/>
              </a:endParaRPr>
            </a:p>
          </p:txBody>
        </p:sp>
        <p:sp>
          <p:nvSpPr>
            <p:cNvPr id="39975" name="Rectangle 197"/>
            <p:cNvSpPr/>
            <p:nvPr/>
          </p:nvSpPr>
          <p:spPr>
            <a:xfrm>
              <a:off x="920" y="970"/>
              <a:ext cx="317" cy="136"/>
            </a:xfrm>
            <a:prstGeom prst="rect">
              <a:avLst/>
            </a:prstGeom>
            <a:gradFill rotWithShape="1">
              <a:gsLst>
                <a:gs pos="0">
                  <a:srgbClr val="764700"/>
                </a:gs>
                <a:gs pos="50000">
                  <a:srgbClr val="FF9900"/>
                </a:gs>
                <a:gs pos="100000">
                  <a:srgbClr val="764700"/>
                </a:gs>
              </a:gsLst>
              <a:lin ang="5400000" scaled="1"/>
              <a:tileRect/>
            </a:gradFill>
            <a:ln w="28575">
              <a:noFill/>
            </a:ln>
          </p:spPr>
          <p:txBody>
            <a:bodyPr wrap="none" anchor="ctr" anchorCtr="0"/>
            <a:p>
              <a:endParaRPr lang="zh-CN" altLang="en-US" dirty="0">
                <a:latin typeface="楷体_GB2312" pitchFamily="49" charset="-122"/>
              </a:endParaRPr>
            </a:p>
          </p:txBody>
        </p:sp>
        <p:sp>
          <p:nvSpPr>
            <p:cNvPr id="39976" name="Rectangle 198"/>
            <p:cNvSpPr/>
            <p:nvPr/>
          </p:nvSpPr>
          <p:spPr>
            <a:xfrm>
              <a:off x="1365" y="1378"/>
              <a:ext cx="127" cy="318"/>
            </a:xfrm>
            <a:prstGeom prst="rect">
              <a:avLst/>
            </a:prstGeom>
            <a:gradFill rotWithShape="1">
              <a:gsLst>
                <a:gs pos="0">
                  <a:srgbClr val="764700"/>
                </a:gs>
                <a:gs pos="50000">
                  <a:srgbClr val="FF9900"/>
                </a:gs>
                <a:gs pos="100000">
                  <a:srgbClr val="764700"/>
                </a:gs>
              </a:gsLst>
              <a:lin ang="0" scaled="1"/>
              <a:tileRect/>
            </a:gradFill>
            <a:ln w="28575">
              <a:noFill/>
            </a:ln>
          </p:spPr>
          <p:txBody>
            <a:bodyPr wrap="none" anchor="ctr" anchorCtr="0"/>
            <a:p>
              <a:endParaRPr lang="zh-CN" altLang="en-US" dirty="0">
                <a:latin typeface="楷体_GB2312" pitchFamily="49" charset="-122"/>
              </a:endParaRPr>
            </a:p>
          </p:txBody>
        </p:sp>
        <p:grpSp>
          <p:nvGrpSpPr>
            <p:cNvPr id="39977" name="Group 199"/>
            <p:cNvGrpSpPr/>
            <p:nvPr/>
          </p:nvGrpSpPr>
          <p:grpSpPr>
            <a:xfrm>
              <a:off x="431" y="1479"/>
              <a:ext cx="363" cy="363"/>
              <a:chOff x="431" y="1333"/>
              <a:chExt cx="363" cy="363"/>
            </a:xfrm>
          </p:grpSpPr>
          <p:sp>
            <p:nvSpPr>
              <p:cNvPr id="39978" name="Oval 200"/>
              <p:cNvSpPr/>
              <p:nvPr/>
            </p:nvSpPr>
            <p:spPr>
              <a:xfrm>
                <a:off x="431" y="1333"/>
                <a:ext cx="363" cy="363"/>
              </a:xfrm>
              <a:prstGeom prst="ellipse">
                <a:avLst/>
              </a:prstGeom>
              <a:gradFill rotWithShape="1">
                <a:gsLst>
                  <a:gs pos="0">
                    <a:srgbClr val="0099FF"/>
                  </a:gs>
                  <a:gs pos="100000">
                    <a:srgbClr val="004776"/>
                  </a:gs>
                </a:gsLst>
                <a:path path="shape">
                  <a:fillToRect l="50000" t="50000" r="50000" b="50000"/>
                </a:path>
                <a:tileRect/>
              </a:gradFill>
              <a:ln w="38100" cap="flat" cmpd="sng">
                <a:solidFill>
                  <a:srgbClr val="FF9900"/>
                </a:solidFill>
                <a:prstDash val="solid"/>
                <a:headEnd type="none" w="med" len="med"/>
                <a:tailEnd type="none" w="med" len="med"/>
              </a:ln>
            </p:spPr>
            <p:txBody>
              <a:bodyPr wrap="none" anchor="ctr" anchorCtr="0"/>
              <a:p>
                <a:endParaRPr lang="zh-CN" altLang="en-US" dirty="0">
                  <a:latin typeface="楷体_GB2312" pitchFamily="49" charset="-122"/>
                </a:endParaRPr>
              </a:p>
            </p:txBody>
          </p:sp>
          <p:sp>
            <p:nvSpPr>
              <p:cNvPr id="39979" name="Line 201"/>
              <p:cNvSpPr/>
              <p:nvPr/>
            </p:nvSpPr>
            <p:spPr>
              <a:xfrm>
                <a:off x="431" y="1514"/>
                <a:ext cx="363" cy="0"/>
              </a:xfrm>
              <a:prstGeom prst="line">
                <a:avLst/>
              </a:prstGeom>
              <a:ln w="38100" cap="flat" cmpd="sng">
                <a:solidFill>
                  <a:srgbClr val="FF9900"/>
                </a:solidFill>
                <a:prstDash val="solid"/>
                <a:headEnd type="none" w="med" len="med"/>
                <a:tailEnd type="none" w="med" len="med"/>
              </a:ln>
            </p:spPr>
          </p:sp>
        </p:grpSp>
      </p:grpSp>
      <p:grpSp>
        <p:nvGrpSpPr>
          <p:cNvPr id="8" name="Group 209"/>
          <p:cNvGrpSpPr/>
          <p:nvPr/>
        </p:nvGrpSpPr>
        <p:grpSpPr>
          <a:xfrm>
            <a:off x="2708275" y="3357563"/>
            <a:ext cx="2508250" cy="958850"/>
            <a:chOff x="1706" y="2115"/>
            <a:chExt cx="1580" cy="604"/>
          </a:xfrm>
        </p:grpSpPr>
        <p:graphicFrame>
          <p:nvGraphicFramePr>
            <p:cNvPr id="39942" name="Object 82"/>
            <p:cNvGraphicFramePr/>
            <p:nvPr/>
          </p:nvGraphicFramePr>
          <p:xfrm>
            <a:off x="1706" y="2115"/>
            <a:ext cx="1580" cy="604"/>
          </p:xfrm>
          <a:graphic>
            <a:graphicData uri="http://schemas.openxmlformats.org/presentationml/2006/ole">
              <mc:AlternateContent xmlns:mc="http://schemas.openxmlformats.org/markup-compatibility/2006">
                <mc:Choice xmlns:v="urn:schemas-microsoft-com:vml" Requires="v">
                  <p:oleObj spid="_x0000_s3310" name="" r:id="rId16" imgW="1256665" imgH="482600" progId="Equation.3">
                    <p:embed/>
                  </p:oleObj>
                </mc:Choice>
                <mc:Fallback>
                  <p:oleObj name="" r:id="rId16" imgW="1256665" imgH="482600" progId="Equation.3">
                    <p:embed/>
                    <p:pic>
                      <p:nvPicPr>
                        <p:cNvPr id="0" name="图片 3309"/>
                        <p:cNvPicPr/>
                        <p:nvPr/>
                      </p:nvPicPr>
                      <p:blipFill>
                        <a:blip r:embed="rId17">
                          <a:clrChange>
                            <a:clrFrom>
                              <a:srgbClr val="000000"/>
                            </a:clrFrom>
                            <a:clrTo>
                              <a:srgbClr val="FFFFFF"/>
                            </a:clrTo>
                          </a:clrChange>
                        </a:blip>
                        <a:stretch>
                          <a:fillRect/>
                        </a:stretch>
                      </p:blipFill>
                      <p:spPr>
                        <a:xfrm>
                          <a:off x="1706" y="2115"/>
                          <a:ext cx="1580" cy="604"/>
                        </a:xfrm>
                        <a:prstGeom prst="rect">
                          <a:avLst/>
                        </a:prstGeom>
                        <a:noFill/>
                        <a:ln w="38100">
                          <a:noFill/>
                          <a:miter/>
                        </a:ln>
                      </p:spPr>
                    </p:pic>
                  </p:oleObj>
                </mc:Fallback>
              </mc:AlternateContent>
            </a:graphicData>
          </a:graphic>
        </p:graphicFrame>
        <p:sp>
          <p:nvSpPr>
            <p:cNvPr id="39959" name="Line 203"/>
            <p:cNvSpPr/>
            <p:nvPr/>
          </p:nvSpPr>
          <p:spPr>
            <a:xfrm>
              <a:off x="2690" y="2387"/>
              <a:ext cx="317" cy="0"/>
            </a:xfrm>
            <a:prstGeom prst="line">
              <a:avLst/>
            </a:prstGeom>
            <a:ln w="9525" cap="flat" cmpd="sng">
              <a:solidFill>
                <a:schemeClr val="bg1"/>
              </a:solidFill>
              <a:prstDash val="solid"/>
              <a:headEnd type="none" w="med" len="med"/>
              <a:tailEnd type="none" w="med" len="med"/>
            </a:ln>
          </p:spPr>
        </p:sp>
      </p:grpSp>
      <p:grpSp>
        <p:nvGrpSpPr>
          <p:cNvPr id="9" name="Group 207"/>
          <p:cNvGrpSpPr/>
          <p:nvPr/>
        </p:nvGrpSpPr>
        <p:grpSpPr>
          <a:xfrm>
            <a:off x="1039813" y="4581525"/>
            <a:ext cx="6415087" cy="577850"/>
            <a:chOff x="655" y="2886"/>
            <a:chExt cx="4041" cy="364"/>
          </a:xfrm>
        </p:grpSpPr>
        <p:graphicFrame>
          <p:nvGraphicFramePr>
            <p:cNvPr id="39941" name="Object 81"/>
            <p:cNvGraphicFramePr/>
            <p:nvPr/>
          </p:nvGraphicFramePr>
          <p:xfrm>
            <a:off x="655" y="2886"/>
            <a:ext cx="4041" cy="364"/>
          </p:xfrm>
          <a:graphic>
            <a:graphicData uri="http://schemas.openxmlformats.org/presentationml/2006/ole">
              <mc:AlternateContent xmlns:mc="http://schemas.openxmlformats.org/markup-compatibility/2006">
                <mc:Choice xmlns:v="urn:schemas-microsoft-com:vml" Requires="v">
                  <p:oleObj spid="_x0000_s3307" name="" r:id="rId18" imgW="2942590" imgH="266065" progId="Equation.3">
                    <p:embed/>
                  </p:oleObj>
                </mc:Choice>
                <mc:Fallback>
                  <p:oleObj name="" r:id="rId18" imgW="2942590" imgH="266065" progId="Equation.3">
                    <p:embed/>
                    <p:pic>
                      <p:nvPicPr>
                        <p:cNvPr id="0" name="图片 3306"/>
                        <p:cNvPicPr/>
                        <p:nvPr/>
                      </p:nvPicPr>
                      <p:blipFill>
                        <a:blip r:embed="rId19">
                          <a:clrChange>
                            <a:clrFrom>
                              <a:srgbClr val="000000"/>
                            </a:clrFrom>
                            <a:clrTo>
                              <a:srgbClr val="FFFFFF"/>
                            </a:clrTo>
                          </a:clrChange>
                        </a:blip>
                        <a:stretch>
                          <a:fillRect/>
                        </a:stretch>
                      </p:blipFill>
                      <p:spPr>
                        <a:xfrm>
                          <a:off x="655" y="2886"/>
                          <a:ext cx="4041" cy="364"/>
                        </a:xfrm>
                        <a:prstGeom prst="rect">
                          <a:avLst/>
                        </a:prstGeom>
                        <a:noFill/>
                        <a:ln w="38100">
                          <a:noFill/>
                          <a:miter/>
                        </a:ln>
                      </p:spPr>
                    </p:pic>
                  </p:oleObj>
                </mc:Fallback>
              </mc:AlternateContent>
            </a:graphicData>
          </a:graphic>
        </p:graphicFrame>
        <p:sp>
          <p:nvSpPr>
            <p:cNvPr id="39957" name="Line 204"/>
            <p:cNvSpPr/>
            <p:nvPr/>
          </p:nvSpPr>
          <p:spPr>
            <a:xfrm>
              <a:off x="3714" y="3203"/>
              <a:ext cx="636" cy="0"/>
            </a:xfrm>
            <a:prstGeom prst="line">
              <a:avLst/>
            </a:prstGeom>
            <a:ln w="9525" cap="flat" cmpd="sng">
              <a:solidFill>
                <a:schemeClr val="bg1"/>
              </a:solidFill>
              <a:prstDash val="solid"/>
              <a:headEnd type="none" w="med" len="med"/>
              <a:tailEnd type="none" w="med" len="med"/>
            </a:ln>
          </p:spPr>
        </p:sp>
        <p:sp>
          <p:nvSpPr>
            <p:cNvPr id="39958" name="Line 205"/>
            <p:cNvSpPr/>
            <p:nvPr/>
          </p:nvSpPr>
          <p:spPr>
            <a:xfrm>
              <a:off x="2562" y="3203"/>
              <a:ext cx="363" cy="0"/>
            </a:xfrm>
            <a:prstGeom prst="line">
              <a:avLst/>
            </a:prstGeom>
            <a:ln w="9525" cap="flat" cmpd="sng">
              <a:solidFill>
                <a:schemeClr val="bg1"/>
              </a:solidFill>
              <a:prstDash val="solid"/>
              <a:headEnd type="none" w="med" len="med"/>
              <a:tailEnd type="none" w="med" len="med"/>
            </a:ln>
          </p:spPr>
        </p:sp>
      </p:grpSp>
      <p:grpSp>
        <p:nvGrpSpPr>
          <p:cNvPr id="10" name="Group 208"/>
          <p:cNvGrpSpPr/>
          <p:nvPr/>
        </p:nvGrpSpPr>
        <p:grpSpPr>
          <a:xfrm>
            <a:off x="5091113" y="3535363"/>
            <a:ext cx="2787650" cy="504825"/>
            <a:chOff x="3207" y="2227"/>
            <a:chExt cx="1756" cy="318"/>
          </a:xfrm>
        </p:grpSpPr>
        <p:graphicFrame>
          <p:nvGraphicFramePr>
            <p:cNvPr id="39940" name="Object 129"/>
            <p:cNvGraphicFramePr/>
            <p:nvPr/>
          </p:nvGraphicFramePr>
          <p:xfrm>
            <a:off x="3207" y="2227"/>
            <a:ext cx="1756" cy="318"/>
          </p:xfrm>
          <a:graphic>
            <a:graphicData uri="http://schemas.openxmlformats.org/presentationml/2006/ole">
              <mc:AlternateContent xmlns:mc="http://schemas.openxmlformats.org/markup-compatibility/2006">
                <mc:Choice xmlns:v="urn:schemas-microsoft-com:vml" Requires="v">
                  <p:oleObj spid="_x0000_s3309" name="" r:id="rId20" imgW="1395730" imgH="254000" progId="Equation.3">
                    <p:embed/>
                  </p:oleObj>
                </mc:Choice>
                <mc:Fallback>
                  <p:oleObj name="" r:id="rId20" imgW="1395730" imgH="254000" progId="Equation.3">
                    <p:embed/>
                    <p:pic>
                      <p:nvPicPr>
                        <p:cNvPr id="0" name="图片 3308"/>
                        <p:cNvPicPr/>
                        <p:nvPr/>
                      </p:nvPicPr>
                      <p:blipFill>
                        <a:blip r:embed="rId21">
                          <a:clrChange>
                            <a:clrFrom>
                              <a:srgbClr val="000000"/>
                            </a:clrFrom>
                            <a:clrTo>
                              <a:srgbClr val="FFFFFF"/>
                            </a:clrTo>
                          </a:clrChange>
                        </a:blip>
                        <a:stretch>
                          <a:fillRect/>
                        </a:stretch>
                      </p:blipFill>
                      <p:spPr>
                        <a:xfrm>
                          <a:off x="3207" y="2227"/>
                          <a:ext cx="1756" cy="318"/>
                        </a:xfrm>
                        <a:prstGeom prst="rect">
                          <a:avLst/>
                        </a:prstGeom>
                        <a:noFill/>
                        <a:ln w="38100">
                          <a:noFill/>
                          <a:miter/>
                        </a:ln>
                      </p:spPr>
                    </p:pic>
                  </p:oleObj>
                </mc:Fallback>
              </mc:AlternateContent>
            </a:graphicData>
          </a:graphic>
        </p:graphicFrame>
        <p:sp>
          <p:nvSpPr>
            <p:cNvPr id="39956" name="Line 206"/>
            <p:cNvSpPr/>
            <p:nvPr/>
          </p:nvSpPr>
          <p:spPr>
            <a:xfrm>
              <a:off x="4096" y="2514"/>
              <a:ext cx="544" cy="0"/>
            </a:xfrm>
            <a:prstGeom prst="line">
              <a:avLst/>
            </a:prstGeom>
            <a:ln w="9525" cap="flat" cmpd="sng">
              <a:solidFill>
                <a:schemeClr val="bg1"/>
              </a:solidFill>
              <a:prstDash val="solid"/>
              <a:headEnd type="none" w="med" len="med"/>
              <a:tailEnd type="none" w="med" len="med"/>
            </a:ln>
          </p:spPr>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 presetClass="entr" presetSubtype="10" fill="hold" nodeType="after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blinds(horizontal)">
                                      <p:cBhvr>
                                        <p:cTn id="7" dur="500"/>
                                        <p:tgtEl>
                                          <p:spTgt spid="6"/>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42069"/>
                                        </p:tgtEl>
                                        <p:attrNameLst>
                                          <p:attrName>style.visibility</p:attrName>
                                        </p:attrNameLst>
                                      </p:cBhvr>
                                      <p:to>
                                        <p:strVal val="visible"/>
                                      </p:to>
                                    </p:set>
                                    <p:animEffect transition="in" filter="blinds(horizontal)">
                                      <p:cBhvr>
                                        <p:cTn id="12" dur="500"/>
                                        <p:tgtEl>
                                          <p:spTgt spid="42069"/>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nodeType="clickEffect">
                                  <p:stCondLst>
                                    <p:cond delay="0"/>
                                  </p:stCondLst>
                                  <p:childTnLst>
                                    <p:set>
                                      <p:cBhvr>
                                        <p:cTn id="16" dur="1" fill="hold">
                                          <p:stCondLst>
                                            <p:cond delay="0"/>
                                          </p:stCondLst>
                                        </p:cTn>
                                        <p:tgtEl>
                                          <p:spTgt spid="4"/>
                                        </p:tgtEl>
                                        <p:attrNameLst>
                                          <p:attrName>style.visibility</p:attrName>
                                        </p:attrNameLst>
                                      </p:cBhvr>
                                      <p:to>
                                        <p:strVal val="visible"/>
                                      </p:to>
                                    </p:set>
                                    <p:animEffect transition="in" filter="blinds(horizontal)">
                                      <p:cBhvr>
                                        <p:cTn id="17" dur="500"/>
                                        <p:tgtEl>
                                          <p:spTgt spid="4"/>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nodeType="clickEffect">
                                  <p:stCondLst>
                                    <p:cond delay="0"/>
                                  </p:stCondLst>
                                  <p:childTnLst>
                                    <p:set>
                                      <p:cBhvr>
                                        <p:cTn id="21" dur="1" fill="hold">
                                          <p:stCondLst>
                                            <p:cond delay="0"/>
                                          </p:stCondLst>
                                        </p:cTn>
                                        <p:tgtEl>
                                          <p:spTgt spid="42064"/>
                                        </p:tgtEl>
                                        <p:attrNameLst>
                                          <p:attrName>style.visibility</p:attrName>
                                        </p:attrNameLst>
                                      </p:cBhvr>
                                      <p:to>
                                        <p:strVal val="visible"/>
                                      </p:to>
                                    </p:set>
                                    <p:animEffect transition="in" filter="wipe(left)">
                                      <p:cBhvr>
                                        <p:cTn id="22" dur="1000"/>
                                        <p:tgtEl>
                                          <p:spTgt spid="42064"/>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nodeType="clickEffect">
                                  <p:stCondLst>
                                    <p:cond delay="0"/>
                                  </p:stCondLst>
                                  <p:childTnLst>
                                    <p:set>
                                      <p:cBhvr>
                                        <p:cTn id="26" dur="1" fill="hold">
                                          <p:stCondLst>
                                            <p:cond delay="0"/>
                                          </p:stCondLst>
                                        </p:cTn>
                                        <p:tgtEl>
                                          <p:spTgt spid="8"/>
                                        </p:tgtEl>
                                        <p:attrNameLst>
                                          <p:attrName>style.visibility</p:attrName>
                                        </p:attrNameLst>
                                      </p:cBhvr>
                                      <p:to>
                                        <p:strVal val="visible"/>
                                      </p:to>
                                    </p:set>
                                    <p:animEffect transition="in" filter="wipe(left)">
                                      <p:cBhvr>
                                        <p:cTn id="27" dur="1000"/>
                                        <p:tgtEl>
                                          <p:spTgt spid="8"/>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nodeType="clickEffect">
                                  <p:stCondLst>
                                    <p:cond delay="0"/>
                                  </p:stCondLst>
                                  <p:childTnLst>
                                    <p:set>
                                      <p:cBhvr>
                                        <p:cTn id="31" dur="1" fill="hold">
                                          <p:stCondLst>
                                            <p:cond delay="0"/>
                                          </p:stCondLst>
                                        </p:cTn>
                                        <p:tgtEl>
                                          <p:spTgt spid="10"/>
                                        </p:tgtEl>
                                        <p:attrNameLst>
                                          <p:attrName>style.visibility</p:attrName>
                                        </p:attrNameLst>
                                      </p:cBhvr>
                                      <p:to>
                                        <p:strVal val="visible"/>
                                      </p:to>
                                    </p:set>
                                    <p:animEffect transition="in" filter="wipe(left)">
                                      <p:cBhvr>
                                        <p:cTn id="32" dur="1000"/>
                                        <p:tgtEl>
                                          <p:spTgt spid="10"/>
                                        </p:tgtEl>
                                      </p:cBhvr>
                                    </p:animEffect>
                                  </p:childTnLst>
                                </p:cTn>
                              </p:par>
                            </p:childTnLst>
                          </p:cTn>
                        </p:par>
                      </p:childTnLst>
                    </p:cTn>
                  </p:par>
                  <p:par>
                    <p:cTn id="33" fill="hold">
                      <p:stCondLst>
                        <p:cond delay="indefinite"/>
                      </p:stCondLst>
                      <p:childTnLst>
                        <p:par>
                          <p:cTn id="34" fill="hold">
                            <p:stCondLst>
                              <p:cond delay="0"/>
                            </p:stCondLst>
                            <p:childTnLst>
                              <p:par>
                                <p:cTn id="35" presetID="55" presetClass="entr" presetSubtype="0" fill="hold" nodeType="clickEffect">
                                  <p:stCondLst>
                                    <p:cond delay="0"/>
                                  </p:stCondLst>
                                  <p:childTnLst>
                                    <p:set>
                                      <p:cBhvr>
                                        <p:cTn id="36" dur="1" fill="hold">
                                          <p:stCondLst>
                                            <p:cond delay="0"/>
                                          </p:stCondLst>
                                        </p:cTn>
                                        <p:tgtEl>
                                          <p:spTgt spid="9"/>
                                        </p:tgtEl>
                                        <p:attrNameLst>
                                          <p:attrName>style.visibility</p:attrName>
                                        </p:attrNameLst>
                                      </p:cBhvr>
                                      <p:to>
                                        <p:strVal val="visible"/>
                                      </p:to>
                                    </p:set>
                                    <p:anim calcmode="lin" valueType="num">
                                      <p:cBhvr>
                                        <p:cTn id="37" dur="1000" fill="hold"/>
                                        <p:tgtEl>
                                          <p:spTgt spid="9"/>
                                        </p:tgtEl>
                                        <p:attrNameLst>
                                          <p:attrName>ppt_w</p:attrName>
                                        </p:attrNameLst>
                                      </p:cBhvr>
                                      <p:tavLst>
                                        <p:tav tm="0">
                                          <p:val>
                                            <p:strVal val="#ppt_w*0.70"/>
                                          </p:val>
                                        </p:tav>
                                        <p:tav tm="100000">
                                          <p:val>
                                            <p:strVal val="#ppt_w"/>
                                          </p:val>
                                        </p:tav>
                                      </p:tavLst>
                                    </p:anim>
                                    <p:anim calcmode="lin" valueType="num">
                                      <p:cBhvr>
                                        <p:cTn id="38" dur="1000" fill="hold"/>
                                        <p:tgtEl>
                                          <p:spTgt spid="9"/>
                                        </p:tgtEl>
                                        <p:attrNameLst>
                                          <p:attrName>ppt_h</p:attrName>
                                        </p:attrNameLst>
                                      </p:cBhvr>
                                      <p:tavLst>
                                        <p:tav tm="0">
                                          <p:val>
                                            <p:strVal val="#ppt_h"/>
                                          </p:val>
                                        </p:tav>
                                        <p:tav tm="100000">
                                          <p:val>
                                            <p:strVal val="#ppt_h"/>
                                          </p:val>
                                        </p:tav>
                                      </p:tavLst>
                                    </p:anim>
                                    <p:animEffect transition="in" filter="fade">
                                      <p:cBhvr>
                                        <p:cTn id="39" dur="10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0962" name="Text Box 2"/>
          <p:cNvSpPr txBox="1"/>
          <p:nvPr/>
        </p:nvSpPr>
        <p:spPr>
          <a:xfrm>
            <a:off x="1547813" y="476250"/>
            <a:ext cx="6983412" cy="946150"/>
          </a:xfrm>
          <a:prstGeom prst="rect">
            <a:avLst/>
          </a:prstGeom>
          <a:noFill/>
          <a:ln w="9525">
            <a:noFill/>
          </a:ln>
        </p:spPr>
        <p:txBody>
          <a:bodyPr>
            <a:spAutoFit/>
          </a:bodyPr>
          <a:p>
            <a:r>
              <a:rPr lang="zh-CN" altLang="en-US" dirty="0">
                <a:latin typeface="Times New Roman" panose="02020603050405020304" pitchFamily="18" charset="0"/>
              </a:rPr>
              <a:t>已知平衡电桥 </a:t>
            </a:r>
            <a:r>
              <a:rPr lang="en-US" altLang="zh-CN" b="0" i="1" dirty="0">
                <a:solidFill>
                  <a:schemeClr val="bg1"/>
                </a:solidFill>
                <a:latin typeface="Times New Roman" panose="02020603050405020304" pitchFamily="18" charset="0"/>
                <a:ea typeface="宋体" panose="02010600030101010101" pitchFamily="2" charset="-122"/>
              </a:rPr>
              <a:t>Z</a:t>
            </a:r>
            <a:r>
              <a:rPr lang="en-US" altLang="zh-CN" b="0" baseline="-25000" dirty="0">
                <a:solidFill>
                  <a:schemeClr val="bg1"/>
                </a:solidFill>
                <a:latin typeface="Times New Roman" panose="02020603050405020304" pitchFamily="18" charset="0"/>
                <a:ea typeface="宋体" panose="02010600030101010101" pitchFamily="2" charset="-122"/>
              </a:rPr>
              <a:t>1</a:t>
            </a:r>
            <a:r>
              <a:rPr lang="en-US" altLang="zh-CN" b="0" i="1" dirty="0">
                <a:solidFill>
                  <a:schemeClr val="bg1"/>
                </a:solidFill>
                <a:latin typeface="Times New Roman" panose="02020603050405020304" pitchFamily="18" charset="0"/>
                <a:ea typeface="宋体" panose="02010600030101010101" pitchFamily="2" charset="-122"/>
              </a:rPr>
              <a:t>=R</a:t>
            </a:r>
            <a:r>
              <a:rPr lang="en-US" altLang="zh-CN" b="0" baseline="-25000" dirty="0">
                <a:solidFill>
                  <a:schemeClr val="bg1"/>
                </a:solidFill>
                <a:latin typeface="Times New Roman" panose="02020603050405020304" pitchFamily="18" charset="0"/>
                <a:ea typeface="宋体" panose="02010600030101010101" pitchFamily="2" charset="-122"/>
              </a:rPr>
              <a:t>1 </a:t>
            </a:r>
            <a:r>
              <a:rPr lang="en-US" altLang="zh-CN" b="0" i="1" dirty="0">
                <a:solidFill>
                  <a:schemeClr val="bg1"/>
                </a:solidFill>
                <a:latin typeface="Times New Roman" panose="02020603050405020304" pitchFamily="18" charset="0"/>
                <a:ea typeface="宋体" panose="02010600030101010101" pitchFamily="2" charset="-122"/>
              </a:rPr>
              <a:t>, Z</a:t>
            </a:r>
            <a:r>
              <a:rPr lang="en-US" altLang="zh-CN" b="0" baseline="-25000" dirty="0">
                <a:solidFill>
                  <a:schemeClr val="bg1"/>
                </a:solidFill>
                <a:latin typeface="Times New Roman" panose="02020603050405020304" pitchFamily="18" charset="0"/>
                <a:ea typeface="宋体" panose="02010600030101010101" pitchFamily="2" charset="-122"/>
              </a:rPr>
              <a:t>2</a:t>
            </a:r>
            <a:r>
              <a:rPr lang="en-US" altLang="zh-CN" b="0" i="1" dirty="0">
                <a:solidFill>
                  <a:schemeClr val="bg1"/>
                </a:solidFill>
                <a:latin typeface="Times New Roman" panose="02020603050405020304" pitchFamily="18" charset="0"/>
                <a:ea typeface="宋体" panose="02010600030101010101" pitchFamily="2" charset="-122"/>
              </a:rPr>
              <a:t>=R</a:t>
            </a:r>
            <a:r>
              <a:rPr lang="en-US" altLang="zh-CN" b="0" baseline="-25000" dirty="0">
                <a:solidFill>
                  <a:schemeClr val="bg1"/>
                </a:solidFill>
                <a:latin typeface="Times New Roman" panose="02020603050405020304" pitchFamily="18" charset="0"/>
                <a:ea typeface="宋体" panose="02010600030101010101" pitchFamily="2" charset="-122"/>
              </a:rPr>
              <a:t>2 </a:t>
            </a:r>
            <a:r>
              <a:rPr lang="en-US" altLang="zh-CN" b="0" i="1" dirty="0">
                <a:solidFill>
                  <a:schemeClr val="bg1"/>
                </a:solidFill>
                <a:latin typeface="Times New Roman" panose="02020603050405020304" pitchFamily="18" charset="0"/>
                <a:ea typeface="宋体" panose="02010600030101010101" pitchFamily="2" charset="-122"/>
              </a:rPr>
              <a:t>, Z</a:t>
            </a:r>
            <a:r>
              <a:rPr lang="en-US" altLang="zh-CN" b="0" baseline="-25000" dirty="0">
                <a:solidFill>
                  <a:schemeClr val="bg1"/>
                </a:solidFill>
                <a:latin typeface="Times New Roman" panose="02020603050405020304" pitchFamily="18" charset="0"/>
                <a:ea typeface="宋体" panose="02010600030101010101" pitchFamily="2" charset="-122"/>
              </a:rPr>
              <a:t>3</a:t>
            </a:r>
            <a:r>
              <a:rPr lang="en-US" altLang="zh-CN" b="0" i="1" dirty="0">
                <a:solidFill>
                  <a:schemeClr val="bg1"/>
                </a:solidFill>
                <a:latin typeface="Times New Roman" panose="02020603050405020304" pitchFamily="18" charset="0"/>
                <a:ea typeface="宋体" panose="02010600030101010101" pitchFamily="2" charset="-122"/>
              </a:rPr>
              <a:t>=R</a:t>
            </a:r>
            <a:r>
              <a:rPr lang="en-US" altLang="zh-CN" b="0" baseline="-25000" dirty="0">
                <a:solidFill>
                  <a:schemeClr val="bg1"/>
                </a:solidFill>
                <a:latin typeface="Times New Roman" panose="02020603050405020304" pitchFamily="18" charset="0"/>
                <a:ea typeface="宋体" panose="02010600030101010101" pitchFamily="2" charset="-122"/>
              </a:rPr>
              <a:t>3</a:t>
            </a:r>
            <a:r>
              <a:rPr lang="en-US" altLang="zh-CN" b="0" i="1" dirty="0">
                <a:solidFill>
                  <a:schemeClr val="bg1"/>
                </a:solidFill>
                <a:latin typeface="Times New Roman" panose="02020603050405020304" pitchFamily="18" charset="0"/>
                <a:ea typeface="宋体" panose="02010600030101010101" pitchFamily="2" charset="-122"/>
              </a:rPr>
              <a:t>+</a:t>
            </a:r>
            <a:r>
              <a:rPr lang="en-US" altLang="zh-CN" b="0" dirty="0">
                <a:solidFill>
                  <a:schemeClr val="bg1"/>
                </a:solidFill>
                <a:latin typeface="Times New Roman" panose="02020603050405020304" pitchFamily="18" charset="0"/>
                <a:ea typeface="宋体" panose="02010600030101010101" pitchFamily="2" charset="-122"/>
              </a:rPr>
              <a:t>j</a:t>
            </a:r>
            <a:r>
              <a:rPr lang="en-US" altLang="zh-CN" b="0" i="1" dirty="0">
                <a:solidFill>
                  <a:schemeClr val="bg1"/>
                </a:solidFill>
                <a:latin typeface="Symbol" panose="05050102010706020507" pitchFamily="18" charset="2"/>
                <a:ea typeface="宋体" panose="02010600030101010101" pitchFamily="2" charset="-122"/>
              </a:rPr>
              <a:t>w</a:t>
            </a:r>
            <a:r>
              <a:rPr lang="en-US" altLang="zh-CN" b="0" i="1" dirty="0">
                <a:solidFill>
                  <a:schemeClr val="bg1"/>
                </a:solidFill>
                <a:latin typeface="Times New Roman" panose="02020603050405020304" pitchFamily="18" charset="0"/>
                <a:ea typeface="宋体" panose="02010600030101010101" pitchFamily="2" charset="-122"/>
              </a:rPr>
              <a:t>L</a:t>
            </a:r>
            <a:r>
              <a:rPr lang="en-US" altLang="zh-CN" b="0" baseline="-25000" dirty="0">
                <a:solidFill>
                  <a:schemeClr val="bg1"/>
                </a:solidFill>
                <a:latin typeface="Times New Roman" panose="02020603050405020304" pitchFamily="18" charset="0"/>
                <a:ea typeface="宋体" panose="02010600030101010101" pitchFamily="2" charset="-122"/>
              </a:rPr>
              <a:t>3</a:t>
            </a:r>
            <a:r>
              <a:rPr lang="zh-CN" altLang="en-US" b="0" dirty="0">
                <a:solidFill>
                  <a:schemeClr val="bg1"/>
                </a:solidFill>
                <a:latin typeface="Times New Roman" panose="02020603050405020304" pitchFamily="18" charset="0"/>
                <a:ea typeface="宋体" panose="02010600030101010101" pitchFamily="2" charset="-122"/>
              </a:rPr>
              <a:t>。</a:t>
            </a:r>
            <a:r>
              <a:rPr lang="zh-CN" altLang="en-US" b="0" baseline="-25000" dirty="0">
                <a:solidFill>
                  <a:schemeClr val="bg1"/>
                </a:solidFill>
                <a:latin typeface="Times New Roman" panose="02020603050405020304" pitchFamily="18" charset="0"/>
                <a:ea typeface="宋体" panose="02010600030101010101" pitchFamily="2" charset="-122"/>
              </a:rPr>
              <a:t>   </a:t>
            </a:r>
            <a:endParaRPr lang="zh-CN" altLang="en-US" b="0" baseline="-25000" dirty="0">
              <a:solidFill>
                <a:schemeClr val="bg1"/>
              </a:solidFill>
              <a:latin typeface="Times New Roman" panose="02020603050405020304" pitchFamily="18" charset="0"/>
              <a:ea typeface="宋体" panose="02010600030101010101" pitchFamily="2" charset="-122"/>
            </a:endParaRPr>
          </a:p>
          <a:p>
            <a:r>
              <a:rPr lang="zh-CN" altLang="en-US" dirty="0">
                <a:latin typeface="Times New Roman" panose="02020603050405020304" pitchFamily="18" charset="0"/>
              </a:rPr>
              <a:t>求</a:t>
            </a:r>
            <a:r>
              <a:rPr lang="zh-CN" altLang="en-US" b="0" dirty="0">
                <a:latin typeface="Times New Roman" panose="02020603050405020304" pitchFamily="18" charset="0"/>
                <a:ea typeface="宋体" panose="02010600030101010101" pitchFamily="2" charset="-122"/>
              </a:rPr>
              <a:t>：</a:t>
            </a:r>
            <a:r>
              <a:rPr lang="en-US" altLang="zh-CN" b="0" i="1" dirty="0">
                <a:solidFill>
                  <a:schemeClr val="bg1"/>
                </a:solidFill>
                <a:latin typeface="Times New Roman" panose="02020603050405020304" pitchFamily="18" charset="0"/>
                <a:ea typeface="宋体" panose="02010600030101010101" pitchFamily="2" charset="-122"/>
              </a:rPr>
              <a:t>Z</a:t>
            </a:r>
            <a:r>
              <a:rPr lang="en-US" altLang="zh-CN" b="0" baseline="-25000" dirty="0">
                <a:solidFill>
                  <a:schemeClr val="bg1"/>
                </a:solidFill>
                <a:latin typeface="Times New Roman" panose="02020603050405020304" pitchFamily="18" charset="0"/>
                <a:ea typeface="宋体" panose="02010600030101010101" pitchFamily="2" charset="-122"/>
              </a:rPr>
              <a:t>x</a:t>
            </a:r>
            <a:r>
              <a:rPr lang="en-US" altLang="zh-CN" b="0" i="1" dirty="0">
                <a:solidFill>
                  <a:schemeClr val="bg1"/>
                </a:solidFill>
                <a:latin typeface="Times New Roman" panose="02020603050405020304" pitchFamily="18" charset="0"/>
                <a:ea typeface="宋体" panose="02010600030101010101" pitchFamily="2" charset="-122"/>
              </a:rPr>
              <a:t>=R</a:t>
            </a:r>
            <a:r>
              <a:rPr lang="en-US" altLang="zh-CN" b="0" baseline="-25000" dirty="0">
                <a:solidFill>
                  <a:schemeClr val="bg1"/>
                </a:solidFill>
                <a:latin typeface="Times New Roman" panose="02020603050405020304" pitchFamily="18" charset="0"/>
                <a:ea typeface="宋体" panose="02010600030101010101" pitchFamily="2" charset="-122"/>
              </a:rPr>
              <a:t>x</a:t>
            </a:r>
            <a:r>
              <a:rPr lang="en-US" altLang="zh-CN" b="0" i="1" dirty="0">
                <a:solidFill>
                  <a:schemeClr val="bg1"/>
                </a:solidFill>
                <a:latin typeface="Times New Roman" panose="02020603050405020304" pitchFamily="18" charset="0"/>
                <a:ea typeface="宋体" panose="02010600030101010101" pitchFamily="2" charset="-122"/>
              </a:rPr>
              <a:t>+</a:t>
            </a:r>
            <a:r>
              <a:rPr lang="en-US" altLang="zh-CN" b="0" dirty="0">
                <a:solidFill>
                  <a:schemeClr val="bg1"/>
                </a:solidFill>
                <a:latin typeface="Times New Roman" panose="02020603050405020304" pitchFamily="18" charset="0"/>
                <a:ea typeface="宋体" panose="02010600030101010101" pitchFamily="2" charset="-122"/>
              </a:rPr>
              <a:t>j</a:t>
            </a:r>
            <a:r>
              <a:rPr lang="en-US" altLang="zh-CN" b="0" i="1" dirty="0">
                <a:solidFill>
                  <a:schemeClr val="bg1"/>
                </a:solidFill>
                <a:latin typeface="Symbol" panose="05050102010706020507" pitchFamily="18" charset="2"/>
                <a:ea typeface="宋体" panose="02010600030101010101" pitchFamily="2" charset="-122"/>
              </a:rPr>
              <a:t>w</a:t>
            </a:r>
            <a:r>
              <a:rPr lang="en-US" altLang="zh-CN" b="0" i="1" dirty="0">
                <a:solidFill>
                  <a:schemeClr val="bg1"/>
                </a:solidFill>
                <a:latin typeface="Times New Roman" panose="02020603050405020304" pitchFamily="18" charset="0"/>
                <a:ea typeface="宋体" panose="02010600030101010101" pitchFamily="2" charset="-122"/>
              </a:rPr>
              <a:t>L</a:t>
            </a:r>
            <a:r>
              <a:rPr lang="en-US" altLang="zh-CN" b="0" baseline="-25000" dirty="0">
                <a:solidFill>
                  <a:schemeClr val="bg1"/>
                </a:solidFill>
                <a:latin typeface="Times New Roman" panose="02020603050405020304" pitchFamily="18" charset="0"/>
                <a:ea typeface="宋体" panose="02010600030101010101" pitchFamily="2" charset="-122"/>
              </a:rPr>
              <a:t>x</a:t>
            </a:r>
            <a:r>
              <a:rPr lang="zh-CN" altLang="en-US" b="0" dirty="0">
                <a:solidFill>
                  <a:schemeClr val="bg1"/>
                </a:solidFill>
                <a:latin typeface="Times New Roman" panose="02020603050405020304" pitchFamily="18" charset="0"/>
                <a:ea typeface="宋体" panose="02010600030101010101" pitchFamily="2" charset="-122"/>
              </a:rPr>
              <a:t>。</a:t>
            </a:r>
            <a:endParaRPr lang="zh-CN" altLang="en-US" b="0" dirty="0">
              <a:solidFill>
                <a:schemeClr val="bg1"/>
              </a:solidFill>
              <a:latin typeface="Times New Roman" panose="02020603050405020304" pitchFamily="18" charset="0"/>
              <a:ea typeface="宋体" panose="02010600030101010101" pitchFamily="2" charset="-122"/>
            </a:endParaRPr>
          </a:p>
        </p:txBody>
      </p:sp>
      <p:sp>
        <p:nvSpPr>
          <p:cNvPr id="40963" name="Text Box 3"/>
          <p:cNvSpPr txBox="1"/>
          <p:nvPr/>
        </p:nvSpPr>
        <p:spPr>
          <a:xfrm>
            <a:off x="1042988" y="1557338"/>
            <a:ext cx="4824412" cy="519112"/>
          </a:xfrm>
          <a:prstGeom prst="rect">
            <a:avLst/>
          </a:prstGeom>
          <a:noFill/>
          <a:ln w="9525">
            <a:noFill/>
          </a:ln>
        </p:spPr>
        <p:txBody>
          <a:bodyPr>
            <a:spAutoFit/>
          </a:bodyPr>
          <a:p>
            <a:r>
              <a:rPr lang="zh-CN" altLang="en-US" dirty="0">
                <a:latin typeface="Times New Roman" panose="02020603050405020304" pitchFamily="18" charset="0"/>
              </a:rPr>
              <a:t>平衡条件：</a:t>
            </a:r>
            <a:r>
              <a:rPr lang="en-US" altLang="zh-CN" b="0" i="1" dirty="0">
                <a:solidFill>
                  <a:schemeClr val="bg1"/>
                </a:solidFill>
                <a:latin typeface="Times New Roman" panose="02020603050405020304" pitchFamily="18" charset="0"/>
                <a:ea typeface="宋体" panose="02010600030101010101" pitchFamily="2" charset="-122"/>
              </a:rPr>
              <a:t>Z</a:t>
            </a:r>
            <a:r>
              <a:rPr lang="en-US" altLang="zh-CN" b="0" baseline="-25000" dirty="0">
                <a:solidFill>
                  <a:schemeClr val="bg1"/>
                </a:solidFill>
                <a:latin typeface="Times New Roman" panose="02020603050405020304" pitchFamily="18" charset="0"/>
                <a:ea typeface="宋体" panose="02010600030101010101" pitchFamily="2" charset="-122"/>
              </a:rPr>
              <a:t>1 </a:t>
            </a:r>
            <a:r>
              <a:rPr lang="en-US" altLang="zh-CN" b="0" i="1" dirty="0">
                <a:solidFill>
                  <a:schemeClr val="bg1"/>
                </a:solidFill>
                <a:latin typeface="Times New Roman" panose="02020603050405020304" pitchFamily="18" charset="0"/>
                <a:ea typeface="宋体" panose="02010600030101010101" pitchFamily="2" charset="-122"/>
              </a:rPr>
              <a:t>Z</a:t>
            </a:r>
            <a:r>
              <a:rPr lang="en-US" altLang="zh-CN" b="0" baseline="-25000" dirty="0">
                <a:solidFill>
                  <a:schemeClr val="bg1"/>
                </a:solidFill>
                <a:latin typeface="Times New Roman" panose="02020603050405020304" pitchFamily="18" charset="0"/>
                <a:ea typeface="宋体" panose="02010600030101010101" pitchFamily="2" charset="-122"/>
              </a:rPr>
              <a:t>3</a:t>
            </a:r>
            <a:r>
              <a:rPr lang="en-US" altLang="zh-CN" b="0" dirty="0">
                <a:solidFill>
                  <a:schemeClr val="bg1"/>
                </a:solidFill>
                <a:latin typeface="Times New Roman" panose="02020603050405020304" pitchFamily="18" charset="0"/>
                <a:ea typeface="宋体" panose="02010600030101010101" pitchFamily="2" charset="-122"/>
              </a:rPr>
              <a:t>=</a:t>
            </a:r>
            <a:r>
              <a:rPr lang="en-US" altLang="zh-CN" b="0" baseline="-25000" dirty="0">
                <a:solidFill>
                  <a:schemeClr val="bg1"/>
                </a:solidFill>
                <a:latin typeface="Times New Roman" panose="02020603050405020304" pitchFamily="18" charset="0"/>
                <a:ea typeface="宋体" panose="02010600030101010101" pitchFamily="2" charset="-122"/>
              </a:rPr>
              <a:t> </a:t>
            </a:r>
            <a:r>
              <a:rPr lang="en-US" altLang="zh-CN" b="0" i="1" dirty="0">
                <a:solidFill>
                  <a:schemeClr val="bg1"/>
                </a:solidFill>
                <a:latin typeface="Times New Roman" panose="02020603050405020304" pitchFamily="18" charset="0"/>
                <a:ea typeface="宋体" panose="02010600030101010101" pitchFamily="2" charset="-122"/>
              </a:rPr>
              <a:t>Z</a:t>
            </a:r>
            <a:r>
              <a:rPr lang="en-US" altLang="zh-CN" b="0" baseline="-25000" dirty="0">
                <a:solidFill>
                  <a:schemeClr val="bg1"/>
                </a:solidFill>
                <a:latin typeface="Times New Roman" panose="02020603050405020304" pitchFamily="18" charset="0"/>
                <a:ea typeface="宋体" panose="02010600030101010101" pitchFamily="2" charset="-122"/>
              </a:rPr>
              <a:t>2 </a:t>
            </a:r>
            <a:r>
              <a:rPr lang="en-US" altLang="zh-CN" b="0" i="1" dirty="0">
                <a:solidFill>
                  <a:schemeClr val="bg1"/>
                </a:solidFill>
                <a:latin typeface="Times New Roman" panose="02020603050405020304" pitchFamily="18" charset="0"/>
                <a:ea typeface="宋体" panose="02010600030101010101" pitchFamily="2" charset="-122"/>
              </a:rPr>
              <a:t>Z</a:t>
            </a:r>
            <a:r>
              <a:rPr lang="en-US" altLang="zh-CN" b="0" baseline="-25000" dirty="0">
                <a:solidFill>
                  <a:schemeClr val="bg1"/>
                </a:solidFill>
                <a:latin typeface="Times New Roman" panose="02020603050405020304" pitchFamily="18" charset="0"/>
                <a:ea typeface="宋体" panose="02010600030101010101" pitchFamily="2" charset="-122"/>
              </a:rPr>
              <a:t>x</a:t>
            </a:r>
            <a:r>
              <a:rPr lang="en-US" altLang="zh-CN" baseline="-25000" dirty="0">
                <a:solidFill>
                  <a:schemeClr val="bg1"/>
                </a:solidFill>
                <a:latin typeface="Times New Roman" panose="02020603050405020304" pitchFamily="18" charset="0"/>
                <a:ea typeface="宋体" panose="02010600030101010101" pitchFamily="2" charset="-122"/>
              </a:rPr>
              <a:t>    </a:t>
            </a:r>
            <a:r>
              <a:rPr lang="zh-CN" altLang="en-US" dirty="0">
                <a:latin typeface="Times New Roman" panose="02020603050405020304" pitchFamily="18" charset="0"/>
              </a:rPr>
              <a:t>得</a:t>
            </a:r>
            <a:endParaRPr lang="zh-CN" altLang="en-US" dirty="0">
              <a:latin typeface="Times New Roman" panose="02020603050405020304" pitchFamily="18" charset="0"/>
            </a:endParaRPr>
          </a:p>
        </p:txBody>
      </p:sp>
      <p:sp>
        <p:nvSpPr>
          <p:cNvPr id="40964" name="Text Box 4"/>
          <p:cNvSpPr txBox="1"/>
          <p:nvPr/>
        </p:nvSpPr>
        <p:spPr>
          <a:xfrm>
            <a:off x="1403350" y="4221163"/>
            <a:ext cx="4573588" cy="579437"/>
          </a:xfrm>
          <a:prstGeom prst="rect">
            <a:avLst/>
          </a:prstGeom>
          <a:noFill/>
          <a:ln w="9525">
            <a:noFill/>
          </a:ln>
        </p:spPr>
        <p:txBody>
          <a:bodyPr wrap="none">
            <a:spAutoFit/>
          </a:bodyPr>
          <a:p>
            <a:r>
              <a:rPr lang="en-US" altLang="zh-CN" sz="3200" b="0" i="1" dirty="0">
                <a:solidFill>
                  <a:schemeClr val="bg1"/>
                </a:solidFill>
                <a:latin typeface="Times New Roman" panose="02020603050405020304" pitchFamily="18" charset="0"/>
                <a:ea typeface="宋体" panose="02010600030101010101" pitchFamily="2" charset="-122"/>
              </a:rPr>
              <a:t>R</a:t>
            </a:r>
            <a:r>
              <a:rPr lang="en-US" altLang="zh-CN" sz="3200" b="0" baseline="-25000" dirty="0">
                <a:solidFill>
                  <a:schemeClr val="bg1"/>
                </a:solidFill>
                <a:latin typeface="Times New Roman" panose="02020603050405020304" pitchFamily="18" charset="0"/>
                <a:ea typeface="宋体" panose="02010600030101010101" pitchFamily="2" charset="-122"/>
              </a:rPr>
              <a:t>1</a:t>
            </a:r>
            <a:r>
              <a:rPr lang="en-US" altLang="zh-CN" sz="3200" b="0" dirty="0">
                <a:solidFill>
                  <a:schemeClr val="bg1"/>
                </a:solidFill>
                <a:latin typeface="Times New Roman" panose="02020603050405020304" pitchFamily="18" charset="0"/>
                <a:ea typeface="宋体" panose="02010600030101010101" pitchFamily="2" charset="-122"/>
              </a:rPr>
              <a:t>(</a:t>
            </a:r>
            <a:r>
              <a:rPr lang="en-US" altLang="zh-CN" sz="3200" b="0" i="1" dirty="0">
                <a:solidFill>
                  <a:schemeClr val="bg1"/>
                </a:solidFill>
                <a:latin typeface="Times New Roman" panose="02020603050405020304" pitchFamily="18" charset="0"/>
                <a:ea typeface="宋体" panose="02010600030101010101" pitchFamily="2" charset="-122"/>
              </a:rPr>
              <a:t>R</a:t>
            </a:r>
            <a:r>
              <a:rPr lang="en-US" altLang="zh-CN" sz="3200" b="0" baseline="-25000" dirty="0">
                <a:solidFill>
                  <a:schemeClr val="bg1"/>
                </a:solidFill>
                <a:latin typeface="Times New Roman" panose="02020603050405020304" pitchFamily="18" charset="0"/>
                <a:ea typeface="宋体" panose="02010600030101010101" pitchFamily="2" charset="-122"/>
              </a:rPr>
              <a:t>3</a:t>
            </a:r>
            <a:r>
              <a:rPr lang="en-US" altLang="zh-CN" sz="3200" b="0" i="1" dirty="0">
                <a:solidFill>
                  <a:schemeClr val="bg1"/>
                </a:solidFill>
                <a:latin typeface="Times New Roman" panose="02020603050405020304" pitchFamily="18" charset="0"/>
                <a:ea typeface="宋体" panose="02010600030101010101" pitchFamily="2" charset="-122"/>
              </a:rPr>
              <a:t>+</a:t>
            </a:r>
            <a:r>
              <a:rPr lang="en-US" altLang="zh-CN" sz="3200" b="0" dirty="0">
                <a:solidFill>
                  <a:schemeClr val="bg1"/>
                </a:solidFill>
                <a:latin typeface="Times New Roman" panose="02020603050405020304" pitchFamily="18" charset="0"/>
                <a:ea typeface="宋体" panose="02010600030101010101" pitchFamily="2" charset="-122"/>
              </a:rPr>
              <a:t>j</a:t>
            </a:r>
            <a:r>
              <a:rPr lang="en-US" altLang="zh-CN" sz="3200" b="0" i="1" dirty="0">
                <a:solidFill>
                  <a:schemeClr val="bg1"/>
                </a:solidFill>
                <a:latin typeface="Symbol" panose="05050102010706020507" pitchFamily="18" charset="2"/>
                <a:ea typeface="宋体" panose="02010600030101010101" pitchFamily="2" charset="-122"/>
              </a:rPr>
              <a:t>w</a:t>
            </a:r>
            <a:r>
              <a:rPr lang="en-US" altLang="zh-CN" sz="3200" b="0" i="1" dirty="0">
                <a:solidFill>
                  <a:schemeClr val="bg1"/>
                </a:solidFill>
                <a:latin typeface="Times New Roman" panose="02020603050405020304" pitchFamily="18" charset="0"/>
                <a:ea typeface="宋体" panose="02010600030101010101" pitchFamily="2" charset="-122"/>
              </a:rPr>
              <a:t>L</a:t>
            </a:r>
            <a:r>
              <a:rPr lang="en-US" altLang="zh-CN" sz="3200" b="0" baseline="-25000" dirty="0">
                <a:solidFill>
                  <a:schemeClr val="bg1"/>
                </a:solidFill>
                <a:latin typeface="Times New Roman" panose="02020603050405020304" pitchFamily="18" charset="0"/>
                <a:ea typeface="宋体" panose="02010600030101010101" pitchFamily="2" charset="-122"/>
              </a:rPr>
              <a:t>3</a:t>
            </a:r>
            <a:r>
              <a:rPr lang="en-US" altLang="zh-CN" sz="3200" b="0" dirty="0">
                <a:solidFill>
                  <a:schemeClr val="bg1"/>
                </a:solidFill>
                <a:latin typeface="Times New Roman" panose="02020603050405020304" pitchFamily="18" charset="0"/>
                <a:ea typeface="宋体" panose="02010600030101010101" pitchFamily="2" charset="-122"/>
              </a:rPr>
              <a:t>)</a:t>
            </a:r>
            <a:r>
              <a:rPr lang="en-US" altLang="zh-CN" sz="3200" b="0" i="1" dirty="0">
                <a:solidFill>
                  <a:schemeClr val="bg1"/>
                </a:solidFill>
                <a:latin typeface="Times New Roman" panose="02020603050405020304" pitchFamily="18" charset="0"/>
                <a:ea typeface="宋体" panose="02010600030101010101" pitchFamily="2" charset="-122"/>
              </a:rPr>
              <a:t>=R</a:t>
            </a:r>
            <a:r>
              <a:rPr lang="en-US" altLang="zh-CN" sz="3200" b="0" baseline="-25000" dirty="0">
                <a:solidFill>
                  <a:schemeClr val="bg1"/>
                </a:solidFill>
                <a:latin typeface="Times New Roman" panose="02020603050405020304" pitchFamily="18" charset="0"/>
                <a:ea typeface="宋体" panose="02010600030101010101" pitchFamily="2" charset="-122"/>
              </a:rPr>
              <a:t>2</a:t>
            </a:r>
            <a:r>
              <a:rPr lang="en-US" altLang="zh-CN" sz="3200" b="0" dirty="0">
                <a:solidFill>
                  <a:schemeClr val="bg1"/>
                </a:solidFill>
                <a:latin typeface="Times New Roman" panose="02020603050405020304" pitchFamily="18" charset="0"/>
                <a:ea typeface="宋体" panose="02010600030101010101" pitchFamily="2" charset="-122"/>
              </a:rPr>
              <a:t>(</a:t>
            </a:r>
            <a:r>
              <a:rPr lang="en-US" altLang="zh-CN" sz="3200" b="0" i="1" dirty="0">
                <a:solidFill>
                  <a:schemeClr val="bg1"/>
                </a:solidFill>
                <a:latin typeface="Times New Roman" panose="02020603050405020304" pitchFamily="18" charset="0"/>
                <a:ea typeface="宋体" panose="02010600030101010101" pitchFamily="2" charset="-122"/>
              </a:rPr>
              <a:t>R</a:t>
            </a:r>
            <a:r>
              <a:rPr lang="en-US" altLang="zh-CN" sz="3200" b="0" baseline="-25000" dirty="0">
                <a:solidFill>
                  <a:schemeClr val="bg1"/>
                </a:solidFill>
                <a:latin typeface="Times New Roman" panose="02020603050405020304" pitchFamily="18" charset="0"/>
                <a:ea typeface="宋体" panose="02010600030101010101" pitchFamily="2" charset="-122"/>
              </a:rPr>
              <a:t>x</a:t>
            </a:r>
            <a:r>
              <a:rPr lang="en-US" altLang="zh-CN" sz="3200" b="0" i="1" dirty="0">
                <a:solidFill>
                  <a:schemeClr val="bg1"/>
                </a:solidFill>
                <a:latin typeface="Times New Roman" panose="02020603050405020304" pitchFamily="18" charset="0"/>
                <a:ea typeface="宋体" panose="02010600030101010101" pitchFamily="2" charset="-122"/>
              </a:rPr>
              <a:t>+</a:t>
            </a:r>
            <a:r>
              <a:rPr lang="en-US" altLang="zh-CN" sz="3200" b="0" dirty="0">
                <a:solidFill>
                  <a:schemeClr val="bg1"/>
                </a:solidFill>
                <a:latin typeface="Times New Roman" panose="02020603050405020304" pitchFamily="18" charset="0"/>
                <a:ea typeface="宋体" panose="02010600030101010101" pitchFamily="2" charset="-122"/>
              </a:rPr>
              <a:t>j</a:t>
            </a:r>
            <a:r>
              <a:rPr lang="en-US" altLang="zh-CN" sz="3200" b="0" i="1" dirty="0">
                <a:solidFill>
                  <a:schemeClr val="bg1"/>
                </a:solidFill>
                <a:latin typeface="Symbol" panose="05050102010706020507" pitchFamily="18" charset="2"/>
                <a:ea typeface="宋体" panose="02010600030101010101" pitchFamily="2" charset="-122"/>
              </a:rPr>
              <a:t>w</a:t>
            </a:r>
            <a:r>
              <a:rPr lang="en-US" altLang="zh-CN" sz="3200" b="0" i="1" dirty="0">
                <a:solidFill>
                  <a:schemeClr val="bg1"/>
                </a:solidFill>
                <a:latin typeface="Times New Roman" panose="02020603050405020304" pitchFamily="18" charset="0"/>
                <a:ea typeface="宋体" panose="02010600030101010101" pitchFamily="2" charset="-122"/>
              </a:rPr>
              <a:t>L</a:t>
            </a:r>
            <a:r>
              <a:rPr lang="en-US" altLang="zh-CN" sz="3200" b="0" baseline="-25000" dirty="0">
                <a:solidFill>
                  <a:schemeClr val="bg1"/>
                </a:solidFill>
                <a:latin typeface="Times New Roman" panose="02020603050405020304" pitchFamily="18" charset="0"/>
                <a:ea typeface="宋体" panose="02010600030101010101" pitchFamily="2" charset="-122"/>
              </a:rPr>
              <a:t>x</a:t>
            </a:r>
            <a:r>
              <a:rPr lang="en-US" altLang="zh-CN" sz="3200" b="0" dirty="0">
                <a:solidFill>
                  <a:schemeClr val="bg1"/>
                </a:solidFill>
                <a:latin typeface="Times New Roman" panose="02020603050405020304" pitchFamily="18" charset="0"/>
                <a:ea typeface="宋体" panose="02010600030101010101" pitchFamily="2" charset="-122"/>
              </a:rPr>
              <a:t>)</a:t>
            </a:r>
            <a:endParaRPr lang="en-US" altLang="zh-CN" sz="3200" b="0" i="1" dirty="0">
              <a:solidFill>
                <a:schemeClr val="bg1"/>
              </a:solidFill>
              <a:latin typeface="Times New Roman" panose="02020603050405020304" pitchFamily="18" charset="0"/>
              <a:ea typeface="宋体" panose="02010600030101010101" pitchFamily="2" charset="-122"/>
            </a:endParaRPr>
          </a:p>
        </p:txBody>
      </p:sp>
      <p:sp>
        <p:nvSpPr>
          <p:cNvPr id="40965" name="Text Box 5" descr="花束"/>
          <p:cNvSpPr txBox="1"/>
          <p:nvPr/>
        </p:nvSpPr>
        <p:spPr>
          <a:xfrm>
            <a:off x="1258888" y="4941888"/>
            <a:ext cx="4737100" cy="579437"/>
          </a:xfrm>
          <a:prstGeom prst="rect">
            <a:avLst/>
          </a:prstGeom>
          <a:noFill/>
          <a:ln w="9525">
            <a:noFill/>
          </a:ln>
        </p:spPr>
        <p:txBody>
          <a:bodyPr wrap="none">
            <a:spAutoFit/>
          </a:bodyPr>
          <a:p>
            <a:r>
              <a:rPr lang="en-US" altLang="zh-CN" sz="3200" b="0" i="1" dirty="0">
                <a:solidFill>
                  <a:schemeClr val="bg1"/>
                </a:solidFill>
                <a:latin typeface="Times New Roman" panose="02020603050405020304" pitchFamily="18" charset="0"/>
                <a:ea typeface="宋体" panose="02010600030101010101" pitchFamily="2" charset="-122"/>
              </a:rPr>
              <a:t>R</a:t>
            </a:r>
            <a:r>
              <a:rPr lang="en-US" altLang="zh-CN" sz="3200" b="0" baseline="-25000" dirty="0">
                <a:solidFill>
                  <a:schemeClr val="bg1"/>
                </a:solidFill>
                <a:latin typeface="Times New Roman" panose="02020603050405020304" pitchFamily="18" charset="0"/>
                <a:ea typeface="宋体" panose="02010600030101010101" pitchFamily="2" charset="-122"/>
              </a:rPr>
              <a:t>x</a:t>
            </a:r>
            <a:r>
              <a:rPr lang="en-US" altLang="zh-CN" sz="3200" b="0" i="1" dirty="0">
                <a:solidFill>
                  <a:schemeClr val="bg1"/>
                </a:solidFill>
                <a:latin typeface="Times New Roman" panose="02020603050405020304" pitchFamily="18" charset="0"/>
                <a:ea typeface="宋体" panose="02010600030101010101" pitchFamily="2" charset="-122"/>
              </a:rPr>
              <a:t>=R</a:t>
            </a:r>
            <a:r>
              <a:rPr lang="en-US" altLang="zh-CN" sz="3200" b="0" baseline="-25000" dirty="0">
                <a:solidFill>
                  <a:schemeClr val="bg1"/>
                </a:solidFill>
                <a:latin typeface="Times New Roman" panose="02020603050405020304" pitchFamily="18" charset="0"/>
                <a:ea typeface="宋体" panose="02010600030101010101" pitchFamily="2" charset="-122"/>
              </a:rPr>
              <a:t>1</a:t>
            </a:r>
            <a:r>
              <a:rPr lang="en-US" altLang="zh-CN" sz="3200" b="0" i="1" dirty="0">
                <a:solidFill>
                  <a:schemeClr val="bg1"/>
                </a:solidFill>
                <a:latin typeface="Times New Roman" panose="02020603050405020304" pitchFamily="18" charset="0"/>
                <a:ea typeface="宋体" panose="02010600030101010101" pitchFamily="2" charset="-122"/>
              </a:rPr>
              <a:t>R</a:t>
            </a:r>
            <a:r>
              <a:rPr lang="en-US" altLang="zh-CN" sz="3200" b="0" baseline="-25000" dirty="0">
                <a:solidFill>
                  <a:schemeClr val="bg1"/>
                </a:solidFill>
                <a:latin typeface="Times New Roman" panose="02020603050405020304" pitchFamily="18" charset="0"/>
                <a:ea typeface="宋体" panose="02010600030101010101" pitchFamily="2" charset="-122"/>
              </a:rPr>
              <a:t>3 </a:t>
            </a:r>
            <a:r>
              <a:rPr lang="en-US" altLang="zh-CN" sz="3200" b="0" i="1" dirty="0">
                <a:solidFill>
                  <a:schemeClr val="bg1"/>
                </a:solidFill>
                <a:latin typeface="Times New Roman" panose="02020603050405020304" pitchFamily="18" charset="0"/>
                <a:ea typeface="宋体" panose="02010600030101010101" pitchFamily="2" charset="-122"/>
              </a:rPr>
              <a:t>/R</a:t>
            </a:r>
            <a:r>
              <a:rPr lang="en-US" altLang="zh-CN" sz="3200" b="0" baseline="-25000" dirty="0">
                <a:solidFill>
                  <a:schemeClr val="bg1"/>
                </a:solidFill>
                <a:latin typeface="Times New Roman" panose="02020603050405020304" pitchFamily="18" charset="0"/>
                <a:ea typeface="宋体" panose="02010600030101010101" pitchFamily="2" charset="-122"/>
              </a:rPr>
              <a:t>2  </a:t>
            </a:r>
            <a:r>
              <a:rPr lang="en-US" altLang="zh-CN" sz="3200" b="0" i="1" dirty="0">
                <a:solidFill>
                  <a:schemeClr val="bg1"/>
                </a:solidFill>
                <a:latin typeface="Times New Roman" panose="02020603050405020304" pitchFamily="18" charset="0"/>
                <a:ea typeface="宋体" panose="02010600030101010101" pitchFamily="2" charset="-122"/>
              </a:rPr>
              <a:t>,    L</a:t>
            </a:r>
            <a:r>
              <a:rPr lang="en-US" altLang="zh-CN" sz="3200" b="0" baseline="-25000" dirty="0">
                <a:solidFill>
                  <a:schemeClr val="bg1"/>
                </a:solidFill>
                <a:latin typeface="Times New Roman" panose="02020603050405020304" pitchFamily="18" charset="0"/>
                <a:ea typeface="宋体" panose="02010600030101010101" pitchFamily="2" charset="-122"/>
              </a:rPr>
              <a:t>x</a:t>
            </a:r>
            <a:r>
              <a:rPr lang="en-US" altLang="zh-CN" sz="3200" b="0" i="1" dirty="0">
                <a:solidFill>
                  <a:schemeClr val="bg1"/>
                </a:solidFill>
                <a:latin typeface="Times New Roman" panose="02020603050405020304" pitchFamily="18" charset="0"/>
                <a:ea typeface="宋体" panose="02010600030101010101" pitchFamily="2" charset="-122"/>
              </a:rPr>
              <a:t>=L</a:t>
            </a:r>
            <a:r>
              <a:rPr lang="en-US" altLang="zh-CN" sz="3200" b="0" baseline="-25000" dirty="0">
                <a:solidFill>
                  <a:schemeClr val="bg1"/>
                </a:solidFill>
                <a:latin typeface="Times New Roman" panose="02020603050405020304" pitchFamily="18" charset="0"/>
                <a:ea typeface="宋体" panose="02010600030101010101" pitchFamily="2" charset="-122"/>
              </a:rPr>
              <a:t>3 </a:t>
            </a:r>
            <a:r>
              <a:rPr lang="en-US" altLang="zh-CN" sz="3200" b="0" i="1" dirty="0">
                <a:solidFill>
                  <a:schemeClr val="bg1"/>
                </a:solidFill>
                <a:latin typeface="Times New Roman" panose="02020603050405020304" pitchFamily="18" charset="0"/>
                <a:ea typeface="宋体" panose="02010600030101010101" pitchFamily="2" charset="-122"/>
              </a:rPr>
              <a:t>R</a:t>
            </a:r>
            <a:r>
              <a:rPr lang="en-US" altLang="zh-CN" sz="3200" b="0" baseline="-25000" dirty="0">
                <a:solidFill>
                  <a:schemeClr val="bg1"/>
                </a:solidFill>
                <a:latin typeface="Times New Roman" panose="02020603050405020304" pitchFamily="18" charset="0"/>
                <a:ea typeface="宋体" panose="02010600030101010101" pitchFamily="2" charset="-122"/>
              </a:rPr>
              <a:t>1</a:t>
            </a:r>
            <a:r>
              <a:rPr lang="en-US" altLang="zh-CN" sz="3200" b="0" dirty="0">
                <a:solidFill>
                  <a:schemeClr val="bg1"/>
                </a:solidFill>
                <a:latin typeface="Times New Roman" panose="02020603050405020304" pitchFamily="18" charset="0"/>
                <a:ea typeface="宋体" panose="02010600030101010101" pitchFamily="2" charset="-122"/>
              </a:rPr>
              <a:t>/</a:t>
            </a:r>
            <a:r>
              <a:rPr lang="en-US" altLang="zh-CN" sz="3200" b="0" i="1" dirty="0">
                <a:solidFill>
                  <a:schemeClr val="bg1"/>
                </a:solidFill>
                <a:latin typeface="Times New Roman" panose="02020603050405020304" pitchFamily="18" charset="0"/>
                <a:ea typeface="宋体" panose="02010600030101010101" pitchFamily="2" charset="-122"/>
              </a:rPr>
              <a:t>R</a:t>
            </a:r>
            <a:r>
              <a:rPr lang="en-US" altLang="zh-CN" sz="3200" b="0" baseline="-25000" dirty="0">
                <a:solidFill>
                  <a:schemeClr val="bg1"/>
                </a:solidFill>
                <a:latin typeface="Times New Roman" panose="02020603050405020304" pitchFamily="18" charset="0"/>
                <a:ea typeface="宋体" panose="02010600030101010101" pitchFamily="2" charset="-122"/>
              </a:rPr>
              <a:t>2</a:t>
            </a:r>
            <a:endParaRPr lang="en-US" altLang="zh-CN" sz="3200" b="0" i="1" dirty="0">
              <a:solidFill>
                <a:schemeClr val="bg1"/>
              </a:solidFill>
              <a:latin typeface="Times New Roman" panose="02020603050405020304" pitchFamily="18" charset="0"/>
              <a:ea typeface="宋体" panose="02010600030101010101" pitchFamily="2" charset="-122"/>
            </a:endParaRPr>
          </a:p>
        </p:txBody>
      </p:sp>
      <p:sp>
        <p:nvSpPr>
          <p:cNvPr id="40966" name="Text Box 6"/>
          <p:cNvSpPr txBox="1"/>
          <p:nvPr/>
        </p:nvSpPr>
        <p:spPr>
          <a:xfrm>
            <a:off x="323850" y="476250"/>
            <a:ext cx="1368425" cy="579438"/>
          </a:xfrm>
          <a:prstGeom prst="rect">
            <a:avLst/>
          </a:prstGeom>
          <a:noFill/>
          <a:ln w="9525">
            <a:noFill/>
          </a:ln>
        </p:spPr>
        <p:txBody>
          <a:bodyPr lIns="198000" rIns="198000">
            <a:spAutoFit/>
          </a:bodyPr>
          <a:p>
            <a:pPr>
              <a:spcBef>
                <a:spcPct val="50000"/>
              </a:spcBef>
            </a:pPr>
            <a:r>
              <a:rPr lang="zh-CN" altLang="en-US" sz="3200" dirty="0">
                <a:solidFill>
                  <a:schemeClr val="bg1"/>
                </a:solidFill>
                <a:latin typeface="Times New Roman" panose="02020603050405020304" pitchFamily="18" charset="0"/>
                <a:ea typeface="宋体" panose="02010600030101010101" pitchFamily="2" charset="-122"/>
              </a:rPr>
              <a:t>例</a:t>
            </a:r>
            <a:r>
              <a:rPr lang="en-US" altLang="zh-CN" sz="3200" b="0" dirty="0">
                <a:solidFill>
                  <a:schemeClr val="bg1"/>
                </a:solidFill>
                <a:latin typeface="Times New Roman" panose="02020603050405020304" pitchFamily="18" charset="0"/>
                <a:ea typeface="宋体" panose="02010600030101010101" pitchFamily="2" charset="-122"/>
              </a:rPr>
              <a:t>3-6</a:t>
            </a:r>
            <a:endParaRPr lang="en-US" altLang="zh-CN" sz="3200" b="0" dirty="0">
              <a:solidFill>
                <a:schemeClr val="bg1"/>
              </a:solidFill>
              <a:latin typeface="Times New Roman" panose="02020603050405020304" pitchFamily="18" charset="0"/>
              <a:ea typeface="宋体" panose="02010600030101010101" pitchFamily="2" charset="-122"/>
            </a:endParaRPr>
          </a:p>
        </p:txBody>
      </p:sp>
      <p:sp>
        <p:nvSpPr>
          <p:cNvPr id="40967" name="Text Box 7"/>
          <p:cNvSpPr txBox="1"/>
          <p:nvPr/>
        </p:nvSpPr>
        <p:spPr>
          <a:xfrm>
            <a:off x="395288" y="1557338"/>
            <a:ext cx="541337" cy="519112"/>
          </a:xfrm>
          <a:prstGeom prst="rect">
            <a:avLst/>
          </a:prstGeom>
          <a:solidFill>
            <a:srgbClr val="990033"/>
          </a:solidFill>
          <a:ln w="9525">
            <a:noFill/>
          </a:ln>
        </p:spPr>
        <p:txBody>
          <a:bodyPr wrap="none">
            <a:spAutoFit/>
          </a:bodyPr>
          <a:p>
            <a:pPr>
              <a:spcBef>
                <a:spcPct val="50000"/>
              </a:spcBef>
            </a:pPr>
            <a:r>
              <a:rPr lang="zh-CN" altLang="en-US" dirty="0">
                <a:solidFill>
                  <a:schemeClr val="bg1"/>
                </a:solidFill>
                <a:latin typeface="Times New Roman" panose="02020603050405020304" pitchFamily="18" charset="0"/>
                <a:ea typeface="宋体" panose="02010600030101010101" pitchFamily="2" charset="-122"/>
              </a:rPr>
              <a:t>解</a:t>
            </a:r>
            <a:endParaRPr lang="zh-CN" altLang="en-US" dirty="0">
              <a:solidFill>
                <a:schemeClr val="bg1"/>
              </a:solidFill>
              <a:latin typeface="Times New Roman" panose="02020603050405020304" pitchFamily="18" charset="0"/>
              <a:ea typeface="宋体" panose="02010600030101010101" pitchFamily="2" charset="-122"/>
            </a:endParaRPr>
          </a:p>
        </p:txBody>
      </p:sp>
      <p:sp>
        <p:nvSpPr>
          <p:cNvPr id="40991" name="Text Box 31"/>
          <p:cNvSpPr txBox="1"/>
          <p:nvPr/>
        </p:nvSpPr>
        <p:spPr>
          <a:xfrm>
            <a:off x="1692275" y="2924175"/>
            <a:ext cx="4032250" cy="579438"/>
          </a:xfrm>
          <a:prstGeom prst="rect">
            <a:avLst/>
          </a:prstGeom>
          <a:noFill/>
          <a:ln w="9525">
            <a:noFill/>
          </a:ln>
        </p:spPr>
        <p:txBody>
          <a:bodyPr>
            <a:spAutoFit/>
          </a:bodyPr>
          <a:p>
            <a:r>
              <a:rPr lang="en-US" altLang="zh-CN" sz="3200" b="0" i="1" dirty="0">
                <a:solidFill>
                  <a:schemeClr val="bg1"/>
                </a:solidFill>
                <a:latin typeface="Times New Roman" panose="02020603050405020304" pitchFamily="18" charset="0"/>
                <a:ea typeface="宋体" panose="02010600030101010101" pitchFamily="2" charset="-122"/>
              </a:rPr>
              <a:t> |Z</a:t>
            </a:r>
            <a:r>
              <a:rPr lang="en-US" altLang="zh-CN" sz="3200" b="0" baseline="-25000" dirty="0">
                <a:solidFill>
                  <a:schemeClr val="bg1"/>
                </a:solidFill>
                <a:latin typeface="Times New Roman" panose="02020603050405020304" pitchFamily="18" charset="0"/>
                <a:ea typeface="宋体" panose="02010600030101010101" pitchFamily="2" charset="-122"/>
              </a:rPr>
              <a:t>1</a:t>
            </a:r>
            <a:r>
              <a:rPr lang="en-US" altLang="zh-CN" sz="3200" b="0" dirty="0">
                <a:solidFill>
                  <a:schemeClr val="bg1"/>
                </a:solidFill>
                <a:latin typeface="Times New Roman" panose="02020603050405020304" pitchFamily="18" charset="0"/>
                <a:ea typeface="宋体" panose="02010600030101010101" pitchFamily="2" charset="-122"/>
              </a:rPr>
              <a:t>|</a:t>
            </a:r>
            <a:r>
              <a:rPr lang="en-US" altLang="zh-CN" sz="3200" b="0" dirty="0">
                <a:solidFill>
                  <a:schemeClr val="bg1"/>
                </a:solidFill>
                <a:latin typeface="Times New Roman" panose="02020603050405020304" pitchFamily="18" charset="0"/>
                <a:ea typeface="宋体" panose="02010600030101010101" pitchFamily="2" charset="-122"/>
                <a:sym typeface="Symbol" panose="05050102010706020507" pitchFamily="18" charset="2"/>
              </a:rPr>
              <a:t> </a:t>
            </a:r>
            <a:r>
              <a:rPr lang="en-US" altLang="zh-CN" sz="3200" b="0" i="1" dirty="0">
                <a:solidFill>
                  <a:schemeClr val="bg1"/>
                </a:solidFill>
                <a:latin typeface="Times New Roman" panose="02020603050405020304" pitchFamily="18" charset="0"/>
                <a:ea typeface="宋体" panose="02010600030101010101" pitchFamily="2" charset="-122"/>
              </a:rPr>
              <a:t>|Z</a:t>
            </a:r>
            <a:r>
              <a:rPr lang="en-US" altLang="zh-CN" sz="3200" b="0" baseline="-25000" dirty="0">
                <a:solidFill>
                  <a:schemeClr val="bg1"/>
                </a:solidFill>
                <a:latin typeface="Times New Roman" panose="02020603050405020304" pitchFamily="18" charset="0"/>
                <a:ea typeface="宋体" panose="02010600030101010101" pitchFamily="2" charset="-122"/>
              </a:rPr>
              <a:t>3</a:t>
            </a:r>
            <a:r>
              <a:rPr lang="en-US" altLang="zh-CN" sz="3200" b="0" dirty="0">
                <a:solidFill>
                  <a:schemeClr val="bg1"/>
                </a:solidFill>
                <a:latin typeface="Times New Roman" panose="02020603050405020304" pitchFamily="18" charset="0"/>
                <a:ea typeface="宋体" panose="02010600030101010101" pitchFamily="2" charset="-122"/>
              </a:rPr>
              <a:t>|</a:t>
            </a:r>
            <a:r>
              <a:rPr lang="en-US" altLang="zh-CN" sz="3200" b="0" baseline="-25000" dirty="0">
                <a:solidFill>
                  <a:schemeClr val="bg1"/>
                </a:solidFill>
                <a:latin typeface="Times New Roman" panose="02020603050405020304" pitchFamily="18" charset="0"/>
                <a:ea typeface="宋体" panose="02010600030101010101" pitchFamily="2" charset="-122"/>
              </a:rPr>
              <a:t> </a:t>
            </a:r>
            <a:r>
              <a:rPr lang="en-US" altLang="zh-CN" sz="3200" b="0" dirty="0">
                <a:solidFill>
                  <a:schemeClr val="bg1"/>
                </a:solidFill>
                <a:latin typeface="Times New Roman" panose="02020603050405020304" pitchFamily="18" charset="0"/>
                <a:ea typeface="宋体" panose="02010600030101010101" pitchFamily="2" charset="-122"/>
              </a:rPr>
              <a:t>= </a:t>
            </a:r>
            <a:r>
              <a:rPr lang="en-US" altLang="zh-CN" sz="3200" b="0" i="1" dirty="0">
                <a:solidFill>
                  <a:schemeClr val="bg1"/>
                </a:solidFill>
                <a:latin typeface="Times New Roman" panose="02020603050405020304" pitchFamily="18" charset="0"/>
                <a:ea typeface="宋体" panose="02010600030101010101" pitchFamily="2" charset="-122"/>
              </a:rPr>
              <a:t>|Z</a:t>
            </a:r>
            <a:r>
              <a:rPr lang="en-US" altLang="zh-CN" sz="3200" b="0" baseline="-25000" dirty="0">
                <a:solidFill>
                  <a:schemeClr val="bg1"/>
                </a:solidFill>
                <a:latin typeface="Times New Roman" panose="02020603050405020304" pitchFamily="18" charset="0"/>
                <a:ea typeface="宋体" panose="02010600030101010101" pitchFamily="2" charset="-122"/>
              </a:rPr>
              <a:t>2</a:t>
            </a:r>
            <a:r>
              <a:rPr lang="en-US" altLang="zh-CN" sz="3200" b="0" dirty="0">
                <a:solidFill>
                  <a:schemeClr val="bg1"/>
                </a:solidFill>
                <a:latin typeface="Times New Roman" panose="02020603050405020304" pitchFamily="18" charset="0"/>
                <a:ea typeface="宋体" panose="02010600030101010101" pitchFamily="2" charset="-122"/>
              </a:rPr>
              <a:t>|</a:t>
            </a:r>
            <a:r>
              <a:rPr lang="en-US" altLang="zh-CN" sz="3200" b="0" dirty="0">
                <a:solidFill>
                  <a:schemeClr val="bg1"/>
                </a:solidFill>
                <a:latin typeface="Times New Roman" panose="02020603050405020304" pitchFamily="18" charset="0"/>
                <a:ea typeface="宋体" panose="02010600030101010101" pitchFamily="2" charset="-122"/>
                <a:sym typeface="Symbol" panose="05050102010706020507" pitchFamily="18" charset="2"/>
              </a:rPr>
              <a:t> </a:t>
            </a:r>
            <a:r>
              <a:rPr lang="en-US" altLang="zh-CN" sz="3200" b="0" i="1" dirty="0">
                <a:solidFill>
                  <a:schemeClr val="bg1"/>
                </a:solidFill>
                <a:latin typeface="Times New Roman" panose="02020603050405020304" pitchFamily="18" charset="0"/>
                <a:ea typeface="宋体" panose="02010600030101010101" pitchFamily="2" charset="-122"/>
              </a:rPr>
              <a:t>|Z</a:t>
            </a:r>
            <a:r>
              <a:rPr lang="en-US" altLang="zh-CN" sz="3200" b="0" baseline="-25000" dirty="0">
                <a:solidFill>
                  <a:schemeClr val="bg1"/>
                </a:solidFill>
                <a:latin typeface="Times New Roman" panose="02020603050405020304" pitchFamily="18" charset="0"/>
                <a:ea typeface="宋体" panose="02010600030101010101" pitchFamily="2" charset="-122"/>
              </a:rPr>
              <a:t>x</a:t>
            </a:r>
            <a:r>
              <a:rPr lang="en-US" altLang="zh-CN" sz="3200" b="0" dirty="0">
                <a:solidFill>
                  <a:schemeClr val="bg1"/>
                </a:solidFill>
                <a:latin typeface="Times New Roman" panose="02020603050405020304" pitchFamily="18" charset="0"/>
                <a:ea typeface="宋体" panose="02010600030101010101" pitchFamily="2" charset="-122"/>
              </a:rPr>
              <a:t>|</a:t>
            </a:r>
            <a:r>
              <a:rPr lang="en-US" altLang="zh-CN" sz="3200" b="0" baseline="-25000" dirty="0">
                <a:solidFill>
                  <a:schemeClr val="bg1"/>
                </a:solidFill>
                <a:latin typeface="Times New Roman" panose="02020603050405020304" pitchFamily="18" charset="0"/>
                <a:ea typeface="宋体" panose="02010600030101010101" pitchFamily="2" charset="-122"/>
              </a:rPr>
              <a:t> </a:t>
            </a:r>
            <a:endParaRPr lang="en-US" altLang="zh-CN" sz="3200" b="0" dirty="0">
              <a:solidFill>
                <a:schemeClr val="bg1"/>
              </a:solidFill>
              <a:latin typeface="Times New Roman" panose="02020603050405020304" pitchFamily="18" charset="0"/>
              <a:ea typeface="宋体" panose="02010600030101010101" pitchFamily="2" charset="-122"/>
            </a:endParaRPr>
          </a:p>
        </p:txBody>
      </p:sp>
      <p:sp>
        <p:nvSpPr>
          <p:cNvPr id="40992" name="Text Box 32"/>
          <p:cNvSpPr txBox="1"/>
          <p:nvPr/>
        </p:nvSpPr>
        <p:spPr>
          <a:xfrm>
            <a:off x="1835150" y="3573463"/>
            <a:ext cx="3455988" cy="579437"/>
          </a:xfrm>
          <a:prstGeom prst="rect">
            <a:avLst/>
          </a:prstGeom>
          <a:noFill/>
          <a:ln w="9525">
            <a:noFill/>
          </a:ln>
        </p:spPr>
        <p:txBody>
          <a:bodyPr>
            <a:spAutoFit/>
          </a:bodyPr>
          <a:p>
            <a:r>
              <a:rPr lang="en-US" altLang="zh-CN" sz="3200" b="0" i="1" dirty="0">
                <a:solidFill>
                  <a:schemeClr val="bg1"/>
                </a:solidFill>
                <a:latin typeface="Times New Roman" panose="02020603050405020304" pitchFamily="18" charset="0"/>
                <a:ea typeface="宋体" panose="02010600030101010101" pitchFamily="2" charset="-122"/>
                <a:sym typeface="Symbol" panose="05050102010706020507" pitchFamily="18" charset="2"/>
              </a:rPr>
              <a:t></a:t>
            </a:r>
            <a:r>
              <a:rPr lang="en-US" altLang="zh-CN" sz="3200" b="0" baseline="-25000" dirty="0">
                <a:solidFill>
                  <a:schemeClr val="bg1"/>
                </a:solidFill>
                <a:latin typeface="Times New Roman" panose="02020603050405020304" pitchFamily="18" charset="0"/>
                <a:ea typeface="宋体" panose="02010600030101010101" pitchFamily="2" charset="-122"/>
                <a:sym typeface="Symbol" panose="05050102010706020507" pitchFamily="18" charset="2"/>
              </a:rPr>
              <a:t>1</a:t>
            </a:r>
            <a:r>
              <a:rPr lang="en-US" altLang="zh-CN" sz="3200" b="0" baseline="-25000" dirty="0">
                <a:solidFill>
                  <a:schemeClr val="bg1"/>
                </a:solidFill>
                <a:latin typeface="Times New Roman" panose="02020603050405020304" pitchFamily="18" charset="0"/>
                <a:ea typeface="宋体" panose="02010600030101010101" pitchFamily="2" charset="-122"/>
              </a:rPr>
              <a:t> </a:t>
            </a:r>
            <a:r>
              <a:rPr lang="en-US" altLang="zh-CN" sz="3200" b="0" dirty="0">
                <a:solidFill>
                  <a:schemeClr val="bg1"/>
                </a:solidFill>
                <a:latin typeface="Times New Roman" panose="02020603050405020304" pitchFamily="18" charset="0"/>
                <a:ea typeface="宋体" panose="02010600030101010101" pitchFamily="2" charset="-122"/>
              </a:rPr>
              <a:t>+</a:t>
            </a:r>
            <a:r>
              <a:rPr lang="en-US" altLang="zh-CN" sz="3200" b="0" i="1" dirty="0">
                <a:solidFill>
                  <a:schemeClr val="bg1"/>
                </a:solidFill>
                <a:latin typeface="Times New Roman" panose="02020603050405020304" pitchFamily="18" charset="0"/>
                <a:ea typeface="宋体" panose="02010600030101010101" pitchFamily="2" charset="-122"/>
                <a:sym typeface="Symbol" panose="05050102010706020507" pitchFamily="18" charset="2"/>
              </a:rPr>
              <a:t></a:t>
            </a:r>
            <a:r>
              <a:rPr lang="en-US" altLang="zh-CN" sz="3200" b="0" baseline="-25000" dirty="0">
                <a:solidFill>
                  <a:schemeClr val="bg1"/>
                </a:solidFill>
                <a:latin typeface="Times New Roman" panose="02020603050405020304" pitchFamily="18" charset="0"/>
                <a:ea typeface="宋体" panose="02010600030101010101" pitchFamily="2" charset="-122"/>
                <a:sym typeface="Symbol" panose="05050102010706020507" pitchFamily="18" charset="2"/>
              </a:rPr>
              <a:t>3</a:t>
            </a:r>
            <a:r>
              <a:rPr lang="en-US" altLang="zh-CN" sz="3200" b="0" baseline="-25000" dirty="0">
                <a:solidFill>
                  <a:schemeClr val="bg1"/>
                </a:solidFill>
                <a:latin typeface="Times New Roman" panose="02020603050405020304" pitchFamily="18" charset="0"/>
                <a:ea typeface="宋体" panose="02010600030101010101" pitchFamily="2" charset="-122"/>
              </a:rPr>
              <a:t> </a:t>
            </a:r>
            <a:r>
              <a:rPr lang="en-US" altLang="zh-CN" sz="3200" b="0" dirty="0">
                <a:solidFill>
                  <a:schemeClr val="bg1"/>
                </a:solidFill>
                <a:latin typeface="Times New Roman" panose="02020603050405020304" pitchFamily="18" charset="0"/>
                <a:ea typeface="宋体" panose="02010600030101010101" pitchFamily="2" charset="-122"/>
              </a:rPr>
              <a:t>= </a:t>
            </a:r>
            <a:r>
              <a:rPr lang="en-US" altLang="zh-CN" sz="3200" b="0" i="1" dirty="0">
                <a:solidFill>
                  <a:schemeClr val="bg1"/>
                </a:solidFill>
                <a:latin typeface="Times New Roman" panose="02020603050405020304" pitchFamily="18" charset="0"/>
                <a:ea typeface="宋体" panose="02010600030101010101" pitchFamily="2" charset="-122"/>
                <a:sym typeface="Symbol" panose="05050102010706020507" pitchFamily="18" charset="2"/>
              </a:rPr>
              <a:t></a:t>
            </a:r>
            <a:r>
              <a:rPr lang="en-US" altLang="zh-CN" sz="3200" b="0" baseline="-25000" dirty="0">
                <a:solidFill>
                  <a:schemeClr val="bg1"/>
                </a:solidFill>
                <a:latin typeface="Times New Roman" panose="02020603050405020304" pitchFamily="18" charset="0"/>
                <a:ea typeface="宋体" panose="02010600030101010101" pitchFamily="2" charset="-122"/>
                <a:sym typeface="Symbol" panose="05050102010706020507" pitchFamily="18" charset="2"/>
              </a:rPr>
              <a:t>2</a:t>
            </a:r>
            <a:r>
              <a:rPr lang="en-US" altLang="zh-CN" sz="3200" b="0" baseline="-25000" dirty="0">
                <a:solidFill>
                  <a:schemeClr val="bg1"/>
                </a:solidFill>
                <a:latin typeface="Times New Roman" panose="02020603050405020304" pitchFamily="18" charset="0"/>
                <a:ea typeface="宋体" panose="02010600030101010101" pitchFamily="2" charset="-122"/>
              </a:rPr>
              <a:t> </a:t>
            </a:r>
            <a:r>
              <a:rPr lang="en-US" altLang="zh-CN" sz="3200" b="0" dirty="0">
                <a:solidFill>
                  <a:schemeClr val="bg1"/>
                </a:solidFill>
                <a:latin typeface="Times New Roman" panose="02020603050405020304" pitchFamily="18" charset="0"/>
                <a:ea typeface="宋体" panose="02010600030101010101" pitchFamily="2" charset="-122"/>
                <a:sym typeface="Symbol" panose="05050102010706020507" pitchFamily="18" charset="2"/>
              </a:rPr>
              <a:t>+</a:t>
            </a:r>
            <a:r>
              <a:rPr lang="en-US" altLang="zh-CN" sz="3200" b="0" i="1" dirty="0">
                <a:solidFill>
                  <a:schemeClr val="bg1"/>
                </a:solidFill>
                <a:latin typeface="Times New Roman" panose="02020603050405020304" pitchFamily="18" charset="0"/>
                <a:ea typeface="宋体" panose="02010600030101010101" pitchFamily="2" charset="-122"/>
                <a:sym typeface="Symbol" panose="05050102010706020507" pitchFamily="18" charset="2"/>
              </a:rPr>
              <a:t></a:t>
            </a:r>
            <a:r>
              <a:rPr lang="en-US" altLang="zh-CN" sz="3200" b="0" baseline="-25000" dirty="0">
                <a:solidFill>
                  <a:schemeClr val="bg1"/>
                </a:solidFill>
                <a:latin typeface="Times New Roman" panose="02020603050405020304" pitchFamily="18" charset="0"/>
                <a:ea typeface="宋体" panose="02010600030101010101" pitchFamily="2" charset="-122"/>
                <a:sym typeface="Symbol" panose="05050102010706020507" pitchFamily="18" charset="2"/>
              </a:rPr>
              <a:t>x</a:t>
            </a:r>
            <a:r>
              <a:rPr lang="en-US" altLang="zh-CN" sz="3200" b="0" baseline="-25000" dirty="0">
                <a:solidFill>
                  <a:schemeClr val="bg1"/>
                </a:solidFill>
                <a:latin typeface="Times New Roman" panose="02020603050405020304" pitchFamily="18" charset="0"/>
                <a:ea typeface="宋体" panose="02010600030101010101" pitchFamily="2" charset="-122"/>
              </a:rPr>
              <a:t> </a:t>
            </a:r>
            <a:endParaRPr lang="en-US" altLang="zh-CN" sz="3200" b="0" dirty="0">
              <a:solidFill>
                <a:schemeClr val="bg1"/>
              </a:solidFill>
              <a:latin typeface="Times New Roman" panose="02020603050405020304" pitchFamily="18" charset="0"/>
              <a:ea typeface="宋体" panose="02010600030101010101" pitchFamily="2" charset="-122"/>
            </a:endParaRPr>
          </a:p>
        </p:txBody>
      </p:sp>
      <p:sp>
        <p:nvSpPr>
          <p:cNvPr id="40993" name="AutoShape 33"/>
          <p:cNvSpPr/>
          <p:nvPr/>
        </p:nvSpPr>
        <p:spPr>
          <a:xfrm>
            <a:off x="1619250" y="3068638"/>
            <a:ext cx="144463" cy="1008062"/>
          </a:xfrm>
          <a:prstGeom prst="leftBrace">
            <a:avLst>
              <a:gd name="adj1" fmla="val 58117"/>
              <a:gd name="adj2" fmla="val 50000"/>
            </a:avLst>
          </a:prstGeom>
          <a:noFill/>
          <a:ln w="28575" cap="flat" cmpd="sng">
            <a:solidFill>
              <a:srgbClr val="FFFF00"/>
            </a:solidFill>
            <a:prstDash val="solid"/>
            <a:headEnd type="none" w="med" len="med"/>
            <a:tailEnd type="none" w="med" len="med"/>
          </a:ln>
        </p:spPr>
        <p:txBody>
          <a:bodyPr wrap="none" anchor="ctr" anchorCtr="0"/>
          <a:p>
            <a:endParaRPr lang="zh-CN" altLang="en-US" dirty="0">
              <a:latin typeface="楷体_GB2312" pitchFamily="49" charset="-122"/>
            </a:endParaRPr>
          </a:p>
        </p:txBody>
      </p:sp>
      <p:sp>
        <p:nvSpPr>
          <p:cNvPr id="40994" name="Line 34"/>
          <p:cNvSpPr/>
          <p:nvPr/>
        </p:nvSpPr>
        <p:spPr>
          <a:xfrm>
            <a:off x="827088" y="3500438"/>
            <a:ext cx="649287" cy="0"/>
          </a:xfrm>
          <a:prstGeom prst="line">
            <a:avLst/>
          </a:prstGeom>
          <a:ln w="76200" cap="flat" cmpd="sng">
            <a:solidFill>
              <a:srgbClr val="0066FF"/>
            </a:solidFill>
            <a:prstDash val="solid"/>
            <a:headEnd type="none" w="med" len="med"/>
            <a:tailEnd type="triangle" w="med" len="med"/>
          </a:ln>
        </p:spPr>
      </p:sp>
      <p:grpSp>
        <p:nvGrpSpPr>
          <p:cNvPr id="87052" name="Group 39"/>
          <p:cNvGrpSpPr/>
          <p:nvPr/>
        </p:nvGrpSpPr>
        <p:grpSpPr>
          <a:xfrm>
            <a:off x="8316913" y="6446838"/>
            <a:ext cx="792162" cy="366712"/>
            <a:chOff x="5193" y="4020"/>
            <a:chExt cx="499" cy="231"/>
          </a:xfrm>
        </p:grpSpPr>
        <p:pic>
          <p:nvPicPr>
            <p:cNvPr id="87095" name="Picture 40" descr="78900"/>
            <p:cNvPicPr>
              <a:picLocks noChangeAspect="1"/>
            </p:cNvPicPr>
            <p:nvPr/>
          </p:nvPicPr>
          <p:blipFill>
            <a:blip r:embed="rId1"/>
            <a:stretch>
              <a:fillRect/>
            </a:stretch>
          </p:blipFill>
          <p:spPr>
            <a:xfrm>
              <a:off x="5193" y="4066"/>
              <a:ext cx="499" cy="181"/>
            </a:xfrm>
            <a:prstGeom prst="rect">
              <a:avLst/>
            </a:prstGeom>
            <a:noFill/>
            <a:ln w="9525">
              <a:noFill/>
            </a:ln>
          </p:spPr>
        </p:pic>
        <p:sp>
          <p:nvSpPr>
            <p:cNvPr id="87096" name="Text Box 41">
              <a:hlinkClick r:id="" action="ppaction://hlinkshowjump?jump=nextslide"/>
            </p:cNvPr>
            <p:cNvSpPr txBox="1"/>
            <p:nvPr/>
          </p:nvSpPr>
          <p:spPr>
            <a:xfrm>
              <a:off x="5216" y="4020"/>
              <a:ext cx="476" cy="231"/>
            </a:xfrm>
            <a:prstGeom prst="rect">
              <a:avLst/>
            </a:prstGeom>
            <a:noFill/>
            <a:ln w="9525">
              <a:noFill/>
            </a:ln>
          </p:spPr>
          <p:txBody>
            <a:bodyPr wrap="none">
              <a:spAutoFit/>
            </a:bodyPr>
            <a:p>
              <a:pPr>
                <a:spcBef>
                  <a:spcPct val="50000"/>
                </a:spcBef>
              </a:pPr>
              <a:r>
                <a:rPr lang="zh-CN" altLang="en-US" sz="1800" b="0" dirty="0">
                  <a:solidFill>
                    <a:schemeClr val="bg1"/>
                  </a:solidFill>
                  <a:latin typeface="隶书" panose="02010509060101010101" pitchFamily="49" charset="-122"/>
                  <a:ea typeface="隶书" panose="02010509060101010101" pitchFamily="49" charset="-122"/>
                </a:rPr>
                <a:t>下 页</a:t>
              </a:r>
              <a:endParaRPr lang="zh-CN" altLang="en-US" sz="1800" b="0" dirty="0">
                <a:solidFill>
                  <a:schemeClr val="bg1"/>
                </a:solidFill>
                <a:latin typeface="隶书" panose="02010509060101010101" pitchFamily="49" charset="-122"/>
                <a:ea typeface="隶书" panose="02010509060101010101" pitchFamily="49" charset="-122"/>
              </a:endParaRPr>
            </a:p>
          </p:txBody>
        </p:sp>
      </p:grpSp>
      <p:grpSp>
        <p:nvGrpSpPr>
          <p:cNvPr id="87053" name="Group 42"/>
          <p:cNvGrpSpPr/>
          <p:nvPr/>
        </p:nvGrpSpPr>
        <p:grpSpPr>
          <a:xfrm>
            <a:off x="7453313" y="6446838"/>
            <a:ext cx="792162" cy="366712"/>
            <a:chOff x="4649" y="4020"/>
            <a:chExt cx="499" cy="231"/>
          </a:xfrm>
        </p:grpSpPr>
        <p:pic>
          <p:nvPicPr>
            <p:cNvPr id="87093" name="Picture 43" descr="78900"/>
            <p:cNvPicPr>
              <a:picLocks noChangeAspect="1"/>
            </p:cNvPicPr>
            <p:nvPr/>
          </p:nvPicPr>
          <p:blipFill>
            <a:blip r:embed="rId1"/>
            <a:stretch>
              <a:fillRect/>
            </a:stretch>
          </p:blipFill>
          <p:spPr>
            <a:xfrm>
              <a:off x="4649" y="4066"/>
              <a:ext cx="499" cy="181"/>
            </a:xfrm>
            <a:prstGeom prst="rect">
              <a:avLst/>
            </a:prstGeom>
            <a:noFill/>
            <a:ln w="9525">
              <a:noFill/>
            </a:ln>
          </p:spPr>
        </p:pic>
        <p:sp>
          <p:nvSpPr>
            <p:cNvPr id="87094" name="Text Box 44">
              <a:hlinkClick r:id="" action="ppaction://hlinkshowjump?jump=previousslide"/>
            </p:cNvPr>
            <p:cNvSpPr txBox="1"/>
            <p:nvPr/>
          </p:nvSpPr>
          <p:spPr>
            <a:xfrm>
              <a:off x="4672" y="4020"/>
              <a:ext cx="476" cy="231"/>
            </a:xfrm>
            <a:prstGeom prst="rect">
              <a:avLst/>
            </a:prstGeom>
            <a:noFill/>
            <a:ln w="9525">
              <a:noFill/>
            </a:ln>
          </p:spPr>
          <p:txBody>
            <a:bodyPr wrap="none">
              <a:spAutoFit/>
            </a:bodyPr>
            <a:p>
              <a:pPr>
                <a:spcBef>
                  <a:spcPct val="50000"/>
                </a:spcBef>
              </a:pPr>
              <a:r>
                <a:rPr lang="zh-CN" altLang="en-US" sz="1800" b="0" dirty="0">
                  <a:solidFill>
                    <a:schemeClr val="bg1"/>
                  </a:solidFill>
                  <a:latin typeface="隶书" panose="02010509060101010101" pitchFamily="49" charset="-122"/>
                  <a:ea typeface="隶书" panose="02010509060101010101" pitchFamily="49" charset="-122"/>
                </a:rPr>
                <a:t>上 页</a:t>
              </a:r>
              <a:endParaRPr lang="zh-CN" altLang="en-US" sz="1800" b="0" dirty="0">
                <a:solidFill>
                  <a:schemeClr val="bg1"/>
                </a:solidFill>
                <a:latin typeface="隶书" panose="02010509060101010101" pitchFamily="49" charset="-122"/>
                <a:ea typeface="隶书" panose="02010509060101010101" pitchFamily="49" charset="-122"/>
              </a:endParaRPr>
            </a:p>
          </p:txBody>
        </p:sp>
      </p:grpSp>
      <p:grpSp>
        <p:nvGrpSpPr>
          <p:cNvPr id="4" name="Group 48"/>
          <p:cNvGrpSpPr/>
          <p:nvPr/>
        </p:nvGrpSpPr>
        <p:grpSpPr>
          <a:xfrm>
            <a:off x="6588125" y="2997200"/>
            <a:ext cx="1943100" cy="2627313"/>
            <a:chOff x="1247" y="1979"/>
            <a:chExt cx="1224" cy="1655"/>
          </a:xfrm>
        </p:grpSpPr>
        <p:sp>
          <p:nvSpPr>
            <p:cNvPr id="87073" name="Line 49"/>
            <p:cNvSpPr/>
            <p:nvPr/>
          </p:nvSpPr>
          <p:spPr>
            <a:xfrm flipV="1">
              <a:off x="1250" y="2069"/>
              <a:ext cx="576" cy="576"/>
            </a:xfrm>
            <a:prstGeom prst="line">
              <a:avLst/>
            </a:prstGeom>
            <a:ln w="28575" cap="flat" cmpd="sng">
              <a:solidFill>
                <a:srgbClr val="FFCC00"/>
              </a:solidFill>
              <a:prstDash val="solid"/>
              <a:headEnd type="none" w="med" len="med"/>
              <a:tailEnd type="none" w="med" len="med"/>
            </a:ln>
          </p:spPr>
        </p:sp>
        <p:sp>
          <p:nvSpPr>
            <p:cNvPr id="87074" name="Line 50"/>
            <p:cNvSpPr/>
            <p:nvPr/>
          </p:nvSpPr>
          <p:spPr>
            <a:xfrm flipV="1">
              <a:off x="1836" y="2653"/>
              <a:ext cx="576" cy="576"/>
            </a:xfrm>
            <a:prstGeom prst="line">
              <a:avLst/>
            </a:prstGeom>
            <a:ln w="28575" cap="flat" cmpd="sng">
              <a:solidFill>
                <a:srgbClr val="FFCC00"/>
              </a:solidFill>
              <a:prstDash val="solid"/>
              <a:headEnd type="none" w="med" len="med"/>
              <a:tailEnd type="none" w="med" len="med"/>
            </a:ln>
          </p:spPr>
        </p:sp>
        <p:sp>
          <p:nvSpPr>
            <p:cNvPr id="87075" name="Line 51"/>
            <p:cNvSpPr/>
            <p:nvPr/>
          </p:nvSpPr>
          <p:spPr>
            <a:xfrm rot="-5400000" flipV="1">
              <a:off x="1250" y="2645"/>
              <a:ext cx="576" cy="576"/>
            </a:xfrm>
            <a:prstGeom prst="line">
              <a:avLst/>
            </a:prstGeom>
            <a:ln w="28575" cap="flat" cmpd="sng">
              <a:solidFill>
                <a:srgbClr val="FFCC00"/>
              </a:solidFill>
              <a:prstDash val="solid"/>
              <a:headEnd type="none" w="med" len="med"/>
              <a:tailEnd type="none" w="med" len="med"/>
            </a:ln>
          </p:spPr>
        </p:sp>
        <p:sp>
          <p:nvSpPr>
            <p:cNvPr id="87076" name="Line 52"/>
            <p:cNvSpPr/>
            <p:nvPr/>
          </p:nvSpPr>
          <p:spPr>
            <a:xfrm>
              <a:off x="2402" y="2655"/>
              <a:ext cx="0" cy="912"/>
            </a:xfrm>
            <a:prstGeom prst="line">
              <a:avLst/>
            </a:prstGeom>
            <a:ln w="28575" cap="flat" cmpd="sng">
              <a:solidFill>
                <a:srgbClr val="FFCC00"/>
              </a:solidFill>
              <a:prstDash val="solid"/>
              <a:headEnd type="oval" w="med" len="med"/>
              <a:tailEnd type="none" w="med" len="med"/>
            </a:ln>
          </p:spPr>
        </p:sp>
        <p:sp>
          <p:nvSpPr>
            <p:cNvPr id="87077" name="Line 53"/>
            <p:cNvSpPr/>
            <p:nvPr/>
          </p:nvSpPr>
          <p:spPr>
            <a:xfrm>
              <a:off x="1250" y="2645"/>
              <a:ext cx="0" cy="912"/>
            </a:xfrm>
            <a:prstGeom prst="line">
              <a:avLst/>
            </a:prstGeom>
            <a:ln w="28575" cap="flat" cmpd="sng">
              <a:solidFill>
                <a:srgbClr val="FFCC00"/>
              </a:solidFill>
              <a:prstDash val="solid"/>
              <a:headEnd type="oval" w="med" len="med"/>
              <a:tailEnd type="none" w="med" len="med"/>
            </a:ln>
          </p:spPr>
        </p:sp>
        <p:sp>
          <p:nvSpPr>
            <p:cNvPr id="87078" name="Line 54"/>
            <p:cNvSpPr/>
            <p:nvPr/>
          </p:nvSpPr>
          <p:spPr>
            <a:xfrm flipH="1">
              <a:off x="1970" y="3557"/>
              <a:ext cx="432" cy="0"/>
            </a:xfrm>
            <a:prstGeom prst="line">
              <a:avLst/>
            </a:prstGeom>
            <a:ln w="28575" cap="flat" cmpd="sng">
              <a:solidFill>
                <a:srgbClr val="FFCC00"/>
              </a:solidFill>
              <a:prstDash val="solid"/>
              <a:headEnd type="none" w="med" len="med"/>
              <a:tailEnd type="none" w="med" len="med"/>
            </a:ln>
          </p:spPr>
        </p:sp>
        <p:sp>
          <p:nvSpPr>
            <p:cNvPr id="87079" name="Line 55"/>
            <p:cNvSpPr/>
            <p:nvPr/>
          </p:nvSpPr>
          <p:spPr>
            <a:xfrm flipH="1">
              <a:off x="1250" y="3557"/>
              <a:ext cx="432" cy="0"/>
            </a:xfrm>
            <a:prstGeom prst="line">
              <a:avLst/>
            </a:prstGeom>
            <a:ln w="28575" cap="flat" cmpd="sng">
              <a:solidFill>
                <a:srgbClr val="FFCC00"/>
              </a:solidFill>
              <a:prstDash val="solid"/>
              <a:headEnd type="none" w="med" len="med"/>
              <a:tailEnd type="none" w="med" len="med"/>
            </a:ln>
          </p:spPr>
        </p:sp>
        <p:sp>
          <p:nvSpPr>
            <p:cNvPr id="87080" name="Line 56"/>
            <p:cNvSpPr/>
            <p:nvPr/>
          </p:nvSpPr>
          <p:spPr>
            <a:xfrm>
              <a:off x="1836" y="2079"/>
              <a:ext cx="0" cy="1152"/>
            </a:xfrm>
            <a:prstGeom prst="line">
              <a:avLst/>
            </a:prstGeom>
            <a:ln w="28575" cap="flat" cmpd="sng">
              <a:solidFill>
                <a:srgbClr val="FFCC00"/>
              </a:solidFill>
              <a:prstDash val="solid"/>
              <a:headEnd type="oval" w="med" len="med"/>
              <a:tailEnd type="oval" w="med" len="med"/>
            </a:ln>
          </p:spPr>
        </p:sp>
        <p:sp>
          <p:nvSpPr>
            <p:cNvPr id="87081" name="Oval 57" descr="信纸"/>
            <p:cNvSpPr/>
            <p:nvPr/>
          </p:nvSpPr>
          <p:spPr>
            <a:xfrm>
              <a:off x="1655" y="2478"/>
              <a:ext cx="363" cy="337"/>
            </a:xfrm>
            <a:prstGeom prst="ellipse">
              <a:avLst/>
            </a:prstGeom>
            <a:blipFill rotWithShape="1">
              <a:blip r:embed="rId2"/>
            </a:blipFill>
            <a:ln w="38100" cap="flat" cmpd="sng">
              <a:solidFill>
                <a:srgbClr val="FF9900"/>
              </a:solidFill>
              <a:prstDash val="solid"/>
              <a:headEnd type="none" w="med" len="med"/>
              <a:tailEnd type="none" w="med" len="med"/>
            </a:ln>
          </p:spPr>
          <p:txBody>
            <a:bodyPr wrap="none" anchor="ctr" anchorCtr="0"/>
            <a:p>
              <a:endParaRPr lang="zh-CN" altLang="en-US" dirty="0">
                <a:latin typeface="楷体_GB2312" pitchFamily="49" charset="-122"/>
              </a:endParaRPr>
            </a:p>
          </p:txBody>
        </p:sp>
        <p:sp>
          <p:nvSpPr>
            <p:cNvPr id="87082" name="Line 58"/>
            <p:cNvSpPr/>
            <p:nvPr/>
          </p:nvSpPr>
          <p:spPr>
            <a:xfrm flipV="1">
              <a:off x="1746" y="2523"/>
              <a:ext cx="181" cy="237"/>
            </a:xfrm>
            <a:prstGeom prst="line">
              <a:avLst/>
            </a:prstGeom>
            <a:ln w="38100" cap="flat" cmpd="sng">
              <a:solidFill>
                <a:schemeClr val="tx1"/>
              </a:solidFill>
              <a:prstDash val="solid"/>
              <a:headEnd type="none" w="med" len="med"/>
              <a:tailEnd type="triangle" w="med" len="med"/>
            </a:ln>
          </p:spPr>
        </p:sp>
        <p:cxnSp>
          <p:nvCxnSpPr>
            <p:cNvPr id="87083" name="AutoShape 59"/>
            <p:cNvCxnSpPr>
              <a:stCxn id="87080" idx="0"/>
              <a:endCxn id="87076" idx="0"/>
            </p:cNvCxnSpPr>
            <p:nvPr/>
          </p:nvCxnSpPr>
          <p:spPr>
            <a:xfrm>
              <a:off x="1836" y="2073"/>
              <a:ext cx="566" cy="576"/>
            </a:xfrm>
            <a:prstGeom prst="straightConnector1">
              <a:avLst/>
            </a:prstGeom>
            <a:ln w="28575" cap="flat" cmpd="sng">
              <a:solidFill>
                <a:srgbClr val="FFCC00"/>
              </a:solidFill>
              <a:prstDash val="solid"/>
              <a:headEnd type="none" w="med" len="med"/>
              <a:tailEnd type="none" w="med" len="med"/>
            </a:ln>
          </p:spPr>
        </p:cxnSp>
        <p:sp>
          <p:nvSpPr>
            <p:cNvPr id="87084" name="Rectangle 60"/>
            <p:cNvSpPr/>
            <p:nvPr/>
          </p:nvSpPr>
          <p:spPr>
            <a:xfrm>
              <a:off x="1247" y="1979"/>
              <a:ext cx="317" cy="327"/>
            </a:xfrm>
            <a:prstGeom prst="rect">
              <a:avLst/>
            </a:prstGeom>
            <a:noFill/>
            <a:ln w="28575">
              <a:noFill/>
            </a:ln>
          </p:spPr>
          <p:txBody>
            <a:bodyPr wrap="none">
              <a:spAutoFit/>
            </a:bodyPr>
            <a:p>
              <a:r>
                <a:rPr lang="en-US" altLang="zh-CN" b="0" i="1" dirty="0">
                  <a:solidFill>
                    <a:schemeClr val="bg1"/>
                  </a:solidFill>
                  <a:latin typeface="Times New Roman" panose="02020603050405020304" pitchFamily="18" charset="0"/>
                  <a:ea typeface="宋体" panose="02010600030101010101" pitchFamily="2" charset="-122"/>
                </a:rPr>
                <a:t>Z</a:t>
              </a:r>
              <a:r>
                <a:rPr lang="en-US" altLang="zh-CN" b="0" baseline="-25000" dirty="0">
                  <a:solidFill>
                    <a:schemeClr val="bg1"/>
                  </a:solidFill>
                  <a:latin typeface="Times New Roman" panose="02020603050405020304" pitchFamily="18" charset="0"/>
                  <a:ea typeface="宋体" panose="02010600030101010101" pitchFamily="2" charset="-122"/>
                </a:rPr>
                <a:t>1</a:t>
              </a:r>
              <a:endParaRPr lang="en-US" altLang="zh-CN" b="0" baseline="-25000" dirty="0">
                <a:solidFill>
                  <a:schemeClr val="bg1"/>
                </a:solidFill>
                <a:latin typeface="Times New Roman" panose="02020603050405020304" pitchFamily="18" charset="0"/>
                <a:ea typeface="宋体" panose="02010600030101010101" pitchFamily="2" charset="-122"/>
              </a:endParaRPr>
            </a:p>
          </p:txBody>
        </p:sp>
        <p:sp>
          <p:nvSpPr>
            <p:cNvPr id="87085" name="Rectangle 61"/>
            <p:cNvSpPr/>
            <p:nvPr/>
          </p:nvSpPr>
          <p:spPr>
            <a:xfrm>
              <a:off x="2154" y="2024"/>
              <a:ext cx="317" cy="327"/>
            </a:xfrm>
            <a:prstGeom prst="rect">
              <a:avLst/>
            </a:prstGeom>
            <a:noFill/>
            <a:ln w="28575">
              <a:noFill/>
            </a:ln>
          </p:spPr>
          <p:txBody>
            <a:bodyPr wrap="none">
              <a:spAutoFit/>
            </a:bodyPr>
            <a:p>
              <a:r>
                <a:rPr lang="en-US" altLang="zh-CN" b="0" i="1" dirty="0">
                  <a:solidFill>
                    <a:schemeClr val="bg1"/>
                  </a:solidFill>
                  <a:latin typeface="Times New Roman" panose="02020603050405020304" pitchFamily="18" charset="0"/>
                  <a:ea typeface="宋体" panose="02010600030101010101" pitchFamily="2" charset="-122"/>
                </a:rPr>
                <a:t>Z</a:t>
              </a:r>
              <a:r>
                <a:rPr lang="en-US" altLang="zh-CN" b="0" baseline="-25000" dirty="0">
                  <a:solidFill>
                    <a:schemeClr val="bg1"/>
                  </a:solidFill>
                  <a:latin typeface="Times New Roman" panose="02020603050405020304" pitchFamily="18" charset="0"/>
                  <a:ea typeface="宋体" panose="02010600030101010101" pitchFamily="2" charset="-122"/>
                </a:rPr>
                <a:t>2</a:t>
              </a:r>
              <a:endParaRPr lang="en-US" altLang="zh-CN" b="0" baseline="-25000" dirty="0">
                <a:solidFill>
                  <a:schemeClr val="bg1"/>
                </a:solidFill>
                <a:latin typeface="Times New Roman" panose="02020603050405020304" pitchFamily="18" charset="0"/>
                <a:ea typeface="宋体" panose="02010600030101010101" pitchFamily="2" charset="-122"/>
              </a:endParaRPr>
            </a:p>
          </p:txBody>
        </p:sp>
        <p:sp>
          <p:nvSpPr>
            <p:cNvPr id="87086" name="Rectangle 62"/>
            <p:cNvSpPr/>
            <p:nvPr/>
          </p:nvSpPr>
          <p:spPr>
            <a:xfrm>
              <a:off x="1292" y="2976"/>
              <a:ext cx="317" cy="327"/>
            </a:xfrm>
            <a:prstGeom prst="rect">
              <a:avLst/>
            </a:prstGeom>
            <a:noFill/>
            <a:ln w="28575">
              <a:noFill/>
            </a:ln>
          </p:spPr>
          <p:txBody>
            <a:bodyPr wrap="none">
              <a:spAutoFit/>
            </a:bodyPr>
            <a:p>
              <a:r>
                <a:rPr lang="en-US" altLang="zh-CN" b="0" i="1" dirty="0">
                  <a:solidFill>
                    <a:schemeClr val="bg1"/>
                  </a:solidFill>
                  <a:latin typeface="Times New Roman" panose="02020603050405020304" pitchFamily="18" charset="0"/>
                  <a:ea typeface="宋体" panose="02010600030101010101" pitchFamily="2" charset="-122"/>
                </a:rPr>
                <a:t>Z</a:t>
              </a:r>
              <a:r>
                <a:rPr lang="en-US" altLang="zh-CN" b="0" baseline="-25000" dirty="0">
                  <a:solidFill>
                    <a:schemeClr val="bg1"/>
                  </a:solidFill>
                  <a:latin typeface="Times New Roman" panose="02020603050405020304" pitchFamily="18" charset="0"/>
                  <a:ea typeface="宋体" panose="02010600030101010101" pitchFamily="2" charset="-122"/>
                </a:rPr>
                <a:t>x</a:t>
              </a:r>
              <a:endParaRPr lang="en-US" altLang="zh-CN" b="0" baseline="-25000" dirty="0">
                <a:solidFill>
                  <a:schemeClr val="bg1"/>
                </a:solidFill>
                <a:latin typeface="Times New Roman" panose="02020603050405020304" pitchFamily="18" charset="0"/>
                <a:ea typeface="宋体" panose="02010600030101010101" pitchFamily="2" charset="-122"/>
              </a:endParaRPr>
            </a:p>
          </p:txBody>
        </p:sp>
        <p:sp>
          <p:nvSpPr>
            <p:cNvPr id="87087" name="Rectangle 63"/>
            <p:cNvSpPr/>
            <p:nvPr/>
          </p:nvSpPr>
          <p:spPr>
            <a:xfrm>
              <a:off x="2109" y="2976"/>
              <a:ext cx="317" cy="327"/>
            </a:xfrm>
            <a:prstGeom prst="rect">
              <a:avLst/>
            </a:prstGeom>
            <a:noFill/>
            <a:ln w="28575">
              <a:noFill/>
            </a:ln>
          </p:spPr>
          <p:txBody>
            <a:bodyPr wrap="none">
              <a:spAutoFit/>
            </a:bodyPr>
            <a:p>
              <a:r>
                <a:rPr lang="en-US" altLang="zh-CN" b="0" i="1" dirty="0">
                  <a:solidFill>
                    <a:schemeClr val="bg1"/>
                  </a:solidFill>
                  <a:latin typeface="Times New Roman" panose="02020603050405020304" pitchFamily="18" charset="0"/>
                  <a:ea typeface="宋体" panose="02010600030101010101" pitchFamily="2" charset="-122"/>
                </a:rPr>
                <a:t>Z</a:t>
              </a:r>
              <a:r>
                <a:rPr lang="en-US" altLang="zh-CN" b="0" baseline="-25000" dirty="0">
                  <a:solidFill>
                    <a:schemeClr val="bg1"/>
                  </a:solidFill>
                  <a:latin typeface="Times New Roman" panose="02020603050405020304" pitchFamily="18" charset="0"/>
                  <a:ea typeface="宋体" panose="02010600030101010101" pitchFamily="2" charset="-122"/>
                </a:rPr>
                <a:t>3</a:t>
              </a:r>
              <a:endParaRPr lang="en-US" altLang="zh-CN" b="0" baseline="-25000" dirty="0">
                <a:solidFill>
                  <a:schemeClr val="bg1"/>
                </a:solidFill>
                <a:latin typeface="Times New Roman" panose="02020603050405020304" pitchFamily="18" charset="0"/>
                <a:ea typeface="宋体" panose="02010600030101010101" pitchFamily="2" charset="-122"/>
              </a:endParaRPr>
            </a:p>
          </p:txBody>
        </p:sp>
        <p:sp>
          <p:nvSpPr>
            <p:cNvPr id="87088" name="Text Box 64"/>
            <p:cNvSpPr txBox="1"/>
            <p:nvPr/>
          </p:nvSpPr>
          <p:spPr>
            <a:xfrm>
              <a:off x="1682" y="3307"/>
              <a:ext cx="239" cy="327"/>
            </a:xfrm>
            <a:prstGeom prst="rect">
              <a:avLst/>
            </a:prstGeom>
            <a:noFill/>
            <a:ln w="28575">
              <a:noFill/>
            </a:ln>
          </p:spPr>
          <p:txBody>
            <a:bodyPr wrap="none">
              <a:spAutoFit/>
            </a:bodyPr>
            <a:p>
              <a:pPr>
                <a:spcBef>
                  <a:spcPct val="50000"/>
                </a:spcBef>
              </a:pPr>
              <a:r>
                <a:rPr lang="en-US" altLang="zh-CN" b="0" dirty="0">
                  <a:solidFill>
                    <a:schemeClr val="bg1"/>
                  </a:solidFill>
                  <a:latin typeface="Times New Roman" panose="02020603050405020304" pitchFamily="18" charset="0"/>
                  <a:ea typeface="宋体" panose="02010600030101010101" pitchFamily="2" charset="-122"/>
                  <a:sym typeface="Symbol" panose="05050102010706020507" pitchFamily="18" charset="2"/>
                </a:rPr>
                <a:t></a:t>
              </a:r>
              <a:endParaRPr lang="en-US" altLang="zh-CN" b="0" dirty="0">
                <a:solidFill>
                  <a:schemeClr val="bg1"/>
                </a:solidFill>
                <a:latin typeface="Times New Roman" panose="02020603050405020304" pitchFamily="18" charset="0"/>
                <a:ea typeface="宋体" panose="02010600030101010101" pitchFamily="2" charset="-122"/>
              </a:endParaRPr>
            </a:p>
          </p:txBody>
        </p:sp>
        <p:sp>
          <p:nvSpPr>
            <p:cNvPr id="87089" name="Rectangle 65"/>
            <p:cNvSpPr/>
            <p:nvPr/>
          </p:nvSpPr>
          <p:spPr>
            <a:xfrm rot="-2471631">
              <a:off x="1383" y="2296"/>
              <a:ext cx="317" cy="136"/>
            </a:xfrm>
            <a:prstGeom prst="rect">
              <a:avLst/>
            </a:prstGeom>
            <a:gradFill rotWithShape="1">
              <a:gsLst>
                <a:gs pos="0">
                  <a:srgbClr val="764700"/>
                </a:gs>
                <a:gs pos="50000">
                  <a:srgbClr val="FF9900"/>
                </a:gs>
                <a:gs pos="100000">
                  <a:srgbClr val="764700"/>
                </a:gs>
              </a:gsLst>
              <a:lin ang="5400000" scaled="1"/>
              <a:tileRect/>
            </a:gradFill>
            <a:ln w="28575">
              <a:noFill/>
            </a:ln>
          </p:spPr>
          <p:txBody>
            <a:bodyPr wrap="none" anchor="ctr" anchorCtr="0"/>
            <a:p>
              <a:endParaRPr lang="zh-CN" altLang="en-US" dirty="0">
                <a:latin typeface="楷体_GB2312" pitchFamily="49" charset="-122"/>
              </a:endParaRPr>
            </a:p>
          </p:txBody>
        </p:sp>
        <p:sp>
          <p:nvSpPr>
            <p:cNvPr id="87090" name="Rectangle 66"/>
            <p:cNvSpPr/>
            <p:nvPr/>
          </p:nvSpPr>
          <p:spPr>
            <a:xfrm rot="3012456">
              <a:off x="1972" y="2294"/>
              <a:ext cx="317" cy="136"/>
            </a:xfrm>
            <a:prstGeom prst="rect">
              <a:avLst/>
            </a:prstGeom>
            <a:gradFill rotWithShape="1">
              <a:gsLst>
                <a:gs pos="0">
                  <a:srgbClr val="764700"/>
                </a:gs>
                <a:gs pos="50000">
                  <a:srgbClr val="FF9900"/>
                </a:gs>
                <a:gs pos="100000">
                  <a:srgbClr val="764700"/>
                </a:gs>
              </a:gsLst>
              <a:lin ang="5400000" scaled="1"/>
              <a:tileRect/>
            </a:gradFill>
            <a:ln w="28575">
              <a:noFill/>
            </a:ln>
          </p:spPr>
          <p:txBody>
            <a:bodyPr wrap="none" anchor="ctr" anchorCtr="0"/>
            <a:p>
              <a:endParaRPr lang="zh-CN" altLang="en-US" dirty="0">
                <a:latin typeface="楷体_GB2312" pitchFamily="49" charset="-122"/>
              </a:endParaRPr>
            </a:p>
          </p:txBody>
        </p:sp>
        <p:sp>
          <p:nvSpPr>
            <p:cNvPr id="87091" name="Rectangle 67"/>
            <p:cNvSpPr/>
            <p:nvPr/>
          </p:nvSpPr>
          <p:spPr>
            <a:xfrm rot="3032422">
              <a:off x="1382" y="2884"/>
              <a:ext cx="317" cy="136"/>
            </a:xfrm>
            <a:prstGeom prst="rect">
              <a:avLst/>
            </a:prstGeom>
            <a:gradFill rotWithShape="1">
              <a:gsLst>
                <a:gs pos="0">
                  <a:srgbClr val="764700"/>
                </a:gs>
                <a:gs pos="50000">
                  <a:srgbClr val="FF9900"/>
                </a:gs>
                <a:gs pos="100000">
                  <a:srgbClr val="764700"/>
                </a:gs>
              </a:gsLst>
              <a:lin ang="5400000" scaled="1"/>
              <a:tileRect/>
            </a:gradFill>
            <a:ln w="28575">
              <a:noFill/>
            </a:ln>
          </p:spPr>
          <p:txBody>
            <a:bodyPr wrap="none" anchor="ctr" anchorCtr="0"/>
            <a:p>
              <a:endParaRPr lang="zh-CN" altLang="en-US" dirty="0">
                <a:latin typeface="楷体_GB2312" pitchFamily="49" charset="-122"/>
              </a:endParaRPr>
            </a:p>
          </p:txBody>
        </p:sp>
        <p:sp>
          <p:nvSpPr>
            <p:cNvPr id="87092" name="Rectangle 68"/>
            <p:cNvSpPr/>
            <p:nvPr/>
          </p:nvSpPr>
          <p:spPr>
            <a:xfrm rot="-2649448">
              <a:off x="1973" y="2886"/>
              <a:ext cx="317" cy="136"/>
            </a:xfrm>
            <a:prstGeom prst="rect">
              <a:avLst/>
            </a:prstGeom>
            <a:gradFill rotWithShape="1">
              <a:gsLst>
                <a:gs pos="0">
                  <a:srgbClr val="764700"/>
                </a:gs>
                <a:gs pos="50000">
                  <a:srgbClr val="FF9900"/>
                </a:gs>
                <a:gs pos="100000">
                  <a:srgbClr val="764700"/>
                </a:gs>
              </a:gsLst>
              <a:lin ang="5400000" scaled="1"/>
              <a:tileRect/>
            </a:gradFill>
            <a:ln w="28575">
              <a:noFill/>
            </a:ln>
          </p:spPr>
          <p:txBody>
            <a:bodyPr wrap="none" anchor="ctr" anchorCtr="0"/>
            <a:p>
              <a:endParaRPr lang="zh-CN" altLang="en-US" dirty="0">
                <a:latin typeface="楷体_GB2312" pitchFamily="49" charset="-122"/>
              </a:endParaRPr>
            </a:p>
          </p:txBody>
        </p:sp>
      </p:grpSp>
      <p:grpSp>
        <p:nvGrpSpPr>
          <p:cNvPr id="87055" name="Group 72"/>
          <p:cNvGrpSpPr/>
          <p:nvPr/>
        </p:nvGrpSpPr>
        <p:grpSpPr>
          <a:xfrm>
            <a:off x="6588125" y="6446838"/>
            <a:ext cx="792163" cy="366712"/>
            <a:chOff x="4649" y="4020"/>
            <a:chExt cx="499" cy="231"/>
          </a:xfrm>
        </p:grpSpPr>
        <p:pic>
          <p:nvPicPr>
            <p:cNvPr id="87071" name="Picture 73" descr="78900"/>
            <p:cNvPicPr>
              <a:picLocks noChangeAspect="1"/>
            </p:cNvPicPr>
            <p:nvPr/>
          </p:nvPicPr>
          <p:blipFill>
            <a:blip r:embed="rId1"/>
            <a:stretch>
              <a:fillRect/>
            </a:stretch>
          </p:blipFill>
          <p:spPr>
            <a:xfrm>
              <a:off x="4649" y="4066"/>
              <a:ext cx="499" cy="181"/>
            </a:xfrm>
            <a:prstGeom prst="rect">
              <a:avLst/>
            </a:prstGeom>
            <a:noFill/>
            <a:ln w="9525">
              <a:noFill/>
            </a:ln>
          </p:spPr>
        </p:pic>
        <p:sp>
          <p:nvSpPr>
            <p:cNvPr id="87072" name="Text Box 74">
              <a:hlinkClick r:id="" action="ppaction://hlinkshowjump?jump=firstslide"/>
            </p:cNvPr>
            <p:cNvSpPr txBox="1"/>
            <p:nvPr/>
          </p:nvSpPr>
          <p:spPr>
            <a:xfrm>
              <a:off x="4672" y="4020"/>
              <a:ext cx="476" cy="231"/>
            </a:xfrm>
            <a:prstGeom prst="rect">
              <a:avLst/>
            </a:prstGeom>
            <a:noFill/>
            <a:ln w="9525">
              <a:noFill/>
            </a:ln>
          </p:spPr>
          <p:txBody>
            <a:bodyPr wrap="none">
              <a:spAutoFit/>
            </a:bodyPr>
            <a:p>
              <a:pPr>
                <a:spcBef>
                  <a:spcPct val="50000"/>
                </a:spcBef>
              </a:pPr>
              <a:r>
                <a:rPr lang="zh-CN" altLang="en-US" sz="1800" b="0" dirty="0">
                  <a:solidFill>
                    <a:schemeClr val="bg1"/>
                  </a:solidFill>
                  <a:latin typeface="隶书" panose="02010509060101010101" pitchFamily="49" charset="-122"/>
                  <a:ea typeface="隶书" panose="02010509060101010101" pitchFamily="49" charset="-122"/>
                </a:rPr>
                <a:t>返 回</a:t>
              </a:r>
              <a:endParaRPr lang="zh-CN" altLang="en-US" sz="1800" b="0" dirty="0">
                <a:solidFill>
                  <a:schemeClr val="bg1"/>
                </a:solidFill>
                <a:latin typeface="隶书" panose="02010509060101010101" pitchFamily="49" charset="-122"/>
                <a:ea typeface="隶书" panose="02010509060101010101" pitchFamily="49" charset="-122"/>
              </a:endParaRPr>
            </a:p>
          </p:txBody>
        </p:sp>
      </p:grpSp>
      <p:sp>
        <p:nvSpPr>
          <p:cNvPr id="41035" name="Line 75"/>
          <p:cNvSpPr/>
          <p:nvPr/>
        </p:nvSpPr>
        <p:spPr>
          <a:xfrm>
            <a:off x="539750" y="5229225"/>
            <a:ext cx="649288" cy="0"/>
          </a:xfrm>
          <a:prstGeom prst="line">
            <a:avLst/>
          </a:prstGeom>
          <a:ln w="76200" cap="flat" cmpd="sng">
            <a:solidFill>
              <a:srgbClr val="0066FF"/>
            </a:solidFill>
            <a:prstDash val="solid"/>
            <a:headEnd type="none" w="med" len="med"/>
            <a:tailEnd type="triangle" w="med" len="med"/>
          </a:ln>
        </p:spPr>
      </p:sp>
      <p:grpSp>
        <p:nvGrpSpPr>
          <p:cNvPr id="6" name="Group 91"/>
          <p:cNvGrpSpPr/>
          <p:nvPr/>
        </p:nvGrpSpPr>
        <p:grpSpPr>
          <a:xfrm>
            <a:off x="971550" y="2133600"/>
            <a:ext cx="7200900" cy="579438"/>
            <a:chOff x="612" y="1344"/>
            <a:chExt cx="4536" cy="365"/>
          </a:xfrm>
        </p:grpSpPr>
        <p:sp>
          <p:nvSpPr>
            <p:cNvPr id="87058" name="Text Box 30"/>
            <p:cNvSpPr txBox="1"/>
            <p:nvPr/>
          </p:nvSpPr>
          <p:spPr>
            <a:xfrm>
              <a:off x="612" y="1344"/>
              <a:ext cx="4536" cy="365"/>
            </a:xfrm>
            <a:prstGeom prst="rect">
              <a:avLst/>
            </a:prstGeom>
            <a:noFill/>
            <a:ln w="9525">
              <a:noFill/>
            </a:ln>
          </p:spPr>
          <p:txBody>
            <a:bodyPr>
              <a:spAutoFit/>
            </a:bodyPr>
            <a:p>
              <a:r>
                <a:rPr lang="en-US" altLang="zh-CN" sz="3200" b="0" i="1" dirty="0">
                  <a:solidFill>
                    <a:schemeClr val="bg1"/>
                  </a:solidFill>
                  <a:latin typeface="Times New Roman" panose="02020603050405020304" pitchFamily="18" charset="0"/>
                  <a:ea typeface="宋体" panose="02010600030101010101" pitchFamily="2" charset="-122"/>
                </a:rPr>
                <a:t> |Z</a:t>
              </a:r>
              <a:r>
                <a:rPr lang="en-US" altLang="zh-CN" sz="3200" b="0" baseline="-25000" dirty="0">
                  <a:solidFill>
                    <a:schemeClr val="bg1"/>
                  </a:solidFill>
                  <a:latin typeface="Times New Roman" panose="02020603050405020304" pitchFamily="18" charset="0"/>
                  <a:ea typeface="宋体" panose="02010600030101010101" pitchFamily="2" charset="-122"/>
                </a:rPr>
                <a:t>1</a:t>
              </a:r>
              <a:r>
                <a:rPr lang="en-US" altLang="zh-CN" sz="3200" b="0" dirty="0">
                  <a:solidFill>
                    <a:schemeClr val="bg1"/>
                  </a:solidFill>
                  <a:latin typeface="Times New Roman" panose="02020603050405020304" pitchFamily="18" charset="0"/>
                  <a:ea typeface="宋体" panose="02010600030101010101" pitchFamily="2" charset="-122"/>
                </a:rPr>
                <a:t>|</a:t>
              </a:r>
              <a:r>
                <a:rPr lang="en-US" altLang="zh-CN" sz="3200" b="0" dirty="0">
                  <a:solidFill>
                    <a:schemeClr val="bg1"/>
                  </a:solidFill>
                  <a:latin typeface="Times New Roman" panose="02020603050405020304" pitchFamily="18" charset="0"/>
                  <a:ea typeface="宋体" panose="02010600030101010101" pitchFamily="2" charset="-122"/>
                  <a:sym typeface="Symbol" panose="05050102010706020507" pitchFamily="18" charset="2"/>
                </a:rPr>
                <a:t>  </a:t>
              </a:r>
              <a:r>
                <a:rPr lang="en-US" altLang="zh-CN" sz="3200" b="0" i="1" dirty="0">
                  <a:solidFill>
                    <a:schemeClr val="bg1"/>
                  </a:solidFill>
                  <a:latin typeface="Times New Roman" panose="02020603050405020304" pitchFamily="18" charset="0"/>
                  <a:ea typeface="宋体" panose="02010600030101010101" pitchFamily="2" charset="-122"/>
                  <a:sym typeface="Symbol" panose="05050102010706020507" pitchFamily="18" charset="2"/>
                </a:rPr>
                <a:t></a:t>
              </a:r>
              <a:r>
                <a:rPr lang="en-US" altLang="zh-CN" sz="3200" b="0" baseline="-25000" dirty="0">
                  <a:solidFill>
                    <a:schemeClr val="bg1"/>
                  </a:solidFill>
                  <a:latin typeface="Times New Roman" panose="02020603050405020304" pitchFamily="18" charset="0"/>
                  <a:ea typeface="宋体" panose="02010600030101010101" pitchFamily="2" charset="-122"/>
                  <a:sym typeface="Symbol" panose="05050102010706020507" pitchFamily="18" charset="2"/>
                </a:rPr>
                <a:t>1</a:t>
              </a:r>
              <a:r>
                <a:rPr lang="en-US" altLang="zh-CN" sz="3200" b="0" baseline="-25000" dirty="0">
                  <a:solidFill>
                    <a:schemeClr val="bg1"/>
                  </a:solidFill>
                  <a:latin typeface="Times New Roman" panose="02020603050405020304" pitchFamily="18" charset="0"/>
                  <a:ea typeface="宋体" panose="02010600030101010101" pitchFamily="2" charset="-122"/>
                </a:rPr>
                <a:t> </a:t>
              </a:r>
              <a:r>
                <a:rPr lang="en-US" altLang="zh-CN" sz="3200" b="0" dirty="0">
                  <a:solidFill>
                    <a:schemeClr val="bg1"/>
                  </a:solidFill>
                  <a:latin typeface="Times New Roman" panose="02020603050405020304" pitchFamily="18" charset="0"/>
                  <a:ea typeface="宋体" panose="02010600030101010101" pitchFamily="2" charset="-122"/>
                  <a:sym typeface="Symbol" panose="05050102010706020507" pitchFamily="18" charset="2"/>
                </a:rPr>
                <a:t>•</a:t>
              </a:r>
              <a:r>
                <a:rPr lang="en-US" altLang="zh-CN" sz="3200" b="0" i="1" dirty="0">
                  <a:solidFill>
                    <a:schemeClr val="bg1"/>
                  </a:solidFill>
                  <a:latin typeface="Times New Roman" panose="02020603050405020304" pitchFamily="18" charset="0"/>
                  <a:ea typeface="宋体" panose="02010600030101010101" pitchFamily="2" charset="-122"/>
                </a:rPr>
                <a:t>|Z</a:t>
              </a:r>
              <a:r>
                <a:rPr lang="en-US" altLang="zh-CN" sz="3200" b="0" baseline="-25000" dirty="0">
                  <a:solidFill>
                    <a:schemeClr val="bg1"/>
                  </a:solidFill>
                  <a:latin typeface="Times New Roman" panose="02020603050405020304" pitchFamily="18" charset="0"/>
                  <a:ea typeface="宋体" panose="02010600030101010101" pitchFamily="2" charset="-122"/>
                </a:rPr>
                <a:t>3</a:t>
              </a:r>
              <a:r>
                <a:rPr lang="en-US" altLang="zh-CN" sz="3200" b="0" dirty="0">
                  <a:solidFill>
                    <a:schemeClr val="bg1"/>
                  </a:solidFill>
                  <a:latin typeface="Times New Roman" panose="02020603050405020304" pitchFamily="18" charset="0"/>
                  <a:ea typeface="宋体" panose="02010600030101010101" pitchFamily="2" charset="-122"/>
                </a:rPr>
                <a:t>|</a:t>
              </a:r>
              <a:r>
                <a:rPr lang="en-US" altLang="zh-CN" sz="3200" b="0" dirty="0">
                  <a:solidFill>
                    <a:schemeClr val="bg1"/>
                  </a:solidFill>
                  <a:latin typeface="Times New Roman" panose="02020603050405020304" pitchFamily="18" charset="0"/>
                  <a:ea typeface="宋体" panose="02010600030101010101" pitchFamily="2" charset="-122"/>
                  <a:sym typeface="Symbol" panose="05050102010706020507" pitchFamily="18" charset="2"/>
                </a:rPr>
                <a:t>  </a:t>
              </a:r>
              <a:r>
                <a:rPr lang="en-US" altLang="zh-CN" sz="3200" b="0" i="1" dirty="0">
                  <a:solidFill>
                    <a:schemeClr val="bg1"/>
                  </a:solidFill>
                  <a:latin typeface="Times New Roman" panose="02020603050405020304" pitchFamily="18" charset="0"/>
                  <a:ea typeface="宋体" panose="02010600030101010101" pitchFamily="2" charset="-122"/>
                  <a:sym typeface="Symbol" panose="05050102010706020507" pitchFamily="18" charset="2"/>
                </a:rPr>
                <a:t></a:t>
              </a:r>
              <a:r>
                <a:rPr lang="en-US" altLang="zh-CN" sz="3200" b="0" baseline="-25000" dirty="0">
                  <a:solidFill>
                    <a:schemeClr val="bg1"/>
                  </a:solidFill>
                  <a:latin typeface="Times New Roman" panose="02020603050405020304" pitchFamily="18" charset="0"/>
                  <a:ea typeface="宋体" panose="02010600030101010101" pitchFamily="2" charset="-122"/>
                  <a:sym typeface="Symbol" panose="05050102010706020507" pitchFamily="18" charset="2"/>
                </a:rPr>
                <a:t>3</a:t>
              </a:r>
              <a:r>
                <a:rPr lang="en-US" altLang="zh-CN" sz="3200" b="0" baseline="-25000" dirty="0">
                  <a:solidFill>
                    <a:schemeClr val="bg1"/>
                  </a:solidFill>
                  <a:latin typeface="Times New Roman" panose="02020603050405020304" pitchFamily="18" charset="0"/>
                  <a:ea typeface="宋体" panose="02010600030101010101" pitchFamily="2" charset="-122"/>
                </a:rPr>
                <a:t> </a:t>
              </a:r>
              <a:r>
                <a:rPr lang="en-US" altLang="zh-CN" sz="3200" b="0" dirty="0">
                  <a:solidFill>
                    <a:schemeClr val="bg1"/>
                  </a:solidFill>
                  <a:latin typeface="Times New Roman" panose="02020603050405020304" pitchFamily="18" charset="0"/>
                  <a:ea typeface="宋体" panose="02010600030101010101" pitchFamily="2" charset="-122"/>
                </a:rPr>
                <a:t>= </a:t>
              </a:r>
              <a:r>
                <a:rPr lang="en-US" altLang="zh-CN" sz="3200" b="0" i="1" dirty="0">
                  <a:solidFill>
                    <a:schemeClr val="bg1"/>
                  </a:solidFill>
                  <a:latin typeface="Times New Roman" panose="02020603050405020304" pitchFamily="18" charset="0"/>
                  <a:ea typeface="宋体" panose="02010600030101010101" pitchFamily="2" charset="-122"/>
                </a:rPr>
                <a:t>|Z</a:t>
              </a:r>
              <a:r>
                <a:rPr lang="en-US" altLang="zh-CN" sz="3200" b="0" baseline="-25000" dirty="0">
                  <a:solidFill>
                    <a:schemeClr val="bg1"/>
                  </a:solidFill>
                  <a:latin typeface="Times New Roman" panose="02020603050405020304" pitchFamily="18" charset="0"/>
                  <a:ea typeface="宋体" panose="02010600030101010101" pitchFamily="2" charset="-122"/>
                </a:rPr>
                <a:t>2</a:t>
              </a:r>
              <a:r>
                <a:rPr lang="en-US" altLang="zh-CN" sz="3200" b="0" dirty="0">
                  <a:solidFill>
                    <a:schemeClr val="bg1"/>
                  </a:solidFill>
                  <a:latin typeface="Times New Roman" panose="02020603050405020304" pitchFamily="18" charset="0"/>
                  <a:ea typeface="宋体" panose="02010600030101010101" pitchFamily="2" charset="-122"/>
                </a:rPr>
                <a:t>|</a:t>
              </a:r>
              <a:r>
                <a:rPr lang="en-US" altLang="zh-CN" sz="3200" b="0" dirty="0">
                  <a:solidFill>
                    <a:schemeClr val="bg1"/>
                  </a:solidFill>
                  <a:latin typeface="Times New Roman" panose="02020603050405020304" pitchFamily="18" charset="0"/>
                  <a:ea typeface="宋体" panose="02010600030101010101" pitchFamily="2" charset="-122"/>
                  <a:sym typeface="Symbol" panose="05050102010706020507" pitchFamily="18" charset="2"/>
                </a:rPr>
                <a:t>  </a:t>
              </a:r>
              <a:r>
                <a:rPr lang="en-US" altLang="zh-CN" sz="3200" b="0" i="1" dirty="0">
                  <a:solidFill>
                    <a:schemeClr val="bg1"/>
                  </a:solidFill>
                  <a:latin typeface="Times New Roman" panose="02020603050405020304" pitchFamily="18" charset="0"/>
                  <a:ea typeface="宋体" panose="02010600030101010101" pitchFamily="2" charset="-122"/>
                  <a:sym typeface="Symbol" panose="05050102010706020507" pitchFamily="18" charset="2"/>
                </a:rPr>
                <a:t></a:t>
              </a:r>
              <a:r>
                <a:rPr lang="en-US" altLang="zh-CN" sz="3200" b="0" baseline="-25000" dirty="0">
                  <a:solidFill>
                    <a:schemeClr val="bg1"/>
                  </a:solidFill>
                  <a:latin typeface="Times New Roman" panose="02020603050405020304" pitchFamily="18" charset="0"/>
                  <a:ea typeface="宋体" panose="02010600030101010101" pitchFamily="2" charset="-122"/>
                  <a:sym typeface="Symbol" panose="05050102010706020507" pitchFamily="18" charset="2"/>
                </a:rPr>
                <a:t>2</a:t>
              </a:r>
              <a:r>
                <a:rPr lang="en-US" altLang="zh-CN" sz="3200" b="0" baseline="-25000" dirty="0">
                  <a:solidFill>
                    <a:schemeClr val="bg1"/>
                  </a:solidFill>
                  <a:latin typeface="Times New Roman" panose="02020603050405020304" pitchFamily="18" charset="0"/>
                  <a:ea typeface="宋体" panose="02010600030101010101" pitchFamily="2" charset="-122"/>
                </a:rPr>
                <a:t> </a:t>
              </a:r>
              <a:r>
                <a:rPr lang="en-US" altLang="zh-CN" sz="3200" b="0" dirty="0">
                  <a:solidFill>
                    <a:schemeClr val="bg1"/>
                  </a:solidFill>
                  <a:latin typeface="Times New Roman" panose="02020603050405020304" pitchFamily="18" charset="0"/>
                  <a:ea typeface="宋体" panose="02010600030101010101" pitchFamily="2" charset="-122"/>
                  <a:sym typeface="Symbol" panose="05050102010706020507" pitchFamily="18" charset="2"/>
                </a:rPr>
                <a:t>•</a:t>
              </a:r>
              <a:r>
                <a:rPr lang="en-US" altLang="zh-CN" sz="3200" b="0" i="1" dirty="0">
                  <a:solidFill>
                    <a:schemeClr val="bg1"/>
                  </a:solidFill>
                  <a:latin typeface="Times New Roman" panose="02020603050405020304" pitchFamily="18" charset="0"/>
                  <a:ea typeface="宋体" panose="02010600030101010101" pitchFamily="2" charset="-122"/>
                </a:rPr>
                <a:t>|Z</a:t>
              </a:r>
              <a:r>
                <a:rPr lang="en-US" altLang="zh-CN" sz="3200" b="0" baseline="-25000" dirty="0">
                  <a:solidFill>
                    <a:schemeClr val="bg1"/>
                  </a:solidFill>
                  <a:latin typeface="Times New Roman" panose="02020603050405020304" pitchFamily="18" charset="0"/>
                  <a:ea typeface="宋体" panose="02010600030101010101" pitchFamily="2" charset="-122"/>
                </a:rPr>
                <a:t>x</a:t>
              </a:r>
              <a:r>
                <a:rPr lang="en-US" altLang="zh-CN" sz="3200" b="0" dirty="0">
                  <a:solidFill>
                    <a:schemeClr val="bg1"/>
                  </a:solidFill>
                  <a:latin typeface="Times New Roman" panose="02020603050405020304" pitchFamily="18" charset="0"/>
                  <a:ea typeface="宋体" panose="02010600030101010101" pitchFamily="2" charset="-122"/>
                </a:rPr>
                <a:t>|</a:t>
              </a:r>
              <a:r>
                <a:rPr lang="en-US" altLang="zh-CN" sz="3200" b="0" dirty="0">
                  <a:solidFill>
                    <a:schemeClr val="bg1"/>
                  </a:solidFill>
                  <a:latin typeface="Times New Roman" panose="02020603050405020304" pitchFamily="18" charset="0"/>
                  <a:ea typeface="宋体" panose="02010600030101010101" pitchFamily="2" charset="-122"/>
                  <a:sym typeface="Symbol" panose="05050102010706020507" pitchFamily="18" charset="2"/>
                </a:rPr>
                <a:t>  </a:t>
              </a:r>
              <a:r>
                <a:rPr lang="en-US" altLang="zh-CN" sz="3200" b="0" i="1" dirty="0">
                  <a:solidFill>
                    <a:schemeClr val="bg1"/>
                  </a:solidFill>
                  <a:latin typeface="Times New Roman" panose="02020603050405020304" pitchFamily="18" charset="0"/>
                  <a:ea typeface="宋体" panose="02010600030101010101" pitchFamily="2" charset="-122"/>
                  <a:sym typeface="Symbol" panose="05050102010706020507" pitchFamily="18" charset="2"/>
                </a:rPr>
                <a:t></a:t>
              </a:r>
              <a:r>
                <a:rPr lang="en-US" altLang="zh-CN" sz="3200" b="0" baseline="-25000" dirty="0">
                  <a:solidFill>
                    <a:schemeClr val="bg1"/>
                  </a:solidFill>
                  <a:latin typeface="Times New Roman" panose="02020603050405020304" pitchFamily="18" charset="0"/>
                  <a:ea typeface="宋体" panose="02010600030101010101" pitchFamily="2" charset="-122"/>
                  <a:sym typeface="Symbol" panose="05050102010706020507" pitchFamily="18" charset="2"/>
                </a:rPr>
                <a:t>x</a:t>
              </a:r>
              <a:r>
                <a:rPr lang="en-US" altLang="zh-CN" sz="3200" b="0" baseline="-25000" dirty="0">
                  <a:solidFill>
                    <a:schemeClr val="bg1"/>
                  </a:solidFill>
                  <a:latin typeface="Times New Roman" panose="02020603050405020304" pitchFamily="18" charset="0"/>
                  <a:ea typeface="宋体" panose="02010600030101010101" pitchFamily="2" charset="-122"/>
                </a:rPr>
                <a:t> </a:t>
              </a:r>
              <a:endParaRPr lang="en-US" altLang="zh-CN" sz="3200" b="0" dirty="0">
                <a:solidFill>
                  <a:schemeClr val="bg1"/>
                </a:solidFill>
                <a:latin typeface="Times New Roman" panose="02020603050405020304" pitchFamily="18" charset="0"/>
                <a:ea typeface="宋体" panose="02010600030101010101" pitchFamily="2" charset="-122"/>
              </a:endParaRPr>
            </a:p>
          </p:txBody>
        </p:sp>
        <p:grpSp>
          <p:nvGrpSpPr>
            <p:cNvPr id="87059" name="Group 79"/>
            <p:cNvGrpSpPr/>
            <p:nvPr/>
          </p:nvGrpSpPr>
          <p:grpSpPr>
            <a:xfrm>
              <a:off x="1111" y="1434"/>
              <a:ext cx="408" cy="273"/>
              <a:chOff x="1156" y="1842"/>
              <a:chExt cx="273" cy="227"/>
            </a:xfrm>
          </p:grpSpPr>
          <p:sp>
            <p:nvSpPr>
              <p:cNvPr id="87069" name="Line 80"/>
              <p:cNvSpPr/>
              <p:nvPr/>
            </p:nvSpPr>
            <p:spPr>
              <a:xfrm flipH="1">
                <a:off x="1156" y="1842"/>
                <a:ext cx="91" cy="227"/>
              </a:xfrm>
              <a:prstGeom prst="line">
                <a:avLst/>
              </a:prstGeom>
              <a:ln w="19050" cap="flat" cmpd="sng">
                <a:solidFill>
                  <a:schemeClr val="bg1"/>
                </a:solidFill>
                <a:prstDash val="solid"/>
                <a:headEnd type="none" w="med" len="med"/>
                <a:tailEnd type="none" w="med" len="med"/>
              </a:ln>
            </p:spPr>
          </p:sp>
          <p:sp>
            <p:nvSpPr>
              <p:cNvPr id="87070" name="Line 81"/>
              <p:cNvSpPr/>
              <p:nvPr/>
            </p:nvSpPr>
            <p:spPr>
              <a:xfrm>
                <a:off x="1156" y="2069"/>
                <a:ext cx="273" cy="0"/>
              </a:xfrm>
              <a:prstGeom prst="line">
                <a:avLst/>
              </a:prstGeom>
              <a:ln w="19050" cap="flat" cmpd="sng">
                <a:solidFill>
                  <a:schemeClr val="bg1"/>
                </a:solidFill>
                <a:prstDash val="solid"/>
                <a:headEnd type="none" w="med" len="med"/>
                <a:tailEnd type="none" w="med" len="med"/>
              </a:ln>
            </p:spPr>
          </p:sp>
        </p:grpSp>
        <p:grpSp>
          <p:nvGrpSpPr>
            <p:cNvPr id="87060" name="Group 82"/>
            <p:cNvGrpSpPr/>
            <p:nvPr/>
          </p:nvGrpSpPr>
          <p:grpSpPr>
            <a:xfrm>
              <a:off x="1927" y="1434"/>
              <a:ext cx="408" cy="273"/>
              <a:chOff x="1156" y="1842"/>
              <a:chExt cx="273" cy="227"/>
            </a:xfrm>
          </p:grpSpPr>
          <p:sp>
            <p:nvSpPr>
              <p:cNvPr id="87067" name="Line 83"/>
              <p:cNvSpPr/>
              <p:nvPr/>
            </p:nvSpPr>
            <p:spPr>
              <a:xfrm flipH="1">
                <a:off x="1156" y="1842"/>
                <a:ext cx="91" cy="227"/>
              </a:xfrm>
              <a:prstGeom prst="line">
                <a:avLst/>
              </a:prstGeom>
              <a:ln w="19050" cap="flat" cmpd="sng">
                <a:solidFill>
                  <a:schemeClr val="bg1"/>
                </a:solidFill>
                <a:prstDash val="solid"/>
                <a:headEnd type="none" w="med" len="med"/>
                <a:tailEnd type="none" w="med" len="med"/>
              </a:ln>
            </p:spPr>
          </p:sp>
          <p:sp>
            <p:nvSpPr>
              <p:cNvPr id="87068" name="Line 84"/>
              <p:cNvSpPr/>
              <p:nvPr/>
            </p:nvSpPr>
            <p:spPr>
              <a:xfrm>
                <a:off x="1156" y="2069"/>
                <a:ext cx="273" cy="0"/>
              </a:xfrm>
              <a:prstGeom prst="line">
                <a:avLst/>
              </a:prstGeom>
              <a:ln w="19050" cap="flat" cmpd="sng">
                <a:solidFill>
                  <a:schemeClr val="bg1"/>
                </a:solidFill>
                <a:prstDash val="solid"/>
                <a:headEnd type="none" w="med" len="med"/>
                <a:tailEnd type="none" w="med" len="med"/>
              </a:ln>
            </p:spPr>
          </p:sp>
        </p:grpSp>
        <p:grpSp>
          <p:nvGrpSpPr>
            <p:cNvPr id="87061" name="Group 85"/>
            <p:cNvGrpSpPr/>
            <p:nvPr/>
          </p:nvGrpSpPr>
          <p:grpSpPr>
            <a:xfrm>
              <a:off x="2880" y="1434"/>
              <a:ext cx="408" cy="273"/>
              <a:chOff x="1156" y="1842"/>
              <a:chExt cx="273" cy="227"/>
            </a:xfrm>
          </p:grpSpPr>
          <p:sp>
            <p:nvSpPr>
              <p:cNvPr id="87065" name="Line 86"/>
              <p:cNvSpPr/>
              <p:nvPr/>
            </p:nvSpPr>
            <p:spPr>
              <a:xfrm flipH="1">
                <a:off x="1156" y="1842"/>
                <a:ext cx="91" cy="227"/>
              </a:xfrm>
              <a:prstGeom prst="line">
                <a:avLst/>
              </a:prstGeom>
              <a:ln w="19050" cap="flat" cmpd="sng">
                <a:solidFill>
                  <a:schemeClr val="bg1"/>
                </a:solidFill>
                <a:prstDash val="solid"/>
                <a:headEnd type="none" w="med" len="med"/>
                <a:tailEnd type="none" w="med" len="med"/>
              </a:ln>
            </p:spPr>
          </p:sp>
          <p:sp>
            <p:nvSpPr>
              <p:cNvPr id="87066" name="Line 87"/>
              <p:cNvSpPr/>
              <p:nvPr/>
            </p:nvSpPr>
            <p:spPr>
              <a:xfrm>
                <a:off x="1156" y="2069"/>
                <a:ext cx="273" cy="0"/>
              </a:xfrm>
              <a:prstGeom prst="line">
                <a:avLst/>
              </a:prstGeom>
              <a:ln w="19050" cap="flat" cmpd="sng">
                <a:solidFill>
                  <a:schemeClr val="bg1"/>
                </a:solidFill>
                <a:prstDash val="solid"/>
                <a:headEnd type="none" w="med" len="med"/>
                <a:tailEnd type="none" w="med" len="med"/>
              </a:ln>
            </p:spPr>
          </p:sp>
        </p:grpSp>
        <p:grpSp>
          <p:nvGrpSpPr>
            <p:cNvPr id="87062" name="Group 88"/>
            <p:cNvGrpSpPr/>
            <p:nvPr/>
          </p:nvGrpSpPr>
          <p:grpSpPr>
            <a:xfrm>
              <a:off x="3742" y="1434"/>
              <a:ext cx="408" cy="273"/>
              <a:chOff x="1156" y="1842"/>
              <a:chExt cx="273" cy="227"/>
            </a:xfrm>
          </p:grpSpPr>
          <p:sp>
            <p:nvSpPr>
              <p:cNvPr id="87063" name="Line 89"/>
              <p:cNvSpPr/>
              <p:nvPr/>
            </p:nvSpPr>
            <p:spPr>
              <a:xfrm flipH="1">
                <a:off x="1156" y="1842"/>
                <a:ext cx="91" cy="227"/>
              </a:xfrm>
              <a:prstGeom prst="line">
                <a:avLst/>
              </a:prstGeom>
              <a:ln w="19050" cap="flat" cmpd="sng">
                <a:solidFill>
                  <a:schemeClr val="bg1"/>
                </a:solidFill>
                <a:prstDash val="solid"/>
                <a:headEnd type="none" w="med" len="med"/>
                <a:tailEnd type="none" w="med" len="med"/>
              </a:ln>
            </p:spPr>
          </p:sp>
          <p:sp>
            <p:nvSpPr>
              <p:cNvPr id="87064" name="Line 90"/>
              <p:cNvSpPr/>
              <p:nvPr/>
            </p:nvSpPr>
            <p:spPr>
              <a:xfrm>
                <a:off x="1156" y="2069"/>
                <a:ext cx="273" cy="0"/>
              </a:xfrm>
              <a:prstGeom prst="line">
                <a:avLst/>
              </a:prstGeom>
              <a:ln w="19050" cap="flat" cmpd="sng">
                <a:solidFill>
                  <a:schemeClr val="bg1"/>
                </a:solidFill>
                <a:prstDash val="solid"/>
                <a:headEnd type="none" w="med" len="med"/>
                <a:tailEnd type="none" w="med" len="med"/>
              </a:ln>
            </p:spPr>
          </p:sp>
        </p:gr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5" presetClass="entr" presetSubtype="0" fill="hold" grpId="0" nodeType="withEffect">
                                  <p:stCondLst>
                                    <p:cond delay="0"/>
                                  </p:stCondLst>
                                  <p:childTnLst>
                                    <p:set>
                                      <p:cBhvr>
                                        <p:cTn id="6" dur="1" fill="hold">
                                          <p:stCondLst>
                                            <p:cond delay="0"/>
                                          </p:stCondLst>
                                        </p:cTn>
                                        <p:tgtEl>
                                          <p:spTgt spid="40966"/>
                                        </p:tgtEl>
                                        <p:attrNameLst>
                                          <p:attrName>style.visibility</p:attrName>
                                        </p:attrNameLst>
                                      </p:cBhvr>
                                      <p:to>
                                        <p:strVal val="visible"/>
                                      </p:to>
                                    </p:set>
                                    <p:anim calcmode="lin" valueType="num">
                                      <p:cBhvr>
                                        <p:cTn id="7" dur="1000" fill="hold"/>
                                        <p:tgtEl>
                                          <p:spTgt spid="40966"/>
                                        </p:tgtEl>
                                        <p:attrNameLst>
                                          <p:attrName>ppt_w</p:attrName>
                                        </p:attrNameLst>
                                      </p:cBhvr>
                                      <p:tavLst>
                                        <p:tav tm="0">
                                          <p:val>
                                            <p:fltVal val="0.000000"/>
                                          </p:val>
                                        </p:tav>
                                        <p:tav tm="100000">
                                          <p:val>
                                            <p:strVal val="#ppt_w"/>
                                          </p:val>
                                        </p:tav>
                                      </p:tavLst>
                                    </p:anim>
                                    <p:anim calcmode="lin" valueType="num">
                                      <p:cBhvr>
                                        <p:cTn id="8" dur="1000" fill="hold"/>
                                        <p:tgtEl>
                                          <p:spTgt spid="40966"/>
                                        </p:tgtEl>
                                        <p:attrNameLst>
                                          <p:attrName>ppt_h</p:attrName>
                                        </p:attrNameLst>
                                      </p:cBhvr>
                                      <p:tavLst>
                                        <p:tav tm="0">
                                          <p:val>
                                            <p:fltVal val="0.000000"/>
                                          </p:val>
                                        </p:tav>
                                        <p:tav tm="100000">
                                          <p:val>
                                            <p:strVal val="#ppt_h"/>
                                          </p:val>
                                        </p:tav>
                                      </p:tavLst>
                                    </p:anim>
                                    <p:anim calcmode="lin" valueType="num">
                                      <p:cBhvr>
                                        <p:cTn id="9" dur="1000" fill="hold"/>
                                        <p:tgtEl>
                                          <p:spTgt spid="40966"/>
                                        </p:tgtEl>
                                        <p:attrNameLst>
                                          <p:attrName>ppt_x</p:attrName>
                                        </p:attrNameLst>
                                      </p:cBhvr>
                                      <p:tavLst>
                                        <p:tav tm="0" fmla="#ppt_x+(cos(-2*pi*(1-$))*-#ppt_x-sin(-2*pi*(1-$))*(1-#ppt_y))*(1-$)">
                                          <p:val>
                                            <p:fltVal val="0.000000"/>
                                          </p:val>
                                        </p:tav>
                                        <p:tav tm="100000">
                                          <p:val>
                                            <p:fltVal val="1.000000"/>
                                          </p:val>
                                        </p:tav>
                                      </p:tavLst>
                                    </p:anim>
                                    <p:anim calcmode="lin" valueType="num">
                                      <p:cBhvr>
                                        <p:cTn id="10" dur="1000" fill="hold"/>
                                        <p:tgtEl>
                                          <p:spTgt spid="40966"/>
                                        </p:tgtEl>
                                        <p:attrNameLst>
                                          <p:attrName>ppt_y</p:attrName>
                                        </p:attrNameLst>
                                      </p:cBhvr>
                                      <p:tavLst>
                                        <p:tav tm="0" fmla="#ppt_y+(sin(-2*pi*(1-$))*-#ppt_x+cos(-2*pi*(1-$))*(1-#ppt_y))*(1-$)">
                                          <p:val>
                                            <p:fltVal val="0.000000"/>
                                          </p:val>
                                        </p:tav>
                                        <p:tav tm="100000">
                                          <p:val>
                                            <p:fltVal val="1.000000"/>
                                          </p:val>
                                        </p:tav>
                                      </p:tavLst>
                                    </p:anim>
                                  </p:childTnLst>
                                </p:cTn>
                              </p:par>
                            </p:childTnLst>
                          </p:cTn>
                        </p:par>
                        <p:par>
                          <p:cTn id="11" fill="hold">
                            <p:stCondLst>
                              <p:cond delay="1000"/>
                            </p:stCondLst>
                            <p:childTnLst>
                              <p:par>
                                <p:cTn id="12" presetID="3" presetClass="entr" presetSubtype="10" fill="hold" nodeType="afterEffect">
                                  <p:stCondLst>
                                    <p:cond delay="0"/>
                                  </p:stCondLst>
                                  <p:childTnLst>
                                    <p:set>
                                      <p:cBhvr>
                                        <p:cTn id="13" dur="1" fill="hold">
                                          <p:stCondLst>
                                            <p:cond delay="0"/>
                                          </p:stCondLst>
                                        </p:cTn>
                                        <p:tgtEl>
                                          <p:spTgt spid="4"/>
                                        </p:tgtEl>
                                        <p:attrNameLst>
                                          <p:attrName>style.visibility</p:attrName>
                                        </p:attrNameLst>
                                      </p:cBhvr>
                                      <p:to>
                                        <p:strVal val="visible"/>
                                      </p:to>
                                    </p:set>
                                    <p:animEffect transition="in" filter="blinds(horizontal)">
                                      <p:cBhvr>
                                        <p:cTn id="14" dur="500"/>
                                        <p:tgtEl>
                                          <p:spTgt spid="4"/>
                                        </p:tgtEl>
                                      </p:cBhvr>
                                    </p:animEffect>
                                  </p:childTnLst>
                                </p:cTn>
                              </p:par>
                            </p:childTnLst>
                          </p:cTn>
                        </p:par>
                        <p:par>
                          <p:cTn id="15" fill="hold">
                            <p:stCondLst>
                              <p:cond delay="1500"/>
                            </p:stCondLst>
                            <p:childTnLst>
                              <p:par>
                                <p:cTn id="16" presetID="2" presetClass="entr" presetSubtype="1" fill="hold" grpId="0" nodeType="afterEffect">
                                  <p:stCondLst>
                                    <p:cond delay="0"/>
                                  </p:stCondLst>
                                  <p:childTnLst>
                                    <p:set>
                                      <p:cBhvr>
                                        <p:cTn id="17" dur="1" fill="hold">
                                          <p:stCondLst>
                                            <p:cond delay="0"/>
                                          </p:stCondLst>
                                        </p:cTn>
                                        <p:tgtEl>
                                          <p:spTgt spid="40962"/>
                                        </p:tgtEl>
                                        <p:attrNameLst>
                                          <p:attrName>style.visibility</p:attrName>
                                        </p:attrNameLst>
                                      </p:cBhvr>
                                      <p:to>
                                        <p:strVal val="visible"/>
                                      </p:to>
                                    </p:set>
                                    <p:anim calcmode="lin" valueType="num">
                                      <p:cBhvr additive="base">
                                        <p:cTn id="18" dur="500" fill="hold"/>
                                        <p:tgtEl>
                                          <p:spTgt spid="40962"/>
                                        </p:tgtEl>
                                        <p:attrNameLst>
                                          <p:attrName>ppt_x</p:attrName>
                                        </p:attrNameLst>
                                      </p:cBhvr>
                                      <p:tavLst>
                                        <p:tav tm="0">
                                          <p:val>
                                            <p:strVal val="#ppt_x"/>
                                          </p:val>
                                        </p:tav>
                                        <p:tav tm="100000">
                                          <p:val>
                                            <p:strVal val="#ppt_x"/>
                                          </p:val>
                                        </p:tav>
                                      </p:tavLst>
                                    </p:anim>
                                    <p:anim calcmode="lin" valueType="num">
                                      <p:cBhvr additive="base">
                                        <p:cTn id="19" dur="500" fill="hold"/>
                                        <p:tgtEl>
                                          <p:spTgt spid="40962"/>
                                        </p:tgtEl>
                                        <p:attrNameLst>
                                          <p:attrName>ppt_y</p:attrName>
                                        </p:attrNameLst>
                                      </p:cBhvr>
                                      <p:tavLst>
                                        <p:tav tm="0">
                                          <p:val>
                                            <p:strVal val="0-#ppt_h/2"/>
                                          </p:val>
                                        </p:tav>
                                        <p:tav tm="100000">
                                          <p:val>
                                            <p:strVal val="#ppt_y"/>
                                          </p:val>
                                        </p:tav>
                                      </p:tavLst>
                                    </p:anim>
                                  </p:childTnLst>
                                </p:cTn>
                              </p:par>
                            </p:childTnLst>
                          </p:cTn>
                        </p:par>
                      </p:childTnLst>
                    </p:cTn>
                  </p:par>
                  <p:par>
                    <p:cTn id="20" fill="hold">
                      <p:stCondLst>
                        <p:cond delay="indefinite"/>
                      </p:stCondLst>
                      <p:childTnLst>
                        <p:par>
                          <p:cTn id="21" fill="hold">
                            <p:stCondLst>
                              <p:cond delay="0"/>
                            </p:stCondLst>
                            <p:childTnLst>
                              <p:par>
                                <p:cTn id="22" presetID="15" presetClass="entr" presetSubtype="0" fill="hold" grpId="0" nodeType="clickEffect">
                                  <p:stCondLst>
                                    <p:cond delay="0"/>
                                  </p:stCondLst>
                                  <p:childTnLst>
                                    <p:set>
                                      <p:cBhvr>
                                        <p:cTn id="23" dur="1" fill="hold">
                                          <p:stCondLst>
                                            <p:cond delay="0"/>
                                          </p:stCondLst>
                                        </p:cTn>
                                        <p:tgtEl>
                                          <p:spTgt spid="40967"/>
                                        </p:tgtEl>
                                        <p:attrNameLst>
                                          <p:attrName>style.visibility</p:attrName>
                                        </p:attrNameLst>
                                      </p:cBhvr>
                                      <p:to>
                                        <p:strVal val="visible"/>
                                      </p:to>
                                    </p:set>
                                    <p:anim calcmode="lin" valueType="num">
                                      <p:cBhvr>
                                        <p:cTn id="24" dur="1000" fill="hold"/>
                                        <p:tgtEl>
                                          <p:spTgt spid="40967"/>
                                        </p:tgtEl>
                                        <p:attrNameLst>
                                          <p:attrName>ppt_w</p:attrName>
                                        </p:attrNameLst>
                                      </p:cBhvr>
                                      <p:tavLst>
                                        <p:tav tm="0">
                                          <p:val>
                                            <p:fltVal val="0.000000"/>
                                          </p:val>
                                        </p:tav>
                                        <p:tav tm="100000">
                                          <p:val>
                                            <p:strVal val="#ppt_w"/>
                                          </p:val>
                                        </p:tav>
                                      </p:tavLst>
                                    </p:anim>
                                    <p:anim calcmode="lin" valueType="num">
                                      <p:cBhvr>
                                        <p:cTn id="25" dur="1000" fill="hold"/>
                                        <p:tgtEl>
                                          <p:spTgt spid="40967"/>
                                        </p:tgtEl>
                                        <p:attrNameLst>
                                          <p:attrName>ppt_h</p:attrName>
                                        </p:attrNameLst>
                                      </p:cBhvr>
                                      <p:tavLst>
                                        <p:tav tm="0">
                                          <p:val>
                                            <p:fltVal val="0.000000"/>
                                          </p:val>
                                        </p:tav>
                                        <p:tav tm="100000">
                                          <p:val>
                                            <p:strVal val="#ppt_h"/>
                                          </p:val>
                                        </p:tav>
                                      </p:tavLst>
                                    </p:anim>
                                    <p:anim calcmode="lin" valueType="num">
                                      <p:cBhvr>
                                        <p:cTn id="26" dur="1000" fill="hold"/>
                                        <p:tgtEl>
                                          <p:spTgt spid="40967"/>
                                        </p:tgtEl>
                                        <p:attrNameLst>
                                          <p:attrName>ppt_x</p:attrName>
                                        </p:attrNameLst>
                                      </p:cBhvr>
                                      <p:tavLst>
                                        <p:tav tm="0" fmla="#ppt_x+(cos(-2*pi*(1-$))*-#ppt_x-sin(-2*pi*(1-$))*(1-#ppt_y))*(1-$)">
                                          <p:val>
                                            <p:fltVal val="0.000000"/>
                                          </p:val>
                                        </p:tav>
                                        <p:tav tm="100000">
                                          <p:val>
                                            <p:fltVal val="1.000000"/>
                                          </p:val>
                                        </p:tav>
                                      </p:tavLst>
                                    </p:anim>
                                    <p:anim calcmode="lin" valueType="num">
                                      <p:cBhvr>
                                        <p:cTn id="27" dur="1000" fill="hold"/>
                                        <p:tgtEl>
                                          <p:spTgt spid="40967"/>
                                        </p:tgtEl>
                                        <p:attrNameLst>
                                          <p:attrName>ppt_y</p:attrName>
                                        </p:attrNameLst>
                                      </p:cBhvr>
                                      <p:tavLst>
                                        <p:tav tm="0" fmla="#ppt_y+(sin(-2*pi*(1-$))*-#ppt_x+cos(-2*pi*(1-$))*(1-#ppt_y))*(1-$)">
                                          <p:val>
                                            <p:fltVal val="0.000000"/>
                                          </p:val>
                                        </p:tav>
                                        <p:tav tm="100000">
                                          <p:val>
                                            <p:fltVal val="1.000000"/>
                                          </p:val>
                                        </p:tav>
                                      </p:tavLst>
                                    </p:anim>
                                  </p:childTnLst>
                                </p:cTn>
                              </p:par>
                            </p:childTnLst>
                          </p:cTn>
                        </p:par>
                      </p:childTnLst>
                    </p:cTn>
                  </p:par>
                  <p:par>
                    <p:cTn id="28" fill="hold">
                      <p:stCondLst>
                        <p:cond delay="indefinite"/>
                      </p:stCondLst>
                      <p:childTnLst>
                        <p:par>
                          <p:cTn id="29" fill="hold">
                            <p:stCondLst>
                              <p:cond delay="0"/>
                            </p:stCondLst>
                            <p:childTnLst>
                              <p:par>
                                <p:cTn id="30" presetID="12" presetClass="entr" presetSubtype="1" fill="hold" grpId="0" nodeType="clickEffect">
                                  <p:stCondLst>
                                    <p:cond delay="0"/>
                                  </p:stCondLst>
                                  <p:childTnLst>
                                    <p:set>
                                      <p:cBhvr>
                                        <p:cTn id="31" dur="1" fill="hold">
                                          <p:stCondLst>
                                            <p:cond delay="0"/>
                                          </p:stCondLst>
                                        </p:cTn>
                                        <p:tgtEl>
                                          <p:spTgt spid="40963"/>
                                        </p:tgtEl>
                                        <p:attrNameLst>
                                          <p:attrName>style.visibility</p:attrName>
                                        </p:attrNameLst>
                                      </p:cBhvr>
                                      <p:to>
                                        <p:strVal val="visible"/>
                                      </p:to>
                                    </p:set>
                                    <p:animEffect transition="in" filter="slide(fromTop)">
                                      <p:cBhvr>
                                        <p:cTn id="32" dur="500"/>
                                        <p:tgtEl>
                                          <p:spTgt spid="40963"/>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8" fill="hold" nodeType="clickEffect">
                                  <p:stCondLst>
                                    <p:cond delay="0"/>
                                  </p:stCondLst>
                                  <p:childTnLst>
                                    <p:set>
                                      <p:cBhvr>
                                        <p:cTn id="36" dur="1" fill="hold">
                                          <p:stCondLst>
                                            <p:cond delay="0"/>
                                          </p:stCondLst>
                                        </p:cTn>
                                        <p:tgtEl>
                                          <p:spTgt spid="6"/>
                                        </p:tgtEl>
                                        <p:attrNameLst>
                                          <p:attrName>style.visibility</p:attrName>
                                        </p:attrNameLst>
                                      </p:cBhvr>
                                      <p:to>
                                        <p:strVal val="visible"/>
                                      </p:to>
                                    </p:set>
                                    <p:animEffect transition="in" filter="wipe(left)">
                                      <p:cBhvr>
                                        <p:cTn id="37" dur="500"/>
                                        <p:tgtEl>
                                          <p:spTgt spid="6"/>
                                        </p:tgtEl>
                                      </p:cBhvr>
                                    </p:animEffect>
                                  </p:childTnLst>
                                </p:cTn>
                              </p:par>
                            </p:childTnLst>
                          </p:cTn>
                        </p:par>
                      </p:childTnLst>
                    </p:cTn>
                  </p:par>
                  <p:par>
                    <p:cTn id="38" fill="hold">
                      <p:stCondLst>
                        <p:cond delay="indefinite"/>
                      </p:stCondLst>
                      <p:childTnLst>
                        <p:par>
                          <p:cTn id="39" fill="hold">
                            <p:stCondLst>
                              <p:cond delay="0"/>
                            </p:stCondLst>
                            <p:childTnLst>
                              <p:par>
                                <p:cTn id="40" presetID="24" presetClass="entr" presetSubtype="0" fill="hold" nodeType="clickEffect">
                                  <p:stCondLst>
                                    <p:cond delay="0"/>
                                  </p:stCondLst>
                                  <p:childTnLst>
                                    <p:set>
                                      <p:cBhvr>
                                        <p:cTn id="41" dur="1" fill="hold">
                                          <p:stCondLst>
                                            <p:cond delay="0"/>
                                          </p:stCondLst>
                                        </p:cTn>
                                        <p:tgtEl>
                                          <p:spTgt spid="40994"/>
                                        </p:tgtEl>
                                        <p:attrNameLst>
                                          <p:attrName>style.visibility</p:attrName>
                                        </p:attrNameLst>
                                      </p:cBhvr>
                                      <p:to>
                                        <p:strVal val="visible"/>
                                      </p:to>
                                    </p:set>
                                    <p:anim to="" calcmode="lin" valueType="num">
                                      <p:cBhvr>
                                        <p:cTn id="42" dur="1" fill="hold"/>
                                        <p:tgtEl>
                                          <p:spTgt spid="40994"/>
                                        </p:tgtEl>
                                        <p:attrNameLst>
                                          <p:attrName>style.visibility</p:attrName>
                                        </p:attrNameLst>
                                      </p:cBhvr>
                                    </p:anim>
                                  </p:childTnLst>
                                </p:cTn>
                              </p:par>
                            </p:childTnLst>
                          </p:cTn>
                        </p:par>
                        <p:par>
                          <p:cTn id="43" fill="hold">
                            <p:stCondLst>
                              <p:cond delay="0"/>
                            </p:stCondLst>
                            <p:childTnLst>
                              <p:par>
                                <p:cTn id="44" presetID="1" presetClass="entr" presetSubtype="0" fill="hold" grpId="0" nodeType="afterEffect">
                                  <p:stCondLst>
                                    <p:cond delay="0"/>
                                  </p:stCondLst>
                                  <p:childTnLst>
                                    <p:set>
                                      <p:cBhvr>
                                        <p:cTn id="45" dur="1" fill="hold">
                                          <p:stCondLst>
                                            <p:cond delay="0"/>
                                          </p:stCondLst>
                                        </p:cTn>
                                        <p:tgtEl>
                                          <p:spTgt spid="40993"/>
                                        </p:tgtEl>
                                        <p:attrNameLst>
                                          <p:attrName>style.visibility</p:attrName>
                                        </p:attrNameLst>
                                      </p:cBhvr>
                                      <p:to>
                                        <p:strVal val="visible"/>
                                      </p:to>
                                    </p:set>
                                  </p:childTnLst>
                                </p:cTn>
                              </p:par>
                            </p:childTnLst>
                          </p:cTn>
                        </p:par>
                        <p:par>
                          <p:cTn id="46" fill="hold">
                            <p:stCondLst>
                              <p:cond delay="0"/>
                            </p:stCondLst>
                            <p:childTnLst>
                              <p:par>
                                <p:cTn id="47" presetID="22" presetClass="entr" presetSubtype="8" fill="hold" grpId="0" nodeType="afterEffect">
                                  <p:stCondLst>
                                    <p:cond delay="0"/>
                                  </p:stCondLst>
                                  <p:childTnLst>
                                    <p:set>
                                      <p:cBhvr>
                                        <p:cTn id="48" dur="1" fill="hold">
                                          <p:stCondLst>
                                            <p:cond delay="0"/>
                                          </p:stCondLst>
                                        </p:cTn>
                                        <p:tgtEl>
                                          <p:spTgt spid="40991"/>
                                        </p:tgtEl>
                                        <p:attrNameLst>
                                          <p:attrName>style.visibility</p:attrName>
                                        </p:attrNameLst>
                                      </p:cBhvr>
                                      <p:to>
                                        <p:strVal val="visible"/>
                                      </p:to>
                                    </p:set>
                                    <p:animEffect transition="in" filter="wipe(left)">
                                      <p:cBhvr>
                                        <p:cTn id="49" dur="2000"/>
                                        <p:tgtEl>
                                          <p:spTgt spid="40991"/>
                                        </p:tgtEl>
                                      </p:cBhvr>
                                    </p:animEffect>
                                  </p:childTnLst>
                                </p:cTn>
                              </p:par>
                            </p:childTnLst>
                          </p:cTn>
                        </p:par>
                      </p:childTnLst>
                    </p:cTn>
                  </p:par>
                  <p:par>
                    <p:cTn id="50" fill="hold">
                      <p:stCondLst>
                        <p:cond delay="indefinite"/>
                      </p:stCondLst>
                      <p:childTnLst>
                        <p:par>
                          <p:cTn id="51" fill="hold">
                            <p:stCondLst>
                              <p:cond delay="0"/>
                            </p:stCondLst>
                            <p:childTnLst>
                              <p:par>
                                <p:cTn id="52" presetID="22" presetClass="entr" presetSubtype="8" fill="hold" grpId="0" nodeType="clickEffect">
                                  <p:stCondLst>
                                    <p:cond delay="0"/>
                                  </p:stCondLst>
                                  <p:childTnLst>
                                    <p:set>
                                      <p:cBhvr>
                                        <p:cTn id="53" dur="1" fill="hold">
                                          <p:stCondLst>
                                            <p:cond delay="0"/>
                                          </p:stCondLst>
                                        </p:cTn>
                                        <p:tgtEl>
                                          <p:spTgt spid="40992"/>
                                        </p:tgtEl>
                                        <p:attrNameLst>
                                          <p:attrName>style.visibility</p:attrName>
                                        </p:attrNameLst>
                                      </p:cBhvr>
                                      <p:to>
                                        <p:strVal val="visible"/>
                                      </p:to>
                                    </p:set>
                                    <p:animEffect transition="in" filter="wipe(left)">
                                      <p:cBhvr>
                                        <p:cTn id="54" dur="2000"/>
                                        <p:tgtEl>
                                          <p:spTgt spid="40992"/>
                                        </p:tgtEl>
                                      </p:cBhvr>
                                    </p:animEffect>
                                  </p:childTnLst>
                                </p:cTn>
                              </p:par>
                            </p:childTnLst>
                          </p:cTn>
                        </p:par>
                      </p:childTnLst>
                    </p:cTn>
                  </p:par>
                  <p:par>
                    <p:cTn id="55" fill="hold">
                      <p:stCondLst>
                        <p:cond delay="indefinite"/>
                      </p:stCondLst>
                      <p:childTnLst>
                        <p:par>
                          <p:cTn id="56" fill="hold">
                            <p:stCondLst>
                              <p:cond delay="0"/>
                            </p:stCondLst>
                            <p:childTnLst>
                              <p:par>
                                <p:cTn id="57" presetID="23" presetClass="entr" presetSubtype="272" fill="hold" grpId="0" nodeType="clickEffect">
                                  <p:stCondLst>
                                    <p:cond delay="0"/>
                                  </p:stCondLst>
                                  <p:childTnLst>
                                    <p:set>
                                      <p:cBhvr>
                                        <p:cTn id="58" dur="1" fill="hold">
                                          <p:stCondLst>
                                            <p:cond delay="0"/>
                                          </p:stCondLst>
                                        </p:cTn>
                                        <p:tgtEl>
                                          <p:spTgt spid="40964"/>
                                        </p:tgtEl>
                                        <p:attrNameLst>
                                          <p:attrName>style.visibility</p:attrName>
                                        </p:attrNameLst>
                                      </p:cBhvr>
                                      <p:to>
                                        <p:strVal val="visible"/>
                                      </p:to>
                                    </p:set>
                                    <p:anim calcmode="lin" valueType="num">
                                      <p:cBhvr>
                                        <p:cTn id="59" dur="500" fill="hold"/>
                                        <p:tgtEl>
                                          <p:spTgt spid="40964"/>
                                        </p:tgtEl>
                                        <p:attrNameLst>
                                          <p:attrName>ppt_w</p:attrName>
                                        </p:attrNameLst>
                                      </p:cBhvr>
                                      <p:tavLst>
                                        <p:tav tm="0">
                                          <p:val>
                                            <p:strVal val="2/3*#ppt_w"/>
                                          </p:val>
                                        </p:tav>
                                        <p:tav tm="100000">
                                          <p:val>
                                            <p:strVal val="#ppt_w"/>
                                          </p:val>
                                        </p:tav>
                                      </p:tavLst>
                                    </p:anim>
                                    <p:anim calcmode="lin" valueType="num">
                                      <p:cBhvr>
                                        <p:cTn id="60" dur="500" fill="hold"/>
                                        <p:tgtEl>
                                          <p:spTgt spid="40964"/>
                                        </p:tgtEl>
                                        <p:attrNameLst>
                                          <p:attrName>ppt_h</p:attrName>
                                        </p:attrNameLst>
                                      </p:cBhvr>
                                      <p:tavLst>
                                        <p:tav tm="0">
                                          <p:val>
                                            <p:strVal val="2/3*#ppt_h"/>
                                          </p:val>
                                        </p:tav>
                                        <p:tav tm="100000">
                                          <p:val>
                                            <p:strVal val="#ppt_h"/>
                                          </p:val>
                                        </p:tav>
                                      </p:tavLst>
                                    </p:anim>
                                  </p:childTnLst>
                                </p:cTn>
                              </p:par>
                            </p:childTnLst>
                          </p:cTn>
                        </p:par>
                      </p:childTnLst>
                    </p:cTn>
                  </p:par>
                  <p:par>
                    <p:cTn id="61" fill="hold">
                      <p:stCondLst>
                        <p:cond delay="indefinite"/>
                      </p:stCondLst>
                      <p:childTnLst>
                        <p:par>
                          <p:cTn id="62" fill="hold">
                            <p:stCondLst>
                              <p:cond delay="0"/>
                            </p:stCondLst>
                            <p:childTnLst>
                              <p:par>
                                <p:cTn id="63" presetID="24" presetClass="entr" presetSubtype="0" fill="hold" nodeType="clickEffect">
                                  <p:stCondLst>
                                    <p:cond delay="0"/>
                                  </p:stCondLst>
                                  <p:childTnLst>
                                    <p:set>
                                      <p:cBhvr>
                                        <p:cTn id="64" dur="1" fill="hold">
                                          <p:stCondLst>
                                            <p:cond delay="0"/>
                                          </p:stCondLst>
                                        </p:cTn>
                                        <p:tgtEl>
                                          <p:spTgt spid="41035"/>
                                        </p:tgtEl>
                                        <p:attrNameLst>
                                          <p:attrName>style.visibility</p:attrName>
                                        </p:attrNameLst>
                                      </p:cBhvr>
                                      <p:to>
                                        <p:strVal val="visible"/>
                                      </p:to>
                                    </p:set>
                                    <p:anim to="" calcmode="lin" valueType="num">
                                      <p:cBhvr>
                                        <p:cTn id="65" dur="1" fill="hold"/>
                                        <p:tgtEl>
                                          <p:spTgt spid="41035"/>
                                        </p:tgtEl>
                                        <p:attrNameLst>
                                          <p:attrName>style.visibility</p:attrName>
                                        </p:attrNameLst>
                                      </p:cBhvr>
                                    </p:anim>
                                  </p:childTnLst>
                                </p:cTn>
                              </p:par>
                            </p:childTnLst>
                          </p:cTn>
                        </p:par>
                        <p:par>
                          <p:cTn id="66" fill="hold">
                            <p:stCondLst>
                              <p:cond delay="0"/>
                            </p:stCondLst>
                            <p:childTnLst>
                              <p:par>
                                <p:cTn id="67" presetID="16" presetClass="entr" presetSubtype="37" fill="hold" grpId="0" nodeType="afterEffect">
                                  <p:stCondLst>
                                    <p:cond delay="0"/>
                                  </p:stCondLst>
                                  <p:childTnLst>
                                    <p:set>
                                      <p:cBhvr>
                                        <p:cTn id="68" dur="1" fill="hold">
                                          <p:stCondLst>
                                            <p:cond delay="0"/>
                                          </p:stCondLst>
                                        </p:cTn>
                                        <p:tgtEl>
                                          <p:spTgt spid="40965"/>
                                        </p:tgtEl>
                                        <p:attrNameLst>
                                          <p:attrName>style.visibility</p:attrName>
                                        </p:attrNameLst>
                                      </p:cBhvr>
                                      <p:to>
                                        <p:strVal val="visible"/>
                                      </p:to>
                                    </p:set>
                                    <p:animEffect transition="in" filter="barn(outVertical)">
                                      <p:cBhvr>
                                        <p:cTn id="69" dur="500"/>
                                        <p:tgtEl>
                                          <p:spTgt spid="4096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0962" grpId="0"/>
      <p:bldP spid="40963" grpId="0"/>
      <p:bldP spid="40964" grpId="0"/>
      <p:bldP spid="40965" grpId="0"/>
      <p:bldP spid="40966" grpId="0"/>
      <p:bldP spid="40967" grpId="0" animBg="1"/>
      <p:bldP spid="40991" grpId="0"/>
      <p:bldP spid="40992" grpId="0"/>
      <p:bldP spid="40993" grpId="0" animBg="1"/>
    </p:bld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9938" name="Text Box 2"/>
          <p:cNvSpPr txBox="1"/>
          <p:nvPr/>
        </p:nvSpPr>
        <p:spPr>
          <a:xfrm>
            <a:off x="1476375" y="476250"/>
            <a:ext cx="7318375" cy="519113"/>
          </a:xfrm>
          <a:prstGeom prst="rect">
            <a:avLst/>
          </a:prstGeom>
          <a:noFill/>
          <a:ln w="9525">
            <a:noFill/>
          </a:ln>
        </p:spPr>
        <p:txBody>
          <a:bodyPr wrap="none">
            <a:spAutoFit/>
          </a:bodyPr>
          <a:p>
            <a:r>
              <a:rPr lang="zh-CN" altLang="en-US" dirty="0">
                <a:latin typeface="Times New Roman" panose="02020603050405020304" pitchFamily="18" charset="0"/>
              </a:rPr>
              <a:t>已知</a:t>
            </a:r>
            <a:r>
              <a:rPr lang="zh-CN" altLang="en-US" dirty="0">
                <a:latin typeface="Times New Roman" panose="02020603050405020304" pitchFamily="18" charset="0"/>
                <a:ea typeface="宋体" panose="02010600030101010101" pitchFamily="2" charset="-122"/>
              </a:rPr>
              <a:t>：</a:t>
            </a:r>
            <a:r>
              <a:rPr lang="en-US" altLang="zh-CN" b="0" i="1" dirty="0">
                <a:solidFill>
                  <a:schemeClr val="bg1"/>
                </a:solidFill>
                <a:latin typeface="Times New Roman" panose="02020603050405020304" pitchFamily="18" charset="0"/>
                <a:ea typeface="宋体" panose="02010600030101010101" pitchFamily="2" charset="-122"/>
              </a:rPr>
              <a:t>Z</a:t>
            </a:r>
            <a:r>
              <a:rPr lang="en-US" altLang="zh-CN" b="0" dirty="0">
                <a:solidFill>
                  <a:schemeClr val="bg1"/>
                </a:solidFill>
                <a:latin typeface="Times New Roman" panose="02020603050405020304" pitchFamily="18" charset="0"/>
                <a:ea typeface="宋体" panose="02010600030101010101" pitchFamily="2" charset="-122"/>
              </a:rPr>
              <a:t>=</a:t>
            </a:r>
            <a:r>
              <a:rPr lang="zh-CN" altLang="en-US" b="0" dirty="0">
                <a:solidFill>
                  <a:schemeClr val="bg1"/>
                </a:solidFill>
                <a:latin typeface="Times New Roman" panose="02020603050405020304" pitchFamily="18" charset="0"/>
                <a:ea typeface="宋体" panose="02010600030101010101" pitchFamily="2" charset="-122"/>
              </a:rPr>
              <a:t>（</a:t>
            </a:r>
            <a:r>
              <a:rPr lang="en-US" altLang="zh-CN" b="0" dirty="0">
                <a:solidFill>
                  <a:schemeClr val="bg1"/>
                </a:solidFill>
                <a:latin typeface="Times New Roman" panose="02020603050405020304" pitchFamily="18" charset="0"/>
                <a:ea typeface="宋体" panose="02010600030101010101" pitchFamily="2" charset="-122"/>
              </a:rPr>
              <a:t>10+j50</a:t>
            </a:r>
            <a:r>
              <a:rPr lang="zh-CN" altLang="en-US" b="0" dirty="0">
                <a:solidFill>
                  <a:schemeClr val="bg1"/>
                </a:solidFill>
                <a:latin typeface="Times New Roman" panose="02020603050405020304" pitchFamily="18" charset="0"/>
                <a:ea typeface="宋体" panose="02010600030101010101" pitchFamily="2" charset="-122"/>
              </a:rPr>
              <a:t>）</a:t>
            </a:r>
            <a:r>
              <a:rPr lang="en-US" altLang="zh-CN" b="0" dirty="0">
                <a:solidFill>
                  <a:schemeClr val="bg1"/>
                </a:solidFill>
                <a:latin typeface="Symbol" panose="05050102010706020507" pitchFamily="18" charset="2"/>
                <a:ea typeface="宋体" panose="02010600030101010101" pitchFamily="2" charset="-122"/>
              </a:rPr>
              <a:t>W </a:t>
            </a:r>
            <a:r>
              <a:rPr lang="en-US" altLang="zh-CN" b="0" dirty="0">
                <a:solidFill>
                  <a:schemeClr val="bg1"/>
                </a:solidFill>
                <a:latin typeface="Times New Roman" panose="02020603050405020304" pitchFamily="18" charset="0"/>
                <a:ea typeface="宋体" panose="02010600030101010101" pitchFamily="2" charset="-122"/>
              </a:rPr>
              <a:t>, </a:t>
            </a:r>
            <a:r>
              <a:rPr lang="en-US" altLang="zh-CN" b="0" i="1" dirty="0">
                <a:solidFill>
                  <a:schemeClr val="bg1"/>
                </a:solidFill>
                <a:latin typeface="Times New Roman" panose="02020603050405020304" pitchFamily="18" charset="0"/>
                <a:ea typeface="宋体" panose="02010600030101010101" pitchFamily="2" charset="-122"/>
              </a:rPr>
              <a:t>Z</a:t>
            </a:r>
            <a:r>
              <a:rPr lang="en-US" altLang="zh-CN" b="0" baseline="-25000" dirty="0">
                <a:solidFill>
                  <a:schemeClr val="bg1"/>
                </a:solidFill>
                <a:latin typeface="Times New Roman" panose="02020603050405020304" pitchFamily="18" charset="0"/>
                <a:ea typeface="宋体" panose="02010600030101010101" pitchFamily="2" charset="-122"/>
              </a:rPr>
              <a:t>1</a:t>
            </a:r>
            <a:r>
              <a:rPr lang="en-US" altLang="zh-CN" b="0" dirty="0">
                <a:solidFill>
                  <a:schemeClr val="bg1"/>
                </a:solidFill>
                <a:latin typeface="Times New Roman" panose="02020603050405020304" pitchFamily="18" charset="0"/>
                <a:ea typeface="宋体" panose="02010600030101010101" pitchFamily="2" charset="-122"/>
              </a:rPr>
              <a:t>=</a:t>
            </a:r>
            <a:r>
              <a:rPr lang="zh-CN" altLang="en-US" b="0" dirty="0">
                <a:solidFill>
                  <a:schemeClr val="bg1"/>
                </a:solidFill>
                <a:latin typeface="Times New Roman" panose="02020603050405020304" pitchFamily="18" charset="0"/>
                <a:ea typeface="宋体" panose="02010600030101010101" pitchFamily="2" charset="-122"/>
              </a:rPr>
              <a:t>（</a:t>
            </a:r>
            <a:r>
              <a:rPr lang="en-US" altLang="zh-CN" b="0" dirty="0">
                <a:solidFill>
                  <a:schemeClr val="bg1"/>
                </a:solidFill>
                <a:latin typeface="Times New Roman" panose="02020603050405020304" pitchFamily="18" charset="0"/>
                <a:ea typeface="宋体" panose="02010600030101010101" pitchFamily="2" charset="-122"/>
              </a:rPr>
              <a:t>400+j1000</a:t>
            </a:r>
            <a:r>
              <a:rPr lang="zh-CN" altLang="en-US" b="0" dirty="0">
                <a:solidFill>
                  <a:schemeClr val="bg1"/>
                </a:solidFill>
                <a:latin typeface="Times New Roman" panose="02020603050405020304" pitchFamily="18" charset="0"/>
                <a:ea typeface="宋体" panose="02010600030101010101" pitchFamily="2" charset="-122"/>
              </a:rPr>
              <a:t>）</a:t>
            </a:r>
            <a:r>
              <a:rPr lang="en-US" altLang="zh-CN" b="0" dirty="0">
                <a:solidFill>
                  <a:schemeClr val="bg1"/>
                </a:solidFill>
                <a:latin typeface="Symbol" panose="05050102010706020507" pitchFamily="18" charset="2"/>
                <a:ea typeface="宋体" panose="02010600030101010101" pitchFamily="2" charset="-122"/>
              </a:rPr>
              <a:t>W</a:t>
            </a:r>
            <a:r>
              <a:rPr lang="zh-CN" altLang="en-US" dirty="0">
                <a:solidFill>
                  <a:schemeClr val="bg1"/>
                </a:solidFill>
                <a:latin typeface="Symbol" panose="05050102010706020507" pitchFamily="18" charset="2"/>
                <a:ea typeface="宋体" panose="02010600030101010101" pitchFamily="2" charset="-122"/>
              </a:rPr>
              <a:t>。</a:t>
            </a:r>
            <a:endParaRPr lang="zh-CN" altLang="en-US" dirty="0">
              <a:solidFill>
                <a:schemeClr val="bg1"/>
              </a:solidFill>
              <a:latin typeface="Times New Roman" panose="02020603050405020304" pitchFamily="18" charset="0"/>
              <a:ea typeface="宋体" panose="02010600030101010101" pitchFamily="2" charset="-122"/>
            </a:endParaRPr>
          </a:p>
        </p:txBody>
      </p:sp>
      <p:graphicFrame>
        <p:nvGraphicFramePr>
          <p:cNvPr id="39939" name="Object 3"/>
          <p:cNvGraphicFramePr/>
          <p:nvPr/>
        </p:nvGraphicFramePr>
        <p:xfrm>
          <a:off x="1655763" y="981075"/>
          <a:ext cx="5614987" cy="519113"/>
        </p:xfrm>
        <a:graphic>
          <a:graphicData uri="http://schemas.openxmlformats.org/presentationml/2006/ole">
            <mc:AlternateContent xmlns:mc="http://schemas.openxmlformats.org/markup-compatibility/2006">
              <mc:Choice xmlns:v="urn:schemas-microsoft-com:vml" Requires="v">
                <p:oleObj spid="_x0000_s3319" name="" r:id="rId1" imgW="2866390" imgH="266065" progId="Equation.3">
                  <p:embed/>
                </p:oleObj>
              </mc:Choice>
              <mc:Fallback>
                <p:oleObj name="" r:id="rId1" imgW="2866390" imgH="266065" progId="Equation.3">
                  <p:embed/>
                  <p:pic>
                    <p:nvPicPr>
                      <p:cNvPr id="0" name="图片 3318"/>
                      <p:cNvPicPr/>
                      <p:nvPr/>
                    </p:nvPicPr>
                    <p:blipFill>
                      <a:blip r:embed="rId2">
                        <a:clrChange>
                          <a:clrFrom>
                            <a:srgbClr val="000000"/>
                          </a:clrFrom>
                          <a:clrTo>
                            <a:srgbClr val="FFFF00"/>
                          </a:clrTo>
                        </a:clrChange>
                      </a:blip>
                      <a:stretch>
                        <a:fillRect/>
                      </a:stretch>
                    </p:blipFill>
                    <p:spPr>
                      <a:xfrm>
                        <a:off x="1655763" y="981075"/>
                        <a:ext cx="5614987" cy="519113"/>
                      </a:xfrm>
                      <a:prstGeom prst="rect">
                        <a:avLst/>
                      </a:prstGeom>
                      <a:noFill/>
                      <a:ln w="38100">
                        <a:noFill/>
                        <a:miter/>
                      </a:ln>
                    </p:spPr>
                  </p:pic>
                </p:oleObj>
              </mc:Fallback>
            </mc:AlternateContent>
          </a:graphicData>
        </a:graphic>
      </p:graphicFrame>
      <p:graphicFrame>
        <p:nvGraphicFramePr>
          <p:cNvPr id="39940" name="Object 4"/>
          <p:cNvGraphicFramePr/>
          <p:nvPr/>
        </p:nvGraphicFramePr>
        <p:xfrm>
          <a:off x="1633538" y="3644900"/>
          <a:ext cx="5195887" cy="563563"/>
        </p:xfrm>
        <a:graphic>
          <a:graphicData uri="http://schemas.openxmlformats.org/presentationml/2006/ole">
            <mc:AlternateContent xmlns:mc="http://schemas.openxmlformats.org/markup-compatibility/2006">
              <mc:Choice xmlns:v="urn:schemas-microsoft-com:vml" Requires="v">
                <p:oleObj spid="_x0000_s3313" name="" r:id="rId3" imgW="2308225" imgH="266065" progId="Equation.3">
                  <p:embed/>
                </p:oleObj>
              </mc:Choice>
              <mc:Fallback>
                <p:oleObj name="" r:id="rId3" imgW="2308225" imgH="266065" progId="Equation.3">
                  <p:embed/>
                  <p:pic>
                    <p:nvPicPr>
                      <p:cNvPr id="0" name="图片 3312"/>
                      <p:cNvPicPr/>
                      <p:nvPr/>
                    </p:nvPicPr>
                    <p:blipFill>
                      <a:blip r:embed="rId4">
                        <a:clrChange>
                          <a:clrFrom>
                            <a:srgbClr val="000000"/>
                          </a:clrFrom>
                          <a:clrTo>
                            <a:srgbClr val="FFFFFF"/>
                          </a:clrTo>
                        </a:clrChange>
                      </a:blip>
                      <a:stretch>
                        <a:fillRect/>
                      </a:stretch>
                    </p:blipFill>
                    <p:spPr>
                      <a:xfrm>
                        <a:off x="1633538" y="3644900"/>
                        <a:ext cx="5195887" cy="563563"/>
                      </a:xfrm>
                      <a:prstGeom prst="rect">
                        <a:avLst/>
                      </a:prstGeom>
                      <a:noFill/>
                      <a:ln w="38100">
                        <a:noFill/>
                        <a:miter/>
                      </a:ln>
                    </p:spPr>
                  </p:pic>
                </p:oleObj>
              </mc:Fallback>
            </mc:AlternateContent>
          </a:graphicData>
        </a:graphic>
      </p:graphicFrame>
      <p:sp>
        <p:nvSpPr>
          <p:cNvPr id="39941" name="Text Box 5"/>
          <p:cNvSpPr txBox="1"/>
          <p:nvPr/>
        </p:nvSpPr>
        <p:spPr>
          <a:xfrm>
            <a:off x="250825" y="404813"/>
            <a:ext cx="1655763" cy="579437"/>
          </a:xfrm>
          <a:prstGeom prst="rect">
            <a:avLst/>
          </a:prstGeom>
          <a:noFill/>
          <a:ln w="9525">
            <a:noFill/>
          </a:ln>
        </p:spPr>
        <p:txBody>
          <a:bodyPr lIns="198000" rIns="198000">
            <a:spAutoFit/>
          </a:bodyPr>
          <a:p>
            <a:pPr>
              <a:spcBef>
                <a:spcPct val="50000"/>
              </a:spcBef>
            </a:pPr>
            <a:r>
              <a:rPr lang="zh-CN" altLang="en-US" sz="3200" dirty="0">
                <a:solidFill>
                  <a:schemeClr val="bg1"/>
                </a:solidFill>
                <a:latin typeface="Times New Roman" panose="02020603050405020304" pitchFamily="18" charset="0"/>
                <a:ea typeface="宋体" panose="02010600030101010101" pitchFamily="2" charset="-122"/>
              </a:rPr>
              <a:t>例</a:t>
            </a:r>
            <a:r>
              <a:rPr lang="en-US" altLang="zh-CN" sz="3200" b="0" dirty="0">
                <a:solidFill>
                  <a:schemeClr val="bg1"/>
                </a:solidFill>
                <a:latin typeface="Times New Roman" panose="02020603050405020304" pitchFamily="18" charset="0"/>
                <a:ea typeface="宋体" panose="02010600030101010101" pitchFamily="2" charset="-122"/>
              </a:rPr>
              <a:t>3-7</a:t>
            </a:r>
            <a:endParaRPr lang="en-US" altLang="zh-CN" sz="3200" b="0" dirty="0">
              <a:solidFill>
                <a:schemeClr val="bg1"/>
              </a:solidFill>
              <a:latin typeface="Times New Roman" panose="02020603050405020304" pitchFamily="18" charset="0"/>
              <a:ea typeface="宋体" panose="02010600030101010101" pitchFamily="2" charset="-122"/>
            </a:endParaRPr>
          </a:p>
        </p:txBody>
      </p:sp>
      <p:sp>
        <p:nvSpPr>
          <p:cNvPr id="39942" name="Text Box 6"/>
          <p:cNvSpPr txBox="1"/>
          <p:nvPr/>
        </p:nvSpPr>
        <p:spPr>
          <a:xfrm>
            <a:off x="4356100" y="1628775"/>
            <a:ext cx="539750" cy="519113"/>
          </a:xfrm>
          <a:prstGeom prst="rect">
            <a:avLst/>
          </a:prstGeom>
          <a:solidFill>
            <a:srgbClr val="990033"/>
          </a:solidFill>
          <a:ln w="9525">
            <a:noFill/>
          </a:ln>
        </p:spPr>
        <p:txBody>
          <a:bodyPr wrap="none">
            <a:spAutoFit/>
          </a:bodyPr>
          <a:p>
            <a:pPr>
              <a:spcBef>
                <a:spcPct val="50000"/>
              </a:spcBef>
            </a:pPr>
            <a:r>
              <a:rPr lang="zh-CN" altLang="en-US" dirty="0">
                <a:solidFill>
                  <a:schemeClr val="bg1"/>
                </a:solidFill>
                <a:latin typeface="Times New Roman" panose="02020603050405020304" pitchFamily="18" charset="0"/>
                <a:ea typeface="宋体" panose="02010600030101010101" pitchFamily="2" charset="-122"/>
              </a:rPr>
              <a:t>解</a:t>
            </a:r>
            <a:endParaRPr lang="zh-CN" altLang="en-US" dirty="0">
              <a:solidFill>
                <a:schemeClr val="bg1"/>
              </a:solidFill>
              <a:latin typeface="Times New Roman" panose="02020603050405020304" pitchFamily="18" charset="0"/>
              <a:ea typeface="宋体" panose="02010600030101010101" pitchFamily="2" charset="-122"/>
            </a:endParaRPr>
          </a:p>
        </p:txBody>
      </p:sp>
      <p:graphicFrame>
        <p:nvGraphicFramePr>
          <p:cNvPr id="39964" name="Object 28"/>
          <p:cNvGraphicFramePr/>
          <p:nvPr/>
        </p:nvGraphicFramePr>
        <p:xfrm>
          <a:off x="4237038" y="1700213"/>
          <a:ext cx="4341812" cy="1660525"/>
        </p:xfrm>
        <a:graphic>
          <a:graphicData uri="http://schemas.openxmlformats.org/presentationml/2006/ole">
            <mc:AlternateContent xmlns:mc="http://schemas.openxmlformats.org/markup-compatibility/2006">
              <mc:Choice xmlns:v="urn:schemas-microsoft-com:vml" Requires="v">
                <p:oleObj spid="_x0000_s3320" name="" r:id="rId5" imgW="2145665" imgH="862965" progId="Equation.3">
                  <p:embed/>
                </p:oleObj>
              </mc:Choice>
              <mc:Fallback>
                <p:oleObj name="" r:id="rId5" imgW="2145665" imgH="862965" progId="Equation.3">
                  <p:embed/>
                  <p:pic>
                    <p:nvPicPr>
                      <p:cNvPr id="0" name="图片 3319"/>
                      <p:cNvPicPr/>
                      <p:nvPr/>
                    </p:nvPicPr>
                    <p:blipFill>
                      <a:blip r:embed="rId6">
                        <a:clrChange>
                          <a:clrFrom>
                            <a:srgbClr val="000000"/>
                          </a:clrFrom>
                          <a:clrTo>
                            <a:srgbClr val="FFFF00"/>
                          </a:clrTo>
                        </a:clrChange>
                      </a:blip>
                      <a:stretch>
                        <a:fillRect/>
                      </a:stretch>
                    </p:blipFill>
                    <p:spPr>
                      <a:xfrm>
                        <a:off x="4237038" y="1700213"/>
                        <a:ext cx="4341812" cy="1660525"/>
                      </a:xfrm>
                      <a:prstGeom prst="rect">
                        <a:avLst/>
                      </a:prstGeom>
                      <a:noFill/>
                      <a:ln w="38100">
                        <a:noFill/>
                        <a:miter/>
                      </a:ln>
                    </p:spPr>
                  </p:pic>
                </p:oleObj>
              </mc:Fallback>
            </mc:AlternateContent>
          </a:graphicData>
        </a:graphic>
      </p:graphicFrame>
      <p:graphicFrame>
        <p:nvGraphicFramePr>
          <p:cNvPr id="39965" name="Object 29"/>
          <p:cNvGraphicFramePr/>
          <p:nvPr/>
        </p:nvGraphicFramePr>
        <p:xfrm>
          <a:off x="684213" y="4149725"/>
          <a:ext cx="7850187" cy="979488"/>
        </p:xfrm>
        <a:graphic>
          <a:graphicData uri="http://schemas.openxmlformats.org/presentationml/2006/ole">
            <mc:AlternateContent xmlns:mc="http://schemas.openxmlformats.org/markup-compatibility/2006">
              <mc:Choice xmlns:v="urn:schemas-microsoft-com:vml" Requires="v">
                <p:oleObj spid="_x0000_s3312" name="" r:id="rId7" imgW="3744595" imgH="495300" progId="Equation.3">
                  <p:embed/>
                </p:oleObj>
              </mc:Choice>
              <mc:Fallback>
                <p:oleObj name="" r:id="rId7" imgW="3744595" imgH="495300" progId="Equation.3">
                  <p:embed/>
                  <p:pic>
                    <p:nvPicPr>
                      <p:cNvPr id="0" name="图片 3311"/>
                      <p:cNvPicPr/>
                      <p:nvPr/>
                    </p:nvPicPr>
                    <p:blipFill>
                      <a:blip r:embed="rId8">
                        <a:clrChange>
                          <a:clrFrom>
                            <a:srgbClr val="000000"/>
                          </a:clrFrom>
                          <a:clrTo>
                            <a:srgbClr val="FFFFFF"/>
                          </a:clrTo>
                        </a:clrChange>
                      </a:blip>
                      <a:stretch>
                        <a:fillRect/>
                      </a:stretch>
                    </p:blipFill>
                    <p:spPr>
                      <a:xfrm>
                        <a:off x="684213" y="4149725"/>
                        <a:ext cx="7850187" cy="979488"/>
                      </a:xfrm>
                      <a:prstGeom prst="rect">
                        <a:avLst/>
                      </a:prstGeom>
                      <a:noFill/>
                      <a:ln w="38100">
                        <a:noFill/>
                        <a:miter/>
                      </a:ln>
                    </p:spPr>
                  </p:pic>
                </p:oleObj>
              </mc:Fallback>
            </mc:AlternateContent>
          </a:graphicData>
        </a:graphic>
      </p:graphicFrame>
      <p:graphicFrame>
        <p:nvGraphicFramePr>
          <p:cNvPr id="39966" name="Object 30"/>
          <p:cNvGraphicFramePr/>
          <p:nvPr/>
        </p:nvGraphicFramePr>
        <p:xfrm>
          <a:off x="684213" y="5084763"/>
          <a:ext cx="4757737" cy="519112"/>
        </p:xfrm>
        <a:graphic>
          <a:graphicData uri="http://schemas.openxmlformats.org/presentationml/2006/ole">
            <mc:AlternateContent xmlns:mc="http://schemas.openxmlformats.org/markup-compatibility/2006">
              <mc:Choice xmlns:v="urn:schemas-microsoft-com:vml" Requires="v">
                <p:oleObj spid="_x0000_s3317" name="" r:id="rId9" imgW="2182495" imgH="254000" progId="Equation.3">
                  <p:embed/>
                </p:oleObj>
              </mc:Choice>
              <mc:Fallback>
                <p:oleObj name="" r:id="rId9" imgW="2182495" imgH="254000" progId="Equation.3">
                  <p:embed/>
                  <p:pic>
                    <p:nvPicPr>
                      <p:cNvPr id="0" name="图片 3316"/>
                      <p:cNvPicPr/>
                      <p:nvPr/>
                    </p:nvPicPr>
                    <p:blipFill>
                      <a:blip r:embed="rId10">
                        <a:clrChange>
                          <a:clrFrom>
                            <a:srgbClr val="000000"/>
                          </a:clrFrom>
                          <a:clrTo>
                            <a:srgbClr val="FFFFFF"/>
                          </a:clrTo>
                        </a:clrChange>
                      </a:blip>
                      <a:stretch>
                        <a:fillRect/>
                      </a:stretch>
                    </p:blipFill>
                    <p:spPr>
                      <a:xfrm>
                        <a:off x="684213" y="5084763"/>
                        <a:ext cx="4757737" cy="519112"/>
                      </a:xfrm>
                      <a:prstGeom prst="rect">
                        <a:avLst/>
                      </a:prstGeom>
                      <a:noFill/>
                      <a:ln w="38100">
                        <a:noFill/>
                        <a:miter/>
                      </a:ln>
                    </p:spPr>
                  </p:pic>
                </p:oleObj>
              </mc:Fallback>
            </mc:AlternateContent>
          </a:graphicData>
        </a:graphic>
      </p:graphicFrame>
      <p:graphicFrame>
        <p:nvGraphicFramePr>
          <p:cNvPr id="39967" name="Object 31"/>
          <p:cNvGraphicFramePr/>
          <p:nvPr/>
        </p:nvGraphicFramePr>
        <p:xfrm>
          <a:off x="1100138" y="5554663"/>
          <a:ext cx="5200650" cy="901700"/>
        </p:xfrm>
        <a:graphic>
          <a:graphicData uri="http://schemas.openxmlformats.org/presentationml/2006/ole">
            <mc:AlternateContent xmlns:mc="http://schemas.openxmlformats.org/markup-compatibility/2006">
              <mc:Choice xmlns:v="urn:schemas-microsoft-com:vml" Requires="v">
                <p:oleObj spid="_x0000_s3311" name="" r:id="rId11" imgW="2489200" imgH="457200" progId="Equation.3">
                  <p:embed/>
                </p:oleObj>
              </mc:Choice>
              <mc:Fallback>
                <p:oleObj name="" r:id="rId11" imgW="2489200" imgH="457200" progId="Equation.3">
                  <p:embed/>
                  <p:pic>
                    <p:nvPicPr>
                      <p:cNvPr id="0" name="图片 3310"/>
                      <p:cNvPicPr/>
                      <p:nvPr/>
                    </p:nvPicPr>
                    <p:blipFill>
                      <a:blip r:embed="rId12">
                        <a:clrChange>
                          <a:clrFrom>
                            <a:srgbClr val="000000"/>
                          </a:clrFrom>
                          <a:clrTo>
                            <a:srgbClr val="FFFFFF"/>
                          </a:clrTo>
                        </a:clrChange>
                      </a:blip>
                      <a:stretch>
                        <a:fillRect/>
                      </a:stretch>
                    </p:blipFill>
                    <p:spPr>
                      <a:xfrm>
                        <a:off x="1100138" y="5554663"/>
                        <a:ext cx="5200650" cy="901700"/>
                      </a:xfrm>
                      <a:prstGeom prst="rect">
                        <a:avLst/>
                      </a:prstGeom>
                      <a:noFill/>
                      <a:ln w="38100">
                        <a:noFill/>
                        <a:miter/>
                      </a:ln>
                    </p:spPr>
                  </p:pic>
                </p:oleObj>
              </mc:Fallback>
            </mc:AlternateContent>
          </a:graphicData>
        </a:graphic>
      </p:graphicFrame>
      <p:grpSp>
        <p:nvGrpSpPr>
          <p:cNvPr id="40975" name="Group 36"/>
          <p:cNvGrpSpPr/>
          <p:nvPr/>
        </p:nvGrpSpPr>
        <p:grpSpPr>
          <a:xfrm>
            <a:off x="8316913" y="6446838"/>
            <a:ext cx="792162" cy="366712"/>
            <a:chOff x="5193" y="4020"/>
            <a:chExt cx="499" cy="231"/>
          </a:xfrm>
        </p:grpSpPr>
        <p:pic>
          <p:nvPicPr>
            <p:cNvPr id="41002" name="Picture 37" descr="78900"/>
            <p:cNvPicPr>
              <a:picLocks noChangeAspect="1"/>
            </p:cNvPicPr>
            <p:nvPr/>
          </p:nvPicPr>
          <p:blipFill>
            <a:blip r:embed="rId13"/>
            <a:stretch>
              <a:fillRect/>
            </a:stretch>
          </p:blipFill>
          <p:spPr>
            <a:xfrm>
              <a:off x="5193" y="4066"/>
              <a:ext cx="499" cy="181"/>
            </a:xfrm>
            <a:prstGeom prst="rect">
              <a:avLst/>
            </a:prstGeom>
            <a:noFill/>
            <a:ln w="9525">
              <a:noFill/>
            </a:ln>
          </p:spPr>
        </p:pic>
        <p:sp>
          <p:nvSpPr>
            <p:cNvPr id="41003" name="Text Box 38">
              <a:hlinkClick r:id="" action="ppaction://hlinkshowjump?jump=nextslide"/>
            </p:cNvPr>
            <p:cNvSpPr txBox="1"/>
            <p:nvPr/>
          </p:nvSpPr>
          <p:spPr>
            <a:xfrm>
              <a:off x="5216" y="4020"/>
              <a:ext cx="476" cy="231"/>
            </a:xfrm>
            <a:prstGeom prst="rect">
              <a:avLst/>
            </a:prstGeom>
            <a:noFill/>
            <a:ln w="9525">
              <a:noFill/>
            </a:ln>
          </p:spPr>
          <p:txBody>
            <a:bodyPr wrap="none">
              <a:spAutoFit/>
            </a:bodyPr>
            <a:p>
              <a:pPr>
                <a:spcBef>
                  <a:spcPct val="50000"/>
                </a:spcBef>
              </a:pPr>
              <a:r>
                <a:rPr lang="zh-CN" altLang="en-US" sz="1800" b="0" dirty="0">
                  <a:solidFill>
                    <a:schemeClr val="bg1"/>
                  </a:solidFill>
                  <a:latin typeface="隶书" panose="02010509060101010101" pitchFamily="49" charset="-122"/>
                  <a:ea typeface="隶书" panose="02010509060101010101" pitchFamily="49" charset="-122"/>
                </a:rPr>
                <a:t>下 页</a:t>
              </a:r>
              <a:endParaRPr lang="zh-CN" altLang="en-US" sz="1800" b="0" dirty="0">
                <a:solidFill>
                  <a:schemeClr val="bg1"/>
                </a:solidFill>
                <a:latin typeface="隶书" panose="02010509060101010101" pitchFamily="49" charset="-122"/>
                <a:ea typeface="隶书" panose="02010509060101010101" pitchFamily="49" charset="-122"/>
              </a:endParaRPr>
            </a:p>
          </p:txBody>
        </p:sp>
      </p:grpSp>
      <p:grpSp>
        <p:nvGrpSpPr>
          <p:cNvPr id="40976" name="Group 39"/>
          <p:cNvGrpSpPr/>
          <p:nvPr/>
        </p:nvGrpSpPr>
        <p:grpSpPr>
          <a:xfrm>
            <a:off x="7453313" y="6446838"/>
            <a:ext cx="792162" cy="366712"/>
            <a:chOff x="4649" y="4020"/>
            <a:chExt cx="499" cy="231"/>
          </a:xfrm>
        </p:grpSpPr>
        <p:pic>
          <p:nvPicPr>
            <p:cNvPr id="41000" name="Picture 40" descr="78900"/>
            <p:cNvPicPr>
              <a:picLocks noChangeAspect="1"/>
            </p:cNvPicPr>
            <p:nvPr/>
          </p:nvPicPr>
          <p:blipFill>
            <a:blip r:embed="rId13"/>
            <a:stretch>
              <a:fillRect/>
            </a:stretch>
          </p:blipFill>
          <p:spPr>
            <a:xfrm>
              <a:off x="4649" y="4066"/>
              <a:ext cx="499" cy="181"/>
            </a:xfrm>
            <a:prstGeom prst="rect">
              <a:avLst/>
            </a:prstGeom>
            <a:noFill/>
            <a:ln w="9525">
              <a:noFill/>
            </a:ln>
          </p:spPr>
        </p:pic>
        <p:sp>
          <p:nvSpPr>
            <p:cNvPr id="41001" name="Text Box 41">
              <a:hlinkClick r:id="" action="ppaction://hlinkshowjump?jump=previousslide"/>
            </p:cNvPr>
            <p:cNvSpPr txBox="1"/>
            <p:nvPr/>
          </p:nvSpPr>
          <p:spPr>
            <a:xfrm>
              <a:off x="4672" y="4020"/>
              <a:ext cx="476" cy="231"/>
            </a:xfrm>
            <a:prstGeom prst="rect">
              <a:avLst/>
            </a:prstGeom>
            <a:noFill/>
            <a:ln w="9525">
              <a:noFill/>
            </a:ln>
          </p:spPr>
          <p:txBody>
            <a:bodyPr wrap="none">
              <a:spAutoFit/>
            </a:bodyPr>
            <a:p>
              <a:pPr>
                <a:spcBef>
                  <a:spcPct val="50000"/>
                </a:spcBef>
              </a:pPr>
              <a:r>
                <a:rPr lang="zh-CN" altLang="en-US" sz="1800" b="0" dirty="0">
                  <a:solidFill>
                    <a:schemeClr val="bg1"/>
                  </a:solidFill>
                  <a:latin typeface="隶书" panose="02010509060101010101" pitchFamily="49" charset="-122"/>
                  <a:ea typeface="隶书" panose="02010509060101010101" pitchFamily="49" charset="-122"/>
                </a:rPr>
                <a:t>上 页</a:t>
              </a:r>
              <a:endParaRPr lang="zh-CN" altLang="en-US" sz="1800" b="0" dirty="0">
                <a:solidFill>
                  <a:schemeClr val="bg1"/>
                </a:solidFill>
                <a:latin typeface="隶书" panose="02010509060101010101" pitchFamily="49" charset="-122"/>
                <a:ea typeface="隶书" panose="02010509060101010101" pitchFamily="49" charset="-122"/>
              </a:endParaRPr>
            </a:p>
          </p:txBody>
        </p:sp>
      </p:grpSp>
      <p:grpSp>
        <p:nvGrpSpPr>
          <p:cNvPr id="4" name="Group 77"/>
          <p:cNvGrpSpPr/>
          <p:nvPr/>
        </p:nvGrpSpPr>
        <p:grpSpPr>
          <a:xfrm>
            <a:off x="755650" y="1125538"/>
            <a:ext cx="3049588" cy="2352675"/>
            <a:chOff x="476" y="709"/>
            <a:chExt cx="1921" cy="1482"/>
          </a:xfrm>
        </p:grpSpPr>
        <p:graphicFrame>
          <p:nvGraphicFramePr>
            <p:cNvPr id="40968" name="Object 66"/>
            <p:cNvGraphicFramePr/>
            <p:nvPr/>
          </p:nvGraphicFramePr>
          <p:xfrm>
            <a:off x="703" y="709"/>
            <a:ext cx="190" cy="453"/>
          </p:xfrm>
          <a:graphic>
            <a:graphicData uri="http://schemas.openxmlformats.org/presentationml/2006/ole">
              <mc:AlternateContent xmlns:mc="http://schemas.openxmlformats.org/markup-compatibility/2006">
                <mc:Choice xmlns:v="urn:schemas-microsoft-com:vml" Requires="v">
                  <p:oleObj spid="_x0000_s3318" name="" r:id="rId14" imgW="127000" imgH="304165" progId="Equation.3">
                    <p:embed/>
                  </p:oleObj>
                </mc:Choice>
                <mc:Fallback>
                  <p:oleObj name="" r:id="rId14" imgW="127000" imgH="304165" progId="Equation.3">
                    <p:embed/>
                    <p:pic>
                      <p:nvPicPr>
                        <p:cNvPr id="0" name="图片 3317"/>
                        <p:cNvPicPr/>
                        <p:nvPr/>
                      </p:nvPicPr>
                      <p:blipFill>
                        <a:blip r:embed="rId15">
                          <a:clrChange>
                            <a:clrFrom>
                              <a:srgbClr val="000000"/>
                            </a:clrFrom>
                            <a:clrTo>
                              <a:srgbClr val="FFFFFF"/>
                            </a:clrTo>
                          </a:clrChange>
                        </a:blip>
                        <a:stretch>
                          <a:fillRect/>
                        </a:stretch>
                      </p:blipFill>
                      <p:spPr>
                        <a:xfrm>
                          <a:off x="703" y="709"/>
                          <a:ext cx="190" cy="453"/>
                        </a:xfrm>
                        <a:prstGeom prst="rect">
                          <a:avLst/>
                        </a:prstGeom>
                        <a:noFill/>
                        <a:ln w="38100">
                          <a:noFill/>
                          <a:miter/>
                        </a:ln>
                      </p:spPr>
                    </p:pic>
                  </p:oleObj>
                </mc:Fallback>
              </mc:AlternateContent>
            </a:graphicData>
          </a:graphic>
        </p:graphicFrame>
        <p:grpSp>
          <p:nvGrpSpPr>
            <p:cNvPr id="40981" name="Group 76"/>
            <p:cNvGrpSpPr/>
            <p:nvPr/>
          </p:nvGrpSpPr>
          <p:grpSpPr>
            <a:xfrm>
              <a:off x="476" y="844"/>
              <a:ext cx="1921" cy="1347"/>
              <a:chOff x="476" y="844"/>
              <a:chExt cx="1921" cy="1347"/>
            </a:xfrm>
          </p:grpSpPr>
          <p:sp>
            <p:nvSpPr>
              <p:cNvPr id="40982" name="Line 46"/>
              <p:cNvSpPr/>
              <p:nvPr/>
            </p:nvSpPr>
            <p:spPr>
              <a:xfrm>
                <a:off x="2018" y="1161"/>
                <a:ext cx="0" cy="1008"/>
              </a:xfrm>
              <a:prstGeom prst="line">
                <a:avLst/>
              </a:prstGeom>
              <a:ln w="28575" cap="flat" cmpd="sng">
                <a:solidFill>
                  <a:srgbClr val="FFCC00"/>
                </a:solidFill>
                <a:prstDash val="solid"/>
                <a:headEnd type="none" w="med" len="med"/>
                <a:tailEnd type="none" w="med" len="med"/>
              </a:ln>
            </p:spPr>
          </p:sp>
          <p:sp>
            <p:nvSpPr>
              <p:cNvPr id="40983" name="Line 49"/>
              <p:cNvSpPr/>
              <p:nvPr/>
            </p:nvSpPr>
            <p:spPr>
              <a:xfrm>
                <a:off x="612" y="1161"/>
                <a:ext cx="1406" cy="0"/>
              </a:xfrm>
              <a:prstGeom prst="line">
                <a:avLst/>
              </a:prstGeom>
              <a:ln w="28575" cap="flat" cmpd="sng">
                <a:solidFill>
                  <a:srgbClr val="FFCC00"/>
                </a:solidFill>
                <a:prstDash val="solid"/>
                <a:headEnd type="none" w="med" len="med"/>
                <a:tailEnd type="none" w="med" len="med"/>
              </a:ln>
            </p:spPr>
          </p:sp>
          <p:sp>
            <p:nvSpPr>
              <p:cNvPr id="40984" name="Line 50"/>
              <p:cNvSpPr/>
              <p:nvPr/>
            </p:nvSpPr>
            <p:spPr>
              <a:xfrm>
                <a:off x="1383" y="1171"/>
                <a:ext cx="0" cy="998"/>
              </a:xfrm>
              <a:prstGeom prst="line">
                <a:avLst/>
              </a:prstGeom>
              <a:ln w="28575" cap="flat" cmpd="sng">
                <a:solidFill>
                  <a:srgbClr val="FFCC00"/>
                </a:solidFill>
                <a:prstDash val="solid"/>
                <a:headEnd type="oval" w="med" len="med"/>
                <a:tailEnd type="oval" w="med" len="med"/>
              </a:ln>
            </p:spPr>
          </p:sp>
          <p:sp>
            <p:nvSpPr>
              <p:cNvPr id="40985" name="Line 51"/>
              <p:cNvSpPr/>
              <p:nvPr/>
            </p:nvSpPr>
            <p:spPr>
              <a:xfrm>
                <a:off x="612" y="2159"/>
                <a:ext cx="1406" cy="0"/>
              </a:xfrm>
              <a:prstGeom prst="line">
                <a:avLst/>
              </a:prstGeom>
              <a:ln w="28575" cap="flat" cmpd="sng">
                <a:solidFill>
                  <a:srgbClr val="FFCC00"/>
                </a:solidFill>
                <a:prstDash val="solid"/>
                <a:headEnd type="none" w="med" len="med"/>
                <a:tailEnd type="none" w="med" len="med"/>
              </a:ln>
            </p:spPr>
          </p:sp>
          <p:sp>
            <p:nvSpPr>
              <p:cNvPr id="40986" name="Line 52"/>
              <p:cNvSpPr/>
              <p:nvPr/>
            </p:nvSpPr>
            <p:spPr>
              <a:xfrm>
                <a:off x="2018" y="1660"/>
                <a:ext cx="0" cy="363"/>
              </a:xfrm>
              <a:prstGeom prst="line">
                <a:avLst/>
              </a:prstGeom>
              <a:ln w="28575" cap="flat" cmpd="sng">
                <a:solidFill>
                  <a:srgbClr val="66FFFF"/>
                </a:solidFill>
                <a:prstDash val="solid"/>
                <a:headEnd type="none" w="med" len="med"/>
                <a:tailEnd type="triangle" w="med" len="med"/>
              </a:ln>
            </p:spPr>
          </p:sp>
          <p:graphicFrame>
            <p:nvGraphicFramePr>
              <p:cNvPr id="40969" name="Object 53"/>
              <p:cNvGraphicFramePr/>
              <p:nvPr/>
            </p:nvGraphicFramePr>
            <p:xfrm>
              <a:off x="1111" y="1661"/>
              <a:ext cx="249" cy="481"/>
            </p:xfrm>
            <a:graphic>
              <a:graphicData uri="http://schemas.openxmlformats.org/presentationml/2006/ole">
                <mc:AlternateContent xmlns:mc="http://schemas.openxmlformats.org/markup-compatibility/2006">
                  <mc:Choice xmlns:v="urn:schemas-microsoft-com:vml" Requires="v">
                    <p:oleObj spid="_x0000_s3316" name="" r:id="rId16" imgW="165100" imgH="316865" progId="Equation.3">
                      <p:embed/>
                    </p:oleObj>
                  </mc:Choice>
                  <mc:Fallback>
                    <p:oleObj name="" r:id="rId16" imgW="165100" imgH="316865" progId="Equation.3">
                      <p:embed/>
                      <p:pic>
                        <p:nvPicPr>
                          <p:cNvPr id="0" name="图片 3315"/>
                          <p:cNvPicPr/>
                          <p:nvPr/>
                        </p:nvPicPr>
                        <p:blipFill>
                          <a:blip r:embed="rId17">
                            <a:clrChange>
                              <a:clrFrom>
                                <a:srgbClr val="000000"/>
                              </a:clrFrom>
                              <a:clrTo>
                                <a:srgbClr val="FFFFFF"/>
                              </a:clrTo>
                            </a:clrChange>
                          </a:blip>
                          <a:stretch>
                            <a:fillRect/>
                          </a:stretch>
                        </p:blipFill>
                        <p:spPr>
                          <a:xfrm>
                            <a:off x="1111" y="1661"/>
                            <a:ext cx="249" cy="481"/>
                          </a:xfrm>
                          <a:prstGeom prst="rect">
                            <a:avLst/>
                          </a:prstGeom>
                          <a:noFill/>
                          <a:ln w="38100">
                            <a:noFill/>
                            <a:miter/>
                          </a:ln>
                        </p:spPr>
                      </p:pic>
                    </p:oleObj>
                  </mc:Fallback>
                </mc:AlternateContent>
              </a:graphicData>
            </a:graphic>
          </p:graphicFrame>
          <p:sp>
            <p:nvSpPr>
              <p:cNvPr id="40987" name="Line 54"/>
              <p:cNvSpPr/>
              <p:nvPr/>
            </p:nvSpPr>
            <p:spPr>
              <a:xfrm>
                <a:off x="1383" y="1842"/>
                <a:ext cx="0" cy="272"/>
              </a:xfrm>
              <a:prstGeom prst="line">
                <a:avLst/>
              </a:prstGeom>
              <a:ln w="28575" cap="flat" cmpd="sng">
                <a:solidFill>
                  <a:srgbClr val="66FFFF"/>
                </a:solidFill>
                <a:prstDash val="solid"/>
                <a:headEnd type="none" w="med" len="med"/>
                <a:tailEnd type="triangle" w="med" len="med"/>
              </a:ln>
            </p:spPr>
          </p:sp>
          <p:sp>
            <p:nvSpPr>
              <p:cNvPr id="40988" name="Line 55"/>
              <p:cNvSpPr/>
              <p:nvPr/>
            </p:nvSpPr>
            <p:spPr>
              <a:xfrm>
                <a:off x="657" y="1162"/>
                <a:ext cx="240" cy="0"/>
              </a:xfrm>
              <a:prstGeom prst="line">
                <a:avLst/>
              </a:prstGeom>
              <a:ln w="38100" cap="flat" cmpd="sng">
                <a:solidFill>
                  <a:srgbClr val="66FFFF"/>
                </a:solidFill>
                <a:prstDash val="solid"/>
                <a:headEnd type="none" w="med" len="med"/>
                <a:tailEnd type="triangle" w="med" len="med"/>
              </a:ln>
            </p:spPr>
          </p:sp>
          <p:graphicFrame>
            <p:nvGraphicFramePr>
              <p:cNvPr id="40970" name="Object 56"/>
              <p:cNvGraphicFramePr/>
              <p:nvPr/>
            </p:nvGraphicFramePr>
            <p:xfrm>
              <a:off x="2064" y="1570"/>
              <a:ext cx="333" cy="392"/>
            </p:xfrm>
            <a:graphic>
              <a:graphicData uri="http://schemas.openxmlformats.org/presentationml/2006/ole">
                <mc:AlternateContent xmlns:mc="http://schemas.openxmlformats.org/markup-compatibility/2006">
                  <mc:Choice xmlns:v="urn:schemas-microsoft-com:vml" Requires="v">
                    <p:oleObj spid="_x0000_s3315" name="" r:id="rId18" imgW="304800" imgH="355600" progId="Equation.3">
                      <p:embed/>
                    </p:oleObj>
                  </mc:Choice>
                  <mc:Fallback>
                    <p:oleObj name="" r:id="rId18" imgW="304800" imgH="355600" progId="Equation.3">
                      <p:embed/>
                      <p:pic>
                        <p:nvPicPr>
                          <p:cNvPr id="0" name="图片 3314"/>
                          <p:cNvPicPr/>
                          <p:nvPr/>
                        </p:nvPicPr>
                        <p:blipFill>
                          <a:blip r:embed="rId19">
                            <a:clrChange>
                              <a:clrFrom>
                                <a:srgbClr val="000000"/>
                              </a:clrFrom>
                              <a:clrTo>
                                <a:srgbClr val="FFFFFF"/>
                              </a:clrTo>
                            </a:clrChange>
                          </a:blip>
                          <a:stretch>
                            <a:fillRect/>
                          </a:stretch>
                        </p:blipFill>
                        <p:spPr>
                          <a:xfrm>
                            <a:off x="2064" y="1570"/>
                            <a:ext cx="333" cy="392"/>
                          </a:xfrm>
                          <a:prstGeom prst="rect">
                            <a:avLst/>
                          </a:prstGeom>
                          <a:noFill/>
                          <a:ln w="38100">
                            <a:noFill/>
                            <a:miter/>
                          </a:ln>
                        </p:spPr>
                      </p:pic>
                    </p:oleObj>
                  </mc:Fallback>
                </mc:AlternateContent>
              </a:graphicData>
            </a:graphic>
          </p:graphicFrame>
          <p:sp>
            <p:nvSpPr>
              <p:cNvPr id="40989" name="Text Box 57"/>
              <p:cNvSpPr txBox="1"/>
              <p:nvPr/>
            </p:nvSpPr>
            <p:spPr>
              <a:xfrm>
                <a:off x="975" y="844"/>
                <a:ext cx="241" cy="327"/>
              </a:xfrm>
              <a:prstGeom prst="rect">
                <a:avLst/>
              </a:prstGeom>
              <a:noFill/>
              <a:ln w="28575">
                <a:noFill/>
              </a:ln>
            </p:spPr>
            <p:txBody>
              <a:bodyPr wrap="none">
                <a:spAutoFit/>
              </a:bodyPr>
              <a:p>
                <a:r>
                  <a:rPr lang="en-US" altLang="zh-CN" b="0" i="1" dirty="0">
                    <a:solidFill>
                      <a:schemeClr val="bg1"/>
                    </a:solidFill>
                    <a:latin typeface="Times New Roman" panose="02020603050405020304" pitchFamily="18" charset="0"/>
                    <a:ea typeface="宋体" panose="02010600030101010101" pitchFamily="2" charset="-122"/>
                  </a:rPr>
                  <a:t>Z</a:t>
                </a:r>
                <a:endParaRPr lang="en-US" altLang="zh-CN" b="0" i="1" dirty="0">
                  <a:solidFill>
                    <a:schemeClr val="bg1"/>
                  </a:solidFill>
                  <a:latin typeface="Times New Roman" panose="02020603050405020304" pitchFamily="18" charset="0"/>
                  <a:ea typeface="宋体" panose="02010600030101010101" pitchFamily="2" charset="-122"/>
                </a:endParaRPr>
              </a:p>
            </p:txBody>
          </p:sp>
          <p:sp>
            <p:nvSpPr>
              <p:cNvPr id="40990" name="Text Box 58"/>
              <p:cNvSpPr txBox="1"/>
              <p:nvPr/>
            </p:nvSpPr>
            <p:spPr>
              <a:xfrm>
                <a:off x="1429" y="1480"/>
                <a:ext cx="317" cy="327"/>
              </a:xfrm>
              <a:prstGeom prst="rect">
                <a:avLst/>
              </a:prstGeom>
              <a:noFill/>
              <a:ln w="28575">
                <a:noFill/>
              </a:ln>
            </p:spPr>
            <p:txBody>
              <a:bodyPr wrap="none">
                <a:spAutoFit/>
              </a:bodyPr>
              <a:p>
                <a:r>
                  <a:rPr lang="en-US" altLang="zh-CN" b="0" i="1" dirty="0">
                    <a:solidFill>
                      <a:schemeClr val="bg1"/>
                    </a:solidFill>
                    <a:latin typeface="Times New Roman" panose="02020603050405020304" pitchFamily="18" charset="0"/>
                    <a:ea typeface="宋体" panose="02010600030101010101" pitchFamily="2" charset="-122"/>
                  </a:rPr>
                  <a:t>Z</a:t>
                </a:r>
                <a:r>
                  <a:rPr lang="en-US" altLang="zh-CN" b="0" baseline="-25000" dirty="0">
                    <a:solidFill>
                      <a:schemeClr val="bg1"/>
                    </a:solidFill>
                    <a:latin typeface="Times New Roman" panose="02020603050405020304" pitchFamily="18" charset="0"/>
                    <a:ea typeface="宋体" panose="02010600030101010101" pitchFamily="2" charset="-122"/>
                  </a:rPr>
                  <a:t>1</a:t>
                </a:r>
                <a:endParaRPr lang="en-US" altLang="zh-CN" b="0" i="1" dirty="0">
                  <a:solidFill>
                    <a:schemeClr val="bg1"/>
                  </a:solidFill>
                  <a:latin typeface="Times New Roman" panose="02020603050405020304" pitchFamily="18" charset="0"/>
                  <a:ea typeface="宋体" panose="02010600030101010101" pitchFamily="2" charset="-122"/>
                </a:endParaRPr>
              </a:p>
            </p:txBody>
          </p:sp>
          <p:sp>
            <p:nvSpPr>
              <p:cNvPr id="40991" name="Text Box 59"/>
              <p:cNvSpPr txBox="1"/>
              <p:nvPr/>
            </p:nvSpPr>
            <p:spPr>
              <a:xfrm>
                <a:off x="476" y="1162"/>
                <a:ext cx="242" cy="327"/>
              </a:xfrm>
              <a:prstGeom prst="rect">
                <a:avLst/>
              </a:prstGeom>
              <a:noFill/>
              <a:ln w="28575">
                <a:noFill/>
              </a:ln>
            </p:spPr>
            <p:txBody>
              <a:bodyPr wrap="none">
                <a:spAutoFit/>
              </a:bodyPr>
              <a:p>
                <a:r>
                  <a:rPr lang="en-US" altLang="zh-CN" b="0" dirty="0">
                    <a:solidFill>
                      <a:schemeClr val="bg1"/>
                    </a:solidFill>
                    <a:latin typeface="Times New Roman" panose="02020603050405020304" pitchFamily="18" charset="0"/>
                    <a:ea typeface="宋体" panose="02010600030101010101" pitchFamily="2" charset="-122"/>
                  </a:rPr>
                  <a:t>+</a:t>
                </a:r>
                <a:endParaRPr lang="en-US" altLang="zh-CN" b="0" dirty="0">
                  <a:solidFill>
                    <a:schemeClr val="bg1"/>
                  </a:solidFill>
                  <a:latin typeface="Times New Roman" panose="02020603050405020304" pitchFamily="18" charset="0"/>
                  <a:ea typeface="宋体" panose="02010600030101010101" pitchFamily="2" charset="-122"/>
                </a:endParaRPr>
              </a:p>
            </p:txBody>
          </p:sp>
          <p:sp>
            <p:nvSpPr>
              <p:cNvPr id="40992" name="Text Box 60"/>
              <p:cNvSpPr txBox="1"/>
              <p:nvPr/>
            </p:nvSpPr>
            <p:spPr>
              <a:xfrm>
                <a:off x="476" y="1760"/>
                <a:ext cx="228" cy="327"/>
              </a:xfrm>
              <a:prstGeom prst="rect">
                <a:avLst/>
              </a:prstGeom>
              <a:noFill/>
              <a:ln w="28575">
                <a:noFill/>
              </a:ln>
            </p:spPr>
            <p:txBody>
              <a:bodyPr wrap="none">
                <a:spAutoFit/>
              </a:bodyPr>
              <a:p>
                <a:r>
                  <a:rPr lang="en-US" altLang="zh-CN" b="0" dirty="0">
                    <a:solidFill>
                      <a:schemeClr val="bg1"/>
                    </a:solidFill>
                    <a:latin typeface="Times New Roman" panose="02020603050405020304" pitchFamily="18" charset="0"/>
                    <a:ea typeface="宋体" panose="02010600030101010101" pitchFamily="2" charset="-122"/>
                  </a:rPr>
                  <a:t>_</a:t>
                </a:r>
                <a:endParaRPr lang="en-US" altLang="zh-CN" b="0" dirty="0">
                  <a:solidFill>
                    <a:schemeClr val="bg1"/>
                  </a:solidFill>
                  <a:latin typeface="Times New Roman" panose="02020603050405020304" pitchFamily="18" charset="0"/>
                  <a:ea typeface="宋体" panose="02010600030101010101" pitchFamily="2" charset="-122"/>
                </a:endParaRPr>
              </a:p>
            </p:txBody>
          </p:sp>
          <p:graphicFrame>
            <p:nvGraphicFramePr>
              <p:cNvPr id="40971" name="Object 61"/>
              <p:cNvGraphicFramePr/>
              <p:nvPr/>
            </p:nvGraphicFramePr>
            <p:xfrm>
              <a:off x="476" y="1451"/>
              <a:ext cx="293" cy="392"/>
            </p:xfrm>
            <a:graphic>
              <a:graphicData uri="http://schemas.openxmlformats.org/presentationml/2006/ole">
                <mc:AlternateContent xmlns:mc="http://schemas.openxmlformats.org/markup-compatibility/2006">
                  <mc:Choice xmlns:v="urn:schemas-microsoft-com:vml" Requires="v">
                    <p:oleObj spid="_x0000_s3314" name="" r:id="rId20" imgW="228600" imgH="304800" progId="Equation.3">
                      <p:embed/>
                    </p:oleObj>
                  </mc:Choice>
                  <mc:Fallback>
                    <p:oleObj name="" r:id="rId20" imgW="228600" imgH="304800" progId="Equation.3">
                      <p:embed/>
                      <p:pic>
                        <p:nvPicPr>
                          <p:cNvPr id="0" name="图片 3313"/>
                          <p:cNvPicPr/>
                          <p:nvPr/>
                        </p:nvPicPr>
                        <p:blipFill>
                          <a:blip r:embed="rId21">
                            <a:clrChange>
                              <a:clrFrom>
                                <a:srgbClr val="000000"/>
                              </a:clrFrom>
                              <a:clrTo>
                                <a:srgbClr val="FFFFFF"/>
                              </a:clrTo>
                            </a:clrChange>
                          </a:blip>
                          <a:stretch>
                            <a:fillRect/>
                          </a:stretch>
                        </p:blipFill>
                        <p:spPr>
                          <a:xfrm>
                            <a:off x="476" y="1451"/>
                            <a:ext cx="293" cy="392"/>
                          </a:xfrm>
                          <a:prstGeom prst="rect">
                            <a:avLst/>
                          </a:prstGeom>
                          <a:noFill/>
                          <a:ln w="38100">
                            <a:noFill/>
                            <a:miter/>
                          </a:ln>
                        </p:spPr>
                      </p:pic>
                    </p:oleObj>
                  </mc:Fallback>
                </mc:AlternateContent>
              </a:graphicData>
            </a:graphic>
          </p:graphicFrame>
          <p:sp>
            <p:nvSpPr>
              <p:cNvPr id="40993" name="Oval 62"/>
              <p:cNvSpPr/>
              <p:nvPr/>
            </p:nvSpPr>
            <p:spPr>
              <a:xfrm>
                <a:off x="544" y="2123"/>
                <a:ext cx="68" cy="68"/>
              </a:xfrm>
              <a:prstGeom prst="ellipse">
                <a:avLst/>
              </a:prstGeom>
              <a:noFill/>
              <a:ln w="28575" cap="flat" cmpd="sng">
                <a:solidFill>
                  <a:srgbClr val="FFCC00"/>
                </a:solidFill>
                <a:prstDash val="solid"/>
                <a:headEnd type="none" w="med" len="med"/>
                <a:tailEnd type="none" w="med" len="med"/>
              </a:ln>
            </p:spPr>
            <p:txBody>
              <a:bodyPr wrap="none" anchor="ctr" anchorCtr="0"/>
              <a:p>
                <a:endParaRPr lang="zh-CN" altLang="en-US" dirty="0">
                  <a:latin typeface="楷体_GB2312" pitchFamily="49" charset="-122"/>
                </a:endParaRPr>
              </a:p>
            </p:txBody>
          </p:sp>
          <p:sp>
            <p:nvSpPr>
              <p:cNvPr id="40994" name="Oval 63"/>
              <p:cNvSpPr/>
              <p:nvPr/>
            </p:nvSpPr>
            <p:spPr>
              <a:xfrm>
                <a:off x="544" y="1116"/>
                <a:ext cx="68" cy="68"/>
              </a:xfrm>
              <a:prstGeom prst="ellipse">
                <a:avLst/>
              </a:prstGeom>
              <a:noFill/>
              <a:ln w="28575" cap="flat" cmpd="sng">
                <a:solidFill>
                  <a:srgbClr val="FFCC00"/>
                </a:solidFill>
                <a:prstDash val="solid"/>
                <a:headEnd type="none" w="med" len="med"/>
                <a:tailEnd type="none" w="med" len="med"/>
              </a:ln>
            </p:spPr>
            <p:txBody>
              <a:bodyPr wrap="none" anchor="ctr" anchorCtr="0"/>
              <a:p>
                <a:endParaRPr lang="zh-CN" altLang="en-US" dirty="0">
                  <a:latin typeface="楷体_GB2312" pitchFamily="49" charset="-122"/>
                </a:endParaRPr>
              </a:p>
            </p:txBody>
          </p:sp>
          <p:sp>
            <p:nvSpPr>
              <p:cNvPr id="40995" name="Rectangle 64"/>
              <p:cNvSpPr/>
              <p:nvPr/>
            </p:nvSpPr>
            <p:spPr>
              <a:xfrm>
                <a:off x="930" y="1107"/>
                <a:ext cx="317" cy="136"/>
              </a:xfrm>
              <a:prstGeom prst="rect">
                <a:avLst/>
              </a:prstGeom>
              <a:gradFill rotWithShape="1">
                <a:gsLst>
                  <a:gs pos="0">
                    <a:srgbClr val="764700"/>
                  </a:gs>
                  <a:gs pos="50000">
                    <a:srgbClr val="FF9900"/>
                  </a:gs>
                  <a:gs pos="100000">
                    <a:srgbClr val="764700"/>
                  </a:gs>
                </a:gsLst>
                <a:lin ang="5400000" scaled="1"/>
                <a:tileRect/>
              </a:gradFill>
              <a:ln w="28575">
                <a:noFill/>
              </a:ln>
            </p:spPr>
            <p:txBody>
              <a:bodyPr wrap="none" anchor="ctr" anchorCtr="0"/>
              <a:p>
                <a:endParaRPr lang="zh-CN" altLang="en-US" dirty="0">
                  <a:latin typeface="楷体_GB2312" pitchFamily="49" charset="-122"/>
                </a:endParaRPr>
              </a:p>
            </p:txBody>
          </p:sp>
          <p:sp>
            <p:nvSpPr>
              <p:cNvPr id="40996" name="Rectangle 65"/>
              <p:cNvSpPr/>
              <p:nvPr/>
            </p:nvSpPr>
            <p:spPr>
              <a:xfrm>
                <a:off x="1319" y="1488"/>
                <a:ext cx="127" cy="318"/>
              </a:xfrm>
              <a:prstGeom prst="rect">
                <a:avLst/>
              </a:prstGeom>
              <a:gradFill rotWithShape="1">
                <a:gsLst>
                  <a:gs pos="0">
                    <a:srgbClr val="764700"/>
                  </a:gs>
                  <a:gs pos="50000">
                    <a:srgbClr val="FF9900"/>
                  </a:gs>
                  <a:gs pos="100000">
                    <a:srgbClr val="764700"/>
                  </a:gs>
                </a:gsLst>
                <a:lin ang="0" scaled="1"/>
                <a:tileRect/>
              </a:gradFill>
              <a:ln w="28575">
                <a:noFill/>
              </a:ln>
            </p:spPr>
            <p:txBody>
              <a:bodyPr wrap="none" anchor="ctr" anchorCtr="0"/>
              <a:p>
                <a:endParaRPr lang="zh-CN" altLang="en-US" dirty="0">
                  <a:latin typeface="楷体_GB2312" pitchFamily="49" charset="-122"/>
                </a:endParaRPr>
              </a:p>
            </p:txBody>
          </p:sp>
          <p:grpSp>
            <p:nvGrpSpPr>
              <p:cNvPr id="40997" name="Group 71"/>
              <p:cNvGrpSpPr/>
              <p:nvPr/>
            </p:nvGrpSpPr>
            <p:grpSpPr>
              <a:xfrm>
                <a:off x="1792" y="1344"/>
                <a:ext cx="453" cy="362"/>
                <a:chOff x="1792" y="1353"/>
                <a:chExt cx="453" cy="362"/>
              </a:xfrm>
            </p:grpSpPr>
            <p:sp>
              <p:nvSpPr>
                <p:cNvPr id="40998" name="AutoShape 47"/>
                <p:cNvSpPr/>
                <p:nvPr/>
              </p:nvSpPr>
              <p:spPr>
                <a:xfrm>
                  <a:off x="1792" y="1353"/>
                  <a:ext cx="453" cy="362"/>
                </a:xfrm>
                <a:prstGeom prst="diamond">
                  <a:avLst/>
                </a:prstGeom>
                <a:gradFill rotWithShape="1">
                  <a:gsLst>
                    <a:gs pos="0">
                      <a:srgbClr val="0099FF"/>
                    </a:gs>
                    <a:gs pos="100000">
                      <a:srgbClr val="004776"/>
                    </a:gs>
                  </a:gsLst>
                  <a:path path="shape">
                    <a:fillToRect l="50000" t="50000" r="50000" b="50000"/>
                  </a:path>
                  <a:tileRect/>
                </a:gradFill>
                <a:ln w="28575" cap="flat" cmpd="sng">
                  <a:solidFill>
                    <a:srgbClr val="FF9900"/>
                  </a:solidFill>
                  <a:prstDash val="solid"/>
                  <a:miter/>
                  <a:headEnd type="none" w="med" len="med"/>
                  <a:tailEnd type="none" w="med" len="med"/>
                </a:ln>
              </p:spPr>
              <p:txBody>
                <a:bodyPr wrap="none" anchor="ctr" anchorCtr="0"/>
                <a:p>
                  <a:endParaRPr lang="zh-CN" altLang="en-US" dirty="0">
                    <a:latin typeface="楷体_GB2312" pitchFamily="49" charset="-122"/>
                  </a:endParaRPr>
                </a:p>
              </p:txBody>
            </p:sp>
            <p:sp>
              <p:nvSpPr>
                <p:cNvPr id="40999" name="Line 48"/>
                <p:cNvSpPr/>
                <p:nvPr/>
              </p:nvSpPr>
              <p:spPr>
                <a:xfrm>
                  <a:off x="1792" y="1534"/>
                  <a:ext cx="453" cy="0"/>
                </a:xfrm>
                <a:prstGeom prst="line">
                  <a:avLst/>
                </a:prstGeom>
                <a:ln w="28575" cap="flat" cmpd="sng">
                  <a:solidFill>
                    <a:srgbClr val="FF9900"/>
                  </a:solidFill>
                  <a:prstDash val="solid"/>
                  <a:headEnd type="none" w="med" len="med"/>
                  <a:tailEnd type="none" w="med" len="med"/>
                </a:ln>
              </p:spPr>
            </p:sp>
          </p:grpSp>
        </p:grpSp>
      </p:grpSp>
      <p:grpSp>
        <p:nvGrpSpPr>
          <p:cNvPr id="40978" name="Group 73"/>
          <p:cNvGrpSpPr/>
          <p:nvPr/>
        </p:nvGrpSpPr>
        <p:grpSpPr>
          <a:xfrm>
            <a:off x="6588125" y="6446838"/>
            <a:ext cx="792163" cy="366712"/>
            <a:chOff x="4649" y="4020"/>
            <a:chExt cx="499" cy="231"/>
          </a:xfrm>
        </p:grpSpPr>
        <p:pic>
          <p:nvPicPr>
            <p:cNvPr id="40979" name="Picture 74" descr="78900"/>
            <p:cNvPicPr>
              <a:picLocks noChangeAspect="1"/>
            </p:cNvPicPr>
            <p:nvPr/>
          </p:nvPicPr>
          <p:blipFill>
            <a:blip r:embed="rId13"/>
            <a:stretch>
              <a:fillRect/>
            </a:stretch>
          </p:blipFill>
          <p:spPr>
            <a:xfrm>
              <a:off x="4649" y="4066"/>
              <a:ext cx="499" cy="181"/>
            </a:xfrm>
            <a:prstGeom prst="rect">
              <a:avLst/>
            </a:prstGeom>
            <a:noFill/>
            <a:ln w="9525">
              <a:noFill/>
            </a:ln>
          </p:spPr>
        </p:pic>
        <p:sp>
          <p:nvSpPr>
            <p:cNvPr id="40980" name="Text Box 75">
              <a:hlinkClick r:id="" action="ppaction://hlinkshowjump?jump=firstslide"/>
            </p:cNvPr>
            <p:cNvSpPr txBox="1"/>
            <p:nvPr/>
          </p:nvSpPr>
          <p:spPr>
            <a:xfrm>
              <a:off x="4672" y="4020"/>
              <a:ext cx="476" cy="231"/>
            </a:xfrm>
            <a:prstGeom prst="rect">
              <a:avLst/>
            </a:prstGeom>
            <a:noFill/>
            <a:ln w="9525">
              <a:noFill/>
            </a:ln>
          </p:spPr>
          <p:txBody>
            <a:bodyPr wrap="none">
              <a:spAutoFit/>
            </a:bodyPr>
            <a:p>
              <a:pPr>
                <a:spcBef>
                  <a:spcPct val="50000"/>
                </a:spcBef>
              </a:pPr>
              <a:r>
                <a:rPr lang="zh-CN" altLang="en-US" sz="1800" b="0" dirty="0">
                  <a:solidFill>
                    <a:schemeClr val="bg1"/>
                  </a:solidFill>
                  <a:latin typeface="隶书" panose="02010509060101010101" pitchFamily="49" charset="-122"/>
                  <a:ea typeface="隶书" panose="02010509060101010101" pitchFamily="49" charset="-122"/>
                </a:rPr>
                <a:t>返 回</a:t>
              </a:r>
              <a:endParaRPr lang="zh-CN" altLang="en-US" sz="1800" b="0" dirty="0">
                <a:solidFill>
                  <a:schemeClr val="bg1"/>
                </a:solidFill>
                <a:latin typeface="隶书" panose="02010509060101010101" pitchFamily="49" charset="-122"/>
                <a:ea typeface="隶书" panose="02010509060101010101" pitchFamily="49" charset="-122"/>
              </a:endParaRP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5" presetClass="entr" presetSubtype="0" fill="hold" grpId="0" nodeType="withEffect">
                                  <p:stCondLst>
                                    <p:cond delay="0"/>
                                  </p:stCondLst>
                                  <p:childTnLst>
                                    <p:set>
                                      <p:cBhvr>
                                        <p:cTn id="6" dur="1" fill="hold">
                                          <p:stCondLst>
                                            <p:cond delay="0"/>
                                          </p:stCondLst>
                                        </p:cTn>
                                        <p:tgtEl>
                                          <p:spTgt spid="39941"/>
                                        </p:tgtEl>
                                        <p:attrNameLst>
                                          <p:attrName>style.visibility</p:attrName>
                                        </p:attrNameLst>
                                      </p:cBhvr>
                                      <p:to>
                                        <p:strVal val="visible"/>
                                      </p:to>
                                    </p:set>
                                    <p:anim calcmode="lin" valueType="num">
                                      <p:cBhvr>
                                        <p:cTn id="7" dur="1000" fill="hold"/>
                                        <p:tgtEl>
                                          <p:spTgt spid="39941"/>
                                        </p:tgtEl>
                                        <p:attrNameLst>
                                          <p:attrName>ppt_w</p:attrName>
                                        </p:attrNameLst>
                                      </p:cBhvr>
                                      <p:tavLst>
                                        <p:tav tm="0">
                                          <p:val>
                                            <p:fltVal val="0.000000"/>
                                          </p:val>
                                        </p:tav>
                                        <p:tav tm="100000">
                                          <p:val>
                                            <p:strVal val="#ppt_w"/>
                                          </p:val>
                                        </p:tav>
                                      </p:tavLst>
                                    </p:anim>
                                    <p:anim calcmode="lin" valueType="num">
                                      <p:cBhvr>
                                        <p:cTn id="8" dur="1000" fill="hold"/>
                                        <p:tgtEl>
                                          <p:spTgt spid="39941"/>
                                        </p:tgtEl>
                                        <p:attrNameLst>
                                          <p:attrName>ppt_h</p:attrName>
                                        </p:attrNameLst>
                                      </p:cBhvr>
                                      <p:tavLst>
                                        <p:tav tm="0">
                                          <p:val>
                                            <p:fltVal val="0.000000"/>
                                          </p:val>
                                        </p:tav>
                                        <p:tav tm="100000">
                                          <p:val>
                                            <p:strVal val="#ppt_h"/>
                                          </p:val>
                                        </p:tav>
                                      </p:tavLst>
                                    </p:anim>
                                    <p:anim calcmode="lin" valueType="num">
                                      <p:cBhvr>
                                        <p:cTn id="9" dur="1000" fill="hold"/>
                                        <p:tgtEl>
                                          <p:spTgt spid="39941"/>
                                        </p:tgtEl>
                                        <p:attrNameLst>
                                          <p:attrName>ppt_x</p:attrName>
                                        </p:attrNameLst>
                                      </p:cBhvr>
                                      <p:tavLst>
                                        <p:tav tm="0" fmla="#ppt_x+(cos(-2*pi*(1-$))*-#ppt_x-sin(-2*pi*(1-$))*(1-#ppt_y))*(1-$)">
                                          <p:val>
                                            <p:fltVal val="0.000000"/>
                                          </p:val>
                                        </p:tav>
                                        <p:tav tm="100000">
                                          <p:val>
                                            <p:fltVal val="1.000000"/>
                                          </p:val>
                                        </p:tav>
                                      </p:tavLst>
                                    </p:anim>
                                    <p:anim calcmode="lin" valueType="num">
                                      <p:cBhvr>
                                        <p:cTn id="10" dur="1000" fill="hold"/>
                                        <p:tgtEl>
                                          <p:spTgt spid="39941"/>
                                        </p:tgtEl>
                                        <p:attrNameLst>
                                          <p:attrName>ppt_y</p:attrName>
                                        </p:attrNameLst>
                                      </p:cBhvr>
                                      <p:tavLst>
                                        <p:tav tm="0" fmla="#ppt_y+(sin(-2*pi*(1-$))*-#ppt_x+cos(-2*pi*(1-$))*(1-#ppt_y))*(1-$)">
                                          <p:val>
                                            <p:fltVal val="0.000000"/>
                                          </p:val>
                                        </p:tav>
                                        <p:tav tm="100000">
                                          <p:val>
                                            <p:fltVal val="1.000000"/>
                                          </p:val>
                                        </p:tav>
                                      </p:tavLst>
                                    </p:anim>
                                  </p:childTnLst>
                                </p:cTn>
                              </p:par>
                            </p:childTnLst>
                          </p:cTn>
                        </p:par>
                        <p:par>
                          <p:cTn id="11" fill="hold">
                            <p:stCondLst>
                              <p:cond delay="1000"/>
                            </p:stCondLst>
                            <p:childTnLst>
                              <p:par>
                                <p:cTn id="12" presetID="3" presetClass="entr" presetSubtype="10" fill="hold" nodeType="afterEffect">
                                  <p:stCondLst>
                                    <p:cond delay="0"/>
                                  </p:stCondLst>
                                  <p:childTnLst>
                                    <p:set>
                                      <p:cBhvr>
                                        <p:cTn id="13" dur="1" fill="hold">
                                          <p:stCondLst>
                                            <p:cond delay="0"/>
                                          </p:stCondLst>
                                        </p:cTn>
                                        <p:tgtEl>
                                          <p:spTgt spid="4"/>
                                        </p:tgtEl>
                                        <p:attrNameLst>
                                          <p:attrName>style.visibility</p:attrName>
                                        </p:attrNameLst>
                                      </p:cBhvr>
                                      <p:to>
                                        <p:strVal val="visible"/>
                                      </p:to>
                                    </p:set>
                                    <p:animEffect transition="in" filter="blinds(horizontal)">
                                      <p:cBhvr>
                                        <p:cTn id="14" dur="500"/>
                                        <p:tgtEl>
                                          <p:spTgt spid="4"/>
                                        </p:tgtEl>
                                      </p:cBhvr>
                                    </p:animEffect>
                                  </p:childTnLst>
                                </p:cTn>
                              </p:par>
                            </p:childTnLst>
                          </p:cTn>
                        </p:par>
                        <p:par>
                          <p:cTn id="15" fill="hold">
                            <p:stCondLst>
                              <p:cond delay="1500"/>
                            </p:stCondLst>
                            <p:childTnLst>
                              <p:par>
                                <p:cTn id="16" presetID="22" presetClass="entr" presetSubtype="8" fill="hold" grpId="0" nodeType="afterEffect">
                                  <p:stCondLst>
                                    <p:cond delay="0"/>
                                  </p:stCondLst>
                                  <p:childTnLst>
                                    <p:set>
                                      <p:cBhvr>
                                        <p:cTn id="17" dur="1" fill="hold">
                                          <p:stCondLst>
                                            <p:cond delay="0"/>
                                          </p:stCondLst>
                                        </p:cTn>
                                        <p:tgtEl>
                                          <p:spTgt spid="39938"/>
                                        </p:tgtEl>
                                        <p:attrNameLst>
                                          <p:attrName>style.visibility</p:attrName>
                                        </p:attrNameLst>
                                      </p:cBhvr>
                                      <p:to>
                                        <p:strVal val="visible"/>
                                      </p:to>
                                    </p:set>
                                    <p:animEffect transition="in" filter="wipe(left)">
                                      <p:cBhvr>
                                        <p:cTn id="18" dur="2000"/>
                                        <p:tgtEl>
                                          <p:spTgt spid="39938"/>
                                        </p:tgtEl>
                                      </p:cBhvr>
                                    </p:animEffect>
                                  </p:childTnLst>
                                </p:cTn>
                              </p:par>
                            </p:childTnLst>
                          </p:cTn>
                        </p:par>
                        <p:par>
                          <p:cTn id="19" fill="hold">
                            <p:stCondLst>
                              <p:cond delay="3500"/>
                            </p:stCondLst>
                            <p:childTnLst>
                              <p:par>
                                <p:cTn id="20" presetID="12" presetClass="entr" presetSubtype="2" fill="hold" nodeType="afterEffect">
                                  <p:stCondLst>
                                    <p:cond delay="0"/>
                                  </p:stCondLst>
                                  <p:childTnLst>
                                    <p:set>
                                      <p:cBhvr>
                                        <p:cTn id="21" dur="1" fill="hold">
                                          <p:stCondLst>
                                            <p:cond delay="0"/>
                                          </p:stCondLst>
                                        </p:cTn>
                                        <p:tgtEl>
                                          <p:spTgt spid="39939"/>
                                        </p:tgtEl>
                                        <p:attrNameLst>
                                          <p:attrName>style.visibility</p:attrName>
                                        </p:attrNameLst>
                                      </p:cBhvr>
                                      <p:to>
                                        <p:strVal val="visible"/>
                                      </p:to>
                                    </p:set>
                                    <p:animEffect transition="in" filter="slide(fromRight)">
                                      <p:cBhvr>
                                        <p:cTn id="22" dur="500"/>
                                        <p:tgtEl>
                                          <p:spTgt spid="39939"/>
                                        </p:tgtEl>
                                      </p:cBhvr>
                                    </p:animEffect>
                                  </p:childTnLst>
                                </p:cTn>
                              </p:par>
                            </p:childTnLst>
                          </p:cTn>
                        </p:par>
                      </p:childTnLst>
                    </p:cTn>
                  </p:par>
                  <p:par>
                    <p:cTn id="23" fill="hold">
                      <p:stCondLst>
                        <p:cond delay="indefinite"/>
                      </p:stCondLst>
                      <p:childTnLst>
                        <p:par>
                          <p:cTn id="24" fill="hold">
                            <p:stCondLst>
                              <p:cond delay="0"/>
                            </p:stCondLst>
                            <p:childTnLst>
                              <p:par>
                                <p:cTn id="25" presetID="15" presetClass="entr" presetSubtype="0" fill="hold" grpId="0" nodeType="clickEffect">
                                  <p:stCondLst>
                                    <p:cond delay="0"/>
                                  </p:stCondLst>
                                  <p:childTnLst>
                                    <p:set>
                                      <p:cBhvr>
                                        <p:cTn id="26" dur="1" fill="hold">
                                          <p:stCondLst>
                                            <p:cond delay="0"/>
                                          </p:stCondLst>
                                        </p:cTn>
                                        <p:tgtEl>
                                          <p:spTgt spid="39942"/>
                                        </p:tgtEl>
                                        <p:attrNameLst>
                                          <p:attrName>style.visibility</p:attrName>
                                        </p:attrNameLst>
                                      </p:cBhvr>
                                      <p:to>
                                        <p:strVal val="visible"/>
                                      </p:to>
                                    </p:set>
                                    <p:anim calcmode="lin" valueType="num">
                                      <p:cBhvr>
                                        <p:cTn id="27" dur="1000" fill="hold"/>
                                        <p:tgtEl>
                                          <p:spTgt spid="39942"/>
                                        </p:tgtEl>
                                        <p:attrNameLst>
                                          <p:attrName>ppt_w</p:attrName>
                                        </p:attrNameLst>
                                      </p:cBhvr>
                                      <p:tavLst>
                                        <p:tav tm="0">
                                          <p:val>
                                            <p:fltVal val="0.000000"/>
                                          </p:val>
                                        </p:tav>
                                        <p:tav tm="100000">
                                          <p:val>
                                            <p:strVal val="#ppt_w"/>
                                          </p:val>
                                        </p:tav>
                                      </p:tavLst>
                                    </p:anim>
                                    <p:anim calcmode="lin" valueType="num">
                                      <p:cBhvr>
                                        <p:cTn id="28" dur="1000" fill="hold"/>
                                        <p:tgtEl>
                                          <p:spTgt spid="39942"/>
                                        </p:tgtEl>
                                        <p:attrNameLst>
                                          <p:attrName>ppt_h</p:attrName>
                                        </p:attrNameLst>
                                      </p:cBhvr>
                                      <p:tavLst>
                                        <p:tav tm="0">
                                          <p:val>
                                            <p:fltVal val="0.000000"/>
                                          </p:val>
                                        </p:tav>
                                        <p:tav tm="100000">
                                          <p:val>
                                            <p:strVal val="#ppt_h"/>
                                          </p:val>
                                        </p:tav>
                                      </p:tavLst>
                                    </p:anim>
                                    <p:anim calcmode="lin" valueType="num">
                                      <p:cBhvr>
                                        <p:cTn id="29" dur="1000" fill="hold"/>
                                        <p:tgtEl>
                                          <p:spTgt spid="39942"/>
                                        </p:tgtEl>
                                        <p:attrNameLst>
                                          <p:attrName>ppt_x</p:attrName>
                                        </p:attrNameLst>
                                      </p:cBhvr>
                                      <p:tavLst>
                                        <p:tav tm="0" fmla="#ppt_x+(cos(-2*pi*(1-$))*-#ppt_x-sin(-2*pi*(1-$))*(1-#ppt_y))*(1-$)">
                                          <p:val>
                                            <p:fltVal val="0.000000"/>
                                          </p:val>
                                        </p:tav>
                                        <p:tav tm="100000">
                                          <p:val>
                                            <p:fltVal val="1.000000"/>
                                          </p:val>
                                        </p:tav>
                                      </p:tavLst>
                                    </p:anim>
                                    <p:anim calcmode="lin" valueType="num">
                                      <p:cBhvr>
                                        <p:cTn id="30" dur="1000" fill="hold"/>
                                        <p:tgtEl>
                                          <p:spTgt spid="39942"/>
                                        </p:tgtEl>
                                        <p:attrNameLst>
                                          <p:attrName>ppt_y</p:attrName>
                                        </p:attrNameLst>
                                      </p:cBhvr>
                                      <p:tavLst>
                                        <p:tav tm="0" fmla="#ppt_y+(sin(-2*pi*(1-$))*-#ppt_x+cos(-2*pi*(1-$))*(1-#ppt_y))*(1-$)">
                                          <p:val>
                                            <p:fltVal val="0.000000"/>
                                          </p:val>
                                        </p:tav>
                                        <p:tav tm="100000">
                                          <p:val>
                                            <p:fltVal val="1.000000"/>
                                          </p:val>
                                        </p:tav>
                                      </p:tavLst>
                                    </p:anim>
                                  </p:childTnLst>
                                </p:cTn>
                              </p:par>
                            </p:childTnLst>
                          </p:cTn>
                        </p:par>
                      </p:childTnLst>
                    </p:cTn>
                  </p:par>
                  <p:par>
                    <p:cTn id="31" fill="hold">
                      <p:stCondLst>
                        <p:cond delay="indefinite"/>
                      </p:stCondLst>
                      <p:childTnLst>
                        <p:par>
                          <p:cTn id="32" fill="hold">
                            <p:stCondLst>
                              <p:cond delay="0"/>
                            </p:stCondLst>
                            <p:childTnLst>
                              <p:par>
                                <p:cTn id="33" presetID="12" presetClass="entr" presetSubtype="2" fill="hold" nodeType="clickEffect">
                                  <p:stCondLst>
                                    <p:cond delay="0"/>
                                  </p:stCondLst>
                                  <p:childTnLst>
                                    <p:set>
                                      <p:cBhvr>
                                        <p:cTn id="34" dur="1" fill="hold">
                                          <p:stCondLst>
                                            <p:cond delay="0"/>
                                          </p:stCondLst>
                                        </p:cTn>
                                        <p:tgtEl>
                                          <p:spTgt spid="39964"/>
                                        </p:tgtEl>
                                        <p:attrNameLst>
                                          <p:attrName>style.visibility</p:attrName>
                                        </p:attrNameLst>
                                      </p:cBhvr>
                                      <p:to>
                                        <p:strVal val="visible"/>
                                      </p:to>
                                    </p:set>
                                    <p:animEffect transition="in" filter="slide(fromRight)">
                                      <p:cBhvr>
                                        <p:cTn id="35" dur="500"/>
                                        <p:tgtEl>
                                          <p:spTgt spid="39964"/>
                                        </p:tgtEl>
                                      </p:cBhvr>
                                    </p:animEffect>
                                  </p:childTnLst>
                                </p:cTn>
                              </p:par>
                            </p:childTnLst>
                          </p:cTn>
                        </p:par>
                      </p:childTnLst>
                    </p:cTn>
                  </p:par>
                  <p:par>
                    <p:cTn id="36" fill="hold">
                      <p:stCondLst>
                        <p:cond delay="indefinite"/>
                      </p:stCondLst>
                      <p:childTnLst>
                        <p:par>
                          <p:cTn id="37" fill="hold">
                            <p:stCondLst>
                              <p:cond delay="0"/>
                            </p:stCondLst>
                            <p:childTnLst>
                              <p:par>
                                <p:cTn id="38" presetID="22" presetClass="entr" presetSubtype="8" fill="hold" nodeType="clickEffect">
                                  <p:stCondLst>
                                    <p:cond delay="0"/>
                                  </p:stCondLst>
                                  <p:childTnLst>
                                    <p:set>
                                      <p:cBhvr>
                                        <p:cTn id="39" dur="1" fill="hold">
                                          <p:stCondLst>
                                            <p:cond delay="0"/>
                                          </p:stCondLst>
                                        </p:cTn>
                                        <p:tgtEl>
                                          <p:spTgt spid="39940"/>
                                        </p:tgtEl>
                                        <p:attrNameLst>
                                          <p:attrName>style.visibility</p:attrName>
                                        </p:attrNameLst>
                                      </p:cBhvr>
                                      <p:to>
                                        <p:strVal val="visible"/>
                                      </p:to>
                                    </p:set>
                                    <p:animEffect transition="in" filter="wipe(left)">
                                      <p:cBhvr>
                                        <p:cTn id="40" dur="2000"/>
                                        <p:tgtEl>
                                          <p:spTgt spid="39940"/>
                                        </p:tgtEl>
                                      </p:cBhvr>
                                    </p:animEffect>
                                  </p:childTnLst>
                                </p:cTn>
                              </p:par>
                            </p:childTnLst>
                          </p:cTn>
                        </p:par>
                      </p:childTnLst>
                    </p:cTn>
                  </p:par>
                  <p:par>
                    <p:cTn id="41" fill="hold">
                      <p:stCondLst>
                        <p:cond delay="indefinite"/>
                      </p:stCondLst>
                      <p:childTnLst>
                        <p:par>
                          <p:cTn id="42" fill="hold">
                            <p:stCondLst>
                              <p:cond delay="0"/>
                            </p:stCondLst>
                            <p:childTnLst>
                              <p:par>
                                <p:cTn id="43" presetID="22" presetClass="entr" presetSubtype="8" fill="hold" nodeType="clickEffect">
                                  <p:stCondLst>
                                    <p:cond delay="0"/>
                                  </p:stCondLst>
                                  <p:childTnLst>
                                    <p:set>
                                      <p:cBhvr>
                                        <p:cTn id="44" dur="1" fill="hold">
                                          <p:stCondLst>
                                            <p:cond delay="0"/>
                                          </p:stCondLst>
                                        </p:cTn>
                                        <p:tgtEl>
                                          <p:spTgt spid="39965"/>
                                        </p:tgtEl>
                                        <p:attrNameLst>
                                          <p:attrName>style.visibility</p:attrName>
                                        </p:attrNameLst>
                                      </p:cBhvr>
                                      <p:to>
                                        <p:strVal val="visible"/>
                                      </p:to>
                                    </p:set>
                                    <p:animEffect transition="in" filter="wipe(left)">
                                      <p:cBhvr>
                                        <p:cTn id="45" dur="2000"/>
                                        <p:tgtEl>
                                          <p:spTgt spid="39965"/>
                                        </p:tgtEl>
                                      </p:cBhvr>
                                    </p:animEffect>
                                  </p:childTnLst>
                                </p:cTn>
                              </p:par>
                            </p:childTnLst>
                          </p:cTn>
                        </p:par>
                      </p:childTnLst>
                    </p:cTn>
                  </p:par>
                  <p:par>
                    <p:cTn id="46" fill="hold">
                      <p:stCondLst>
                        <p:cond delay="indefinite"/>
                      </p:stCondLst>
                      <p:childTnLst>
                        <p:par>
                          <p:cTn id="47" fill="hold">
                            <p:stCondLst>
                              <p:cond delay="0"/>
                            </p:stCondLst>
                            <p:childTnLst>
                              <p:par>
                                <p:cTn id="48" presetID="22" presetClass="entr" presetSubtype="8" fill="hold" nodeType="clickEffect">
                                  <p:stCondLst>
                                    <p:cond delay="0"/>
                                  </p:stCondLst>
                                  <p:childTnLst>
                                    <p:set>
                                      <p:cBhvr>
                                        <p:cTn id="49" dur="1" fill="hold">
                                          <p:stCondLst>
                                            <p:cond delay="0"/>
                                          </p:stCondLst>
                                        </p:cTn>
                                        <p:tgtEl>
                                          <p:spTgt spid="39966"/>
                                        </p:tgtEl>
                                        <p:attrNameLst>
                                          <p:attrName>style.visibility</p:attrName>
                                        </p:attrNameLst>
                                      </p:cBhvr>
                                      <p:to>
                                        <p:strVal val="visible"/>
                                      </p:to>
                                    </p:set>
                                    <p:animEffect transition="in" filter="wipe(left)">
                                      <p:cBhvr>
                                        <p:cTn id="50" dur="1000"/>
                                        <p:tgtEl>
                                          <p:spTgt spid="39966"/>
                                        </p:tgtEl>
                                      </p:cBhvr>
                                    </p:animEffect>
                                  </p:childTnLst>
                                </p:cTn>
                              </p:par>
                            </p:childTnLst>
                          </p:cTn>
                        </p:par>
                      </p:childTnLst>
                    </p:cTn>
                  </p:par>
                  <p:par>
                    <p:cTn id="51" fill="hold">
                      <p:stCondLst>
                        <p:cond delay="indefinite"/>
                      </p:stCondLst>
                      <p:childTnLst>
                        <p:par>
                          <p:cTn id="52" fill="hold">
                            <p:stCondLst>
                              <p:cond delay="0"/>
                            </p:stCondLst>
                            <p:childTnLst>
                              <p:par>
                                <p:cTn id="53" presetID="22" presetClass="entr" presetSubtype="8" fill="hold" nodeType="clickEffect">
                                  <p:stCondLst>
                                    <p:cond delay="0"/>
                                  </p:stCondLst>
                                  <p:childTnLst>
                                    <p:set>
                                      <p:cBhvr>
                                        <p:cTn id="54" dur="1" fill="hold">
                                          <p:stCondLst>
                                            <p:cond delay="0"/>
                                          </p:stCondLst>
                                        </p:cTn>
                                        <p:tgtEl>
                                          <p:spTgt spid="39967"/>
                                        </p:tgtEl>
                                        <p:attrNameLst>
                                          <p:attrName>style.visibility</p:attrName>
                                        </p:attrNameLst>
                                      </p:cBhvr>
                                      <p:to>
                                        <p:strVal val="visible"/>
                                      </p:to>
                                    </p:set>
                                    <p:animEffect transition="in" filter="wipe(left)">
                                      <p:cBhvr>
                                        <p:cTn id="55" dur="1000"/>
                                        <p:tgtEl>
                                          <p:spTgt spid="3996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9938" grpId="0"/>
      <p:bldP spid="39941" grpId="0"/>
      <p:bldP spid="39942" grpId="0" animBg="1"/>
    </p:bld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10597" name="Text Box 5"/>
          <p:cNvSpPr txBox="1"/>
          <p:nvPr/>
        </p:nvSpPr>
        <p:spPr>
          <a:xfrm>
            <a:off x="1438275" y="333375"/>
            <a:ext cx="7705725" cy="1117600"/>
          </a:xfrm>
          <a:prstGeom prst="rect">
            <a:avLst/>
          </a:prstGeom>
          <a:noFill/>
          <a:ln w="12700">
            <a:noFill/>
          </a:ln>
        </p:spPr>
        <p:txBody>
          <a:bodyPr anchor="ctr" anchorCtr="0">
            <a:spAutoFit/>
          </a:bodyPr>
          <a:p>
            <a:pPr>
              <a:lnSpc>
                <a:spcPct val="120000"/>
              </a:lnSpc>
            </a:pPr>
            <a:r>
              <a:rPr lang="en-US" altLang="zh-CN" dirty="0">
                <a:solidFill>
                  <a:schemeClr val="bg1"/>
                </a:solidFill>
                <a:latin typeface="Times New Roman" panose="02020603050405020304" pitchFamily="18" charset="0"/>
                <a:ea typeface="宋体" panose="02010600030101010101" pitchFamily="2" charset="-122"/>
              </a:rPr>
              <a:t> </a:t>
            </a:r>
            <a:r>
              <a:rPr lang="zh-CN" altLang="en-US" dirty="0">
                <a:latin typeface="Times New Roman" panose="02020603050405020304" pitchFamily="18" charset="0"/>
              </a:rPr>
              <a:t>已知</a:t>
            </a:r>
            <a:r>
              <a:rPr lang="zh-CN" altLang="en-US" dirty="0">
                <a:latin typeface="Times New Roman" panose="02020603050405020304" pitchFamily="18" charset="0"/>
                <a:ea typeface="宋体" panose="02010600030101010101" pitchFamily="2" charset="-122"/>
              </a:rPr>
              <a:t>：</a:t>
            </a:r>
            <a:r>
              <a:rPr lang="en-US" altLang="zh-CN" b="0" i="1" dirty="0">
                <a:solidFill>
                  <a:schemeClr val="bg1"/>
                </a:solidFill>
                <a:latin typeface="Times New Roman" panose="02020603050405020304" pitchFamily="18" charset="0"/>
                <a:ea typeface="宋体" panose="02010600030101010101" pitchFamily="2" charset="-122"/>
              </a:rPr>
              <a:t>U</a:t>
            </a:r>
            <a:r>
              <a:rPr lang="en-US" altLang="zh-CN" b="0" dirty="0">
                <a:solidFill>
                  <a:schemeClr val="bg1"/>
                </a:solidFill>
                <a:latin typeface="Times New Roman" panose="02020603050405020304" pitchFamily="18" charset="0"/>
                <a:ea typeface="宋体" panose="02010600030101010101" pitchFamily="2" charset="-122"/>
              </a:rPr>
              <a:t>=115V, </a:t>
            </a:r>
            <a:r>
              <a:rPr lang="en-US" altLang="zh-CN" b="0" i="1" dirty="0">
                <a:solidFill>
                  <a:schemeClr val="bg1"/>
                </a:solidFill>
                <a:latin typeface="Times New Roman" panose="02020603050405020304" pitchFamily="18" charset="0"/>
                <a:ea typeface="宋体" panose="02010600030101010101" pitchFamily="2" charset="-122"/>
              </a:rPr>
              <a:t>U</a:t>
            </a:r>
            <a:r>
              <a:rPr lang="en-US" altLang="zh-CN" b="0" baseline="-25000" dirty="0">
                <a:solidFill>
                  <a:schemeClr val="bg1"/>
                </a:solidFill>
                <a:latin typeface="Times New Roman" panose="02020603050405020304" pitchFamily="18" charset="0"/>
                <a:ea typeface="宋体" panose="02010600030101010101" pitchFamily="2" charset="-122"/>
              </a:rPr>
              <a:t>1</a:t>
            </a:r>
            <a:r>
              <a:rPr lang="en-US" altLang="zh-CN" b="0" dirty="0">
                <a:solidFill>
                  <a:schemeClr val="bg1"/>
                </a:solidFill>
                <a:latin typeface="Times New Roman" panose="02020603050405020304" pitchFamily="18" charset="0"/>
                <a:ea typeface="宋体" panose="02010600030101010101" pitchFamily="2" charset="-122"/>
              </a:rPr>
              <a:t>=55.4V , </a:t>
            </a:r>
            <a:r>
              <a:rPr lang="en-US" altLang="zh-CN" b="0" i="1" dirty="0">
                <a:solidFill>
                  <a:schemeClr val="bg1"/>
                </a:solidFill>
                <a:latin typeface="Times New Roman" panose="02020603050405020304" pitchFamily="18" charset="0"/>
                <a:ea typeface="宋体" panose="02010600030101010101" pitchFamily="2" charset="-122"/>
              </a:rPr>
              <a:t>U</a:t>
            </a:r>
            <a:r>
              <a:rPr lang="en-US" altLang="zh-CN" b="0" baseline="-25000" dirty="0">
                <a:solidFill>
                  <a:schemeClr val="bg1"/>
                </a:solidFill>
                <a:latin typeface="Times New Roman" panose="02020603050405020304" pitchFamily="18" charset="0"/>
                <a:ea typeface="宋体" panose="02010600030101010101" pitchFamily="2" charset="-122"/>
              </a:rPr>
              <a:t>2</a:t>
            </a:r>
            <a:r>
              <a:rPr lang="en-US" altLang="zh-CN" b="0" dirty="0">
                <a:solidFill>
                  <a:schemeClr val="bg1"/>
                </a:solidFill>
                <a:latin typeface="Times New Roman" panose="02020603050405020304" pitchFamily="18" charset="0"/>
                <a:ea typeface="宋体" panose="02010600030101010101" pitchFamily="2" charset="-122"/>
              </a:rPr>
              <a:t>=80V, </a:t>
            </a:r>
            <a:r>
              <a:rPr lang="en-US" altLang="zh-CN" b="0" i="1" dirty="0">
                <a:solidFill>
                  <a:schemeClr val="bg1"/>
                </a:solidFill>
                <a:latin typeface="Times New Roman" panose="02020603050405020304" pitchFamily="18" charset="0"/>
                <a:ea typeface="宋体" panose="02010600030101010101" pitchFamily="2" charset="-122"/>
              </a:rPr>
              <a:t>R</a:t>
            </a:r>
            <a:r>
              <a:rPr lang="en-US" altLang="zh-CN" b="0" baseline="-25000" dirty="0">
                <a:solidFill>
                  <a:schemeClr val="bg1"/>
                </a:solidFill>
                <a:latin typeface="Times New Roman" panose="02020603050405020304" pitchFamily="18" charset="0"/>
                <a:ea typeface="宋体" panose="02010600030101010101" pitchFamily="2" charset="-122"/>
              </a:rPr>
              <a:t>1</a:t>
            </a:r>
            <a:r>
              <a:rPr lang="en-US" altLang="zh-CN" b="0" dirty="0">
                <a:solidFill>
                  <a:schemeClr val="bg1"/>
                </a:solidFill>
                <a:latin typeface="Times New Roman" panose="02020603050405020304" pitchFamily="18" charset="0"/>
                <a:ea typeface="宋体" panose="02010600030101010101" pitchFamily="2" charset="-122"/>
              </a:rPr>
              <a:t>=32</a:t>
            </a:r>
            <a:r>
              <a:rPr lang="en-US" altLang="zh-CN" b="0" dirty="0">
                <a:solidFill>
                  <a:schemeClr val="bg1"/>
                </a:solidFill>
                <a:latin typeface="Symbol" panose="05050102010706020507" pitchFamily="18" charset="2"/>
                <a:ea typeface="宋体" panose="02010600030101010101" pitchFamily="2" charset="-122"/>
              </a:rPr>
              <a:t>W </a:t>
            </a:r>
            <a:r>
              <a:rPr lang="en-US" altLang="zh-CN" b="0" dirty="0">
                <a:solidFill>
                  <a:schemeClr val="bg1"/>
                </a:solidFill>
                <a:latin typeface="Times New Roman" panose="02020603050405020304" pitchFamily="18" charset="0"/>
                <a:ea typeface="宋体" panose="02010600030101010101" pitchFamily="2" charset="-122"/>
              </a:rPr>
              <a:t>,</a:t>
            </a:r>
            <a:endParaRPr lang="en-US" altLang="zh-CN" b="0" dirty="0">
              <a:solidFill>
                <a:schemeClr val="bg1"/>
              </a:solidFill>
              <a:latin typeface="Times New Roman" panose="02020603050405020304" pitchFamily="18" charset="0"/>
              <a:ea typeface="宋体" panose="02010600030101010101" pitchFamily="2" charset="-122"/>
            </a:endParaRPr>
          </a:p>
          <a:p>
            <a:pPr>
              <a:lnSpc>
                <a:spcPct val="120000"/>
              </a:lnSpc>
            </a:pPr>
            <a:r>
              <a:rPr lang="en-US" altLang="zh-CN" b="0" dirty="0">
                <a:solidFill>
                  <a:schemeClr val="bg1"/>
                </a:solidFill>
                <a:latin typeface="Times New Roman" panose="02020603050405020304" pitchFamily="18" charset="0"/>
                <a:ea typeface="宋体" panose="02010600030101010101" pitchFamily="2" charset="-122"/>
              </a:rPr>
              <a:t>            </a:t>
            </a:r>
            <a:r>
              <a:rPr lang="en-US" altLang="zh-CN" b="0" i="1" dirty="0">
                <a:solidFill>
                  <a:schemeClr val="bg1"/>
                </a:solidFill>
                <a:latin typeface="Times New Roman" panose="02020603050405020304" pitchFamily="18" charset="0"/>
                <a:ea typeface="宋体" panose="02010600030101010101" pitchFamily="2" charset="-122"/>
              </a:rPr>
              <a:t>f</a:t>
            </a:r>
            <a:r>
              <a:rPr lang="en-US" altLang="zh-CN" b="0" dirty="0">
                <a:solidFill>
                  <a:schemeClr val="bg1"/>
                </a:solidFill>
                <a:latin typeface="Times New Roman" panose="02020603050405020304" pitchFamily="18" charset="0"/>
                <a:ea typeface="宋体" panose="02010600030101010101" pitchFamily="2" charset="-122"/>
              </a:rPr>
              <a:t>=50Hz</a:t>
            </a:r>
            <a:r>
              <a:rPr lang="zh-CN" altLang="en-US" b="0" dirty="0">
                <a:solidFill>
                  <a:schemeClr val="bg1"/>
                </a:solidFill>
                <a:latin typeface="Times New Roman" panose="02020603050405020304" pitchFamily="18" charset="0"/>
                <a:ea typeface="宋体" panose="02010600030101010101" pitchFamily="2" charset="-122"/>
              </a:rPr>
              <a:t>。</a:t>
            </a:r>
            <a:r>
              <a:rPr lang="zh-CN" altLang="en-US" dirty="0">
                <a:solidFill>
                  <a:schemeClr val="bg1"/>
                </a:solidFill>
                <a:latin typeface="Times New Roman" panose="02020603050405020304" pitchFamily="18" charset="0"/>
                <a:ea typeface="宋体" panose="02010600030101010101" pitchFamily="2" charset="-122"/>
              </a:rPr>
              <a:t> </a:t>
            </a:r>
            <a:r>
              <a:rPr lang="zh-CN" altLang="en-US" dirty="0">
                <a:latin typeface="楷体_GB2312" pitchFamily="49" charset="-122"/>
              </a:rPr>
              <a:t>求：线圈的电阻</a:t>
            </a:r>
            <a:r>
              <a:rPr lang="en-US" altLang="zh-CN" b="0" i="1" dirty="0">
                <a:latin typeface="Times New Roman" panose="02020603050405020304" pitchFamily="18" charset="0"/>
              </a:rPr>
              <a:t>R</a:t>
            </a:r>
            <a:r>
              <a:rPr lang="en-US" altLang="zh-CN" b="0" baseline="-25000" dirty="0">
                <a:latin typeface="Times New Roman" panose="02020603050405020304" pitchFamily="18" charset="0"/>
              </a:rPr>
              <a:t>2</a:t>
            </a:r>
            <a:r>
              <a:rPr lang="zh-CN" altLang="en-US" dirty="0">
                <a:latin typeface="楷体_GB2312" pitchFamily="49" charset="-122"/>
              </a:rPr>
              <a:t>和电感</a:t>
            </a:r>
            <a:r>
              <a:rPr lang="en-US" altLang="zh-CN" b="0" i="1" dirty="0">
                <a:latin typeface="Times New Roman" panose="02020603050405020304" pitchFamily="18" charset="0"/>
              </a:rPr>
              <a:t>L</a:t>
            </a:r>
            <a:r>
              <a:rPr lang="en-US" altLang="zh-CN" b="0" baseline="-25000" dirty="0">
                <a:latin typeface="Times New Roman" panose="02020603050405020304" pitchFamily="18" charset="0"/>
              </a:rPr>
              <a:t>2</a:t>
            </a:r>
            <a:r>
              <a:rPr lang="en-US" altLang="zh-CN" baseline="-25000" dirty="0">
                <a:latin typeface="Times New Roman" panose="02020603050405020304" pitchFamily="18" charset="0"/>
              </a:rPr>
              <a:t> </a:t>
            </a:r>
            <a:r>
              <a:rPr lang="zh-CN" altLang="en-US" dirty="0">
                <a:latin typeface="楷体_GB2312" pitchFamily="49" charset="-122"/>
              </a:rPr>
              <a:t>。</a:t>
            </a:r>
            <a:endParaRPr lang="zh-CN" altLang="en-US" dirty="0">
              <a:latin typeface="楷体_GB2312" pitchFamily="49" charset="-122"/>
            </a:endParaRPr>
          </a:p>
        </p:txBody>
      </p:sp>
      <p:sp>
        <p:nvSpPr>
          <p:cNvPr id="110598" name="Text Box 6"/>
          <p:cNvSpPr txBox="1"/>
          <p:nvPr/>
        </p:nvSpPr>
        <p:spPr>
          <a:xfrm>
            <a:off x="1692275" y="1557338"/>
            <a:ext cx="4535488" cy="519112"/>
          </a:xfrm>
          <a:prstGeom prst="rect">
            <a:avLst/>
          </a:prstGeom>
          <a:noFill/>
          <a:ln w="12700">
            <a:noFill/>
          </a:ln>
        </p:spPr>
        <p:txBody>
          <a:bodyPr lIns="198000" rIns="198000" anchor="ctr" anchorCtr="0">
            <a:spAutoFit/>
          </a:bodyPr>
          <a:p>
            <a:r>
              <a:rPr lang="zh-CN" altLang="en-US" dirty="0">
                <a:latin typeface="楷体_GB2312" pitchFamily="49" charset="-122"/>
              </a:rPr>
              <a:t>画相量图分析。</a:t>
            </a:r>
            <a:endParaRPr lang="zh-CN" altLang="en-US" dirty="0">
              <a:latin typeface="楷体_GB2312" pitchFamily="49" charset="-122"/>
            </a:endParaRPr>
          </a:p>
        </p:txBody>
      </p:sp>
      <p:sp>
        <p:nvSpPr>
          <p:cNvPr id="110599" name="Text Box 7"/>
          <p:cNvSpPr txBox="1"/>
          <p:nvPr/>
        </p:nvSpPr>
        <p:spPr>
          <a:xfrm>
            <a:off x="468313" y="404813"/>
            <a:ext cx="1295400" cy="579437"/>
          </a:xfrm>
          <a:prstGeom prst="rect">
            <a:avLst/>
          </a:prstGeom>
          <a:noFill/>
          <a:ln w="9525">
            <a:noFill/>
          </a:ln>
        </p:spPr>
        <p:txBody>
          <a:bodyPr>
            <a:spAutoFit/>
          </a:bodyPr>
          <a:p>
            <a:pPr>
              <a:spcBef>
                <a:spcPct val="50000"/>
              </a:spcBef>
            </a:pPr>
            <a:r>
              <a:rPr lang="zh-CN" altLang="en-US" sz="3200" dirty="0">
                <a:solidFill>
                  <a:schemeClr val="bg1"/>
                </a:solidFill>
                <a:latin typeface="Times New Roman" panose="02020603050405020304" pitchFamily="18" charset="0"/>
                <a:ea typeface="宋体" panose="02010600030101010101" pitchFamily="2" charset="-122"/>
              </a:rPr>
              <a:t>例</a:t>
            </a:r>
            <a:r>
              <a:rPr lang="en-US" altLang="zh-CN" sz="3200" b="0" dirty="0">
                <a:solidFill>
                  <a:schemeClr val="bg1"/>
                </a:solidFill>
                <a:latin typeface="Times New Roman" panose="02020603050405020304" pitchFamily="18" charset="0"/>
                <a:ea typeface="宋体" panose="02010600030101010101" pitchFamily="2" charset="-122"/>
              </a:rPr>
              <a:t>3-8</a:t>
            </a:r>
            <a:endParaRPr lang="en-US" altLang="zh-CN" sz="3200" b="0" dirty="0">
              <a:solidFill>
                <a:schemeClr val="bg1"/>
              </a:solidFill>
              <a:latin typeface="Times New Roman" panose="02020603050405020304" pitchFamily="18" charset="0"/>
              <a:ea typeface="宋体" panose="02010600030101010101" pitchFamily="2" charset="-122"/>
            </a:endParaRPr>
          </a:p>
        </p:txBody>
      </p:sp>
      <p:sp>
        <p:nvSpPr>
          <p:cNvPr id="110600" name="Text Box 8"/>
          <p:cNvSpPr txBox="1"/>
          <p:nvPr/>
        </p:nvSpPr>
        <p:spPr>
          <a:xfrm>
            <a:off x="539750" y="1557338"/>
            <a:ext cx="1152525" cy="519112"/>
          </a:xfrm>
          <a:prstGeom prst="rect">
            <a:avLst/>
          </a:prstGeom>
          <a:solidFill>
            <a:srgbClr val="990033"/>
          </a:solidFill>
          <a:ln w="9525">
            <a:noFill/>
          </a:ln>
        </p:spPr>
        <p:txBody>
          <a:bodyPr>
            <a:spAutoFit/>
          </a:bodyPr>
          <a:p>
            <a:pPr>
              <a:spcBef>
                <a:spcPct val="50000"/>
              </a:spcBef>
            </a:pPr>
            <a:r>
              <a:rPr lang="zh-CN" altLang="en-US" dirty="0">
                <a:solidFill>
                  <a:schemeClr val="bg1"/>
                </a:solidFill>
                <a:latin typeface="Times New Roman" panose="02020603050405020304" pitchFamily="18" charset="0"/>
                <a:ea typeface="宋体" panose="02010600030101010101" pitchFamily="2" charset="-122"/>
              </a:rPr>
              <a:t>解法</a:t>
            </a:r>
            <a:r>
              <a:rPr lang="en-US" altLang="zh-CN" b="0" dirty="0">
                <a:solidFill>
                  <a:schemeClr val="bg1"/>
                </a:solidFill>
                <a:latin typeface="Times New Roman" panose="02020603050405020304" pitchFamily="18" charset="0"/>
                <a:ea typeface="宋体" panose="02010600030101010101" pitchFamily="2" charset="-122"/>
              </a:rPr>
              <a:t>1</a:t>
            </a:r>
            <a:endParaRPr lang="en-US" altLang="zh-CN" b="0" dirty="0">
              <a:solidFill>
                <a:schemeClr val="bg1"/>
              </a:solidFill>
              <a:latin typeface="Times New Roman" panose="02020603050405020304" pitchFamily="18" charset="0"/>
              <a:ea typeface="宋体" panose="02010600030101010101" pitchFamily="2" charset="-122"/>
            </a:endParaRPr>
          </a:p>
        </p:txBody>
      </p:sp>
      <p:graphicFrame>
        <p:nvGraphicFramePr>
          <p:cNvPr id="110651" name="Object 59"/>
          <p:cNvGraphicFramePr/>
          <p:nvPr/>
        </p:nvGraphicFramePr>
        <p:xfrm>
          <a:off x="785813" y="2178050"/>
          <a:ext cx="4246562" cy="628650"/>
        </p:xfrm>
        <a:graphic>
          <a:graphicData uri="http://schemas.openxmlformats.org/presentationml/2006/ole">
            <mc:AlternateContent xmlns:mc="http://schemas.openxmlformats.org/markup-compatibility/2006">
              <mc:Choice xmlns:v="urn:schemas-microsoft-com:vml" Requires="v">
                <p:oleObj spid="_x0000_s3321" name="" r:id="rId1" imgW="1980565" imgH="292100" progId="Equation.3">
                  <p:embed/>
                </p:oleObj>
              </mc:Choice>
              <mc:Fallback>
                <p:oleObj name="" r:id="rId1" imgW="1980565" imgH="292100" progId="Equation.3">
                  <p:embed/>
                  <p:pic>
                    <p:nvPicPr>
                      <p:cNvPr id="0" name="图片 3320"/>
                      <p:cNvPicPr/>
                      <p:nvPr/>
                    </p:nvPicPr>
                    <p:blipFill>
                      <a:blip r:embed="rId2">
                        <a:clrChange>
                          <a:clrFrom>
                            <a:srgbClr val="000000"/>
                          </a:clrFrom>
                          <a:clrTo>
                            <a:srgbClr val="FFFFFF"/>
                          </a:clrTo>
                        </a:clrChange>
                      </a:blip>
                      <a:stretch>
                        <a:fillRect/>
                      </a:stretch>
                    </p:blipFill>
                    <p:spPr>
                      <a:xfrm>
                        <a:off x="785813" y="2178050"/>
                        <a:ext cx="4246562" cy="628650"/>
                      </a:xfrm>
                      <a:prstGeom prst="rect">
                        <a:avLst/>
                      </a:prstGeom>
                      <a:noFill/>
                      <a:ln w="38100">
                        <a:noFill/>
                        <a:miter/>
                      </a:ln>
                    </p:spPr>
                  </p:pic>
                </p:oleObj>
              </mc:Fallback>
            </mc:AlternateContent>
          </a:graphicData>
        </a:graphic>
      </p:graphicFrame>
      <p:grpSp>
        <p:nvGrpSpPr>
          <p:cNvPr id="42004" name="Group 66"/>
          <p:cNvGrpSpPr/>
          <p:nvPr/>
        </p:nvGrpSpPr>
        <p:grpSpPr>
          <a:xfrm>
            <a:off x="8316913" y="6446838"/>
            <a:ext cx="792162" cy="366712"/>
            <a:chOff x="5193" y="4020"/>
            <a:chExt cx="499" cy="231"/>
          </a:xfrm>
        </p:grpSpPr>
        <p:pic>
          <p:nvPicPr>
            <p:cNvPr id="42054" name="Picture 67" descr="78900"/>
            <p:cNvPicPr>
              <a:picLocks noChangeAspect="1"/>
            </p:cNvPicPr>
            <p:nvPr/>
          </p:nvPicPr>
          <p:blipFill>
            <a:blip r:embed="rId3"/>
            <a:stretch>
              <a:fillRect/>
            </a:stretch>
          </p:blipFill>
          <p:spPr>
            <a:xfrm>
              <a:off x="5193" y="4066"/>
              <a:ext cx="499" cy="181"/>
            </a:xfrm>
            <a:prstGeom prst="rect">
              <a:avLst/>
            </a:prstGeom>
            <a:noFill/>
            <a:ln w="9525">
              <a:noFill/>
            </a:ln>
          </p:spPr>
        </p:pic>
        <p:sp>
          <p:nvSpPr>
            <p:cNvPr id="42055" name="Text Box 68">
              <a:hlinkClick r:id="" action="ppaction://hlinkshowjump?jump=nextslide"/>
            </p:cNvPr>
            <p:cNvSpPr txBox="1"/>
            <p:nvPr/>
          </p:nvSpPr>
          <p:spPr>
            <a:xfrm>
              <a:off x="5216" y="4020"/>
              <a:ext cx="476" cy="231"/>
            </a:xfrm>
            <a:prstGeom prst="rect">
              <a:avLst/>
            </a:prstGeom>
            <a:noFill/>
            <a:ln w="9525">
              <a:noFill/>
            </a:ln>
          </p:spPr>
          <p:txBody>
            <a:bodyPr wrap="none">
              <a:spAutoFit/>
            </a:bodyPr>
            <a:p>
              <a:pPr>
                <a:spcBef>
                  <a:spcPct val="50000"/>
                </a:spcBef>
              </a:pPr>
              <a:r>
                <a:rPr lang="zh-CN" altLang="en-US" sz="1800" b="0" dirty="0">
                  <a:solidFill>
                    <a:schemeClr val="bg1"/>
                  </a:solidFill>
                  <a:latin typeface="隶书" panose="02010509060101010101" pitchFamily="49" charset="-122"/>
                  <a:ea typeface="隶书" panose="02010509060101010101" pitchFamily="49" charset="-122"/>
                </a:rPr>
                <a:t>下 页</a:t>
              </a:r>
              <a:endParaRPr lang="zh-CN" altLang="en-US" sz="1800" b="0" dirty="0">
                <a:solidFill>
                  <a:schemeClr val="bg1"/>
                </a:solidFill>
                <a:latin typeface="隶书" panose="02010509060101010101" pitchFamily="49" charset="-122"/>
                <a:ea typeface="隶书" panose="02010509060101010101" pitchFamily="49" charset="-122"/>
              </a:endParaRPr>
            </a:p>
          </p:txBody>
        </p:sp>
      </p:grpSp>
      <p:grpSp>
        <p:nvGrpSpPr>
          <p:cNvPr id="42005" name="Group 69"/>
          <p:cNvGrpSpPr/>
          <p:nvPr/>
        </p:nvGrpSpPr>
        <p:grpSpPr>
          <a:xfrm>
            <a:off x="7453313" y="6446838"/>
            <a:ext cx="792162" cy="366712"/>
            <a:chOff x="4649" y="4020"/>
            <a:chExt cx="499" cy="231"/>
          </a:xfrm>
        </p:grpSpPr>
        <p:pic>
          <p:nvPicPr>
            <p:cNvPr id="42052" name="Picture 70" descr="78900"/>
            <p:cNvPicPr>
              <a:picLocks noChangeAspect="1"/>
            </p:cNvPicPr>
            <p:nvPr/>
          </p:nvPicPr>
          <p:blipFill>
            <a:blip r:embed="rId3"/>
            <a:stretch>
              <a:fillRect/>
            </a:stretch>
          </p:blipFill>
          <p:spPr>
            <a:xfrm>
              <a:off x="4649" y="4066"/>
              <a:ext cx="499" cy="181"/>
            </a:xfrm>
            <a:prstGeom prst="rect">
              <a:avLst/>
            </a:prstGeom>
            <a:noFill/>
            <a:ln w="9525">
              <a:noFill/>
            </a:ln>
          </p:spPr>
        </p:pic>
        <p:sp>
          <p:nvSpPr>
            <p:cNvPr id="42053" name="Text Box 71">
              <a:hlinkClick r:id="" action="ppaction://hlinkshowjump?jump=previousslide"/>
            </p:cNvPr>
            <p:cNvSpPr txBox="1"/>
            <p:nvPr/>
          </p:nvSpPr>
          <p:spPr>
            <a:xfrm>
              <a:off x="4672" y="4020"/>
              <a:ext cx="476" cy="231"/>
            </a:xfrm>
            <a:prstGeom prst="rect">
              <a:avLst/>
            </a:prstGeom>
            <a:noFill/>
            <a:ln w="9525">
              <a:noFill/>
            </a:ln>
          </p:spPr>
          <p:txBody>
            <a:bodyPr wrap="none">
              <a:spAutoFit/>
            </a:bodyPr>
            <a:p>
              <a:pPr>
                <a:spcBef>
                  <a:spcPct val="50000"/>
                </a:spcBef>
              </a:pPr>
              <a:r>
                <a:rPr lang="zh-CN" altLang="en-US" sz="1800" b="0" dirty="0">
                  <a:solidFill>
                    <a:schemeClr val="bg1"/>
                  </a:solidFill>
                  <a:latin typeface="隶书" panose="02010509060101010101" pitchFamily="49" charset="-122"/>
                  <a:ea typeface="隶书" panose="02010509060101010101" pitchFamily="49" charset="-122"/>
                </a:rPr>
                <a:t>上 页</a:t>
              </a:r>
              <a:endParaRPr lang="zh-CN" altLang="en-US" sz="1800" b="0" dirty="0">
                <a:solidFill>
                  <a:schemeClr val="bg1"/>
                </a:solidFill>
                <a:latin typeface="隶书" panose="02010509060101010101" pitchFamily="49" charset="-122"/>
                <a:ea typeface="隶书" panose="02010509060101010101" pitchFamily="49" charset="-122"/>
              </a:endParaRPr>
            </a:p>
          </p:txBody>
        </p:sp>
      </p:grpSp>
      <p:grpSp>
        <p:nvGrpSpPr>
          <p:cNvPr id="4" name="Group 100"/>
          <p:cNvGrpSpPr/>
          <p:nvPr/>
        </p:nvGrpSpPr>
        <p:grpSpPr>
          <a:xfrm>
            <a:off x="1193800" y="4275138"/>
            <a:ext cx="2857500" cy="315912"/>
            <a:chOff x="480" y="3120"/>
            <a:chExt cx="1800" cy="199"/>
          </a:xfrm>
        </p:grpSpPr>
        <p:sp>
          <p:nvSpPr>
            <p:cNvPr id="42051" name="Line 101"/>
            <p:cNvSpPr/>
            <p:nvPr/>
          </p:nvSpPr>
          <p:spPr>
            <a:xfrm>
              <a:off x="480" y="3120"/>
              <a:ext cx="1680" cy="0"/>
            </a:xfrm>
            <a:prstGeom prst="line">
              <a:avLst/>
            </a:prstGeom>
            <a:ln w="28575" cap="flat" cmpd="sng">
              <a:solidFill>
                <a:srgbClr val="FFFF00"/>
              </a:solidFill>
              <a:prstDash val="solid"/>
              <a:headEnd type="none" w="med" len="med"/>
              <a:tailEnd type="triangle" w="med" len="med"/>
            </a:ln>
          </p:spPr>
        </p:sp>
        <p:graphicFrame>
          <p:nvGraphicFramePr>
            <p:cNvPr id="41999" name="Object 102"/>
            <p:cNvGraphicFramePr/>
            <p:nvPr/>
          </p:nvGraphicFramePr>
          <p:xfrm>
            <a:off x="2160" y="3120"/>
            <a:ext cx="120" cy="199"/>
          </p:xfrm>
          <a:graphic>
            <a:graphicData uri="http://schemas.openxmlformats.org/presentationml/2006/ole">
              <mc:AlternateContent xmlns:mc="http://schemas.openxmlformats.org/markup-compatibility/2006">
                <mc:Choice xmlns:v="urn:schemas-microsoft-com:vml" Requires="v">
                  <p:oleObj spid="_x0000_s3322" name="" r:id="rId4" imgW="190500" imgH="317500" progId="Equation.3">
                    <p:embed/>
                  </p:oleObj>
                </mc:Choice>
                <mc:Fallback>
                  <p:oleObj name="" r:id="rId4" imgW="190500" imgH="317500" progId="Equation.3">
                    <p:embed/>
                    <p:pic>
                      <p:nvPicPr>
                        <p:cNvPr id="0" name="图片 3321"/>
                        <p:cNvPicPr/>
                        <p:nvPr/>
                      </p:nvPicPr>
                      <p:blipFill>
                        <a:blip r:embed="rId5">
                          <a:clrChange>
                            <a:clrFrom>
                              <a:srgbClr val="000000"/>
                            </a:clrFrom>
                            <a:clrTo>
                              <a:srgbClr val="FFFFFF"/>
                            </a:clrTo>
                          </a:clrChange>
                        </a:blip>
                        <a:stretch>
                          <a:fillRect/>
                        </a:stretch>
                      </p:blipFill>
                      <p:spPr>
                        <a:xfrm>
                          <a:off x="2160" y="3120"/>
                          <a:ext cx="120" cy="199"/>
                        </a:xfrm>
                        <a:prstGeom prst="rect">
                          <a:avLst/>
                        </a:prstGeom>
                        <a:noFill/>
                        <a:ln w="38100">
                          <a:noFill/>
                          <a:miter/>
                        </a:ln>
                      </p:spPr>
                    </p:pic>
                  </p:oleObj>
                </mc:Fallback>
              </mc:AlternateContent>
            </a:graphicData>
          </a:graphic>
        </p:graphicFrame>
      </p:grpSp>
      <p:grpSp>
        <p:nvGrpSpPr>
          <p:cNvPr id="5" name="Group 103"/>
          <p:cNvGrpSpPr/>
          <p:nvPr/>
        </p:nvGrpSpPr>
        <p:grpSpPr>
          <a:xfrm>
            <a:off x="1193800" y="4230688"/>
            <a:ext cx="1001713" cy="520700"/>
            <a:chOff x="480" y="3104"/>
            <a:chExt cx="631" cy="328"/>
          </a:xfrm>
        </p:grpSpPr>
        <p:sp>
          <p:nvSpPr>
            <p:cNvPr id="42050" name="Line 104"/>
            <p:cNvSpPr/>
            <p:nvPr/>
          </p:nvSpPr>
          <p:spPr>
            <a:xfrm>
              <a:off x="480" y="3120"/>
              <a:ext cx="624" cy="0"/>
            </a:xfrm>
            <a:prstGeom prst="line">
              <a:avLst/>
            </a:prstGeom>
            <a:ln w="28575" cap="flat" cmpd="sng">
              <a:solidFill>
                <a:srgbClr val="FF99CC"/>
              </a:solidFill>
              <a:prstDash val="solid"/>
              <a:headEnd type="none" w="med" len="med"/>
              <a:tailEnd type="triangle" w="med" len="med"/>
            </a:ln>
          </p:spPr>
        </p:sp>
        <p:graphicFrame>
          <p:nvGraphicFramePr>
            <p:cNvPr id="41998" name="Object 105"/>
            <p:cNvGraphicFramePr/>
            <p:nvPr/>
          </p:nvGraphicFramePr>
          <p:xfrm>
            <a:off x="864" y="3104"/>
            <a:ext cx="247" cy="328"/>
          </p:xfrm>
          <a:graphic>
            <a:graphicData uri="http://schemas.openxmlformats.org/presentationml/2006/ole">
              <mc:AlternateContent xmlns:mc="http://schemas.openxmlformats.org/markup-compatibility/2006">
                <mc:Choice xmlns:v="urn:schemas-microsoft-com:vml" Requires="v">
                  <p:oleObj spid="_x0000_s3324" name="" r:id="rId6" imgW="203200" imgH="266065" progId="Equation.3">
                    <p:embed/>
                  </p:oleObj>
                </mc:Choice>
                <mc:Fallback>
                  <p:oleObj name="" r:id="rId6" imgW="203200" imgH="266065" progId="Equation.3">
                    <p:embed/>
                    <p:pic>
                      <p:nvPicPr>
                        <p:cNvPr id="0" name="图片 3323"/>
                        <p:cNvPicPr/>
                        <p:nvPr/>
                      </p:nvPicPr>
                      <p:blipFill>
                        <a:blip r:embed="rId7">
                          <a:clrChange>
                            <a:clrFrom>
                              <a:srgbClr val="000000"/>
                            </a:clrFrom>
                            <a:clrTo>
                              <a:srgbClr val="FFFFFF"/>
                            </a:clrTo>
                          </a:clrChange>
                        </a:blip>
                        <a:stretch>
                          <a:fillRect/>
                        </a:stretch>
                      </p:blipFill>
                      <p:spPr>
                        <a:xfrm>
                          <a:off x="864" y="3104"/>
                          <a:ext cx="247" cy="328"/>
                        </a:xfrm>
                        <a:prstGeom prst="rect">
                          <a:avLst/>
                        </a:prstGeom>
                        <a:noFill/>
                        <a:ln w="38100">
                          <a:noFill/>
                          <a:miter/>
                        </a:ln>
                      </p:spPr>
                    </p:pic>
                  </p:oleObj>
                </mc:Fallback>
              </mc:AlternateContent>
            </a:graphicData>
          </a:graphic>
        </p:graphicFrame>
      </p:grpSp>
      <p:grpSp>
        <p:nvGrpSpPr>
          <p:cNvPr id="6" name="Group 106"/>
          <p:cNvGrpSpPr/>
          <p:nvPr/>
        </p:nvGrpSpPr>
        <p:grpSpPr>
          <a:xfrm>
            <a:off x="3448050" y="2960688"/>
            <a:ext cx="407988" cy="1295400"/>
            <a:chOff x="1900" y="2304"/>
            <a:chExt cx="257" cy="816"/>
          </a:xfrm>
        </p:grpSpPr>
        <p:sp>
          <p:nvSpPr>
            <p:cNvPr id="42049" name="Line 107"/>
            <p:cNvSpPr/>
            <p:nvPr/>
          </p:nvSpPr>
          <p:spPr>
            <a:xfrm flipV="1">
              <a:off x="1900" y="2304"/>
              <a:ext cx="0" cy="816"/>
            </a:xfrm>
            <a:prstGeom prst="line">
              <a:avLst/>
            </a:prstGeom>
            <a:ln w="28575" cap="flat" cmpd="sng">
              <a:solidFill>
                <a:srgbClr val="66FF33"/>
              </a:solidFill>
              <a:prstDash val="solid"/>
              <a:headEnd type="none" w="med" len="med"/>
              <a:tailEnd type="triangle" w="med" len="med"/>
            </a:ln>
          </p:spPr>
        </p:sp>
        <p:graphicFrame>
          <p:nvGraphicFramePr>
            <p:cNvPr id="41997" name="Object 108"/>
            <p:cNvGraphicFramePr/>
            <p:nvPr/>
          </p:nvGraphicFramePr>
          <p:xfrm>
            <a:off x="1920" y="2579"/>
            <a:ext cx="237" cy="277"/>
          </p:xfrm>
          <a:graphic>
            <a:graphicData uri="http://schemas.openxmlformats.org/presentationml/2006/ole">
              <mc:AlternateContent xmlns:mc="http://schemas.openxmlformats.org/markup-compatibility/2006">
                <mc:Choice xmlns:v="urn:schemas-microsoft-com:vml" Requires="v">
                  <p:oleObj spid="_x0000_s3323" name="" r:id="rId8" imgW="228600" imgH="266065" progId="Equation.3">
                    <p:embed/>
                  </p:oleObj>
                </mc:Choice>
                <mc:Fallback>
                  <p:oleObj name="" r:id="rId8" imgW="228600" imgH="266065" progId="Equation.3">
                    <p:embed/>
                    <p:pic>
                      <p:nvPicPr>
                        <p:cNvPr id="0" name="图片 3322"/>
                        <p:cNvPicPr/>
                        <p:nvPr/>
                      </p:nvPicPr>
                      <p:blipFill>
                        <a:blip r:embed="rId9">
                          <a:clrChange>
                            <a:clrFrom>
                              <a:srgbClr val="000000"/>
                            </a:clrFrom>
                            <a:clrTo>
                              <a:srgbClr val="FFFFFF"/>
                            </a:clrTo>
                          </a:clrChange>
                        </a:blip>
                        <a:stretch>
                          <a:fillRect/>
                        </a:stretch>
                      </p:blipFill>
                      <p:spPr>
                        <a:xfrm>
                          <a:off x="1920" y="2579"/>
                          <a:ext cx="237" cy="277"/>
                        </a:xfrm>
                        <a:prstGeom prst="rect">
                          <a:avLst/>
                        </a:prstGeom>
                        <a:noFill/>
                        <a:ln w="38100">
                          <a:noFill/>
                          <a:miter/>
                        </a:ln>
                      </p:spPr>
                    </p:pic>
                  </p:oleObj>
                </mc:Fallback>
              </mc:AlternateContent>
            </a:graphicData>
          </a:graphic>
        </p:graphicFrame>
      </p:grpSp>
      <p:grpSp>
        <p:nvGrpSpPr>
          <p:cNvPr id="7" name="Group 109"/>
          <p:cNvGrpSpPr/>
          <p:nvPr/>
        </p:nvGrpSpPr>
        <p:grpSpPr>
          <a:xfrm>
            <a:off x="2195513" y="4292600"/>
            <a:ext cx="1600200" cy="623888"/>
            <a:chOff x="1104" y="3120"/>
            <a:chExt cx="1008" cy="393"/>
          </a:xfrm>
        </p:grpSpPr>
        <p:sp>
          <p:nvSpPr>
            <p:cNvPr id="42048" name="Line 110"/>
            <p:cNvSpPr/>
            <p:nvPr/>
          </p:nvSpPr>
          <p:spPr>
            <a:xfrm>
              <a:off x="1104" y="3120"/>
              <a:ext cx="816" cy="0"/>
            </a:xfrm>
            <a:prstGeom prst="line">
              <a:avLst/>
            </a:prstGeom>
            <a:ln w="28575" cap="flat" cmpd="sng">
              <a:solidFill>
                <a:srgbClr val="FF66FF"/>
              </a:solidFill>
              <a:prstDash val="solid"/>
              <a:headEnd type="none" w="med" len="med"/>
              <a:tailEnd type="triangle" w="med" len="med"/>
            </a:ln>
          </p:spPr>
        </p:sp>
        <p:graphicFrame>
          <p:nvGraphicFramePr>
            <p:cNvPr id="41996" name="Object 111"/>
            <p:cNvGraphicFramePr/>
            <p:nvPr/>
          </p:nvGraphicFramePr>
          <p:xfrm>
            <a:off x="1756" y="3144"/>
            <a:ext cx="356" cy="369"/>
          </p:xfrm>
          <a:graphic>
            <a:graphicData uri="http://schemas.openxmlformats.org/presentationml/2006/ole">
              <mc:AlternateContent xmlns:mc="http://schemas.openxmlformats.org/markup-compatibility/2006">
                <mc:Choice xmlns:v="urn:schemas-microsoft-com:vml" Requires="v">
                  <p:oleObj spid="_x0000_s3325" name="" r:id="rId10" imgW="279400" imgH="292100" progId="Equation.3">
                    <p:embed/>
                  </p:oleObj>
                </mc:Choice>
                <mc:Fallback>
                  <p:oleObj name="" r:id="rId10" imgW="279400" imgH="292100" progId="Equation.3">
                    <p:embed/>
                    <p:pic>
                      <p:nvPicPr>
                        <p:cNvPr id="0" name="图片 3324"/>
                        <p:cNvPicPr/>
                        <p:nvPr/>
                      </p:nvPicPr>
                      <p:blipFill>
                        <a:blip r:embed="rId11">
                          <a:clrChange>
                            <a:clrFrom>
                              <a:srgbClr val="000000"/>
                            </a:clrFrom>
                            <a:clrTo>
                              <a:srgbClr val="FFFFFF"/>
                            </a:clrTo>
                          </a:clrChange>
                        </a:blip>
                        <a:stretch>
                          <a:fillRect/>
                        </a:stretch>
                      </p:blipFill>
                      <p:spPr>
                        <a:xfrm>
                          <a:off x="1756" y="3144"/>
                          <a:ext cx="356" cy="369"/>
                        </a:xfrm>
                        <a:prstGeom prst="rect">
                          <a:avLst/>
                        </a:prstGeom>
                        <a:noFill/>
                        <a:ln w="38100">
                          <a:noFill/>
                          <a:miter/>
                        </a:ln>
                      </p:spPr>
                    </p:pic>
                  </p:oleObj>
                </mc:Fallback>
              </mc:AlternateContent>
            </a:graphicData>
          </a:graphic>
        </p:graphicFrame>
      </p:grpSp>
      <p:grpSp>
        <p:nvGrpSpPr>
          <p:cNvPr id="8" name="Group 112"/>
          <p:cNvGrpSpPr/>
          <p:nvPr/>
        </p:nvGrpSpPr>
        <p:grpSpPr>
          <a:xfrm>
            <a:off x="2159000" y="2928938"/>
            <a:ext cx="1327150" cy="1341437"/>
            <a:chOff x="1088" y="2284"/>
            <a:chExt cx="836" cy="845"/>
          </a:xfrm>
        </p:grpSpPr>
        <p:sp>
          <p:nvSpPr>
            <p:cNvPr id="42045" name="Line 113"/>
            <p:cNvSpPr/>
            <p:nvPr/>
          </p:nvSpPr>
          <p:spPr>
            <a:xfrm flipV="1">
              <a:off x="1088" y="2284"/>
              <a:ext cx="836" cy="836"/>
            </a:xfrm>
            <a:prstGeom prst="line">
              <a:avLst/>
            </a:prstGeom>
            <a:ln w="28575" cap="flat" cmpd="sng">
              <a:solidFill>
                <a:srgbClr val="66FFFF"/>
              </a:solidFill>
              <a:prstDash val="solid"/>
              <a:headEnd type="none" w="med" len="med"/>
              <a:tailEnd type="triangle" w="med" len="med"/>
            </a:ln>
          </p:spPr>
        </p:sp>
        <p:sp>
          <p:nvSpPr>
            <p:cNvPr id="42046" name="Freeform 114"/>
            <p:cNvSpPr/>
            <p:nvPr/>
          </p:nvSpPr>
          <p:spPr>
            <a:xfrm>
              <a:off x="1248" y="2976"/>
              <a:ext cx="75" cy="153"/>
            </a:xfrm>
            <a:custGeom>
              <a:avLst/>
              <a:gdLst>
                <a:gd name="txL" fmla="*/ 0 w 75"/>
                <a:gd name="txT" fmla="*/ 0 h 153"/>
                <a:gd name="txR" fmla="*/ 75 w 75"/>
                <a:gd name="txB" fmla="*/ 153 h 153"/>
              </a:gdLst>
              <a:ahLst/>
              <a:cxnLst>
                <a:cxn ang="0">
                  <a:pos x="0" y="3"/>
                </a:cxn>
                <a:cxn ang="0">
                  <a:pos x="63" y="60"/>
                </a:cxn>
                <a:cxn ang="0">
                  <a:pos x="75" y="153"/>
                </a:cxn>
              </a:cxnLst>
              <a:rect l="txL" t="txT" r="txR" b="txB"/>
              <a:pathLst>
                <a:path w="75" h="153">
                  <a:moveTo>
                    <a:pt x="0" y="3"/>
                  </a:moveTo>
                  <a:cubicBezTo>
                    <a:pt x="9" y="0"/>
                    <a:pt x="51" y="35"/>
                    <a:pt x="63" y="60"/>
                  </a:cubicBezTo>
                  <a:cubicBezTo>
                    <a:pt x="75" y="85"/>
                    <a:pt x="73" y="134"/>
                    <a:pt x="75" y="153"/>
                  </a:cubicBezTo>
                </a:path>
              </a:pathLst>
            </a:custGeom>
            <a:noFill/>
            <a:ln w="38100" cap="flat" cmpd="sng">
              <a:solidFill>
                <a:srgbClr val="66FFFF"/>
              </a:solidFill>
              <a:prstDash val="solid"/>
              <a:round/>
              <a:headEnd type="none" w="med" len="med"/>
              <a:tailEnd type="none" w="med" len="med"/>
            </a:ln>
          </p:spPr>
          <p:txBody>
            <a:bodyPr wrap="none" anchor="ctr" anchorCtr="0"/>
            <a:p>
              <a:endParaRPr lang="zh-CN" altLang="en-US" dirty="0">
                <a:latin typeface="楷体_GB2312" pitchFamily="49" charset="-122"/>
              </a:endParaRPr>
            </a:p>
          </p:txBody>
        </p:sp>
        <p:graphicFrame>
          <p:nvGraphicFramePr>
            <p:cNvPr id="41995" name="Object 115"/>
            <p:cNvGraphicFramePr/>
            <p:nvPr/>
          </p:nvGraphicFramePr>
          <p:xfrm>
            <a:off x="1510" y="2616"/>
            <a:ext cx="270" cy="336"/>
          </p:xfrm>
          <a:graphic>
            <a:graphicData uri="http://schemas.openxmlformats.org/presentationml/2006/ole">
              <mc:AlternateContent xmlns:mc="http://schemas.openxmlformats.org/markup-compatibility/2006">
                <mc:Choice xmlns:v="urn:schemas-microsoft-com:vml" Requires="v">
                  <p:oleObj spid="_x0000_s3326" name="" r:id="rId12" imgW="215900" imgH="266065" progId="Equation.3">
                    <p:embed/>
                  </p:oleObj>
                </mc:Choice>
                <mc:Fallback>
                  <p:oleObj name="" r:id="rId12" imgW="215900" imgH="266065" progId="Equation.3">
                    <p:embed/>
                    <p:pic>
                      <p:nvPicPr>
                        <p:cNvPr id="0" name="图片 3325"/>
                        <p:cNvPicPr/>
                        <p:nvPr/>
                      </p:nvPicPr>
                      <p:blipFill>
                        <a:blip r:embed="rId13">
                          <a:clrChange>
                            <a:clrFrom>
                              <a:srgbClr val="000000"/>
                            </a:clrFrom>
                            <a:clrTo>
                              <a:srgbClr val="FFFFFF"/>
                            </a:clrTo>
                          </a:clrChange>
                        </a:blip>
                        <a:stretch>
                          <a:fillRect/>
                        </a:stretch>
                      </p:blipFill>
                      <p:spPr>
                        <a:xfrm>
                          <a:off x="1510" y="2616"/>
                          <a:ext cx="270" cy="336"/>
                        </a:xfrm>
                        <a:prstGeom prst="rect">
                          <a:avLst/>
                        </a:prstGeom>
                        <a:noFill/>
                        <a:ln w="38100">
                          <a:noFill/>
                          <a:miter/>
                        </a:ln>
                      </p:spPr>
                    </p:pic>
                  </p:oleObj>
                </mc:Fallback>
              </mc:AlternateContent>
            </a:graphicData>
          </a:graphic>
        </p:graphicFrame>
        <p:sp>
          <p:nvSpPr>
            <p:cNvPr id="42047" name="Text Box 116"/>
            <p:cNvSpPr txBox="1"/>
            <p:nvPr/>
          </p:nvSpPr>
          <p:spPr>
            <a:xfrm>
              <a:off x="1248" y="2832"/>
              <a:ext cx="280" cy="288"/>
            </a:xfrm>
            <a:prstGeom prst="rect">
              <a:avLst/>
            </a:prstGeom>
            <a:noFill/>
            <a:ln w="28575">
              <a:noFill/>
            </a:ln>
          </p:spPr>
          <p:txBody>
            <a:bodyPr wrap="none" anchor="ctr" anchorCtr="0">
              <a:spAutoFit/>
            </a:bodyPr>
            <a:p>
              <a:pPr algn="ctr"/>
              <a:r>
                <a:rPr lang="en-US" altLang="zh-CN" sz="2400" b="0" i="1" dirty="0">
                  <a:solidFill>
                    <a:schemeClr val="bg1"/>
                  </a:solidFill>
                  <a:latin typeface="Symbol" panose="05050102010706020507" pitchFamily="18" charset="2"/>
                  <a:ea typeface="宋体" panose="02010600030101010101" pitchFamily="2" charset="-122"/>
                </a:rPr>
                <a:t>q</a:t>
              </a:r>
              <a:r>
                <a:rPr lang="en-US" altLang="zh-CN" sz="2400" b="0" baseline="-25000" dirty="0">
                  <a:solidFill>
                    <a:schemeClr val="bg1"/>
                  </a:solidFill>
                  <a:latin typeface="Symbol" panose="05050102010706020507" pitchFamily="18" charset="2"/>
                  <a:ea typeface="宋体" panose="02010600030101010101" pitchFamily="2" charset="-122"/>
                </a:rPr>
                <a:t>2</a:t>
              </a:r>
              <a:endParaRPr lang="en-US" altLang="zh-CN" sz="2400" b="0" dirty="0">
                <a:solidFill>
                  <a:schemeClr val="bg1"/>
                </a:solidFill>
                <a:latin typeface="Times New Roman" panose="02020603050405020304" pitchFamily="18" charset="0"/>
                <a:ea typeface="宋体" panose="02010600030101010101" pitchFamily="2" charset="-122"/>
              </a:endParaRPr>
            </a:p>
          </p:txBody>
        </p:sp>
      </p:grpSp>
      <p:grpSp>
        <p:nvGrpSpPr>
          <p:cNvPr id="9" name="Group 117"/>
          <p:cNvGrpSpPr/>
          <p:nvPr/>
        </p:nvGrpSpPr>
        <p:grpSpPr>
          <a:xfrm>
            <a:off x="1193800" y="2936875"/>
            <a:ext cx="2286000" cy="1319213"/>
            <a:chOff x="480" y="2289"/>
            <a:chExt cx="1440" cy="831"/>
          </a:xfrm>
        </p:grpSpPr>
        <p:sp>
          <p:nvSpPr>
            <p:cNvPr id="42042" name="Line 118"/>
            <p:cNvSpPr/>
            <p:nvPr/>
          </p:nvSpPr>
          <p:spPr>
            <a:xfrm flipV="1">
              <a:off x="480" y="2289"/>
              <a:ext cx="1440" cy="831"/>
            </a:xfrm>
            <a:prstGeom prst="line">
              <a:avLst/>
            </a:prstGeom>
            <a:ln w="28575" cap="flat" cmpd="sng">
              <a:solidFill>
                <a:srgbClr val="FF3300"/>
              </a:solidFill>
              <a:prstDash val="solid"/>
              <a:headEnd type="none" w="med" len="med"/>
              <a:tailEnd type="triangle" w="med" len="med"/>
            </a:ln>
          </p:spPr>
        </p:sp>
        <p:graphicFrame>
          <p:nvGraphicFramePr>
            <p:cNvPr id="41994" name="Object 119"/>
            <p:cNvGraphicFramePr/>
            <p:nvPr/>
          </p:nvGraphicFramePr>
          <p:xfrm>
            <a:off x="1239" y="2337"/>
            <a:ext cx="209" cy="270"/>
          </p:xfrm>
          <a:graphic>
            <a:graphicData uri="http://schemas.openxmlformats.org/presentationml/2006/ole">
              <mc:AlternateContent xmlns:mc="http://schemas.openxmlformats.org/markup-compatibility/2006">
                <mc:Choice xmlns:v="urn:schemas-microsoft-com:vml" Requires="v">
                  <p:oleObj spid="_x0000_s3330" name="" r:id="rId14" imgW="177800" imgH="227965" progId="Equation.3">
                    <p:embed/>
                  </p:oleObj>
                </mc:Choice>
                <mc:Fallback>
                  <p:oleObj name="" r:id="rId14" imgW="177800" imgH="227965" progId="Equation.3">
                    <p:embed/>
                    <p:pic>
                      <p:nvPicPr>
                        <p:cNvPr id="0" name="图片 3329"/>
                        <p:cNvPicPr/>
                        <p:nvPr/>
                      </p:nvPicPr>
                      <p:blipFill>
                        <a:blip r:embed="rId15">
                          <a:clrChange>
                            <a:clrFrom>
                              <a:srgbClr val="000000"/>
                            </a:clrFrom>
                            <a:clrTo>
                              <a:srgbClr val="FFFFFF"/>
                            </a:clrTo>
                          </a:clrChange>
                        </a:blip>
                        <a:stretch>
                          <a:fillRect/>
                        </a:stretch>
                      </p:blipFill>
                      <p:spPr>
                        <a:xfrm>
                          <a:off x="1239" y="2337"/>
                          <a:ext cx="209" cy="270"/>
                        </a:xfrm>
                        <a:prstGeom prst="rect">
                          <a:avLst/>
                        </a:prstGeom>
                        <a:noFill/>
                        <a:ln w="38100">
                          <a:noFill/>
                          <a:miter/>
                        </a:ln>
                      </p:spPr>
                    </p:pic>
                  </p:oleObj>
                </mc:Fallback>
              </mc:AlternateContent>
            </a:graphicData>
          </a:graphic>
        </p:graphicFrame>
        <p:sp>
          <p:nvSpPr>
            <p:cNvPr id="42043" name="Text Box 120"/>
            <p:cNvSpPr txBox="1"/>
            <p:nvPr/>
          </p:nvSpPr>
          <p:spPr>
            <a:xfrm>
              <a:off x="752" y="2832"/>
              <a:ext cx="216" cy="288"/>
            </a:xfrm>
            <a:prstGeom prst="rect">
              <a:avLst/>
            </a:prstGeom>
            <a:noFill/>
            <a:ln w="12700">
              <a:noFill/>
            </a:ln>
          </p:spPr>
          <p:txBody>
            <a:bodyPr wrap="none" anchor="ctr" anchorCtr="0">
              <a:spAutoFit/>
            </a:bodyPr>
            <a:p>
              <a:pPr algn="ctr"/>
              <a:r>
                <a:rPr lang="en-US" altLang="zh-CN" sz="2400" b="0" i="1" dirty="0">
                  <a:solidFill>
                    <a:schemeClr val="bg1"/>
                  </a:solidFill>
                  <a:latin typeface="Symbol" panose="05050102010706020507" pitchFamily="18" charset="2"/>
                  <a:ea typeface="宋体" panose="02010600030101010101" pitchFamily="2" charset="-122"/>
                </a:rPr>
                <a:t>q</a:t>
              </a:r>
              <a:endParaRPr lang="en-US" altLang="zh-CN" sz="2400" b="0" dirty="0">
                <a:solidFill>
                  <a:schemeClr val="bg1"/>
                </a:solidFill>
                <a:latin typeface="Times New Roman" panose="02020603050405020304" pitchFamily="18" charset="0"/>
                <a:ea typeface="宋体" panose="02010600030101010101" pitchFamily="2" charset="-122"/>
              </a:endParaRPr>
            </a:p>
          </p:txBody>
        </p:sp>
        <p:sp>
          <p:nvSpPr>
            <p:cNvPr id="42044" name="Freeform 121"/>
            <p:cNvSpPr/>
            <p:nvPr/>
          </p:nvSpPr>
          <p:spPr>
            <a:xfrm>
              <a:off x="720" y="2976"/>
              <a:ext cx="57" cy="144"/>
            </a:xfrm>
            <a:custGeom>
              <a:avLst/>
              <a:gdLst>
                <a:gd name="txL" fmla="*/ 0 w 57"/>
                <a:gd name="txT" fmla="*/ 0 h 144"/>
                <a:gd name="txR" fmla="*/ 57 w 57"/>
                <a:gd name="txB" fmla="*/ 144 h 144"/>
              </a:gdLst>
              <a:ahLst/>
              <a:cxnLst>
                <a:cxn ang="0">
                  <a:pos x="0" y="0"/>
                </a:cxn>
                <a:cxn ang="0">
                  <a:pos x="42" y="54"/>
                </a:cxn>
                <a:cxn ang="0">
                  <a:pos x="57" y="144"/>
                </a:cxn>
              </a:cxnLst>
              <a:rect l="txL" t="txT" r="txR" b="txB"/>
              <a:pathLst>
                <a:path w="57" h="144">
                  <a:moveTo>
                    <a:pt x="0" y="0"/>
                  </a:moveTo>
                  <a:cubicBezTo>
                    <a:pt x="7" y="9"/>
                    <a:pt x="33" y="30"/>
                    <a:pt x="42" y="54"/>
                  </a:cubicBezTo>
                  <a:cubicBezTo>
                    <a:pt x="51" y="78"/>
                    <a:pt x="54" y="125"/>
                    <a:pt x="57" y="144"/>
                  </a:cubicBezTo>
                </a:path>
              </a:pathLst>
            </a:custGeom>
            <a:noFill/>
            <a:ln w="28575" cap="flat" cmpd="sng">
              <a:solidFill>
                <a:srgbClr val="66FF33"/>
              </a:solidFill>
              <a:prstDash val="solid"/>
              <a:round/>
              <a:headEnd type="none" w="med" len="med"/>
              <a:tailEnd type="none" w="med" len="med"/>
            </a:ln>
          </p:spPr>
          <p:txBody>
            <a:bodyPr wrap="none" anchor="ctr" anchorCtr="0"/>
            <a:p>
              <a:endParaRPr lang="zh-CN" altLang="en-US" dirty="0">
                <a:latin typeface="楷体_GB2312" pitchFamily="49" charset="-122"/>
              </a:endParaRPr>
            </a:p>
          </p:txBody>
        </p:sp>
      </p:grpSp>
      <p:grpSp>
        <p:nvGrpSpPr>
          <p:cNvPr id="10" name="Group 122"/>
          <p:cNvGrpSpPr/>
          <p:nvPr/>
        </p:nvGrpSpPr>
        <p:grpSpPr>
          <a:xfrm>
            <a:off x="1936750" y="3840163"/>
            <a:ext cx="381000" cy="411162"/>
            <a:chOff x="948" y="3161"/>
            <a:chExt cx="240" cy="259"/>
          </a:xfrm>
        </p:grpSpPr>
        <p:sp>
          <p:nvSpPr>
            <p:cNvPr id="42041" name="Arc 123"/>
            <p:cNvSpPr/>
            <p:nvPr/>
          </p:nvSpPr>
          <p:spPr>
            <a:xfrm flipH="1">
              <a:off x="948" y="3324"/>
              <a:ext cx="240" cy="96"/>
            </a:xfrm>
            <a:custGeom>
              <a:avLst/>
              <a:gdLst>
                <a:gd name="txL" fmla="*/ 0 w 21600"/>
                <a:gd name="txT" fmla="*/ 0 h 21600"/>
                <a:gd name="txR" fmla="*/ 21600 w 21600"/>
                <a:gd name="txB" fmla="*/ 21600 h 21600"/>
              </a:gdLst>
              <a:ahLst/>
              <a:cxnLst>
                <a:cxn ang="0">
                  <a:pos x="-1" y="0"/>
                </a:cxn>
                <a:cxn ang="0">
                  <a:pos x="21600" y="21600"/>
                </a:cxn>
                <a:cxn ang="0">
                  <a:pos x="-1" y="0"/>
                </a:cxn>
                <a:cxn ang="0">
                  <a:pos x="21600" y="21600"/>
                </a:cxn>
                <a:cxn ang="0">
                  <a:pos x="0" y="21600"/>
                </a:cxn>
              </a:cxnLst>
              <a:rect l="txL" t="txT" r="txR" b="txB"/>
              <a:pathLst>
                <a:path w="21600" h="21600" fill="none">
                  <a:moveTo>
                    <a:pt x="-1" y="0"/>
                  </a:moveTo>
                  <a:cubicBezTo>
                    <a:pt x="11929" y="0"/>
                    <a:pt x="21600" y="9670"/>
                    <a:pt x="21600" y="21600"/>
                  </a:cubicBezTo>
                </a:path>
                <a:path w="21600" h="21600" stroke="0">
                  <a:moveTo>
                    <a:pt x="-1" y="0"/>
                  </a:moveTo>
                  <a:cubicBezTo>
                    <a:pt x="11929" y="0"/>
                    <a:pt x="21600" y="9670"/>
                    <a:pt x="21600" y="21600"/>
                  </a:cubicBezTo>
                  <a:lnTo>
                    <a:pt x="0" y="21600"/>
                  </a:lnTo>
                  <a:close/>
                </a:path>
              </a:pathLst>
            </a:custGeom>
            <a:noFill/>
            <a:ln w="28575" cap="flat" cmpd="sng">
              <a:solidFill>
                <a:srgbClr val="66FF33"/>
              </a:solidFill>
              <a:prstDash val="solid"/>
              <a:round/>
              <a:headEnd type="none" w="med" len="med"/>
              <a:tailEnd type="none" w="sm" len="med"/>
            </a:ln>
          </p:spPr>
          <p:txBody>
            <a:bodyPr wrap="none" anchor="ctr" anchorCtr="0"/>
            <a:p>
              <a:endParaRPr lang="zh-CN" altLang="en-US" dirty="0">
                <a:latin typeface="楷体_GB2312" pitchFamily="49" charset="-122"/>
              </a:endParaRPr>
            </a:p>
          </p:txBody>
        </p:sp>
        <p:graphicFrame>
          <p:nvGraphicFramePr>
            <p:cNvPr id="41993" name="Object 124"/>
            <p:cNvGraphicFramePr/>
            <p:nvPr/>
          </p:nvGraphicFramePr>
          <p:xfrm>
            <a:off x="1001" y="3161"/>
            <a:ext cx="179" cy="206"/>
          </p:xfrm>
          <a:graphic>
            <a:graphicData uri="http://schemas.openxmlformats.org/presentationml/2006/ole">
              <mc:AlternateContent xmlns:mc="http://schemas.openxmlformats.org/markup-compatibility/2006">
                <mc:Choice xmlns:v="urn:schemas-microsoft-com:vml" Requires="v">
                  <p:oleObj spid="_x0000_s3327" name="" r:id="rId16" imgW="152400" imgH="177800" progId="Equation.3">
                    <p:embed/>
                  </p:oleObj>
                </mc:Choice>
                <mc:Fallback>
                  <p:oleObj name="" r:id="rId16" imgW="152400" imgH="177800" progId="Equation.3">
                    <p:embed/>
                    <p:pic>
                      <p:nvPicPr>
                        <p:cNvPr id="0" name="图片 3326"/>
                        <p:cNvPicPr/>
                        <p:nvPr/>
                      </p:nvPicPr>
                      <p:blipFill>
                        <a:blip r:embed="rId17">
                          <a:clrChange>
                            <a:clrFrom>
                              <a:srgbClr val="000000"/>
                            </a:clrFrom>
                            <a:clrTo>
                              <a:srgbClr val="FFFFFF"/>
                            </a:clrTo>
                          </a:clrChange>
                        </a:blip>
                        <a:stretch>
                          <a:fillRect/>
                        </a:stretch>
                      </p:blipFill>
                      <p:spPr>
                        <a:xfrm>
                          <a:off x="1001" y="3161"/>
                          <a:ext cx="179" cy="206"/>
                        </a:xfrm>
                        <a:prstGeom prst="rect">
                          <a:avLst/>
                        </a:prstGeom>
                        <a:noFill/>
                        <a:ln w="38100">
                          <a:noFill/>
                          <a:miter/>
                        </a:ln>
                      </p:spPr>
                    </p:pic>
                  </p:oleObj>
                </mc:Fallback>
              </mc:AlternateContent>
            </a:graphicData>
          </a:graphic>
        </p:graphicFrame>
      </p:grpSp>
      <p:graphicFrame>
        <p:nvGraphicFramePr>
          <p:cNvPr id="110717" name="Object 125"/>
          <p:cNvGraphicFramePr/>
          <p:nvPr/>
        </p:nvGraphicFramePr>
        <p:xfrm>
          <a:off x="1042988" y="5013325"/>
          <a:ext cx="4462462" cy="571500"/>
        </p:xfrm>
        <a:graphic>
          <a:graphicData uri="http://schemas.openxmlformats.org/presentationml/2006/ole">
            <mc:AlternateContent xmlns:mc="http://schemas.openxmlformats.org/markup-compatibility/2006">
              <mc:Choice xmlns:v="urn:schemas-microsoft-com:vml" Requires="v">
                <p:oleObj spid="_x0000_s3329" name="" r:id="rId18" imgW="1979295" imgH="254000" progId="Equation.3">
                  <p:embed/>
                </p:oleObj>
              </mc:Choice>
              <mc:Fallback>
                <p:oleObj name="" r:id="rId18" imgW="1979295" imgH="254000" progId="Equation.3">
                  <p:embed/>
                  <p:pic>
                    <p:nvPicPr>
                      <p:cNvPr id="0" name="图片 3328"/>
                      <p:cNvPicPr/>
                      <p:nvPr/>
                    </p:nvPicPr>
                    <p:blipFill>
                      <a:blip r:embed="rId19">
                        <a:clrChange>
                          <a:clrFrom>
                            <a:srgbClr val="000000"/>
                          </a:clrFrom>
                          <a:clrTo>
                            <a:srgbClr val="FFFFFF"/>
                          </a:clrTo>
                        </a:clrChange>
                      </a:blip>
                      <a:stretch>
                        <a:fillRect/>
                      </a:stretch>
                    </p:blipFill>
                    <p:spPr>
                      <a:xfrm>
                        <a:off x="1042988" y="5013325"/>
                        <a:ext cx="4462462" cy="571500"/>
                      </a:xfrm>
                      <a:prstGeom prst="rect">
                        <a:avLst/>
                      </a:prstGeom>
                      <a:noFill/>
                      <a:ln w="38100">
                        <a:noFill/>
                        <a:miter/>
                      </a:ln>
                    </p:spPr>
                  </p:pic>
                </p:oleObj>
              </mc:Fallback>
            </mc:AlternateContent>
          </a:graphicData>
        </a:graphic>
      </p:graphicFrame>
      <p:graphicFrame>
        <p:nvGraphicFramePr>
          <p:cNvPr id="110718" name="Object 126"/>
          <p:cNvGraphicFramePr/>
          <p:nvPr/>
        </p:nvGraphicFramePr>
        <p:xfrm>
          <a:off x="1042988" y="5734050"/>
          <a:ext cx="4641850" cy="523875"/>
        </p:xfrm>
        <a:graphic>
          <a:graphicData uri="http://schemas.openxmlformats.org/presentationml/2006/ole">
            <mc:AlternateContent xmlns:mc="http://schemas.openxmlformats.org/markup-compatibility/2006">
              <mc:Choice xmlns:v="urn:schemas-microsoft-com:vml" Requires="v">
                <p:oleObj spid="_x0000_s3328" name="" r:id="rId20" imgW="2245995" imgH="254000" progId="Equation.3">
                  <p:embed/>
                </p:oleObj>
              </mc:Choice>
              <mc:Fallback>
                <p:oleObj name="" r:id="rId20" imgW="2245995" imgH="254000" progId="Equation.3">
                  <p:embed/>
                  <p:pic>
                    <p:nvPicPr>
                      <p:cNvPr id="0" name="图片 3327"/>
                      <p:cNvPicPr/>
                      <p:nvPr/>
                    </p:nvPicPr>
                    <p:blipFill>
                      <a:blip r:embed="rId21">
                        <a:clrChange>
                          <a:clrFrom>
                            <a:srgbClr val="000000"/>
                          </a:clrFrom>
                          <a:clrTo>
                            <a:srgbClr val="FFFFFF"/>
                          </a:clrTo>
                        </a:clrChange>
                      </a:blip>
                      <a:stretch>
                        <a:fillRect/>
                      </a:stretch>
                    </p:blipFill>
                    <p:spPr>
                      <a:xfrm>
                        <a:off x="1042988" y="5734050"/>
                        <a:ext cx="4641850" cy="523875"/>
                      </a:xfrm>
                      <a:prstGeom prst="rect">
                        <a:avLst/>
                      </a:prstGeom>
                      <a:noFill/>
                      <a:ln w="38100">
                        <a:noFill/>
                        <a:miter/>
                      </a:ln>
                    </p:spPr>
                  </p:pic>
                </p:oleObj>
              </mc:Fallback>
            </mc:AlternateContent>
          </a:graphicData>
        </a:graphic>
      </p:graphicFrame>
      <p:grpSp>
        <p:nvGrpSpPr>
          <p:cNvPr id="42013" name="Group 130"/>
          <p:cNvGrpSpPr/>
          <p:nvPr/>
        </p:nvGrpSpPr>
        <p:grpSpPr>
          <a:xfrm>
            <a:off x="6588125" y="6446838"/>
            <a:ext cx="792163" cy="366712"/>
            <a:chOff x="4649" y="4020"/>
            <a:chExt cx="499" cy="231"/>
          </a:xfrm>
        </p:grpSpPr>
        <p:pic>
          <p:nvPicPr>
            <p:cNvPr id="42039" name="Picture 131" descr="78900"/>
            <p:cNvPicPr>
              <a:picLocks noChangeAspect="1"/>
            </p:cNvPicPr>
            <p:nvPr/>
          </p:nvPicPr>
          <p:blipFill>
            <a:blip r:embed="rId3"/>
            <a:stretch>
              <a:fillRect/>
            </a:stretch>
          </p:blipFill>
          <p:spPr>
            <a:xfrm>
              <a:off x="4649" y="4066"/>
              <a:ext cx="499" cy="181"/>
            </a:xfrm>
            <a:prstGeom prst="rect">
              <a:avLst/>
            </a:prstGeom>
            <a:noFill/>
            <a:ln w="9525">
              <a:noFill/>
            </a:ln>
          </p:spPr>
        </p:pic>
        <p:sp>
          <p:nvSpPr>
            <p:cNvPr id="42040" name="Text Box 132">
              <a:hlinkClick r:id="" action="ppaction://hlinkshowjump?jump=firstslide"/>
            </p:cNvPr>
            <p:cNvSpPr txBox="1"/>
            <p:nvPr/>
          </p:nvSpPr>
          <p:spPr>
            <a:xfrm>
              <a:off x="4672" y="4020"/>
              <a:ext cx="476" cy="231"/>
            </a:xfrm>
            <a:prstGeom prst="rect">
              <a:avLst/>
            </a:prstGeom>
            <a:noFill/>
            <a:ln w="9525">
              <a:noFill/>
            </a:ln>
          </p:spPr>
          <p:txBody>
            <a:bodyPr wrap="none">
              <a:spAutoFit/>
            </a:bodyPr>
            <a:p>
              <a:pPr>
                <a:spcBef>
                  <a:spcPct val="50000"/>
                </a:spcBef>
              </a:pPr>
              <a:r>
                <a:rPr lang="zh-CN" altLang="en-US" sz="1800" b="0" dirty="0">
                  <a:solidFill>
                    <a:schemeClr val="bg1"/>
                  </a:solidFill>
                  <a:latin typeface="隶书" panose="02010509060101010101" pitchFamily="49" charset="-122"/>
                  <a:ea typeface="隶书" panose="02010509060101010101" pitchFamily="49" charset="-122"/>
                </a:rPr>
                <a:t>返 回</a:t>
              </a:r>
              <a:endParaRPr lang="zh-CN" altLang="en-US" sz="1800" b="0" dirty="0">
                <a:solidFill>
                  <a:schemeClr val="bg1"/>
                </a:solidFill>
                <a:latin typeface="隶书" panose="02010509060101010101" pitchFamily="49" charset="-122"/>
                <a:ea typeface="隶书" panose="02010509060101010101" pitchFamily="49" charset="-122"/>
              </a:endParaRPr>
            </a:p>
          </p:txBody>
        </p:sp>
      </p:grpSp>
      <p:grpSp>
        <p:nvGrpSpPr>
          <p:cNvPr id="12" name="Group 138"/>
          <p:cNvGrpSpPr/>
          <p:nvPr/>
        </p:nvGrpSpPr>
        <p:grpSpPr>
          <a:xfrm>
            <a:off x="5781675" y="1457325"/>
            <a:ext cx="2746375" cy="2814638"/>
            <a:chOff x="3642" y="918"/>
            <a:chExt cx="1730" cy="1773"/>
          </a:xfrm>
        </p:grpSpPr>
        <p:sp>
          <p:nvSpPr>
            <p:cNvPr id="42015" name="Line 73"/>
            <p:cNvSpPr/>
            <p:nvPr/>
          </p:nvSpPr>
          <p:spPr>
            <a:xfrm>
              <a:off x="3696" y="2659"/>
              <a:ext cx="1134" cy="0"/>
            </a:xfrm>
            <a:prstGeom prst="line">
              <a:avLst/>
            </a:prstGeom>
            <a:ln w="28575" cap="flat" cmpd="sng">
              <a:solidFill>
                <a:srgbClr val="FFCC00"/>
              </a:solidFill>
              <a:prstDash val="solid"/>
              <a:headEnd type="none" w="med" len="med"/>
              <a:tailEnd type="none" w="med" len="med"/>
            </a:ln>
          </p:spPr>
        </p:sp>
        <p:sp>
          <p:nvSpPr>
            <p:cNvPr id="42016" name="Line 74"/>
            <p:cNvSpPr/>
            <p:nvPr/>
          </p:nvSpPr>
          <p:spPr>
            <a:xfrm>
              <a:off x="3787" y="1344"/>
              <a:ext cx="1056" cy="0"/>
            </a:xfrm>
            <a:prstGeom prst="line">
              <a:avLst/>
            </a:prstGeom>
            <a:ln w="28575" cap="flat" cmpd="sng">
              <a:solidFill>
                <a:srgbClr val="FFCC00"/>
              </a:solidFill>
              <a:prstDash val="solid"/>
              <a:headEnd type="none" w="med" len="med"/>
              <a:tailEnd type="none" w="med" len="med"/>
            </a:ln>
          </p:spPr>
        </p:sp>
        <p:sp>
          <p:nvSpPr>
            <p:cNvPr id="42017" name="Line 75"/>
            <p:cNvSpPr/>
            <p:nvPr/>
          </p:nvSpPr>
          <p:spPr>
            <a:xfrm flipH="1">
              <a:off x="4830" y="1344"/>
              <a:ext cx="8" cy="725"/>
            </a:xfrm>
            <a:prstGeom prst="line">
              <a:avLst/>
            </a:prstGeom>
            <a:ln w="28575" cap="flat" cmpd="sng">
              <a:solidFill>
                <a:srgbClr val="FFCC00"/>
              </a:solidFill>
              <a:prstDash val="solid"/>
              <a:headEnd type="none" w="med" len="med"/>
              <a:tailEnd type="none" w="med" len="med"/>
            </a:ln>
          </p:spPr>
        </p:sp>
        <p:sp>
          <p:nvSpPr>
            <p:cNvPr id="42018" name="Line 76"/>
            <p:cNvSpPr/>
            <p:nvPr/>
          </p:nvSpPr>
          <p:spPr>
            <a:xfrm>
              <a:off x="4830" y="2432"/>
              <a:ext cx="0" cy="227"/>
            </a:xfrm>
            <a:prstGeom prst="line">
              <a:avLst/>
            </a:prstGeom>
            <a:ln w="28575" cap="flat" cmpd="sng">
              <a:solidFill>
                <a:srgbClr val="FFCC00"/>
              </a:solidFill>
              <a:prstDash val="solid"/>
              <a:headEnd type="none" w="med" len="med"/>
              <a:tailEnd type="none" w="med" len="med"/>
            </a:ln>
          </p:spPr>
        </p:sp>
        <p:sp>
          <p:nvSpPr>
            <p:cNvPr id="42019" name="Rectangle 77"/>
            <p:cNvSpPr/>
            <p:nvPr/>
          </p:nvSpPr>
          <p:spPr>
            <a:xfrm>
              <a:off x="4694" y="1480"/>
              <a:ext cx="363" cy="1088"/>
            </a:xfrm>
            <a:prstGeom prst="rect">
              <a:avLst/>
            </a:prstGeom>
            <a:noFill/>
            <a:ln w="28575" cap="flat" cmpd="sng">
              <a:solidFill>
                <a:srgbClr val="FF3300"/>
              </a:solidFill>
              <a:prstDash val="dash"/>
              <a:miter/>
              <a:headEnd type="none" w="med" len="med"/>
              <a:tailEnd type="none" w="med" len="med"/>
            </a:ln>
          </p:spPr>
          <p:txBody>
            <a:bodyPr wrap="none" anchor="ctr" anchorCtr="0"/>
            <a:p>
              <a:endParaRPr lang="zh-CN" altLang="en-US" dirty="0">
                <a:latin typeface="楷体_GB2312" pitchFamily="49" charset="-122"/>
              </a:endParaRPr>
            </a:p>
          </p:txBody>
        </p:sp>
        <p:sp>
          <p:nvSpPr>
            <p:cNvPr id="42020" name="Text Box 78"/>
            <p:cNvSpPr txBox="1"/>
            <p:nvPr/>
          </p:nvSpPr>
          <p:spPr>
            <a:xfrm>
              <a:off x="4104" y="1389"/>
              <a:ext cx="329" cy="327"/>
            </a:xfrm>
            <a:prstGeom prst="rect">
              <a:avLst/>
            </a:prstGeom>
            <a:noFill/>
            <a:ln w="28575">
              <a:noFill/>
            </a:ln>
          </p:spPr>
          <p:txBody>
            <a:bodyPr wrap="none" anchor="ctr" anchorCtr="0">
              <a:spAutoFit/>
            </a:bodyPr>
            <a:p>
              <a:pPr algn="ctr"/>
              <a:r>
                <a:rPr lang="en-US" altLang="zh-CN" b="0" i="1" dirty="0">
                  <a:solidFill>
                    <a:schemeClr val="bg1"/>
                  </a:solidFill>
                  <a:latin typeface="Times New Roman" panose="02020603050405020304" pitchFamily="18" charset="0"/>
                  <a:ea typeface="宋体" panose="02010600030101010101" pitchFamily="2" charset="-122"/>
                </a:rPr>
                <a:t>R</a:t>
              </a:r>
              <a:r>
                <a:rPr lang="en-US" altLang="zh-CN" b="0" baseline="-25000" dirty="0">
                  <a:solidFill>
                    <a:schemeClr val="bg1"/>
                  </a:solidFill>
                  <a:latin typeface="Times New Roman" panose="02020603050405020304" pitchFamily="18" charset="0"/>
                  <a:ea typeface="宋体" panose="02010600030101010101" pitchFamily="2" charset="-122"/>
                </a:rPr>
                <a:t>1</a:t>
              </a:r>
              <a:endParaRPr lang="en-US" altLang="zh-CN" b="0" dirty="0">
                <a:solidFill>
                  <a:schemeClr val="bg1"/>
                </a:solidFill>
                <a:latin typeface="Times New Roman" panose="02020603050405020304" pitchFamily="18" charset="0"/>
                <a:ea typeface="宋体" panose="02010600030101010101" pitchFamily="2" charset="-122"/>
              </a:endParaRPr>
            </a:p>
          </p:txBody>
        </p:sp>
        <p:sp>
          <p:nvSpPr>
            <p:cNvPr id="42021" name="Text Box 79"/>
            <p:cNvSpPr txBox="1"/>
            <p:nvPr/>
          </p:nvSpPr>
          <p:spPr>
            <a:xfrm>
              <a:off x="4331" y="1616"/>
              <a:ext cx="329" cy="327"/>
            </a:xfrm>
            <a:prstGeom prst="rect">
              <a:avLst/>
            </a:prstGeom>
            <a:noFill/>
            <a:ln w="28575">
              <a:noFill/>
            </a:ln>
          </p:spPr>
          <p:txBody>
            <a:bodyPr wrap="none" anchor="ctr" anchorCtr="0">
              <a:spAutoFit/>
            </a:bodyPr>
            <a:p>
              <a:pPr algn="ctr"/>
              <a:r>
                <a:rPr lang="en-US" altLang="zh-CN" b="0" i="1" dirty="0">
                  <a:solidFill>
                    <a:schemeClr val="bg1"/>
                  </a:solidFill>
                  <a:latin typeface="Times New Roman" panose="02020603050405020304" pitchFamily="18" charset="0"/>
                  <a:ea typeface="宋体" panose="02010600030101010101" pitchFamily="2" charset="-122"/>
                </a:rPr>
                <a:t>R</a:t>
              </a:r>
              <a:r>
                <a:rPr lang="en-US" altLang="zh-CN" b="0" baseline="-25000" dirty="0">
                  <a:solidFill>
                    <a:schemeClr val="bg1"/>
                  </a:solidFill>
                  <a:latin typeface="Times New Roman" panose="02020603050405020304" pitchFamily="18" charset="0"/>
                  <a:ea typeface="宋体" panose="02010600030101010101" pitchFamily="2" charset="-122"/>
                </a:rPr>
                <a:t>2</a:t>
              </a:r>
              <a:endParaRPr lang="en-US" altLang="zh-CN" b="0" dirty="0">
                <a:solidFill>
                  <a:schemeClr val="bg1"/>
                </a:solidFill>
                <a:latin typeface="Times New Roman" panose="02020603050405020304" pitchFamily="18" charset="0"/>
                <a:ea typeface="宋体" panose="02010600030101010101" pitchFamily="2" charset="-122"/>
              </a:endParaRPr>
            </a:p>
          </p:txBody>
        </p:sp>
        <p:sp>
          <p:nvSpPr>
            <p:cNvPr id="42022" name="Text Box 80"/>
            <p:cNvSpPr txBox="1"/>
            <p:nvPr/>
          </p:nvSpPr>
          <p:spPr>
            <a:xfrm>
              <a:off x="4377" y="2115"/>
              <a:ext cx="317" cy="327"/>
            </a:xfrm>
            <a:prstGeom prst="rect">
              <a:avLst/>
            </a:prstGeom>
            <a:noFill/>
            <a:ln w="28575">
              <a:noFill/>
            </a:ln>
          </p:spPr>
          <p:txBody>
            <a:bodyPr wrap="none" anchor="ctr" anchorCtr="0">
              <a:spAutoFit/>
            </a:bodyPr>
            <a:p>
              <a:pPr algn="ctr"/>
              <a:r>
                <a:rPr lang="en-US" altLang="zh-CN" b="0" i="1" dirty="0">
                  <a:solidFill>
                    <a:schemeClr val="bg1"/>
                  </a:solidFill>
                  <a:latin typeface="Times New Roman" panose="02020603050405020304" pitchFamily="18" charset="0"/>
                  <a:ea typeface="宋体" panose="02010600030101010101" pitchFamily="2" charset="-122"/>
                </a:rPr>
                <a:t>L</a:t>
              </a:r>
              <a:r>
                <a:rPr lang="en-US" altLang="zh-CN" b="0" baseline="-25000" dirty="0">
                  <a:solidFill>
                    <a:schemeClr val="bg1"/>
                  </a:solidFill>
                  <a:latin typeface="Times New Roman" panose="02020603050405020304" pitchFamily="18" charset="0"/>
                  <a:ea typeface="宋体" panose="02010600030101010101" pitchFamily="2" charset="-122"/>
                </a:rPr>
                <a:t>2</a:t>
              </a:r>
              <a:endParaRPr lang="en-US" altLang="zh-CN" b="0" dirty="0">
                <a:solidFill>
                  <a:schemeClr val="bg1"/>
                </a:solidFill>
                <a:latin typeface="Times New Roman" panose="02020603050405020304" pitchFamily="18" charset="0"/>
                <a:ea typeface="宋体" panose="02010600030101010101" pitchFamily="2" charset="-122"/>
              </a:endParaRPr>
            </a:p>
          </p:txBody>
        </p:sp>
        <p:sp>
          <p:nvSpPr>
            <p:cNvPr id="42023" name="Text Box 81"/>
            <p:cNvSpPr txBox="1"/>
            <p:nvPr/>
          </p:nvSpPr>
          <p:spPr>
            <a:xfrm>
              <a:off x="3668" y="1389"/>
              <a:ext cx="244" cy="327"/>
            </a:xfrm>
            <a:prstGeom prst="rect">
              <a:avLst/>
            </a:prstGeom>
            <a:noFill/>
            <a:ln w="28575">
              <a:noFill/>
            </a:ln>
          </p:spPr>
          <p:txBody>
            <a:bodyPr wrap="none" anchor="ctr" anchorCtr="0">
              <a:spAutoFit/>
            </a:bodyPr>
            <a:p>
              <a:pPr algn="ctr"/>
              <a:r>
                <a:rPr lang="en-US" altLang="zh-CN" b="0" dirty="0">
                  <a:solidFill>
                    <a:schemeClr val="bg1"/>
                  </a:solidFill>
                  <a:latin typeface="Times New Roman" panose="02020603050405020304" pitchFamily="18" charset="0"/>
                  <a:ea typeface="宋体" panose="02010600030101010101" pitchFamily="2" charset="-122"/>
                </a:rPr>
                <a:t>+</a:t>
              </a:r>
              <a:endParaRPr lang="en-US" altLang="zh-CN" b="0" dirty="0">
                <a:solidFill>
                  <a:schemeClr val="bg1"/>
                </a:solidFill>
                <a:latin typeface="Times New Roman" panose="02020603050405020304" pitchFamily="18" charset="0"/>
                <a:ea typeface="宋体" panose="02010600030101010101" pitchFamily="2" charset="-122"/>
              </a:endParaRPr>
            </a:p>
          </p:txBody>
        </p:sp>
        <p:sp>
          <p:nvSpPr>
            <p:cNvPr id="42024" name="Text Box 82"/>
            <p:cNvSpPr txBox="1"/>
            <p:nvPr/>
          </p:nvSpPr>
          <p:spPr>
            <a:xfrm>
              <a:off x="3677" y="2251"/>
              <a:ext cx="228" cy="327"/>
            </a:xfrm>
            <a:prstGeom prst="rect">
              <a:avLst/>
            </a:prstGeom>
            <a:noFill/>
            <a:ln w="28575">
              <a:noFill/>
            </a:ln>
          </p:spPr>
          <p:txBody>
            <a:bodyPr wrap="none" anchor="ctr" anchorCtr="0">
              <a:spAutoFit/>
            </a:bodyPr>
            <a:p>
              <a:pPr algn="ctr"/>
              <a:r>
                <a:rPr lang="en-US" altLang="zh-CN" b="0" dirty="0">
                  <a:solidFill>
                    <a:schemeClr val="bg1"/>
                  </a:solidFill>
                  <a:latin typeface="Times New Roman" panose="02020603050405020304" pitchFamily="18" charset="0"/>
                  <a:ea typeface="宋体" panose="02010600030101010101" pitchFamily="2" charset="-122"/>
                </a:rPr>
                <a:t>_</a:t>
              </a:r>
              <a:endParaRPr lang="en-US" altLang="zh-CN" b="0" dirty="0">
                <a:solidFill>
                  <a:schemeClr val="bg1"/>
                </a:solidFill>
                <a:latin typeface="Times New Roman" panose="02020603050405020304" pitchFamily="18" charset="0"/>
                <a:ea typeface="宋体" panose="02010600030101010101" pitchFamily="2" charset="-122"/>
              </a:endParaRPr>
            </a:p>
          </p:txBody>
        </p:sp>
        <p:graphicFrame>
          <p:nvGraphicFramePr>
            <p:cNvPr id="41989" name="Object 83"/>
            <p:cNvGraphicFramePr/>
            <p:nvPr/>
          </p:nvGraphicFramePr>
          <p:xfrm>
            <a:off x="4286" y="962"/>
            <a:ext cx="247" cy="328"/>
          </p:xfrm>
          <a:graphic>
            <a:graphicData uri="http://schemas.openxmlformats.org/presentationml/2006/ole">
              <mc:AlternateContent xmlns:mc="http://schemas.openxmlformats.org/markup-compatibility/2006">
                <mc:Choice xmlns:v="urn:schemas-microsoft-com:vml" Requires="v">
                  <p:oleObj spid="_x0000_s3288" name="" r:id="rId22" imgW="203200" imgH="266065" progId="Equation.3">
                    <p:embed/>
                  </p:oleObj>
                </mc:Choice>
                <mc:Fallback>
                  <p:oleObj name="" r:id="rId22" imgW="203200" imgH="266065" progId="Equation.3">
                    <p:embed/>
                    <p:pic>
                      <p:nvPicPr>
                        <p:cNvPr id="0" name="图片 3287"/>
                        <p:cNvPicPr/>
                        <p:nvPr/>
                      </p:nvPicPr>
                      <p:blipFill>
                        <a:blip r:embed="rId23">
                          <a:clrChange>
                            <a:clrFrom>
                              <a:srgbClr val="000000"/>
                            </a:clrFrom>
                            <a:clrTo>
                              <a:srgbClr val="FFFFFF"/>
                            </a:clrTo>
                          </a:clrChange>
                        </a:blip>
                        <a:stretch>
                          <a:fillRect/>
                        </a:stretch>
                      </p:blipFill>
                      <p:spPr>
                        <a:xfrm>
                          <a:off x="4286" y="962"/>
                          <a:ext cx="247" cy="328"/>
                        </a:xfrm>
                        <a:prstGeom prst="rect">
                          <a:avLst/>
                        </a:prstGeom>
                        <a:noFill/>
                        <a:ln w="38100">
                          <a:noFill/>
                          <a:miter/>
                        </a:ln>
                      </p:spPr>
                    </p:pic>
                  </p:oleObj>
                </mc:Fallback>
              </mc:AlternateContent>
            </a:graphicData>
          </a:graphic>
        </p:graphicFrame>
        <p:graphicFrame>
          <p:nvGraphicFramePr>
            <p:cNvPr id="41990" name="Object 84"/>
            <p:cNvGraphicFramePr/>
            <p:nvPr/>
          </p:nvGraphicFramePr>
          <p:xfrm>
            <a:off x="3686" y="1842"/>
            <a:ext cx="247" cy="318"/>
          </p:xfrm>
          <a:graphic>
            <a:graphicData uri="http://schemas.openxmlformats.org/presentationml/2006/ole">
              <mc:AlternateContent xmlns:mc="http://schemas.openxmlformats.org/markup-compatibility/2006">
                <mc:Choice xmlns:v="urn:schemas-microsoft-com:vml" Requires="v">
                  <p:oleObj spid="_x0000_s3289" name="" r:id="rId24" imgW="177800" imgH="227965" progId="Equation.3">
                    <p:embed/>
                  </p:oleObj>
                </mc:Choice>
                <mc:Fallback>
                  <p:oleObj name="" r:id="rId24" imgW="177800" imgH="227965" progId="Equation.3">
                    <p:embed/>
                    <p:pic>
                      <p:nvPicPr>
                        <p:cNvPr id="0" name="图片 3288"/>
                        <p:cNvPicPr/>
                        <p:nvPr/>
                      </p:nvPicPr>
                      <p:blipFill>
                        <a:blip r:embed="rId25">
                          <a:clrChange>
                            <a:clrFrom>
                              <a:srgbClr val="000000"/>
                            </a:clrFrom>
                            <a:clrTo>
                              <a:srgbClr val="FFFFFF"/>
                            </a:clrTo>
                          </a:clrChange>
                        </a:blip>
                        <a:stretch>
                          <a:fillRect/>
                        </a:stretch>
                      </p:blipFill>
                      <p:spPr>
                        <a:xfrm>
                          <a:off x="3686" y="1842"/>
                          <a:ext cx="247" cy="318"/>
                        </a:xfrm>
                        <a:prstGeom prst="rect">
                          <a:avLst/>
                        </a:prstGeom>
                        <a:noFill/>
                        <a:ln w="38100">
                          <a:noFill/>
                          <a:miter/>
                        </a:ln>
                      </p:spPr>
                    </p:pic>
                  </p:oleObj>
                </mc:Fallback>
              </mc:AlternateContent>
            </a:graphicData>
          </a:graphic>
        </p:graphicFrame>
        <p:graphicFrame>
          <p:nvGraphicFramePr>
            <p:cNvPr id="41991" name="Object 85"/>
            <p:cNvGraphicFramePr/>
            <p:nvPr/>
          </p:nvGraphicFramePr>
          <p:xfrm>
            <a:off x="5103" y="1842"/>
            <a:ext cx="269" cy="336"/>
          </p:xfrm>
          <a:graphic>
            <a:graphicData uri="http://schemas.openxmlformats.org/presentationml/2006/ole">
              <mc:AlternateContent xmlns:mc="http://schemas.openxmlformats.org/markup-compatibility/2006">
                <mc:Choice xmlns:v="urn:schemas-microsoft-com:vml" Requires="v">
                  <p:oleObj spid="_x0000_s3290" name="" r:id="rId26" imgW="215900" imgH="266065" progId="Equation.3">
                    <p:embed/>
                  </p:oleObj>
                </mc:Choice>
                <mc:Fallback>
                  <p:oleObj name="" r:id="rId26" imgW="215900" imgH="266065" progId="Equation.3">
                    <p:embed/>
                    <p:pic>
                      <p:nvPicPr>
                        <p:cNvPr id="0" name="图片 3289"/>
                        <p:cNvPicPr/>
                        <p:nvPr/>
                      </p:nvPicPr>
                      <p:blipFill>
                        <a:blip r:embed="rId27">
                          <a:clrChange>
                            <a:clrFrom>
                              <a:srgbClr val="000000"/>
                            </a:clrFrom>
                            <a:clrTo>
                              <a:srgbClr val="FFFFFF"/>
                            </a:clrTo>
                          </a:clrChange>
                        </a:blip>
                        <a:stretch>
                          <a:fillRect/>
                        </a:stretch>
                      </p:blipFill>
                      <p:spPr>
                        <a:xfrm>
                          <a:off x="5103" y="1842"/>
                          <a:ext cx="269" cy="336"/>
                        </a:xfrm>
                        <a:prstGeom prst="rect">
                          <a:avLst/>
                        </a:prstGeom>
                        <a:noFill/>
                        <a:ln w="38100">
                          <a:noFill/>
                          <a:miter/>
                        </a:ln>
                      </p:spPr>
                    </p:pic>
                  </p:oleObj>
                </mc:Fallback>
              </mc:AlternateContent>
            </a:graphicData>
          </a:graphic>
        </p:graphicFrame>
        <p:sp>
          <p:nvSpPr>
            <p:cNvPr id="42025" name="Text Box 86"/>
            <p:cNvSpPr txBox="1"/>
            <p:nvPr/>
          </p:nvSpPr>
          <p:spPr>
            <a:xfrm>
              <a:off x="5057" y="1389"/>
              <a:ext cx="244" cy="327"/>
            </a:xfrm>
            <a:prstGeom prst="rect">
              <a:avLst/>
            </a:prstGeom>
            <a:noFill/>
            <a:ln w="28575">
              <a:noFill/>
            </a:ln>
          </p:spPr>
          <p:txBody>
            <a:bodyPr wrap="none" anchor="ctr" anchorCtr="0">
              <a:spAutoFit/>
            </a:bodyPr>
            <a:p>
              <a:pPr algn="ctr"/>
              <a:r>
                <a:rPr lang="en-US" altLang="zh-CN" b="0" dirty="0">
                  <a:solidFill>
                    <a:schemeClr val="bg1"/>
                  </a:solidFill>
                  <a:latin typeface="Times New Roman" panose="02020603050405020304" pitchFamily="18" charset="0"/>
                  <a:ea typeface="宋体" panose="02010600030101010101" pitchFamily="2" charset="-122"/>
                </a:rPr>
                <a:t>+</a:t>
              </a:r>
              <a:endParaRPr lang="en-US" altLang="zh-CN" b="0" dirty="0">
                <a:solidFill>
                  <a:schemeClr val="bg1"/>
                </a:solidFill>
                <a:latin typeface="Times New Roman" panose="02020603050405020304" pitchFamily="18" charset="0"/>
                <a:ea typeface="宋体" panose="02010600030101010101" pitchFamily="2" charset="-122"/>
              </a:endParaRPr>
            </a:p>
          </p:txBody>
        </p:sp>
        <p:sp>
          <p:nvSpPr>
            <p:cNvPr id="42026" name="Text Box 87"/>
            <p:cNvSpPr txBox="1"/>
            <p:nvPr/>
          </p:nvSpPr>
          <p:spPr>
            <a:xfrm>
              <a:off x="5057" y="2270"/>
              <a:ext cx="228" cy="327"/>
            </a:xfrm>
            <a:prstGeom prst="rect">
              <a:avLst/>
            </a:prstGeom>
            <a:noFill/>
            <a:ln w="28575">
              <a:noFill/>
            </a:ln>
          </p:spPr>
          <p:txBody>
            <a:bodyPr wrap="none" anchor="ctr" anchorCtr="0">
              <a:spAutoFit/>
            </a:bodyPr>
            <a:p>
              <a:pPr algn="ctr"/>
              <a:r>
                <a:rPr lang="en-US" altLang="zh-CN" b="0" dirty="0">
                  <a:solidFill>
                    <a:schemeClr val="bg1"/>
                  </a:solidFill>
                  <a:latin typeface="Times New Roman" panose="02020603050405020304" pitchFamily="18" charset="0"/>
                  <a:ea typeface="宋体" panose="02010600030101010101" pitchFamily="2" charset="-122"/>
                </a:rPr>
                <a:t>_</a:t>
              </a:r>
              <a:endParaRPr lang="en-US" altLang="zh-CN" b="0" dirty="0">
                <a:solidFill>
                  <a:schemeClr val="bg1"/>
                </a:solidFill>
                <a:latin typeface="Times New Roman" panose="02020603050405020304" pitchFamily="18" charset="0"/>
                <a:ea typeface="宋体" panose="02010600030101010101" pitchFamily="2" charset="-122"/>
              </a:endParaRPr>
            </a:p>
          </p:txBody>
        </p:sp>
        <p:sp>
          <p:nvSpPr>
            <p:cNvPr id="42027" name="Text Box 88"/>
            <p:cNvSpPr txBox="1"/>
            <p:nvPr/>
          </p:nvSpPr>
          <p:spPr>
            <a:xfrm>
              <a:off x="3968" y="1026"/>
              <a:ext cx="244" cy="327"/>
            </a:xfrm>
            <a:prstGeom prst="rect">
              <a:avLst/>
            </a:prstGeom>
            <a:noFill/>
            <a:ln w="28575">
              <a:noFill/>
            </a:ln>
          </p:spPr>
          <p:txBody>
            <a:bodyPr wrap="none" anchor="ctr" anchorCtr="0">
              <a:spAutoFit/>
            </a:bodyPr>
            <a:p>
              <a:pPr algn="ctr"/>
              <a:r>
                <a:rPr lang="en-US" altLang="zh-CN" b="0" dirty="0">
                  <a:solidFill>
                    <a:schemeClr val="bg1"/>
                  </a:solidFill>
                  <a:latin typeface="Times New Roman" panose="02020603050405020304" pitchFamily="18" charset="0"/>
                  <a:ea typeface="宋体" panose="02010600030101010101" pitchFamily="2" charset="-122"/>
                </a:rPr>
                <a:t>+</a:t>
              </a:r>
              <a:endParaRPr lang="en-US" altLang="zh-CN" b="0" dirty="0">
                <a:solidFill>
                  <a:schemeClr val="bg1"/>
                </a:solidFill>
                <a:latin typeface="Times New Roman" panose="02020603050405020304" pitchFamily="18" charset="0"/>
                <a:ea typeface="宋体" panose="02010600030101010101" pitchFamily="2" charset="-122"/>
              </a:endParaRPr>
            </a:p>
          </p:txBody>
        </p:sp>
        <p:sp>
          <p:nvSpPr>
            <p:cNvPr id="42028" name="Text Box 89"/>
            <p:cNvSpPr txBox="1"/>
            <p:nvPr/>
          </p:nvSpPr>
          <p:spPr>
            <a:xfrm>
              <a:off x="4558" y="918"/>
              <a:ext cx="228" cy="327"/>
            </a:xfrm>
            <a:prstGeom prst="rect">
              <a:avLst/>
            </a:prstGeom>
            <a:noFill/>
            <a:ln w="28575">
              <a:noFill/>
            </a:ln>
          </p:spPr>
          <p:txBody>
            <a:bodyPr wrap="none" anchor="ctr" anchorCtr="0">
              <a:spAutoFit/>
            </a:bodyPr>
            <a:p>
              <a:pPr algn="ctr"/>
              <a:r>
                <a:rPr lang="en-US" altLang="zh-CN" b="0" dirty="0">
                  <a:solidFill>
                    <a:schemeClr val="bg1"/>
                  </a:solidFill>
                  <a:latin typeface="Times New Roman" panose="02020603050405020304" pitchFamily="18" charset="0"/>
                  <a:ea typeface="宋体" panose="02010600030101010101" pitchFamily="2" charset="-122"/>
                </a:rPr>
                <a:t>_</a:t>
              </a:r>
              <a:endParaRPr lang="en-US" altLang="zh-CN" b="0" dirty="0">
                <a:solidFill>
                  <a:schemeClr val="bg1"/>
                </a:solidFill>
                <a:latin typeface="Times New Roman" panose="02020603050405020304" pitchFamily="18" charset="0"/>
                <a:ea typeface="宋体" panose="02010600030101010101" pitchFamily="2" charset="-122"/>
              </a:endParaRPr>
            </a:p>
          </p:txBody>
        </p:sp>
        <p:sp>
          <p:nvSpPr>
            <p:cNvPr id="42029" name="Oval 90"/>
            <p:cNvSpPr/>
            <p:nvPr/>
          </p:nvSpPr>
          <p:spPr>
            <a:xfrm>
              <a:off x="3642" y="2623"/>
              <a:ext cx="68" cy="68"/>
            </a:xfrm>
            <a:prstGeom prst="ellipse">
              <a:avLst/>
            </a:prstGeom>
            <a:noFill/>
            <a:ln w="28575" cap="flat" cmpd="sng">
              <a:solidFill>
                <a:srgbClr val="FFCC00"/>
              </a:solidFill>
              <a:prstDash val="solid"/>
              <a:headEnd type="none" w="med" len="med"/>
              <a:tailEnd type="none" w="med" len="med"/>
            </a:ln>
          </p:spPr>
          <p:txBody>
            <a:bodyPr wrap="none" anchor="ctr" anchorCtr="0"/>
            <a:p>
              <a:endParaRPr lang="zh-CN" altLang="en-US" dirty="0">
                <a:latin typeface="楷体_GB2312" pitchFamily="49" charset="-122"/>
              </a:endParaRPr>
            </a:p>
          </p:txBody>
        </p:sp>
        <p:sp>
          <p:nvSpPr>
            <p:cNvPr id="42030" name="Oval 91"/>
            <p:cNvSpPr/>
            <p:nvPr/>
          </p:nvSpPr>
          <p:spPr>
            <a:xfrm>
              <a:off x="3719" y="1321"/>
              <a:ext cx="68" cy="68"/>
            </a:xfrm>
            <a:prstGeom prst="ellipse">
              <a:avLst/>
            </a:prstGeom>
            <a:noFill/>
            <a:ln w="28575" cap="flat" cmpd="sng">
              <a:solidFill>
                <a:srgbClr val="FFCC00"/>
              </a:solidFill>
              <a:prstDash val="solid"/>
              <a:headEnd type="none" w="med" len="med"/>
              <a:tailEnd type="none" w="med" len="med"/>
            </a:ln>
          </p:spPr>
          <p:txBody>
            <a:bodyPr wrap="none" anchor="ctr" anchorCtr="0"/>
            <a:p>
              <a:endParaRPr lang="zh-CN" altLang="en-US" dirty="0">
                <a:latin typeface="楷体_GB2312" pitchFamily="49" charset="-122"/>
              </a:endParaRPr>
            </a:p>
          </p:txBody>
        </p:sp>
        <p:sp>
          <p:nvSpPr>
            <p:cNvPr id="42031" name="Line 92"/>
            <p:cNvSpPr/>
            <p:nvPr/>
          </p:nvSpPr>
          <p:spPr>
            <a:xfrm>
              <a:off x="3787" y="1344"/>
              <a:ext cx="240" cy="0"/>
            </a:xfrm>
            <a:prstGeom prst="line">
              <a:avLst/>
            </a:prstGeom>
            <a:ln w="28575" cap="flat" cmpd="sng">
              <a:solidFill>
                <a:srgbClr val="66FFFF"/>
              </a:solidFill>
              <a:prstDash val="solid"/>
              <a:headEnd type="none" w="med" len="med"/>
              <a:tailEnd type="triangle" w="med" len="med"/>
            </a:ln>
          </p:spPr>
        </p:sp>
        <p:graphicFrame>
          <p:nvGraphicFramePr>
            <p:cNvPr id="41992" name="Object 93"/>
            <p:cNvGraphicFramePr/>
            <p:nvPr/>
          </p:nvGraphicFramePr>
          <p:xfrm>
            <a:off x="3814" y="943"/>
            <a:ext cx="154" cy="388"/>
          </p:xfrm>
          <a:graphic>
            <a:graphicData uri="http://schemas.openxmlformats.org/presentationml/2006/ole">
              <mc:AlternateContent xmlns:mc="http://schemas.openxmlformats.org/markup-compatibility/2006">
                <mc:Choice xmlns:v="urn:schemas-microsoft-com:vml" Requires="v">
                  <p:oleObj spid="_x0000_s3293" name="" r:id="rId28" imgW="127000" imgH="316865" progId="Equation.3">
                    <p:embed/>
                  </p:oleObj>
                </mc:Choice>
                <mc:Fallback>
                  <p:oleObj name="" r:id="rId28" imgW="127000" imgH="316865" progId="Equation.3">
                    <p:embed/>
                    <p:pic>
                      <p:nvPicPr>
                        <p:cNvPr id="0" name="图片 3292"/>
                        <p:cNvPicPr/>
                        <p:nvPr/>
                      </p:nvPicPr>
                      <p:blipFill>
                        <a:blip r:embed="rId29">
                          <a:clrChange>
                            <a:clrFrom>
                              <a:srgbClr val="000000"/>
                            </a:clrFrom>
                            <a:clrTo>
                              <a:srgbClr val="FFFFFF"/>
                            </a:clrTo>
                          </a:clrChange>
                        </a:blip>
                        <a:stretch>
                          <a:fillRect/>
                        </a:stretch>
                      </p:blipFill>
                      <p:spPr>
                        <a:xfrm>
                          <a:off x="3814" y="943"/>
                          <a:ext cx="154" cy="388"/>
                        </a:xfrm>
                        <a:prstGeom prst="rect">
                          <a:avLst/>
                        </a:prstGeom>
                        <a:noFill/>
                        <a:ln w="38100">
                          <a:noFill/>
                          <a:miter/>
                        </a:ln>
                      </p:spPr>
                    </p:pic>
                  </p:oleObj>
                </mc:Fallback>
              </mc:AlternateContent>
            </a:graphicData>
          </a:graphic>
        </p:graphicFrame>
        <p:sp>
          <p:nvSpPr>
            <p:cNvPr id="42032" name="Rectangle 94"/>
            <p:cNvSpPr/>
            <p:nvPr/>
          </p:nvSpPr>
          <p:spPr>
            <a:xfrm>
              <a:off x="4195" y="1280"/>
              <a:ext cx="317" cy="136"/>
            </a:xfrm>
            <a:prstGeom prst="rect">
              <a:avLst/>
            </a:prstGeom>
            <a:gradFill rotWithShape="1">
              <a:gsLst>
                <a:gs pos="0">
                  <a:srgbClr val="764700"/>
                </a:gs>
                <a:gs pos="50000">
                  <a:srgbClr val="FF9900"/>
                </a:gs>
                <a:gs pos="100000">
                  <a:srgbClr val="764700"/>
                </a:gs>
              </a:gsLst>
              <a:lin ang="5400000" scaled="1"/>
              <a:tileRect/>
            </a:gradFill>
            <a:ln w="28575">
              <a:noFill/>
            </a:ln>
          </p:spPr>
          <p:txBody>
            <a:bodyPr wrap="none" anchor="ctr" anchorCtr="0"/>
            <a:p>
              <a:endParaRPr lang="zh-CN" altLang="en-US" dirty="0">
                <a:latin typeface="楷体_GB2312" pitchFamily="49" charset="-122"/>
              </a:endParaRPr>
            </a:p>
          </p:txBody>
        </p:sp>
        <p:sp>
          <p:nvSpPr>
            <p:cNvPr id="42033" name="Rectangle 95"/>
            <p:cNvSpPr/>
            <p:nvPr/>
          </p:nvSpPr>
          <p:spPr>
            <a:xfrm>
              <a:off x="4767" y="1570"/>
              <a:ext cx="127" cy="318"/>
            </a:xfrm>
            <a:prstGeom prst="rect">
              <a:avLst/>
            </a:prstGeom>
            <a:gradFill rotWithShape="1">
              <a:gsLst>
                <a:gs pos="0">
                  <a:srgbClr val="764700"/>
                </a:gs>
                <a:gs pos="50000">
                  <a:srgbClr val="FF9900"/>
                </a:gs>
                <a:gs pos="100000">
                  <a:srgbClr val="764700"/>
                </a:gs>
              </a:gsLst>
              <a:lin ang="0" scaled="1"/>
              <a:tileRect/>
            </a:gradFill>
            <a:ln w="28575">
              <a:noFill/>
            </a:ln>
          </p:spPr>
          <p:txBody>
            <a:bodyPr wrap="none" anchor="ctr" anchorCtr="0"/>
            <a:p>
              <a:endParaRPr lang="zh-CN" altLang="en-US" dirty="0">
                <a:latin typeface="楷体_GB2312" pitchFamily="49" charset="-122"/>
              </a:endParaRPr>
            </a:p>
          </p:txBody>
        </p:sp>
        <p:grpSp>
          <p:nvGrpSpPr>
            <p:cNvPr id="42034" name="Group 133"/>
            <p:cNvGrpSpPr/>
            <p:nvPr/>
          </p:nvGrpSpPr>
          <p:grpSpPr>
            <a:xfrm rot="10800000">
              <a:off x="4830" y="2069"/>
              <a:ext cx="90" cy="363"/>
              <a:chOff x="1565" y="2614"/>
              <a:chExt cx="90" cy="486"/>
            </a:xfrm>
          </p:grpSpPr>
          <p:sp>
            <p:nvSpPr>
              <p:cNvPr id="42035" name="Arc 134"/>
              <p:cNvSpPr/>
              <p:nvPr/>
            </p:nvSpPr>
            <p:spPr>
              <a:xfrm flipH="1" flipV="1">
                <a:off x="1565" y="2860"/>
                <a:ext cx="90" cy="116"/>
              </a:xfrm>
              <a:custGeom>
                <a:avLst/>
                <a:gdLst>
                  <a:gd name="txL" fmla="*/ 0 w 22723"/>
                  <a:gd name="txT" fmla="*/ 0 h 43200"/>
                  <a:gd name="txR" fmla="*/ 22723 w 22723"/>
                  <a:gd name="txB" fmla="*/ 43200 h 43200"/>
                </a:gdLst>
                <a:ahLst/>
                <a:cxnLst>
                  <a:cxn ang="0">
                    <a:pos x="1122" y="0"/>
                  </a:cxn>
                  <a:cxn ang="0">
                    <a:pos x="22723" y="21600"/>
                  </a:cxn>
                  <a:cxn ang="0">
                    <a:pos x="1123" y="43200"/>
                  </a:cxn>
                  <a:cxn ang="0">
                    <a:pos x="0" y="43170"/>
                  </a:cxn>
                  <a:cxn ang="0">
                    <a:pos x="1122" y="0"/>
                  </a:cxn>
                  <a:cxn ang="0">
                    <a:pos x="22723" y="21600"/>
                  </a:cxn>
                  <a:cxn ang="0">
                    <a:pos x="1123" y="43200"/>
                  </a:cxn>
                  <a:cxn ang="0">
                    <a:pos x="0" y="43170"/>
                  </a:cxn>
                  <a:cxn ang="0">
                    <a:pos x="1123" y="21600"/>
                  </a:cxn>
                </a:cxnLst>
                <a:rect l="txL" t="txT" r="txR" b="txB"/>
                <a:pathLst>
                  <a:path w="22723" h="43200" fill="none">
                    <a:moveTo>
                      <a:pt x="1122" y="0"/>
                    </a:moveTo>
                    <a:cubicBezTo>
                      <a:pt x="13052" y="0"/>
                      <a:pt x="22723" y="9670"/>
                      <a:pt x="22723" y="21600"/>
                    </a:cubicBezTo>
                    <a:cubicBezTo>
                      <a:pt x="22723" y="33529"/>
                      <a:pt x="13052" y="43200"/>
                      <a:pt x="1123" y="43200"/>
                    </a:cubicBezTo>
                    <a:cubicBezTo>
                      <a:pt x="748" y="43200"/>
                      <a:pt x="374" y="43190"/>
                      <a:pt x="0" y="43170"/>
                    </a:cubicBezTo>
                  </a:path>
                  <a:path w="22723" h="43200" stroke="0">
                    <a:moveTo>
                      <a:pt x="1122" y="0"/>
                    </a:moveTo>
                    <a:cubicBezTo>
                      <a:pt x="13052" y="0"/>
                      <a:pt x="22723" y="9670"/>
                      <a:pt x="22723" y="21600"/>
                    </a:cubicBezTo>
                    <a:cubicBezTo>
                      <a:pt x="22723" y="33529"/>
                      <a:pt x="13052" y="43200"/>
                      <a:pt x="1123" y="43200"/>
                    </a:cubicBezTo>
                    <a:cubicBezTo>
                      <a:pt x="748" y="43200"/>
                      <a:pt x="374" y="43190"/>
                      <a:pt x="0" y="43170"/>
                    </a:cubicBezTo>
                    <a:lnTo>
                      <a:pt x="1123" y="21600"/>
                    </a:lnTo>
                    <a:close/>
                  </a:path>
                </a:pathLst>
              </a:custGeom>
              <a:noFill/>
              <a:ln w="28575" cap="flat" cmpd="sng">
                <a:solidFill>
                  <a:srgbClr val="FF9900"/>
                </a:solidFill>
                <a:prstDash val="solid"/>
                <a:round/>
                <a:headEnd type="none" w="med" len="med"/>
                <a:tailEnd type="none" w="med" len="med"/>
              </a:ln>
            </p:spPr>
            <p:txBody>
              <a:bodyPr wrap="none" anchor="ctr" anchorCtr="0"/>
              <a:p>
                <a:endParaRPr lang="zh-CN" altLang="en-US" dirty="0">
                  <a:latin typeface="楷体_GB2312" pitchFamily="49" charset="-122"/>
                </a:endParaRPr>
              </a:p>
            </p:txBody>
          </p:sp>
          <p:sp>
            <p:nvSpPr>
              <p:cNvPr id="42036" name="Arc 135"/>
              <p:cNvSpPr/>
              <p:nvPr/>
            </p:nvSpPr>
            <p:spPr>
              <a:xfrm flipH="1" flipV="1">
                <a:off x="1565" y="2737"/>
                <a:ext cx="90" cy="116"/>
              </a:xfrm>
              <a:custGeom>
                <a:avLst/>
                <a:gdLst>
                  <a:gd name="txL" fmla="*/ 0 w 22723"/>
                  <a:gd name="txT" fmla="*/ 0 h 43200"/>
                  <a:gd name="txR" fmla="*/ 22723 w 22723"/>
                  <a:gd name="txB" fmla="*/ 43200 h 43200"/>
                </a:gdLst>
                <a:ahLst/>
                <a:cxnLst>
                  <a:cxn ang="0">
                    <a:pos x="1122" y="0"/>
                  </a:cxn>
                  <a:cxn ang="0">
                    <a:pos x="22723" y="21600"/>
                  </a:cxn>
                  <a:cxn ang="0">
                    <a:pos x="1123" y="43200"/>
                  </a:cxn>
                  <a:cxn ang="0">
                    <a:pos x="0" y="43170"/>
                  </a:cxn>
                  <a:cxn ang="0">
                    <a:pos x="1122" y="0"/>
                  </a:cxn>
                  <a:cxn ang="0">
                    <a:pos x="22723" y="21600"/>
                  </a:cxn>
                  <a:cxn ang="0">
                    <a:pos x="1123" y="43200"/>
                  </a:cxn>
                  <a:cxn ang="0">
                    <a:pos x="0" y="43170"/>
                  </a:cxn>
                  <a:cxn ang="0">
                    <a:pos x="1123" y="21600"/>
                  </a:cxn>
                </a:cxnLst>
                <a:rect l="txL" t="txT" r="txR" b="txB"/>
                <a:pathLst>
                  <a:path w="22723" h="43200" fill="none">
                    <a:moveTo>
                      <a:pt x="1122" y="0"/>
                    </a:moveTo>
                    <a:cubicBezTo>
                      <a:pt x="13052" y="0"/>
                      <a:pt x="22723" y="9670"/>
                      <a:pt x="22723" y="21600"/>
                    </a:cubicBezTo>
                    <a:cubicBezTo>
                      <a:pt x="22723" y="33529"/>
                      <a:pt x="13052" y="43200"/>
                      <a:pt x="1123" y="43200"/>
                    </a:cubicBezTo>
                    <a:cubicBezTo>
                      <a:pt x="748" y="43200"/>
                      <a:pt x="374" y="43190"/>
                      <a:pt x="0" y="43170"/>
                    </a:cubicBezTo>
                  </a:path>
                  <a:path w="22723" h="43200" stroke="0">
                    <a:moveTo>
                      <a:pt x="1122" y="0"/>
                    </a:moveTo>
                    <a:cubicBezTo>
                      <a:pt x="13052" y="0"/>
                      <a:pt x="22723" y="9670"/>
                      <a:pt x="22723" y="21600"/>
                    </a:cubicBezTo>
                    <a:cubicBezTo>
                      <a:pt x="22723" y="33529"/>
                      <a:pt x="13052" y="43200"/>
                      <a:pt x="1123" y="43200"/>
                    </a:cubicBezTo>
                    <a:cubicBezTo>
                      <a:pt x="748" y="43200"/>
                      <a:pt x="374" y="43190"/>
                      <a:pt x="0" y="43170"/>
                    </a:cubicBezTo>
                    <a:lnTo>
                      <a:pt x="1123" y="21600"/>
                    </a:lnTo>
                    <a:close/>
                  </a:path>
                </a:pathLst>
              </a:custGeom>
              <a:noFill/>
              <a:ln w="28575" cap="flat" cmpd="sng">
                <a:solidFill>
                  <a:srgbClr val="FF9900"/>
                </a:solidFill>
                <a:prstDash val="solid"/>
                <a:round/>
                <a:headEnd type="none" w="med" len="med"/>
                <a:tailEnd type="none" w="med" len="med"/>
              </a:ln>
            </p:spPr>
            <p:txBody>
              <a:bodyPr wrap="none" anchor="ctr" anchorCtr="0"/>
              <a:p>
                <a:endParaRPr lang="zh-CN" altLang="en-US" dirty="0">
                  <a:latin typeface="楷体_GB2312" pitchFamily="49" charset="-122"/>
                </a:endParaRPr>
              </a:p>
            </p:txBody>
          </p:sp>
          <p:sp>
            <p:nvSpPr>
              <p:cNvPr id="42037" name="Arc 136"/>
              <p:cNvSpPr/>
              <p:nvPr/>
            </p:nvSpPr>
            <p:spPr>
              <a:xfrm flipH="1" flipV="1">
                <a:off x="1565" y="2614"/>
                <a:ext cx="90" cy="116"/>
              </a:xfrm>
              <a:custGeom>
                <a:avLst/>
                <a:gdLst>
                  <a:gd name="txL" fmla="*/ 0 w 22723"/>
                  <a:gd name="txT" fmla="*/ 0 h 43200"/>
                  <a:gd name="txR" fmla="*/ 22723 w 22723"/>
                  <a:gd name="txB" fmla="*/ 43200 h 43200"/>
                </a:gdLst>
                <a:ahLst/>
                <a:cxnLst>
                  <a:cxn ang="0">
                    <a:pos x="1122" y="0"/>
                  </a:cxn>
                  <a:cxn ang="0">
                    <a:pos x="22723" y="21600"/>
                  </a:cxn>
                  <a:cxn ang="0">
                    <a:pos x="1123" y="43200"/>
                  </a:cxn>
                  <a:cxn ang="0">
                    <a:pos x="0" y="43170"/>
                  </a:cxn>
                  <a:cxn ang="0">
                    <a:pos x="1122" y="0"/>
                  </a:cxn>
                  <a:cxn ang="0">
                    <a:pos x="22723" y="21600"/>
                  </a:cxn>
                  <a:cxn ang="0">
                    <a:pos x="1123" y="43200"/>
                  </a:cxn>
                  <a:cxn ang="0">
                    <a:pos x="0" y="43170"/>
                  </a:cxn>
                  <a:cxn ang="0">
                    <a:pos x="1123" y="21600"/>
                  </a:cxn>
                </a:cxnLst>
                <a:rect l="txL" t="txT" r="txR" b="txB"/>
                <a:pathLst>
                  <a:path w="22723" h="43200" fill="none">
                    <a:moveTo>
                      <a:pt x="1122" y="0"/>
                    </a:moveTo>
                    <a:cubicBezTo>
                      <a:pt x="13052" y="0"/>
                      <a:pt x="22723" y="9670"/>
                      <a:pt x="22723" y="21600"/>
                    </a:cubicBezTo>
                    <a:cubicBezTo>
                      <a:pt x="22723" y="33529"/>
                      <a:pt x="13052" y="43200"/>
                      <a:pt x="1123" y="43200"/>
                    </a:cubicBezTo>
                    <a:cubicBezTo>
                      <a:pt x="748" y="43200"/>
                      <a:pt x="374" y="43190"/>
                      <a:pt x="0" y="43170"/>
                    </a:cubicBezTo>
                  </a:path>
                  <a:path w="22723" h="43200" stroke="0">
                    <a:moveTo>
                      <a:pt x="1122" y="0"/>
                    </a:moveTo>
                    <a:cubicBezTo>
                      <a:pt x="13052" y="0"/>
                      <a:pt x="22723" y="9670"/>
                      <a:pt x="22723" y="21600"/>
                    </a:cubicBezTo>
                    <a:cubicBezTo>
                      <a:pt x="22723" y="33529"/>
                      <a:pt x="13052" y="43200"/>
                      <a:pt x="1123" y="43200"/>
                    </a:cubicBezTo>
                    <a:cubicBezTo>
                      <a:pt x="748" y="43200"/>
                      <a:pt x="374" y="43190"/>
                      <a:pt x="0" y="43170"/>
                    </a:cubicBezTo>
                    <a:lnTo>
                      <a:pt x="1123" y="21600"/>
                    </a:lnTo>
                    <a:close/>
                  </a:path>
                </a:pathLst>
              </a:custGeom>
              <a:noFill/>
              <a:ln w="28575" cap="flat" cmpd="sng">
                <a:solidFill>
                  <a:srgbClr val="FF9900"/>
                </a:solidFill>
                <a:prstDash val="solid"/>
                <a:round/>
                <a:headEnd type="none" w="med" len="med"/>
                <a:tailEnd type="none" w="med" len="med"/>
              </a:ln>
            </p:spPr>
            <p:txBody>
              <a:bodyPr wrap="none" anchor="ctr" anchorCtr="0"/>
              <a:p>
                <a:endParaRPr lang="zh-CN" altLang="en-US" dirty="0">
                  <a:latin typeface="楷体_GB2312" pitchFamily="49" charset="-122"/>
                </a:endParaRPr>
              </a:p>
            </p:txBody>
          </p:sp>
          <p:sp>
            <p:nvSpPr>
              <p:cNvPr id="42038" name="Arc 137"/>
              <p:cNvSpPr/>
              <p:nvPr/>
            </p:nvSpPr>
            <p:spPr>
              <a:xfrm flipH="1" flipV="1">
                <a:off x="1565" y="2984"/>
                <a:ext cx="90" cy="116"/>
              </a:xfrm>
              <a:custGeom>
                <a:avLst/>
                <a:gdLst>
                  <a:gd name="txL" fmla="*/ 0 w 22723"/>
                  <a:gd name="txT" fmla="*/ 0 h 43200"/>
                  <a:gd name="txR" fmla="*/ 22723 w 22723"/>
                  <a:gd name="txB" fmla="*/ 43200 h 43200"/>
                </a:gdLst>
                <a:ahLst/>
                <a:cxnLst>
                  <a:cxn ang="0">
                    <a:pos x="1122" y="0"/>
                  </a:cxn>
                  <a:cxn ang="0">
                    <a:pos x="22723" y="21600"/>
                  </a:cxn>
                  <a:cxn ang="0">
                    <a:pos x="1123" y="43200"/>
                  </a:cxn>
                  <a:cxn ang="0">
                    <a:pos x="0" y="43170"/>
                  </a:cxn>
                  <a:cxn ang="0">
                    <a:pos x="1122" y="0"/>
                  </a:cxn>
                  <a:cxn ang="0">
                    <a:pos x="22723" y="21600"/>
                  </a:cxn>
                  <a:cxn ang="0">
                    <a:pos x="1123" y="43200"/>
                  </a:cxn>
                  <a:cxn ang="0">
                    <a:pos x="0" y="43170"/>
                  </a:cxn>
                  <a:cxn ang="0">
                    <a:pos x="1123" y="21600"/>
                  </a:cxn>
                </a:cxnLst>
                <a:rect l="txL" t="txT" r="txR" b="txB"/>
                <a:pathLst>
                  <a:path w="22723" h="43200" fill="none">
                    <a:moveTo>
                      <a:pt x="1122" y="0"/>
                    </a:moveTo>
                    <a:cubicBezTo>
                      <a:pt x="13052" y="0"/>
                      <a:pt x="22723" y="9670"/>
                      <a:pt x="22723" y="21600"/>
                    </a:cubicBezTo>
                    <a:cubicBezTo>
                      <a:pt x="22723" y="33529"/>
                      <a:pt x="13052" y="43200"/>
                      <a:pt x="1123" y="43200"/>
                    </a:cubicBezTo>
                    <a:cubicBezTo>
                      <a:pt x="748" y="43200"/>
                      <a:pt x="374" y="43190"/>
                      <a:pt x="0" y="43170"/>
                    </a:cubicBezTo>
                  </a:path>
                  <a:path w="22723" h="43200" stroke="0">
                    <a:moveTo>
                      <a:pt x="1122" y="0"/>
                    </a:moveTo>
                    <a:cubicBezTo>
                      <a:pt x="13052" y="0"/>
                      <a:pt x="22723" y="9670"/>
                      <a:pt x="22723" y="21600"/>
                    </a:cubicBezTo>
                    <a:cubicBezTo>
                      <a:pt x="22723" y="33529"/>
                      <a:pt x="13052" y="43200"/>
                      <a:pt x="1123" y="43200"/>
                    </a:cubicBezTo>
                    <a:cubicBezTo>
                      <a:pt x="748" y="43200"/>
                      <a:pt x="374" y="43190"/>
                      <a:pt x="0" y="43170"/>
                    </a:cubicBezTo>
                    <a:lnTo>
                      <a:pt x="1123" y="21600"/>
                    </a:lnTo>
                    <a:close/>
                  </a:path>
                </a:pathLst>
              </a:custGeom>
              <a:noFill/>
              <a:ln w="28575" cap="flat" cmpd="sng">
                <a:solidFill>
                  <a:srgbClr val="FF9900"/>
                </a:solidFill>
                <a:prstDash val="solid"/>
                <a:round/>
                <a:headEnd type="none" w="med" len="med"/>
                <a:tailEnd type="none" w="med" len="med"/>
              </a:ln>
            </p:spPr>
            <p:txBody>
              <a:bodyPr wrap="none" anchor="ctr" anchorCtr="0"/>
              <a:p>
                <a:endParaRPr lang="zh-CN" altLang="en-US" dirty="0">
                  <a:latin typeface="楷体_GB2312" pitchFamily="49" charset="-122"/>
                </a:endParaRPr>
              </a:p>
            </p:txBody>
          </p:sp>
        </p:gr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5" presetClass="entr" presetSubtype="0" fill="hold" grpId="0" nodeType="withEffect">
                                  <p:stCondLst>
                                    <p:cond delay="0"/>
                                  </p:stCondLst>
                                  <p:childTnLst>
                                    <p:set>
                                      <p:cBhvr>
                                        <p:cTn id="6" dur="1" fill="hold">
                                          <p:stCondLst>
                                            <p:cond delay="0"/>
                                          </p:stCondLst>
                                        </p:cTn>
                                        <p:tgtEl>
                                          <p:spTgt spid="110599"/>
                                        </p:tgtEl>
                                        <p:attrNameLst>
                                          <p:attrName>style.visibility</p:attrName>
                                        </p:attrNameLst>
                                      </p:cBhvr>
                                      <p:to>
                                        <p:strVal val="visible"/>
                                      </p:to>
                                    </p:set>
                                    <p:anim calcmode="lin" valueType="num">
                                      <p:cBhvr>
                                        <p:cTn id="7" dur="1000" fill="hold"/>
                                        <p:tgtEl>
                                          <p:spTgt spid="110599"/>
                                        </p:tgtEl>
                                        <p:attrNameLst>
                                          <p:attrName>ppt_w</p:attrName>
                                        </p:attrNameLst>
                                      </p:cBhvr>
                                      <p:tavLst>
                                        <p:tav tm="0">
                                          <p:val>
                                            <p:fltVal val="0.000000"/>
                                          </p:val>
                                        </p:tav>
                                        <p:tav tm="100000">
                                          <p:val>
                                            <p:strVal val="#ppt_w"/>
                                          </p:val>
                                        </p:tav>
                                      </p:tavLst>
                                    </p:anim>
                                    <p:anim calcmode="lin" valueType="num">
                                      <p:cBhvr>
                                        <p:cTn id="8" dur="1000" fill="hold"/>
                                        <p:tgtEl>
                                          <p:spTgt spid="110599"/>
                                        </p:tgtEl>
                                        <p:attrNameLst>
                                          <p:attrName>ppt_h</p:attrName>
                                        </p:attrNameLst>
                                      </p:cBhvr>
                                      <p:tavLst>
                                        <p:tav tm="0">
                                          <p:val>
                                            <p:fltVal val="0.000000"/>
                                          </p:val>
                                        </p:tav>
                                        <p:tav tm="100000">
                                          <p:val>
                                            <p:strVal val="#ppt_h"/>
                                          </p:val>
                                        </p:tav>
                                      </p:tavLst>
                                    </p:anim>
                                    <p:anim calcmode="lin" valueType="num">
                                      <p:cBhvr>
                                        <p:cTn id="9" dur="1000" fill="hold"/>
                                        <p:tgtEl>
                                          <p:spTgt spid="110599"/>
                                        </p:tgtEl>
                                        <p:attrNameLst>
                                          <p:attrName>ppt_x</p:attrName>
                                        </p:attrNameLst>
                                      </p:cBhvr>
                                      <p:tavLst>
                                        <p:tav tm="0" fmla="#ppt_x+(cos(-2*pi*(1-$))*-#ppt_x-sin(-2*pi*(1-$))*(1-#ppt_y))*(1-$)">
                                          <p:val>
                                            <p:fltVal val="0.000000"/>
                                          </p:val>
                                        </p:tav>
                                        <p:tav tm="100000">
                                          <p:val>
                                            <p:fltVal val="1.000000"/>
                                          </p:val>
                                        </p:tav>
                                      </p:tavLst>
                                    </p:anim>
                                    <p:anim calcmode="lin" valueType="num">
                                      <p:cBhvr>
                                        <p:cTn id="10" dur="1000" fill="hold"/>
                                        <p:tgtEl>
                                          <p:spTgt spid="110599"/>
                                        </p:tgtEl>
                                        <p:attrNameLst>
                                          <p:attrName>ppt_y</p:attrName>
                                        </p:attrNameLst>
                                      </p:cBhvr>
                                      <p:tavLst>
                                        <p:tav tm="0" fmla="#ppt_y+(sin(-2*pi*(1-$))*-#ppt_x+cos(-2*pi*(1-$))*(1-#ppt_y))*(1-$)">
                                          <p:val>
                                            <p:fltVal val="0.000000"/>
                                          </p:val>
                                        </p:tav>
                                        <p:tav tm="100000">
                                          <p:val>
                                            <p:fltVal val="1.000000"/>
                                          </p:val>
                                        </p:tav>
                                      </p:tavLst>
                                    </p:anim>
                                  </p:childTnLst>
                                </p:cTn>
                              </p:par>
                            </p:childTnLst>
                          </p:cTn>
                        </p:par>
                        <p:par>
                          <p:cTn id="11" fill="hold">
                            <p:stCondLst>
                              <p:cond delay="1000"/>
                            </p:stCondLst>
                            <p:childTnLst>
                              <p:par>
                                <p:cTn id="12" presetID="3" presetClass="entr" presetSubtype="10" fill="hold" nodeType="afterEffect">
                                  <p:stCondLst>
                                    <p:cond delay="0"/>
                                  </p:stCondLst>
                                  <p:childTnLst>
                                    <p:set>
                                      <p:cBhvr>
                                        <p:cTn id="13" dur="1" fill="hold">
                                          <p:stCondLst>
                                            <p:cond delay="0"/>
                                          </p:stCondLst>
                                        </p:cTn>
                                        <p:tgtEl>
                                          <p:spTgt spid="12"/>
                                        </p:tgtEl>
                                        <p:attrNameLst>
                                          <p:attrName>style.visibility</p:attrName>
                                        </p:attrNameLst>
                                      </p:cBhvr>
                                      <p:to>
                                        <p:strVal val="visible"/>
                                      </p:to>
                                    </p:set>
                                    <p:animEffect transition="in" filter="blinds(horizontal)">
                                      <p:cBhvr>
                                        <p:cTn id="14" dur="500"/>
                                        <p:tgtEl>
                                          <p:spTgt spid="12"/>
                                        </p:tgtEl>
                                      </p:cBhvr>
                                    </p:animEffect>
                                  </p:childTnLst>
                                </p:cTn>
                              </p:par>
                            </p:childTnLst>
                          </p:cTn>
                        </p:par>
                        <p:par>
                          <p:cTn id="15" fill="hold">
                            <p:stCondLst>
                              <p:cond delay="1500"/>
                            </p:stCondLst>
                            <p:childTnLst>
                              <p:par>
                                <p:cTn id="16" presetID="2" presetClass="entr" presetSubtype="2" fill="hold" grpId="0" nodeType="afterEffect">
                                  <p:stCondLst>
                                    <p:cond delay="0"/>
                                  </p:stCondLst>
                                  <p:childTnLst>
                                    <p:set>
                                      <p:cBhvr>
                                        <p:cTn id="17" dur="1" fill="hold">
                                          <p:stCondLst>
                                            <p:cond delay="0"/>
                                          </p:stCondLst>
                                        </p:cTn>
                                        <p:tgtEl>
                                          <p:spTgt spid="110597"/>
                                        </p:tgtEl>
                                        <p:attrNameLst>
                                          <p:attrName>style.visibility</p:attrName>
                                        </p:attrNameLst>
                                      </p:cBhvr>
                                      <p:to>
                                        <p:strVal val="visible"/>
                                      </p:to>
                                    </p:set>
                                    <p:anim calcmode="lin" valueType="num">
                                      <p:cBhvr additive="base">
                                        <p:cTn id="18" dur="500" fill="hold"/>
                                        <p:tgtEl>
                                          <p:spTgt spid="110597"/>
                                        </p:tgtEl>
                                        <p:attrNameLst>
                                          <p:attrName>ppt_x</p:attrName>
                                        </p:attrNameLst>
                                      </p:cBhvr>
                                      <p:tavLst>
                                        <p:tav tm="0">
                                          <p:val>
                                            <p:strVal val="1+#ppt_w/2"/>
                                          </p:val>
                                        </p:tav>
                                        <p:tav tm="100000">
                                          <p:val>
                                            <p:strVal val="#ppt_x"/>
                                          </p:val>
                                        </p:tav>
                                      </p:tavLst>
                                    </p:anim>
                                    <p:anim calcmode="lin" valueType="num">
                                      <p:cBhvr additive="base">
                                        <p:cTn id="19" dur="500" fill="hold"/>
                                        <p:tgtEl>
                                          <p:spTgt spid="110597"/>
                                        </p:tgtEl>
                                        <p:attrNameLst>
                                          <p:attrName>ppt_y</p:attrName>
                                        </p:attrNameLst>
                                      </p:cBhvr>
                                      <p:tavLst>
                                        <p:tav tm="0">
                                          <p:val>
                                            <p:strVal val="#ppt_y"/>
                                          </p:val>
                                        </p:tav>
                                        <p:tav tm="100000">
                                          <p:val>
                                            <p:strVal val="#ppt_y"/>
                                          </p:val>
                                        </p:tav>
                                      </p:tavLst>
                                    </p:anim>
                                  </p:childTnLst>
                                </p:cTn>
                              </p:par>
                            </p:childTnLst>
                          </p:cTn>
                        </p:par>
                      </p:childTnLst>
                    </p:cTn>
                  </p:par>
                  <p:par>
                    <p:cTn id="20" fill="hold">
                      <p:stCondLst>
                        <p:cond delay="indefinite"/>
                      </p:stCondLst>
                      <p:childTnLst>
                        <p:par>
                          <p:cTn id="21" fill="hold">
                            <p:stCondLst>
                              <p:cond delay="0"/>
                            </p:stCondLst>
                            <p:childTnLst>
                              <p:par>
                                <p:cTn id="22" presetID="15" presetClass="entr" presetSubtype="0" fill="hold" grpId="0" nodeType="clickEffect">
                                  <p:stCondLst>
                                    <p:cond delay="0"/>
                                  </p:stCondLst>
                                  <p:childTnLst>
                                    <p:set>
                                      <p:cBhvr>
                                        <p:cTn id="23" dur="1" fill="hold">
                                          <p:stCondLst>
                                            <p:cond delay="0"/>
                                          </p:stCondLst>
                                        </p:cTn>
                                        <p:tgtEl>
                                          <p:spTgt spid="110600"/>
                                        </p:tgtEl>
                                        <p:attrNameLst>
                                          <p:attrName>style.visibility</p:attrName>
                                        </p:attrNameLst>
                                      </p:cBhvr>
                                      <p:to>
                                        <p:strVal val="visible"/>
                                      </p:to>
                                    </p:set>
                                    <p:anim calcmode="lin" valueType="num">
                                      <p:cBhvr>
                                        <p:cTn id="24" dur="1000" fill="hold"/>
                                        <p:tgtEl>
                                          <p:spTgt spid="110600"/>
                                        </p:tgtEl>
                                        <p:attrNameLst>
                                          <p:attrName>ppt_w</p:attrName>
                                        </p:attrNameLst>
                                      </p:cBhvr>
                                      <p:tavLst>
                                        <p:tav tm="0">
                                          <p:val>
                                            <p:fltVal val="0.000000"/>
                                          </p:val>
                                        </p:tav>
                                        <p:tav tm="100000">
                                          <p:val>
                                            <p:strVal val="#ppt_w"/>
                                          </p:val>
                                        </p:tav>
                                      </p:tavLst>
                                    </p:anim>
                                    <p:anim calcmode="lin" valueType="num">
                                      <p:cBhvr>
                                        <p:cTn id="25" dur="1000" fill="hold"/>
                                        <p:tgtEl>
                                          <p:spTgt spid="110600"/>
                                        </p:tgtEl>
                                        <p:attrNameLst>
                                          <p:attrName>ppt_h</p:attrName>
                                        </p:attrNameLst>
                                      </p:cBhvr>
                                      <p:tavLst>
                                        <p:tav tm="0">
                                          <p:val>
                                            <p:fltVal val="0.000000"/>
                                          </p:val>
                                        </p:tav>
                                        <p:tav tm="100000">
                                          <p:val>
                                            <p:strVal val="#ppt_h"/>
                                          </p:val>
                                        </p:tav>
                                      </p:tavLst>
                                    </p:anim>
                                    <p:anim calcmode="lin" valueType="num">
                                      <p:cBhvr>
                                        <p:cTn id="26" dur="1000" fill="hold"/>
                                        <p:tgtEl>
                                          <p:spTgt spid="110600"/>
                                        </p:tgtEl>
                                        <p:attrNameLst>
                                          <p:attrName>ppt_x</p:attrName>
                                        </p:attrNameLst>
                                      </p:cBhvr>
                                      <p:tavLst>
                                        <p:tav tm="0" fmla="#ppt_x+(cos(-2*pi*(1-$))*-#ppt_x-sin(-2*pi*(1-$))*(1-#ppt_y))*(1-$)">
                                          <p:val>
                                            <p:fltVal val="0.000000"/>
                                          </p:val>
                                        </p:tav>
                                        <p:tav tm="100000">
                                          <p:val>
                                            <p:fltVal val="1.000000"/>
                                          </p:val>
                                        </p:tav>
                                      </p:tavLst>
                                    </p:anim>
                                    <p:anim calcmode="lin" valueType="num">
                                      <p:cBhvr>
                                        <p:cTn id="27" dur="1000" fill="hold"/>
                                        <p:tgtEl>
                                          <p:spTgt spid="110600"/>
                                        </p:tgtEl>
                                        <p:attrNameLst>
                                          <p:attrName>ppt_y</p:attrName>
                                        </p:attrNameLst>
                                      </p:cBhvr>
                                      <p:tavLst>
                                        <p:tav tm="0" fmla="#ppt_y+(sin(-2*pi*(1-$))*-#ppt_x+cos(-2*pi*(1-$))*(1-#ppt_y))*(1-$)">
                                          <p:val>
                                            <p:fltVal val="0.000000"/>
                                          </p:val>
                                        </p:tav>
                                        <p:tav tm="100000">
                                          <p:val>
                                            <p:fltVal val="1.000000"/>
                                          </p:val>
                                        </p:tav>
                                      </p:tavLst>
                                    </p:anim>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grpId="0" nodeType="clickEffect">
                                  <p:stCondLst>
                                    <p:cond delay="0"/>
                                  </p:stCondLst>
                                  <p:childTnLst>
                                    <p:set>
                                      <p:cBhvr>
                                        <p:cTn id="31" dur="1" fill="hold">
                                          <p:stCondLst>
                                            <p:cond delay="0"/>
                                          </p:stCondLst>
                                        </p:cTn>
                                        <p:tgtEl>
                                          <p:spTgt spid="110598"/>
                                        </p:tgtEl>
                                        <p:attrNameLst>
                                          <p:attrName>style.visibility</p:attrName>
                                        </p:attrNameLst>
                                      </p:cBhvr>
                                      <p:to>
                                        <p:strVal val="visible"/>
                                      </p:to>
                                    </p:set>
                                    <p:animEffect transition="in" filter="wipe(left)">
                                      <p:cBhvr>
                                        <p:cTn id="32" dur="2000"/>
                                        <p:tgtEl>
                                          <p:spTgt spid="110598"/>
                                        </p:tgtEl>
                                      </p:cBhvr>
                                    </p:animEffect>
                                  </p:childTnLst>
                                </p:cTn>
                              </p:par>
                            </p:childTnLst>
                          </p:cTn>
                        </p:par>
                      </p:childTnLst>
                    </p:cTn>
                  </p:par>
                  <p:par>
                    <p:cTn id="33" fill="hold">
                      <p:stCondLst>
                        <p:cond delay="indefinite"/>
                      </p:stCondLst>
                      <p:childTnLst>
                        <p:par>
                          <p:cTn id="34" fill="hold">
                            <p:stCondLst>
                              <p:cond delay="0"/>
                            </p:stCondLst>
                            <p:childTnLst>
                              <p:par>
                                <p:cTn id="35" presetID="9" presetClass="entr" presetSubtype="0" fill="hold" nodeType="clickEffect">
                                  <p:stCondLst>
                                    <p:cond delay="0"/>
                                  </p:stCondLst>
                                  <p:childTnLst>
                                    <p:set>
                                      <p:cBhvr>
                                        <p:cTn id="36" dur="1" fill="hold">
                                          <p:stCondLst>
                                            <p:cond delay="0"/>
                                          </p:stCondLst>
                                        </p:cTn>
                                        <p:tgtEl>
                                          <p:spTgt spid="110651"/>
                                        </p:tgtEl>
                                        <p:attrNameLst>
                                          <p:attrName>style.visibility</p:attrName>
                                        </p:attrNameLst>
                                      </p:cBhvr>
                                      <p:to>
                                        <p:strVal val="visible"/>
                                      </p:to>
                                    </p:set>
                                    <p:animEffect transition="in" filter="dissolve">
                                      <p:cBhvr>
                                        <p:cTn id="37" dur="500"/>
                                        <p:tgtEl>
                                          <p:spTgt spid="110651"/>
                                        </p:tgtEl>
                                      </p:cBhvr>
                                    </p:animEffect>
                                  </p:childTnLst>
                                </p:cTn>
                              </p:par>
                            </p:childTnLst>
                          </p:cTn>
                        </p:par>
                      </p:childTnLst>
                    </p:cTn>
                  </p:par>
                  <p:par>
                    <p:cTn id="38" fill="hold">
                      <p:stCondLst>
                        <p:cond delay="indefinite"/>
                      </p:stCondLst>
                      <p:childTnLst>
                        <p:par>
                          <p:cTn id="39" fill="hold">
                            <p:stCondLst>
                              <p:cond delay="0"/>
                            </p:stCondLst>
                            <p:childTnLst>
                              <p:par>
                                <p:cTn id="40" presetID="22" presetClass="entr" presetSubtype="8" fill="hold" nodeType="clickEffect">
                                  <p:stCondLst>
                                    <p:cond delay="0"/>
                                  </p:stCondLst>
                                  <p:childTnLst>
                                    <p:set>
                                      <p:cBhvr>
                                        <p:cTn id="41" dur="1" fill="hold">
                                          <p:stCondLst>
                                            <p:cond delay="0"/>
                                          </p:stCondLst>
                                        </p:cTn>
                                        <p:tgtEl>
                                          <p:spTgt spid="4"/>
                                        </p:tgtEl>
                                        <p:attrNameLst>
                                          <p:attrName>style.visibility</p:attrName>
                                        </p:attrNameLst>
                                      </p:cBhvr>
                                      <p:to>
                                        <p:strVal val="visible"/>
                                      </p:to>
                                    </p:set>
                                    <p:animEffect transition="in" filter="wipe(left)">
                                      <p:cBhvr>
                                        <p:cTn id="42" dur="2000"/>
                                        <p:tgtEl>
                                          <p:spTgt spid="4"/>
                                        </p:tgtEl>
                                      </p:cBhvr>
                                    </p:animEffect>
                                  </p:childTnLst>
                                </p:cTn>
                              </p:par>
                            </p:childTnLst>
                          </p:cTn>
                        </p:par>
                      </p:childTnLst>
                    </p:cTn>
                  </p:par>
                  <p:par>
                    <p:cTn id="43" fill="hold">
                      <p:stCondLst>
                        <p:cond delay="indefinite"/>
                      </p:stCondLst>
                      <p:childTnLst>
                        <p:par>
                          <p:cTn id="44" fill="hold">
                            <p:stCondLst>
                              <p:cond delay="0"/>
                            </p:stCondLst>
                            <p:childTnLst>
                              <p:par>
                                <p:cTn id="45" presetID="22" presetClass="entr" presetSubtype="8" fill="hold" nodeType="clickEffect">
                                  <p:stCondLst>
                                    <p:cond delay="0"/>
                                  </p:stCondLst>
                                  <p:childTnLst>
                                    <p:set>
                                      <p:cBhvr>
                                        <p:cTn id="46" dur="1" fill="hold">
                                          <p:stCondLst>
                                            <p:cond delay="0"/>
                                          </p:stCondLst>
                                        </p:cTn>
                                        <p:tgtEl>
                                          <p:spTgt spid="5"/>
                                        </p:tgtEl>
                                        <p:attrNameLst>
                                          <p:attrName>style.visibility</p:attrName>
                                        </p:attrNameLst>
                                      </p:cBhvr>
                                      <p:to>
                                        <p:strVal val="visible"/>
                                      </p:to>
                                    </p:set>
                                    <p:animEffect transition="in" filter="wipe(left)">
                                      <p:cBhvr>
                                        <p:cTn id="47" dur="2000"/>
                                        <p:tgtEl>
                                          <p:spTgt spid="5"/>
                                        </p:tgtEl>
                                      </p:cBhvr>
                                    </p:animEffect>
                                  </p:childTnLst>
                                </p:cTn>
                              </p:par>
                            </p:childTnLst>
                          </p:cTn>
                        </p:par>
                      </p:childTnLst>
                    </p:cTn>
                  </p:par>
                  <p:par>
                    <p:cTn id="48" fill="hold">
                      <p:stCondLst>
                        <p:cond delay="indefinite"/>
                      </p:stCondLst>
                      <p:childTnLst>
                        <p:par>
                          <p:cTn id="49" fill="hold">
                            <p:stCondLst>
                              <p:cond delay="0"/>
                            </p:stCondLst>
                            <p:childTnLst>
                              <p:par>
                                <p:cTn id="50" presetID="22" presetClass="entr" presetSubtype="8" fill="hold" nodeType="clickEffect">
                                  <p:stCondLst>
                                    <p:cond delay="0"/>
                                  </p:stCondLst>
                                  <p:childTnLst>
                                    <p:set>
                                      <p:cBhvr>
                                        <p:cTn id="51" dur="1" fill="hold">
                                          <p:stCondLst>
                                            <p:cond delay="0"/>
                                          </p:stCondLst>
                                        </p:cTn>
                                        <p:tgtEl>
                                          <p:spTgt spid="7"/>
                                        </p:tgtEl>
                                        <p:attrNameLst>
                                          <p:attrName>style.visibility</p:attrName>
                                        </p:attrNameLst>
                                      </p:cBhvr>
                                      <p:to>
                                        <p:strVal val="visible"/>
                                      </p:to>
                                    </p:set>
                                    <p:animEffect transition="in" filter="wipe(left)">
                                      <p:cBhvr>
                                        <p:cTn id="52" dur="2000"/>
                                        <p:tgtEl>
                                          <p:spTgt spid="7"/>
                                        </p:tgtEl>
                                      </p:cBhvr>
                                    </p:animEffect>
                                  </p:childTnLst>
                                </p:cTn>
                              </p:par>
                            </p:childTnLst>
                          </p:cTn>
                        </p:par>
                      </p:childTnLst>
                    </p:cTn>
                  </p:par>
                  <p:par>
                    <p:cTn id="53" fill="hold">
                      <p:stCondLst>
                        <p:cond delay="indefinite"/>
                      </p:stCondLst>
                      <p:childTnLst>
                        <p:par>
                          <p:cTn id="54" fill="hold">
                            <p:stCondLst>
                              <p:cond delay="0"/>
                            </p:stCondLst>
                            <p:childTnLst>
                              <p:par>
                                <p:cTn id="55" presetID="22" presetClass="entr" presetSubtype="4" fill="hold" nodeType="clickEffect">
                                  <p:stCondLst>
                                    <p:cond delay="0"/>
                                  </p:stCondLst>
                                  <p:childTnLst>
                                    <p:set>
                                      <p:cBhvr>
                                        <p:cTn id="56" dur="1" fill="hold">
                                          <p:stCondLst>
                                            <p:cond delay="0"/>
                                          </p:stCondLst>
                                        </p:cTn>
                                        <p:tgtEl>
                                          <p:spTgt spid="6"/>
                                        </p:tgtEl>
                                        <p:attrNameLst>
                                          <p:attrName>style.visibility</p:attrName>
                                        </p:attrNameLst>
                                      </p:cBhvr>
                                      <p:to>
                                        <p:strVal val="visible"/>
                                      </p:to>
                                    </p:set>
                                    <p:animEffect transition="in" filter="wipe(down)">
                                      <p:cBhvr>
                                        <p:cTn id="57" dur="2000"/>
                                        <p:tgtEl>
                                          <p:spTgt spid="6"/>
                                        </p:tgtEl>
                                      </p:cBhvr>
                                    </p:animEffect>
                                  </p:childTnLst>
                                </p:cTn>
                              </p:par>
                            </p:childTnLst>
                          </p:cTn>
                        </p:par>
                      </p:childTnLst>
                    </p:cTn>
                  </p:par>
                  <p:par>
                    <p:cTn id="58" fill="hold">
                      <p:stCondLst>
                        <p:cond delay="indefinite"/>
                      </p:stCondLst>
                      <p:childTnLst>
                        <p:par>
                          <p:cTn id="59" fill="hold">
                            <p:stCondLst>
                              <p:cond delay="0"/>
                            </p:stCondLst>
                            <p:childTnLst>
                              <p:par>
                                <p:cTn id="60" presetID="22" presetClass="entr" presetSubtype="4" fill="hold" nodeType="clickEffect">
                                  <p:stCondLst>
                                    <p:cond delay="0"/>
                                  </p:stCondLst>
                                  <p:childTnLst>
                                    <p:set>
                                      <p:cBhvr>
                                        <p:cTn id="61" dur="1" fill="hold">
                                          <p:stCondLst>
                                            <p:cond delay="0"/>
                                          </p:stCondLst>
                                        </p:cTn>
                                        <p:tgtEl>
                                          <p:spTgt spid="8"/>
                                        </p:tgtEl>
                                        <p:attrNameLst>
                                          <p:attrName>style.visibility</p:attrName>
                                        </p:attrNameLst>
                                      </p:cBhvr>
                                      <p:to>
                                        <p:strVal val="visible"/>
                                      </p:to>
                                    </p:set>
                                    <p:animEffect transition="in" filter="wipe(down)">
                                      <p:cBhvr>
                                        <p:cTn id="62" dur="2000"/>
                                        <p:tgtEl>
                                          <p:spTgt spid="8"/>
                                        </p:tgtEl>
                                      </p:cBhvr>
                                    </p:animEffect>
                                  </p:childTnLst>
                                </p:cTn>
                              </p:par>
                            </p:childTnLst>
                          </p:cTn>
                        </p:par>
                      </p:childTnLst>
                    </p:cTn>
                  </p:par>
                  <p:par>
                    <p:cTn id="63" fill="hold">
                      <p:stCondLst>
                        <p:cond delay="indefinite"/>
                      </p:stCondLst>
                      <p:childTnLst>
                        <p:par>
                          <p:cTn id="64" fill="hold">
                            <p:stCondLst>
                              <p:cond delay="0"/>
                            </p:stCondLst>
                            <p:childTnLst>
                              <p:par>
                                <p:cTn id="65" presetID="22" presetClass="entr" presetSubtype="4" fill="hold" nodeType="clickEffect">
                                  <p:stCondLst>
                                    <p:cond delay="0"/>
                                  </p:stCondLst>
                                  <p:childTnLst>
                                    <p:set>
                                      <p:cBhvr>
                                        <p:cTn id="66" dur="1" fill="hold">
                                          <p:stCondLst>
                                            <p:cond delay="0"/>
                                          </p:stCondLst>
                                        </p:cTn>
                                        <p:tgtEl>
                                          <p:spTgt spid="9"/>
                                        </p:tgtEl>
                                        <p:attrNameLst>
                                          <p:attrName>style.visibility</p:attrName>
                                        </p:attrNameLst>
                                      </p:cBhvr>
                                      <p:to>
                                        <p:strVal val="visible"/>
                                      </p:to>
                                    </p:set>
                                    <p:animEffect transition="in" filter="wipe(down)">
                                      <p:cBhvr>
                                        <p:cTn id="67" dur="2000"/>
                                        <p:tgtEl>
                                          <p:spTgt spid="9"/>
                                        </p:tgtEl>
                                      </p:cBhvr>
                                    </p:animEffect>
                                  </p:childTnLst>
                                </p:cTn>
                              </p:par>
                            </p:childTnLst>
                          </p:cTn>
                        </p:par>
                      </p:childTnLst>
                    </p:cTn>
                  </p:par>
                  <p:par>
                    <p:cTn id="68" fill="hold">
                      <p:stCondLst>
                        <p:cond delay="indefinite"/>
                      </p:stCondLst>
                      <p:childTnLst>
                        <p:par>
                          <p:cTn id="69" fill="hold">
                            <p:stCondLst>
                              <p:cond delay="0"/>
                            </p:stCondLst>
                            <p:childTnLst>
                              <p:par>
                                <p:cTn id="70" presetID="9" presetClass="entr" presetSubtype="0" fill="hold" nodeType="clickEffect">
                                  <p:stCondLst>
                                    <p:cond delay="0"/>
                                  </p:stCondLst>
                                  <p:childTnLst>
                                    <p:set>
                                      <p:cBhvr>
                                        <p:cTn id="71" dur="1" fill="hold">
                                          <p:stCondLst>
                                            <p:cond delay="0"/>
                                          </p:stCondLst>
                                        </p:cTn>
                                        <p:tgtEl>
                                          <p:spTgt spid="10"/>
                                        </p:tgtEl>
                                        <p:attrNameLst>
                                          <p:attrName>style.visibility</p:attrName>
                                        </p:attrNameLst>
                                      </p:cBhvr>
                                      <p:to>
                                        <p:strVal val="visible"/>
                                      </p:to>
                                    </p:set>
                                    <p:animEffect transition="in" filter="dissolve">
                                      <p:cBhvr>
                                        <p:cTn id="72" dur="500"/>
                                        <p:tgtEl>
                                          <p:spTgt spid="10"/>
                                        </p:tgtEl>
                                      </p:cBhvr>
                                    </p:animEffect>
                                  </p:childTnLst>
                                </p:cTn>
                              </p:par>
                            </p:childTnLst>
                          </p:cTn>
                        </p:par>
                      </p:childTnLst>
                    </p:cTn>
                  </p:par>
                  <p:par>
                    <p:cTn id="73" fill="hold">
                      <p:stCondLst>
                        <p:cond delay="indefinite"/>
                      </p:stCondLst>
                      <p:childTnLst>
                        <p:par>
                          <p:cTn id="74" fill="hold">
                            <p:stCondLst>
                              <p:cond delay="0"/>
                            </p:stCondLst>
                            <p:childTnLst>
                              <p:par>
                                <p:cTn id="75" presetID="22" presetClass="entr" presetSubtype="8" fill="hold" nodeType="clickEffect">
                                  <p:stCondLst>
                                    <p:cond delay="0"/>
                                  </p:stCondLst>
                                  <p:childTnLst>
                                    <p:set>
                                      <p:cBhvr>
                                        <p:cTn id="76" dur="1" fill="hold">
                                          <p:stCondLst>
                                            <p:cond delay="0"/>
                                          </p:stCondLst>
                                        </p:cTn>
                                        <p:tgtEl>
                                          <p:spTgt spid="110717"/>
                                        </p:tgtEl>
                                        <p:attrNameLst>
                                          <p:attrName>style.visibility</p:attrName>
                                        </p:attrNameLst>
                                      </p:cBhvr>
                                      <p:to>
                                        <p:strVal val="visible"/>
                                      </p:to>
                                    </p:set>
                                    <p:animEffect transition="in" filter="wipe(left)">
                                      <p:cBhvr>
                                        <p:cTn id="77" dur="2000"/>
                                        <p:tgtEl>
                                          <p:spTgt spid="110717"/>
                                        </p:tgtEl>
                                      </p:cBhvr>
                                    </p:animEffect>
                                  </p:childTnLst>
                                </p:cTn>
                              </p:par>
                            </p:childTnLst>
                          </p:cTn>
                        </p:par>
                      </p:childTnLst>
                    </p:cTn>
                  </p:par>
                  <p:par>
                    <p:cTn id="78" fill="hold">
                      <p:stCondLst>
                        <p:cond delay="indefinite"/>
                      </p:stCondLst>
                      <p:childTnLst>
                        <p:par>
                          <p:cTn id="79" fill="hold">
                            <p:stCondLst>
                              <p:cond delay="0"/>
                            </p:stCondLst>
                            <p:childTnLst>
                              <p:par>
                                <p:cTn id="80" presetID="22" presetClass="entr" presetSubtype="8" fill="hold" nodeType="clickEffect">
                                  <p:stCondLst>
                                    <p:cond delay="0"/>
                                  </p:stCondLst>
                                  <p:childTnLst>
                                    <p:set>
                                      <p:cBhvr>
                                        <p:cTn id="81" dur="1" fill="hold">
                                          <p:stCondLst>
                                            <p:cond delay="0"/>
                                          </p:stCondLst>
                                        </p:cTn>
                                        <p:tgtEl>
                                          <p:spTgt spid="110718"/>
                                        </p:tgtEl>
                                        <p:attrNameLst>
                                          <p:attrName>style.visibility</p:attrName>
                                        </p:attrNameLst>
                                      </p:cBhvr>
                                      <p:to>
                                        <p:strVal val="visible"/>
                                      </p:to>
                                    </p:set>
                                    <p:animEffect transition="in" filter="wipe(left)">
                                      <p:cBhvr>
                                        <p:cTn id="82" dur="2000"/>
                                        <p:tgtEl>
                                          <p:spTgt spid="1107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0597" grpId="0"/>
      <p:bldP spid="110598" grpId="0"/>
      <p:bldP spid="110599" grpId="0"/>
      <p:bldP spid="110600" grpId="0" animBg="1"/>
    </p:bld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graphicFrame>
        <p:nvGraphicFramePr>
          <p:cNvPr id="111674" name="Object 58"/>
          <p:cNvGraphicFramePr/>
          <p:nvPr/>
        </p:nvGraphicFramePr>
        <p:xfrm>
          <a:off x="900113" y="1268413"/>
          <a:ext cx="4681537" cy="506412"/>
        </p:xfrm>
        <a:graphic>
          <a:graphicData uri="http://schemas.openxmlformats.org/presentationml/2006/ole">
            <mc:AlternateContent xmlns:mc="http://schemas.openxmlformats.org/markup-compatibility/2006">
              <mc:Choice xmlns:v="urn:schemas-microsoft-com:vml" Requires="v">
                <p:oleObj spid="_x0000_s3291" name="" r:id="rId1" imgW="2208530" imgH="241300" progId="Equation.3">
                  <p:embed/>
                </p:oleObj>
              </mc:Choice>
              <mc:Fallback>
                <p:oleObj name="" r:id="rId1" imgW="2208530" imgH="241300" progId="Equation.3">
                  <p:embed/>
                  <p:pic>
                    <p:nvPicPr>
                      <p:cNvPr id="0" name="图片 3290"/>
                      <p:cNvPicPr/>
                      <p:nvPr/>
                    </p:nvPicPr>
                    <p:blipFill>
                      <a:blip r:embed="rId2">
                        <a:clrChange>
                          <a:clrFrom>
                            <a:srgbClr val="000000"/>
                          </a:clrFrom>
                          <a:clrTo>
                            <a:srgbClr val="FFFFFF"/>
                          </a:clrTo>
                        </a:clrChange>
                      </a:blip>
                      <a:stretch>
                        <a:fillRect/>
                      </a:stretch>
                    </p:blipFill>
                    <p:spPr>
                      <a:xfrm>
                        <a:off x="900113" y="1268413"/>
                        <a:ext cx="4681537" cy="506412"/>
                      </a:xfrm>
                      <a:prstGeom prst="rect">
                        <a:avLst/>
                      </a:prstGeom>
                      <a:noFill/>
                      <a:ln w="38100">
                        <a:noFill/>
                        <a:miter/>
                      </a:ln>
                    </p:spPr>
                  </p:pic>
                </p:oleObj>
              </mc:Fallback>
            </mc:AlternateContent>
          </a:graphicData>
        </a:graphic>
      </p:graphicFrame>
      <p:graphicFrame>
        <p:nvGraphicFramePr>
          <p:cNvPr id="111680" name="Object 64"/>
          <p:cNvGraphicFramePr/>
          <p:nvPr/>
        </p:nvGraphicFramePr>
        <p:xfrm>
          <a:off x="900113" y="620713"/>
          <a:ext cx="3186112" cy="554037"/>
        </p:xfrm>
        <a:graphic>
          <a:graphicData uri="http://schemas.openxmlformats.org/presentationml/2006/ole">
            <mc:AlternateContent xmlns:mc="http://schemas.openxmlformats.org/markup-compatibility/2006">
              <mc:Choice xmlns:v="urn:schemas-microsoft-com:vml" Requires="v">
                <p:oleObj spid="_x0000_s3292" name="" r:id="rId3" imgW="1459230" imgH="254000" progId="Equation.3">
                  <p:embed/>
                </p:oleObj>
              </mc:Choice>
              <mc:Fallback>
                <p:oleObj name="" r:id="rId3" imgW="1459230" imgH="254000" progId="Equation.3">
                  <p:embed/>
                  <p:pic>
                    <p:nvPicPr>
                      <p:cNvPr id="0" name="图片 3291"/>
                      <p:cNvPicPr/>
                      <p:nvPr/>
                    </p:nvPicPr>
                    <p:blipFill>
                      <a:blip r:embed="rId4">
                        <a:clrChange>
                          <a:clrFrom>
                            <a:srgbClr val="000000"/>
                          </a:clrFrom>
                          <a:clrTo>
                            <a:srgbClr val="FFFFFF"/>
                          </a:clrTo>
                        </a:clrChange>
                      </a:blip>
                      <a:stretch>
                        <a:fillRect/>
                      </a:stretch>
                    </p:blipFill>
                    <p:spPr>
                      <a:xfrm>
                        <a:off x="900113" y="620713"/>
                        <a:ext cx="3186112" cy="554037"/>
                      </a:xfrm>
                      <a:prstGeom prst="rect">
                        <a:avLst/>
                      </a:prstGeom>
                      <a:noFill/>
                      <a:ln w="38100">
                        <a:noFill/>
                        <a:miter/>
                      </a:ln>
                    </p:spPr>
                  </p:pic>
                </p:oleObj>
              </mc:Fallback>
            </mc:AlternateContent>
          </a:graphicData>
        </a:graphic>
      </p:graphicFrame>
      <p:graphicFrame>
        <p:nvGraphicFramePr>
          <p:cNvPr id="111681" name="Object 65"/>
          <p:cNvGraphicFramePr/>
          <p:nvPr/>
        </p:nvGraphicFramePr>
        <p:xfrm>
          <a:off x="827088" y="1989138"/>
          <a:ext cx="4981575" cy="2212975"/>
        </p:xfrm>
        <a:graphic>
          <a:graphicData uri="http://schemas.openxmlformats.org/presentationml/2006/ole">
            <mc:AlternateContent xmlns:mc="http://schemas.openxmlformats.org/markup-compatibility/2006">
              <mc:Choice xmlns:v="urn:schemas-microsoft-com:vml" Requires="v">
                <p:oleObj spid="_x0000_s3287" name="" r:id="rId5" imgW="2362200" imgH="1054100" progId="Equation.3">
                  <p:embed/>
                </p:oleObj>
              </mc:Choice>
              <mc:Fallback>
                <p:oleObj name="" r:id="rId5" imgW="2362200" imgH="1054100" progId="Equation.3">
                  <p:embed/>
                  <p:pic>
                    <p:nvPicPr>
                      <p:cNvPr id="0" name="图片 3286"/>
                      <p:cNvPicPr/>
                      <p:nvPr/>
                    </p:nvPicPr>
                    <p:blipFill>
                      <a:blip r:embed="rId6">
                        <a:clrChange>
                          <a:clrFrom>
                            <a:srgbClr val="000000"/>
                          </a:clrFrom>
                          <a:clrTo>
                            <a:srgbClr val="FFFFFF"/>
                          </a:clrTo>
                        </a:clrChange>
                      </a:blip>
                      <a:stretch>
                        <a:fillRect/>
                      </a:stretch>
                    </p:blipFill>
                    <p:spPr>
                      <a:xfrm>
                        <a:off x="827088" y="1989138"/>
                        <a:ext cx="4981575" cy="2212975"/>
                      </a:xfrm>
                      <a:prstGeom prst="rect">
                        <a:avLst/>
                      </a:prstGeom>
                      <a:noFill/>
                      <a:ln w="38100">
                        <a:noFill/>
                        <a:miter/>
                      </a:ln>
                    </p:spPr>
                  </p:pic>
                </p:oleObj>
              </mc:Fallback>
            </mc:AlternateContent>
          </a:graphicData>
        </a:graphic>
      </p:graphicFrame>
      <p:grpSp>
        <p:nvGrpSpPr>
          <p:cNvPr id="43020" name="Group 66"/>
          <p:cNvGrpSpPr/>
          <p:nvPr/>
        </p:nvGrpSpPr>
        <p:grpSpPr>
          <a:xfrm>
            <a:off x="8316913" y="6446838"/>
            <a:ext cx="792162" cy="366712"/>
            <a:chOff x="5193" y="4020"/>
            <a:chExt cx="499" cy="231"/>
          </a:xfrm>
        </p:grpSpPr>
        <p:pic>
          <p:nvPicPr>
            <p:cNvPr id="43046" name="Picture 67" descr="78900"/>
            <p:cNvPicPr>
              <a:picLocks noChangeAspect="1"/>
            </p:cNvPicPr>
            <p:nvPr/>
          </p:nvPicPr>
          <p:blipFill>
            <a:blip r:embed="rId7"/>
            <a:stretch>
              <a:fillRect/>
            </a:stretch>
          </p:blipFill>
          <p:spPr>
            <a:xfrm>
              <a:off x="5193" y="4066"/>
              <a:ext cx="499" cy="181"/>
            </a:xfrm>
            <a:prstGeom prst="rect">
              <a:avLst/>
            </a:prstGeom>
            <a:noFill/>
            <a:ln w="9525">
              <a:noFill/>
            </a:ln>
          </p:spPr>
        </p:pic>
        <p:sp>
          <p:nvSpPr>
            <p:cNvPr id="43047" name="Text Box 68">
              <a:hlinkClick r:id="" action="ppaction://hlinkshowjump?jump=nextslide"/>
            </p:cNvPr>
            <p:cNvSpPr txBox="1"/>
            <p:nvPr/>
          </p:nvSpPr>
          <p:spPr>
            <a:xfrm>
              <a:off x="5216" y="4020"/>
              <a:ext cx="476" cy="231"/>
            </a:xfrm>
            <a:prstGeom prst="rect">
              <a:avLst/>
            </a:prstGeom>
            <a:noFill/>
            <a:ln w="9525">
              <a:noFill/>
            </a:ln>
          </p:spPr>
          <p:txBody>
            <a:bodyPr wrap="none">
              <a:spAutoFit/>
            </a:bodyPr>
            <a:p>
              <a:pPr>
                <a:spcBef>
                  <a:spcPct val="50000"/>
                </a:spcBef>
              </a:pPr>
              <a:r>
                <a:rPr lang="zh-CN" altLang="en-US" sz="1800" b="0" dirty="0">
                  <a:solidFill>
                    <a:schemeClr val="bg1"/>
                  </a:solidFill>
                  <a:latin typeface="隶书" panose="02010509060101010101" pitchFamily="49" charset="-122"/>
                  <a:ea typeface="隶书" panose="02010509060101010101" pitchFamily="49" charset="-122"/>
                </a:rPr>
                <a:t>下 页</a:t>
              </a:r>
              <a:endParaRPr lang="zh-CN" altLang="en-US" sz="1800" b="0" dirty="0">
                <a:solidFill>
                  <a:schemeClr val="bg1"/>
                </a:solidFill>
                <a:latin typeface="隶书" panose="02010509060101010101" pitchFamily="49" charset="-122"/>
                <a:ea typeface="隶书" panose="02010509060101010101" pitchFamily="49" charset="-122"/>
              </a:endParaRPr>
            </a:p>
          </p:txBody>
        </p:sp>
      </p:grpSp>
      <p:grpSp>
        <p:nvGrpSpPr>
          <p:cNvPr id="43021" name="Group 69"/>
          <p:cNvGrpSpPr/>
          <p:nvPr/>
        </p:nvGrpSpPr>
        <p:grpSpPr>
          <a:xfrm>
            <a:off x="7453313" y="6446838"/>
            <a:ext cx="792162" cy="366712"/>
            <a:chOff x="4649" y="4020"/>
            <a:chExt cx="499" cy="231"/>
          </a:xfrm>
        </p:grpSpPr>
        <p:pic>
          <p:nvPicPr>
            <p:cNvPr id="43044" name="Picture 70" descr="78900"/>
            <p:cNvPicPr>
              <a:picLocks noChangeAspect="1"/>
            </p:cNvPicPr>
            <p:nvPr/>
          </p:nvPicPr>
          <p:blipFill>
            <a:blip r:embed="rId7"/>
            <a:stretch>
              <a:fillRect/>
            </a:stretch>
          </p:blipFill>
          <p:spPr>
            <a:xfrm>
              <a:off x="4649" y="4066"/>
              <a:ext cx="499" cy="181"/>
            </a:xfrm>
            <a:prstGeom prst="rect">
              <a:avLst/>
            </a:prstGeom>
            <a:noFill/>
            <a:ln w="9525">
              <a:noFill/>
            </a:ln>
          </p:spPr>
        </p:pic>
        <p:sp>
          <p:nvSpPr>
            <p:cNvPr id="43045" name="Text Box 71">
              <a:hlinkClick r:id="" action="ppaction://hlinkshowjump?jump=previousslide"/>
            </p:cNvPr>
            <p:cNvSpPr txBox="1"/>
            <p:nvPr/>
          </p:nvSpPr>
          <p:spPr>
            <a:xfrm>
              <a:off x="4672" y="4020"/>
              <a:ext cx="476" cy="231"/>
            </a:xfrm>
            <a:prstGeom prst="rect">
              <a:avLst/>
            </a:prstGeom>
            <a:noFill/>
            <a:ln w="9525">
              <a:noFill/>
            </a:ln>
          </p:spPr>
          <p:txBody>
            <a:bodyPr wrap="none">
              <a:spAutoFit/>
            </a:bodyPr>
            <a:p>
              <a:pPr>
                <a:spcBef>
                  <a:spcPct val="50000"/>
                </a:spcBef>
              </a:pPr>
              <a:r>
                <a:rPr lang="zh-CN" altLang="en-US" sz="1800" b="0" dirty="0">
                  <a:solidFill>
                    <a:schemeClr val="bg1"/>
                  </a:solidFill>
                  <a:latin typeface="隶书" panose="02010509060101010101" pitchFamily="49" charset="-122"/>
                  <a:ea typeface="隶书" panose="02010509060101010101" pitchFamily="49" charset="-122"/>
                </a:rPr>
                <a:t>上 页</a:t>
              </a:r>
              <a:endParaRPr lang="zh-CN" altLang="en-US" sz="1800" b="0" dirty="0">
                <a:solidFill>
                  <a:schemeClr val="bg1"/>
                </a:solidFill>
                <a:latin typeface="隶书" panose="02010509060101010101" pitchFamily="49" charset="-122"/>
                <a:ea typeface="隶书" panose="02010509060101010101" pitchFamily="49" charset="-122"/>
              </a:endParaRPr>
            </a:p>
          </p:txBody>
        </p:sp>
      </p:grpSp>
      <p:grpSp>
        <p:nvGrpSpPr>
          <p:cNvPr id="43022" name="Group 123"/>
          <p:cNvGrpSpPr/>
          <p:nvPr/>
        </p:nvGrpSpPr>
        <p:grpSpPr>
          <a:xfrm>
            <a:off x="5724525" y="2162175"/>
            <a:ext cx="2857500" cy="1987550"/>
            <a:chOff x="3610" y="530"/>
            <a:chExt cx="1800" cy="1252"/>
          </a:xfrm>
        </p:grpSpPr>
        <p:grpSp>
          <p:nvGrpSpPr>
            <p:cNvPr id="43026" name="Group 98"/>
            <p:cNvGrpSpPr/>
            <p:nvPr/>
          </p:nvGrpSpPr>
          <p:grpSpPr>
            <a:xfrm>
              <a:off x="3610" y="1378"/>
              <a:ext cx="1800" cy="199"/>
              <a:chOff x="480" y="3120"/>
              <a:chExt cx="1800" cy="199"/>
            </a:xfrm>
          </p:grpSpPr>
          <p:sp>
            <p:nvSpPr>
              <p:cNvPr id="43043" name="Line 99"/>
              <p:cNvSpPr/>
              <p:nvPr/>
            </p:nvSpPr>
            <p:spPr>
              <a:xfrm>
                <a:off x="480" y="3120"/>
                <a:ext cx="1680" cy="0"/>
              </a:xfrm>
              <a:prstGeom prst="line">
                <a:avLst/>
              </a:prstGeom>
              <a:ln w="28575" cap="flat" cmpd="sng">
                <a:solidFill>
                  <a:srgbClr val="FFFF00"/>
                </a:solidFill>
                <a:prstDash val="solid"/>
                <a:headEnd type="none" w="med" len="med"/>
                <a:tailEnd type="triangle" w="med" len="med"/>
              </a:ln>
            </p:spPr>
          </p:sp>
          <p:graphicFrame>
            <p:nvGraphicFramePr>
              <p:cNvPr id="43019" name="Object 100"/>
              <p:cNvGraphicFramePr/>
              <p:nvPr/>
            </p:nvGraphicFramePr>
            <p:xfrm>
              <a:off x="2160" y="3120"/>
              <a:ext cx="120" cy="199"/>
            </p:xfrm>
            <a:graphic>
              <a:graphicData uri="http://schemas.openxmlformats.org/presentationml/2006/ole">
                <mc:AlternateContent xmlns:mc="http://schemas.openxmlformats.org/markup-compatibility/2006">
                  <mc:Choice xmlns:v="urn:schemas-microsoft-com:vml" Requires="v">
                    <p:oleObj spid="_x0000_s3294" name="" r:id="rId8" imgW="190500" imgH="317500" progId="Equation.3">
                      <p:embed/>
                    </p:oleObj>
                  </mc:Choice>
                  <mc:Fallback>
                    <p:oleObj name="" r:id="rId8" imgW="190500" imgH="317500" progId="Equation.3">
                      <p:embed/>
                      <p:pic>
                        <p:nvPicPr>
                          <p:cNvPr id="0" name="图片 3293"/>
                          <p:cNvPicPr/>
                          <p:nvPr/>
                        </p:nvPicPr>
                        <p:blipFill>
                          <a:blip r:embed="rId9">
                            <a:clrChange>
                              <a:clrFrom>
                                <a:srgbClr val="000000"/>
                              </a:clrFrom>
                              <a:clrTo>
                                <a:srgbClr val="FFFFFF"/>
                              </a:clrTo>
                            </a:clrChange>
                          </a:blip>
                          <a:stretch>
                            <a:fillRect/>
                          </a:stretch>
                        </p:blipFill>
                        <p:spPr>
                          <a:xfrm>
                            <a:off x="2160" y="3120"/>
                            <a:ext cx="120" cy="199"/>
                          </a:xfrm>
                          <a:prstGeom prst="rect">
                            <a:avLst/>
                          </a:prstGeom>
                          <a:noFill/>
                          <a:ln w="38100">
                            <a:noFill/>
                            <a:miter/>
                          </a:ln>
                        </p:spPr>
                      </p:pic>
                    </p:oleObj>
                  </mc:Fallback>
                </mc:AlternateContent>
              </a:graphicData>
            </a:graphic>
          </p:graphicFrame>
        </p:grpSp>
        <p:grpSp>
          <p:nvGrpSpPr>
            <p:cNvPr id="43027" name="Group 101"/>
            <p:cNvGrpSpPr/>
            <p:nvPr/>
          </p:nvGrpSpPr>
          <p:grpSpPr>
            <a:xfrm>
              <a:off x="3610" y="1350"/>
              <a:ext cx="631" cy="328"/>
              <a:chOff x="480" y="3104"/>
              <a:chExt cx="631" cy="328"/>
            </a:xfrm>
          </p:grpSpPr>
          <p:sp>
            <p:nvSpPr>
              <p:cNvPr id="43042" name="Line 102"/>
              <p:cNvSpPr/>
              <p:nvPr/>
            </p:nvSpPr>
            <p:spPr>
              <a:xfrm>
                <a:off x="480" y="3120"/>
                <a:ext cx="624" cy="0"/>
              </a:xfrm>
              <a:prstGeom prst="line">
                <a:avLst/>
              </a:prstGeom>
              <a:ln w="28575" cap="flat" cmpd="sng">
                <a:solidFill>
                  <a:srgbClr val="FF99CC"/>
                </a:solidFill>
                <a:prstDash val="solid"/>
                <a:headEnd type="none" w="med" len="med"/>
                <a:tailEnd type="triangle" w="med" len="med"/>
              </a:ln>
            </p:spPr>
          </p:sp>
          <p:graphicFrame>
            <p:nvGraphicFramePr>
              <p:cNvPr id="43018" name="Object 103"/>
              <p:cNvGraphicFramePr/>
              <p:nvPr/>
            </p:nvGraphicFramePr>
            <p:xfrm>
              <a:off x="864" y="3104"/>
              <a:ext cx="247" cy="328"/>
            </p:xfrm>
            <a:graphic>
              <a:graphicData uri="http://schemas.openxmlformats.org/presentationml/2006/ole">
                <mc:AlternateContent xmlns:mc="http://schemas.openxmlformats.org/markup-compatibility/2006">
                  <mc:Choice xmlns:v="urn:schemas-microsoft-com:vml" Requires="v">
                    <p:oleObj spid="_x0000_s3334" name="" r:id="rId10" imgW="203200" imgH="266065" progId="Equation.3">
                      <p:embed/>
                    </p:oleObj>
                  </mc:Choice>
                  <mc:Fallback>
                    <p:oleObj name="" r:id="rId10" imgW="203200" imgH="266065" progId="Equation.3">
                      <p:embed/>
                      <p:pic>
                        <p:nvPicPr>
                          <p:cNvPr id="0" name="图片 3333"/>
                          <p:cNvPicPr/>
                          <p:nvPr/>
                        </p:nvPicPr>
                        <p:blipFill>
                          <a:blip r:embed="rId11">
                            <a:clrChange>
                              <a:clrFrom>
                                <a:srgbClr val="000000"/>
                              </a:clrFrom>
                              <a:clrTo>
                                <a:srgbClr val="FFFFFF"/>
                              </a:clrTo>
                            </a:clrChange>
                          </a:blip>
                          <a:stretch>
                            <a:fillRect/>
                          </a:stretch>
                        </p:blipFill>
                        <p:spPr>
                          <a:xfrm>
                            <a:off x="864" y="3104"/>
                            <a:ext cx="247" cy="328"/>
                          </a:xfrm>
                          <a:prstGeom prst="rect">
                            <a:avLst/>
                          </a:prstGeom>
                          <a:noFill/>
                          <a:ln w="38100">
                            <a:noFill/>
                            <a:miter/>
                          </a:ln>
                        </p:spPr>
                      </p:pic>
                    </p:oleObj>
                  </mc:Fallback>
                </mc:AlternateContent>
              </a:graphicData>
            </a:graphic>
          </p:graphicFrame>
        </p:grpSp>
        <p:grpSp>
          <p:nvGrpSpPr>
            <p:cNvPr id="43028" name="Group 104"/>
            <p:cNvGrpSpPr/>
            <p:nvPr/>
          </p:nvGrpSpPr>
          <p:grpSpPr>
            <a:xfrm>
              <a:off x="5030" y="550"/>
              <a:ext cx="257" cy="816"/>
              <a:chOff x="1900" y="2304"/>
              <a:chExt cx="257" cy="816"/>
            </a:xfrm>
          </p:grpSpPr>
          <p:sp>
            <p:nvSpPr>
              <p:cNvPr id="43041" name="Line 105"/>
              <p:cNvSpPr/>
              <p:nvPr/>
            </p:nvSpPr>
            <p:spPr>
              <a:xfrm flipV="1">
                <a:off x="1900" y="2304"/>
                <a:ext cx="0" cy="816"/>
              </a:xfrm>
              <a:prstGeom prst="line">
                <a:avLst/>
              </a:prstGeom>
              <a:ln w="28575" cap="flat" cmpd="sng">
                <a:solidFill>
                  <a:srgbClr val="66FF33"/>
                </a:solidFill>
                <a:prstDash val="solid"/>
                <a:headEnd type="none" w="med" len="med"/>
                <a:tailEnd type="triangle" w="med" len="med"/>
              </a:ln>
            </p:spPr>
          </p:sp>
          <p:graphicFrame>
            <p:nvGraphicFramePr>
              <p:cNvPr id="43017" name="Object 106"/>
              <p:cNvGraphicFramePr/>
              <p:nvPr/>
            </p:nvGraphicFramePr>
            <p:xfrm>
              <a:off x="1920" y="2579"/>
              <a:ext cx="237" cy="277"/>
            </p:xfrm>
            <a:graphic>
              <a:graphicData uri="http://schemas.openxmlformats.org/presentationml/2006/ole">
                <mc:AlternateContent xmlns:mc="http://schemas.openxmlformats.org/markup-compatibility/2006">
                  <mc:Choice xmlns:v="urn:schemas-microsoft-com:vml" Requires="v">
                    <p:oleObj spid="_x0000_s3335" name="" r:id="rId12" imgW="228600" imgH="266065" progId="Equation.3">
                      <p:embed/>
                    </p:oleObj>
                  </mc:Choice>
                  <mc:Fallback>
                    <p:oleObj name="" r:id="rId12" imgW="228600" imgH="266065" progId="Equation.3">
                      <p:embed/>
                      <p:pic>
                        <p:nvPicPr>
                          <p:cNvPr id="0" name="图片 3334"/>
                          <p:cNvPicPr/>
                          <p:nvPr/>
                        </p:nvPicPr>
                        <p:blipFill>
                          <a:blip r:embed="rId13">
                            <a:clrChange>
                              <a:clrFrom>
                                <a:srgbClr val="000000"/>
                              </a:clrFrom>
                              <a:clrTo>
                                <a:srgbClr val="FFFFFF"/>
                              </a:clrTo>
                            </a:clrChange>
                          </a:blip>
                          <a:stretch>
                            <a:fillRect/>
                          </a:stretch>
                        </p:blipFill>
                        <p:spPr>
                          <a:xfrm>
                            <a:off x="1920" y="2579"/>
                            <a:ext cx="237" cy="277"/>
                          </a:xfrm>
                          <a:prstGeom prst="rect">
                            <a:avLst/>
                          </a:prstGeom>
                          <a:noFill/>
                          <a:ln w="38100">
                            <a:noFill/>
                            <a:miter/>
                          </a:ln>
                        </p:spPr>
                      </p:pic>
                    </p:oleObj>
                  </mc:Fallback>
                </mc:AlternateContent>
              </a:graphicData>
            </a:graphic>
          </p:graphicFrame>
        </p:grpSp>
        <p:grpSp>
          <p:nvGrpSpPr>
            <p:cNvPr id="43029" name="Group 107"/>
            <p:cNvGrpSpPr/>
            <p:nvPr/>
          </p:nvGrpSpPr>
          <p:grpSpPr>
            <a:xfrm>
              <a:off x="4241" y="1389"/>
              <a:ext cx="1008" cy="393"/>
              <a:chOff x="1104" y="3120"/>
              <a:chExt cx="1008" cy="393"/>
            </a:xfrm>
          </p:grpSpPr>
          <p:sp>
            <p:nvSpPr>
              <p:cNvPr id="43040" name="Line 108"/>
              <p:cNvSpPr/>
              <p:nvPr/>
            </p:nvSpPr>
            <p:spPr>
              <a:xfrm>
                <a:off x="1104" y="3120"/>
                <a:ext cx="816" cy="0"/>
              </a:xfrm>
              <a:prstGeom prst="line">
                <a:avLst/>
              </a:prstGeom>
              <a:ln w="28575" cap="flat" cmpd="sng">
                <a:solidFill>
                  <a:srgbClr val="FF66FF"/>
                </a:solidFill>
                <a:prstDash val="solid"/>
                <a:headEnd type="none" w="med" len="med"/>
                <a:tailEnd type="triangle" w="med" len="med"/>
              </a:ln>
            </p:spPr>
          </p:sp>
          <p:graphicFrame>
            <p:nvGraphicFramePr>
              <p:cNvPr id="43016" name="Object 109"/>
              <p:cNvGraphicFramePr/>
              <p:nvPr/>
            </p:nvGraphicFramePr>
            <p:xfrm>
              <a:off x="1756" y="3144"/>
              <a:ext cx="356" cy="369"/>
            </p:xfrm>
            <a:graphic>
              <a:graphicData uri="http://schemas.openxmlformats.org/presentationml/2006/ole">
                <mc:AlternateContent xmlns:mc="http://schemas.openxmlformats.org/markup-compatibility/2006">
                  <mc:Choice xmlns:v="urn:schemas-microsoft-com:vml" Requires="v">
                    <p:oleObj spid="_x0000_s3341" name="" r:id="rId14" imgW="279400" imgH="292100" progId="Equation.3">
                      <p:embed/>
                    </p:oleObj>
                  </mc:Choice>
                  <mc:Fallback>
                    <p:oleObj name="" r:id="rId14" imgW="279400" imgH="292100" progId="Equation.3">
                      <p:embed/>
                      <p:pic>
                        <p:nvPicPr>
                          <p:cNvPr id="0" name="图片 3340"/>
                          <p:cNvPicPr/>
                          <p:nvPr/>
                        </p:nvPicPr>
                        <p:blipFill>
                          <a:blip r:embed="rId15">
                            <a:clrChange>
                              <a:clrFrom>
                                <a:srgbClr val="000000"/>
                              </a:clrFrom>
                              <a:clrTo>
                                <a:srgbClr val="FFFFFF"/>
                              </a:clrTo>
                            </a:clrChange>
                          </a:blip>
                          <a:stretch>
                            <a:fillRect/>
                          </a:stretch>
                        </p:blipFill>
                        <p:spPr>
                          <a:xfrm>
                            <a:off x="1756" y="3144"/>
                            <a:ext cx="356" cy="369"/>
                          </a:xfrm>
                          <a:prstGeom prst="rect">
                            <a:avLst/>
                          </a:prstGeom>
                          <a:noFill/>
                          <a:ln w="38100">
                            <a:noFill/>
                            <a:miter/>
                          </a:ln>
                        </p:spPr>
                      </p:pic>
                    </p:oleObj>
                  </mc:Fallback>
                </mc:AlternateContent>
              </a:graphicData>
            </a:graphic>
          </p:graphicFrame>
        </p:grpSp>
        <p:grpSp>
          <p:nvGrpSpPr>
            <p:cNvPr id="43030" name="Group 110"/>
            <p:cNvGrpSpPr/>
            <p:nvPr/>
          </p:nvGrpSpPr>
          <p:grpSpPr>
            <a:xfrm>
              <a:off x="4218" y="530"/>
              <a:ext cx="836" cy="845"/>
              <a:chOff x="1088" y="2284"/>
              <a:chExt cx="836" cy="845"/>
            </a:xfrm>
          </p:grpSpPr>
          <p:sp>
            <p:nvSpPr>
              <p:cNvPr id="43037" name="Line 111"/>
              <p:cNvSpPr/>
              <p:nvPr/>
            </p:nvSpPr>
            <p:spPr>
              <a:xfrm flipV="1">
                <a:off x="1088" y="2284"/>
                <a:ext cx="836" cy="836"/>
              </a:xfrm>
              <a:prstGeom prst="line">
                <a:avLst/>
              </a:prstGeom>
              <a:ln w="28575" cap="flat" cmpd="sng">
                <a:solidFill>
                  <a:srgbClr val="66FFFF"/>
                </a:solidFill>
                <a:prstDash val="solid"/>
                <a:headEnd type="none" w="med" len="med"/>
                <a:tailEnd type="triangle" w="med" len="med"/>
              </a:ln>
            </p:spPr>
          </p:sp>
          <p:sp>
            <p:nvSpPr>
              <p:cNvPr id="43038" name="Freeform 112"/>
              <p:cNvSpPr/>
              <p:nvPr/>
            </p:nvSpPr>
            <p:spPr>
              <a:xfrm>
                <a:off x="1248" y="2976"/>
                <a:ext cx="75" cy="153"/>
              </a:xfrm>
              <a:custGeom>
                <a:avLst/>
                <a:gdLst>
                  <a:gd name="txL" fmla="*/ 0 w 75"/>
                  <a:gd name="txT" fmla="*/ 0 h 153"/>
                  <a:gd name="txR" fmla="*/ 75 w 75"/>
                  <a:gd name="txB" fmla="*/ 153 h 153"/>
                </a:gdLst>
                <a:ahLst/>
                <a:cxnLst>
                  <a:cxn ang="0">
                    <a:pos x="0" y="3"/>
                  </a:cxn>
                  <a:cxn ang="0">
                    <a:pos x="63" y="60"/>
                  </a:cxn>
                  <a:cxn ang="0">
                    <a:pos x="75" y="153"/>
                  </a:cxn>
                </a:cxnLst>
                <a:rect l="txL" t="txT" r="txR" b="txB"/>
                <a:pathLst>
                  <a:path w="75" h="153">
                    <a:moveTo>
                      <a:pt x="0" y="3"/>
                    </a:moveTo>
                    <a:cubicBezTo>
                      <a:pt x="9" y="0"/>
                      <a:pt x="51" y="35"/>
                      <a:pt x="63" y="60"/>
                    </a:cubicBezTo>
                    <a:cubicBezTo>
                      <a:pt x="75" y="85"/>
                      <a:pt x="73" y="134"/>
                      <a:pt x="75" y="153"/>
                    </a:cubicBezTo>
                  </a:path>
                </a:pathLst>
              </a:custGeom>
              <a:noFill/>
              <a:ln w="38100" cap="flat" cmpd="sng">
                <a:solidFill>
                  <a:srgbClr val="66FFFF"/>
                </a:solidFill>
                <a:prstDash val="solid"/>
                <a:round/>
                <a:headEnd type="none" w="med" len="med"/>
                <a:tailEnd type="none" w="med" len="med"/>
              </a:ln>
            </p:spPr>
            <p:txBody>
              <a:bodyPr wrap="none" anchor="ctr" anchorCtr="0"/>
              <a:p>
                <a:endParaRPr lang="zh-CN" altLang="en-US" dirty="0">
                  <a:latin typeface="楷体_GB2312" pitchFamily="49" charset="-122"/>
                </a:endParaRPr>
              </a:p>
            </p:txBody>
          </p:sp>
          <p:graphicFrame>
            <p:nvGraphicFramePr>
              <p:cNvPr id="43015" name="Object 113"/>
              <p:cNvGraphicFramePr/>
              <p:nvPr/>
            </p:nvGraphicFramePr>
            <p:xfrm>
              <a:off x="1510" y="2616"/>
              <a:ext cx="270" cy="336"/>
            </p:xfrm>
            <a:graphic>
              <a:graphicData uri="http://schemas.openxmlformats.org/presentationml/2006/ole">
                <mc:AlternateContent xmlns:mc="http://schemas.openxmlformats.org/markup-compatibility/2006">
                  <mc:Choice xmlns:v="urn:schemas-microsoft-com:vml" Requires="v">
                    <p:oleObj spid="_x0000_s3337" name="" r:id="rId16" imgW="215900" imgH="266065" progId="Equation.3">
                      <p:embed/>
                    </p:oleObj>
                  </mc:Choice>
                  <mc:Fallback>
                    <p:oleObj name="" r:id="rId16" imgW="215900" imgH="266065" progId="Equation.3">
                      <p:embed/>
                      <p:pic>
                        <p:nvPicPr>
                          <p:cNvPr id="0" name="图片 3336"/>
                          <p:cNvPicPr/>
                          <p:nvPr/>
                        </p:nvPicPr>
                        <p:blipFill>
                          <a:blip r:embed="rId17">
                            <a:clrChange>
                              <a:clrFrom>
                                <a:srgbClr val="000000"/>
                              </a:clrFrom>
                              <a:clrTo>
                                <a:srgbClr val="FFFFFF"/>
                              </a:clrTo>
                            </a:clrChange>
                          </a:blip>
                          <a:stretch>
                            <a:fillRect/>
                          </a:stretch>
                        </p:blipFill>
                        <p:spPr>
                          <a:xfrm>
                            <a:off x="1510" y="2616"/>
                            <a:ext cx="270" cy="336"/>
                          </a:xfrm>
                          <a:prstGeom prst="rect">
                            <a:avLst/>
                          </a:prstGeom>
                          <a:noFill/>
                          <a:ln w="38100">
                            <a:noFill/>
                            <a:miter/>
                          </a:ln>
                        </p:spPr>
                      </p:pic>
                    </p:oleObj>
                  </mc:Fallback>
                </mc:AlternateContent>
              </a:graphicData>
            </a:graphic>
          </p:graphicFrame>
          <p:sp>
            <p:nvSpPr>
              <p:cNvPr id="43039" name="Text Box 114"/>
              <p:cNvSpPr txBox="1"/>
              <p:nvPr/>
            </p:nvSpPr>
            <p:spPr>
              <a:xfrm>
                <a:off x="1248" y="2832"/>
                <a:ext cx="280" cy="288"/>
              </a:xfrm>
              <a:prstGeom prst="rect">
                <a:avLst/>
              </a:prstGeom>
              <a:noFill/>
              <a:ln w="28575">
                <a:noFill/>
              </a:ln>
            </p:spPr>
            <p:txBody>
              <a:bodyPr wrap="none" anchor="ctr" anchorCtr="0">
                <a:spAutoFit/>
              </a:bodyPr>
              <a:p>
                <a:pPr algn="ctr"/>
                <a:r>
                  <a:rPr lang="en-US" altLang="zh-CN" sz="2400" b="0" i="1" dirty="0">
                    <a:solidFill>
                      <a:schemeClr val="bg1"/>
                    </a:solidFill>
                    <a:latin typeface="Symbol" panose="05050102010706020507" pitchFamily="18" charset="2"/>
                    <a:ea typeface="宋体" panose="02010600030101010101" pitchFamily="2" charset="-122"/>
                  </a:rPr>
                  <a:t>q</a:t>
                </a:r>
                <a:r>
                  <a:rPr lang="en-US" altLang="zh-CN" sz="2400" b="0" baseline="-25000" dirty="0">
                    <a:solidFill>
                      <a:schemeClr val="bg1"/>
                    </a:solidFill>
                    <a:latin typeface="Symbol" panose="05050102010706020507" pitchFamily="18" charset="2"/>
                    <a:ea typeface="宋体" panose="02010600030101010101" pitchFamily="2" charset="-122"/>
                  </a:rPr>
                  <a:t>2</a:t>
                </a:r>
                <a:endParaRPr lang="en-US" altLang="zh-CN" sz="2400" b="0" dirty="0">
                  <a:solidFill>
                    <a:schemeClr val="bg1"/>
                  </a:solidFill>
                  <a:latin typeface="Times New Roman" panose="02020603050405020304" pitchFamily="18" charset="0"/>
                  <a:ea typeface="宋体" panose="02010600030101010101" pitchFamily="2" charset="-122"/>
                </a:endParaRPr>
              </a:p>
            </p:txBody>
          </p:sp>
        </p:grpSp>
        <p:grpSp>
          <p:nvGrpSpPr>
            <p:cNvPr id="43031" name="Group 115"/>
            <p:cNvGrpSpPr/>
            <p:nvPr/>
          </p:nvGrpSpPr>
          <p:grpSpPr>
            <a:xfrm>
              <a:off x="3610" y="535"/>
              <a:ext cx="1440" cy="831"/>
              <a:chOff x="480" y="2289"/>
              <a:chExt cx="1440" cy="831"/>
            </a:xfrm>
          </p:grpSpPr>
          <p:sp>
            <p:nvSpPr>
              <p:cNvPr id="43034" name="Line 116"/>
              <p:cNvSpPr/>
              <p:nvPr/>
            </p:nvSpPr>
            <p:spPr>
              <a:xfrm flipV="1">
                <a:off x="480" y="2289"/>
                <a:ext cx="1440" cy="831"/>
              </a:xfrm>
              <a:prstGeom prst="line">
                <a:avLst/>
              </a:prstGeom>
              <a:ln w="28575" cap="flat" cmpd="sng">
                <a:solidFill>
                  <a:srgbClr val="FF3300"/>
                </a:solidFill>
                <a:prstDash val="solid"/>
                <a:headEnd type="none" w="med" len="med"/>
                <a:tailEnd type="triangle" w="med" len="med"/>
              </a:ln>
            </p:spPr>
          </p:sp>
          <p:graphicFrame>
            <p:nvGraphicFramePr>
              <p:cNvPr id="43014" name="Object 117"/>
              <p:cNvGraphicFramePr/>
              <p:nvPr/>
            </p:nvGraphicFramePr>
            <p:xfrm>
              <a:off x="1239" y="2337"/>
              <a:ext cx="209" cy="270"/>
            </p:xfrm>
            <a:graphic>
              <a:graphicData uri="http://schemas.openxmlformats.org/presentationml/2006/ole">
                <mc:AlternateContent xmlns:mc="http://schemas.openxmlformats.org/markup-compatibility/2006">
                  <mc:Choice xmlns:v="urn:schemas-microsoft-com:vml" Requires="v">
                    <p:oleObj spid="_x0000_s3338" name="" r:id="rId18" imgW="177800" imgH="227965" progId="Equation.3">
                      <p:embed/>
                    </p:oleObj>
                  </mc:Choice>
                  <mc:Fallback>
                    <p:oleObj name="" r:id="rId18" imgW="177800" imgH="227965" progId="Equation.3">
                      <p:embed/>
                      <p:pic>
                        <p:nvPicPr>
                          <p:cNvPr id="0" name="图片 3337"/>
                          <p:cNvPicPr/>
                          <p:nvPr/>
                        </p:nvPicPr>
                        <p:blipFill>
                          <a:blip r:embed="rId19">
                            <a:clrChange>
                              <a:clrFrom>
                                <a:srgbClr val="000000"/>
                              </a:clrFrom>
                              <a:clrTo>
                                <a:srgbClr val="FFFFFF"/>
                              </a:clrTo>
                            </a:clrChange>
                          </a:blip>
                          <a:stretch>
                            <a:fillRect/>
                          </a:stretch>
                        </p:blipFill>
                        <p:spPr>
                          <a:xfrm>
                            <a:off x="1239" y="2337"/>
                            <a:ext cx="209" cy="270"/>
                          </a:xfrm>
                          <a:prstGeom prst="rect">
                            <a:avLst/>
                          </a:prstGeom>
                          <a:noFill/>
                          <a:ln w="38100">
                            <a:noFill/>
                            <a:miter/>
                          </a:ln>
                        </p:spPr>
                      </p:pic>
                    </p:oleObj>
                  </mc:Fallback>
                </mc:AlternateContent>
              </a:graphicData>
            </a:graphic>
          </p:graphicFrame>
          <p:sp>
            <p:nvSpPr>
              <p:cNvPr id="43035" name="Text Box 118"/>
              <p:cNvSpPr txBox="1"/>
              <p:nvPr/>
            </p:nvSpPr>
            <p:spPr>
              <a:xfrm>
                <a:off x="752" y="2832"/>
                <a:ext cx="216" cy="288"/>
              </a:xfrm>
              <a:prstGeom prst="rect">
                <a:avLst/>
              </a:prstGeom>
              <a:noFill/>
              <a:ln w="12700">
                <a:noFill/>
              </a:ln>
            </p:spPr>
            <p:txBody>
              <a:bodyPr wrap="none" anchor="ctr" anchorCtr="0">
                <a:spAutoFit/>
              </a:bodyPr>
              <a:p>
                <a:pPr algn="ctr"/>
                <a:r>
                  <a:rPr lang="en-US" altLang="zh-CN" sz="2400" b="0" i="1" dirty="0">
                    <a:solidFill>
                      <a:schemeClr val="bg1"/>
                    </a:solidFill>
                    <a:latin typeface="Symbol" panose="05050102010706020507" pitchFamily="18" charset="2"/>
                    <a:ea typeface="宋体" panose="02010600030101010101" pitchFamily="2" charset="-122"/>
                  </a:rPr>
                  <a:t>q</a:t>
                </a:r>
                <a:endParaRPr lang="en-US" altLang="zh-CN" sz="2400" b="0" dirty="0">
                  <a:solidFill>
                    <a:schemeClr val="bg1"/>
                  </a:solidFill>
                  <a:latin typeface="Times New Roman" panose="02020603050405020304" pitchFamily="18" charset="0"/>
                  <a:ea typeface="宋体" panose="02010600030101010101" pitchFamily="2" charset="-122"/>
                </a:endParaRPr>
              </a:p>
            </p:txBody>
          </p:sp>
          <p:sp>
            <p:nvSpPr>
              <p:cNvPr id="43036" name="Freeform 119"/>
              <p:cNvSpPr/>
              <p:nvPr/>
            </p:nvSpPr>
            <p:spPr>
              <a:xfrm>
                <a:off x="720" y="2976"/>
                <a:ext cx="57" cy="144"/>
              </a:xfrm>
              <a:custGeom>
                <a:avLst/>
                <a:gdLst>
                  <a:gd name="txL" fmla="*/ 0 w 57"/>
                  <a:gd name="txT" fmla="*/ 0 h 144"/>
                  <a:gd name="txR" fmla="*/ 57 w 57"/>
                  <a:gd name="txB" fmla="*/ 144 h 144"/>
                </a:gdLst>
                <a:ahLst/>
                <a:cxnLst>
                  <a:cxn ang="0">
                    <a:pos x="0" y="0"/>
                  </a:cxn>
                  <a:cxn ang="0">
                    <a:pos x="42" y="54"/>
                  </a:cxn>
                  <a:cxn ang="0">
                    <a:pos x="57" y="144"/>
                  </a:cxn>
                </a:cxnLst>
                <a:rect l="txL" t="txT" r="txR" b="txB"/>
                <a:pathLst>
                  <a:path w="57" h="144">
                    <a:moveTo>
                      <a:pt x="0" y="0"/>
                    </a:moveTo>
                    <a:cubicBezTo>
                      <a:pt x="7" y="9"/>
                      <a:pt x="33" y="30"/>
                      <a:pt x="42" y="54"/>
                    </a:cubicBezTo>
                    <a:cubicBezTo>
                      <a:pt x="51" y="78"/>
                      <a:pt x="54" y="125"/>
                      <a:pt x="57" y="144"/>
                    </a:cubicBezTo>
                  </a:path>
                </a:pathLst>
              </a:custGeom>
              <a:noFill/>
              <a:ln w="28575" cap="flat" cmpd="sng">
                <a:solidFill>
                  <a:srgbClr val="66FF33"/>
                </a:solidFill>
                <a:prstDash val="solid"/>
                <a:round/>
                <a:headEnd type="none" w="med" len="med"/>
                <a:tailEnd type="none" w="med" len="med"/>
              </a:ln>
            </p:spPr>
            <p:txBody>
              <a:bodyPr wrap="none" anchor="ctr" anchorCtr="0"/>
              <a:p>
                <a:endParaRPr lang="zh-CN" altLang="en-US" dirty="0">
                  <a:latin typeface="楷体_GB2312" pitchFamily="49" charset="-122"/>
                </a:endParaRPr>
              </a:p>
            </p:txBody>
          </p:sp>
        </p:grpSp>
        <p:grpSp>
          <p:nvGrpSpPr>
            <p:cNvPr id="43032" name="Group 120"/>
            <p:cNvGrpSpPr/>
            <p:nvPr/>
          </p:nvGrpSpPr>
          <p:grpSpPr>
            <a:xfrm>
              <a:off x="4078" y="1104"/>
              <a:ext cx="240" cy="259"/>
              <a:chOff x="948" y="3161"/>
              <a:chExt cx="240" cy="259"/>
            </a:xfrm>
          </p:grpSpPr>
          <p:sp>
            <p:nvSpPr>
              <p:cNvPr id="43033" name="Arc 121"/>
              <p:cNvSpPr/>
              <p:nvPr/>
            </p:nvSpPr>
            <p:spPr>
              <a:xfrm flipH="1">
                <a:off x="948" y="3324"/>
                <a:ext cx="240" cy="96"/>
              </a:xfrm>
              <a:custGeom>
                <a:avLst/>
                <a:gdLst>
                  <a:gd name="txL" fmla="*/ 0 w 21600"/>
                  <a:gd name="txT" fmla="*/ 0 h 21600"/>
                  <a:gd name="txR" fmla="*/ 21600 w 21600"/>
                  <a:gd name="txB" fmla="*/ 21600 h 21600"/>
                </a:gdLst>
                <a:ahLst/>
                <a:cxnLst>
                  <a:cxn ang="0">
                    <a:pos x="-1" y="0"/>
                  </a:cxn>
                  <a:cxn ang="0">
                    <a:pos x="21600" y="21600"/>
                  </a:cxn>
                  <a:cxn ang="0">
                    <a:pos x="-1" y="0"/>
                  </a:cxn>
                  <a:cxn ang="0">
                    <a:pos x="21600" y="21600"/>
                  </a:cxn>
                  <a:cxn ang="0">
                    <a:pos x="0" y="21600"/>
                  </a:cxn>
                </a:cxnLst>
                <a:rect l="txL" t="txT" r="txR" b="txB"/>
                <a:pathLst>
                  <a:path w="21600" h="21600" fill="none">
                    <a:moveTo>
                      <a:pt x="-1" y="0"/>
                    </a:moveTo>
                    <a:cubicBezTo>
                      <a:pt x="11929" y="0"/>
                      <a:pt x="21600" y="9670"/>
                      <a:pt x="21600" y="21600"/>
                    </a:cubicBezTo>
                  </a:path>
                  <a:path w="21600" h="21600" stroke="0">
                    <a:moveTo>
                      <a:pt x="-1" y="0"/>
                    </a:moveTo>
                    <a:cubicBezTo>
                      <a:pt x="11929" y="0"/>
                      <a:pt x="21600" y="9670"/>
                      <a:pt x="21600" y="21600"/>
                    </a:cubicBezTo>
                    <a:lnTo>
                      <a:pt x="0" y="21600"/>
                    </a:lnTo>
                    <a:close/>
                  </a:path>
                </a:pathLst>
              </a:custGeom>
              <a:noFill/>
              <a:ln w="28575" cap="flat" cmpd="sng">
                <a:solidFill>
                  <a:srgbClr val="66FF33"/>
                </a:solidFill>
                <a:prstDash val="solid"/>
                <a:round/>
                <a:headEnd type="none" w="med" len="med"/>
                <a:tailEnd type="none" w="sm" len="med"/>
              </a:ln>
            </p:spPr>
            <p:txBody>
              <a:bodyPr wrap="none" anchor="ctr" anchorCtr="0"/>
              <a:p>
                <a:endParaRPr lang="zh-CN" altLang="en-US" dirty="0">
                  <a:latin typeface="楷体_GB2312" pitchFamily="49" charset="-122"/>
                </a:endParaRPr>
              </a:p>
            </p:txBody>
          </p:sp>
          <p:graphicFrame>
            <p:nvGraphicFramePr>
              <p:cNvPr id="43013" name="Object 122"/>
              <p:cNvGraphicFramePr/>
              <p:nvPr/>
            </p:nvGraphicFramePr>
            <p:xfrm>
              <a:off x="1001" y="3161"/>
              <a:ext cx="179" cy="206"/>
            </p:xfrm>
            <a:graphic>
              <a:graphicData uri="http://schemas.openxmlformats.org/presentationml/2006/ole">
                <mc:AlternateContent xmlns:mc="http://schemas.openxmlformats.org/markup-compatibility/2006">
                  <mc:Choice xmlns:v="urn:schemas-microsoft-com:vml" Requires="v">
                    <p:oleObj spid="_x0000_s3339" name="" r:id="rId20" imgW="152400" imgH="177800" progId="Equation.3">
                      <p:embed/>
                    </p:oleObj>
                  </mc:Choice>
                  <mc:Fallback>
                    <p:oleObj name="" r:id="rId20" imgW="152400" imgH="177800" progId="Equation.3">
                      <p:embed/>
                      <p:pic>
                        <p:nvPicPr>
                          <p:cNvPr id="0" name="图片 3338"/>
                          <p:cNvPicPr/>
                          <p:nvPr/>
                        </p:nvPicPr>
                        <p:blipFill>
                          <a:blip r:embed="rId21">
                            <a:clrChange>
                              <a:clrFrom>
                                <a:srgbClr val="000000"/>
                              </a:clrFrom>
                              <a:clrTo>
                                <a:srgbClr val="FFFFFF"/>
                              </a:clrTo>
                            </a:clrChange>
                          </a:blip>
                          <a:stretch>
                            <a:fillRect/>
                          </a:stretch>
                        </p:blipFill>
                        <p:spPr>
                          <a:xfrm>
                            <a:off x="1001" y="3161"/>
                            <a:ext cx="179" cy="206"/>
                          </a:xfrm>
                          <a:prstGeom prst="rect">
                            <a:avLst/>
                          </a:prstGeom>
                          <a:noFill/>
                          <a:ln w="38100">
                            <a:noFill/>
                            <a:miter/>
                          </a:ln>
                        </p:spPr>
                      </p:pic>
                    </p:oleObj>
                  </mc:Fallback>
                </mc:AlternateContent>
              </a:graphicData>
            </a:graphic>
          </p:graphicFrame>
        </p:grpSp>
      </p:grpSp>
      <p:grpSp>
        <p:nvGrpSpPr>
          <p:cNvPr id="43023" name="Group 127"/>
          <p:cNvGrpSpPr/>
          <p:nvPr/>
        </p:nvGrpSpPr>
        <p:grpSpPr>
          <a:xfrm>
            <a:off x="6588125" y="6446838"/>
            <a:ext cx="792163" cy="366712"/>
            <a:chOff x="4649" y="4020"/>
            <a:chExt cx="499" cy="231"/>
          </a:xfrm>
        </p:grpSpPr>
        <p:pic>
          <p:nvPicPr>
            <p:cNvPr id="43024" name="Picture 128" descr="78900"/>
            <p:cNvPicPr>
              <a:picLocks noChangeAspect="1"/>
            </p:cNvPicPr>
            <p:nvPr/>
          </p:nvPicPr>
          <p:blipFill>
            <a:blip r:embed="rId7"/>
            <a:stretch>
              <a:fillRect/>
            </a:stretch>
          </p:blipFill>
          <p:spPr>
            <a:xfrm>
              <a:off x="4649" y="4066"/>
              <a:ext cx="499" cy="181"/>
            </a:xfrm>
            <a:prstGeom prst="rect">
              <a:avLst/>
            </a:prstGeom>
            <a:noFill/>
            <a:ln w="9525">
              <a:noFill/>
            </a:ln>
          </p:spPr>
        </p:pic>
        <p:sp>
          <p:nvSpPr>
            <p:cNvPr id="43025" name="Text Box 129">
              <a:hlinkClick r:id="" action="ppaction://hlinkshowjump?jump=firstslide"/>
            </p:cNvPr>
            <p:cNvSpPr txBox="1"/>
            <p:nvPr/>
          </p:nvSpPr>
          <p:spPr>
            <a:xfrm>
              <a:off x="4672" y="4020"/>
              <a:ext cx="476" cy="231"/>
            </a:xfrm>
            <a:prstGeom prst="rect">
              <a:avLst/>
            </a:prstGeom>
            <a:noFill/>
            <a:ln w="9525">
              <a:noFill/>
            </a:ln>
          </p:spPr>
          <p:txBody>
            <a:bodyPr wrap="none">
              <a:spAutoFit/>
            </a:bodyPr>
            <a:p>
              <a:pPr>
                <a:spcBef>
                  <a:spcPct val="50000"/>
                </a:spcBef>
              </a:pPr>
              <a:r>
                <a:rPr lang="zh-CN" altLang="en-US" sz="1800" b="0" dirty="0">
                  <a:solidFill>
                    <a:schemeClr val="bg1"/>
                  </a:solidFill>
                  <a:latin typeface="隶书" panose="02010509060101010101" pitchFamily="49" charset="-122"/>
                  <a:ea typeface="隶书" panose="02010509060101010101" pitchFamily="49" charset="-122"/>
                </a:rPr>
                <a:t>返 回</a:t>
              </a:r>
              <a:endParaRPr lang="zh-CN" altLang="en-US" sz="1800" b="0" dirty="0">
                <a:solidFill>
                  <a:schemeClr val="bg1"/>
                </a:solidFill>
                <a:latin typeface="隶书" panose="02010509060101010101" pitchFamily="49" charset="-122"/>
                <a:ea typeface="隶书" panose="02010509060101010101" pitchFamily="49" charset="-122"/>
              </a:endParaRP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111680"/>
                                        </p:tgtEl>
                                        <p:attrNameLst>
                                          <p:attrName>style.visibility</p:attrName>
                                        </p:attrNameLst>
                                      </p:cBhvr>
                                      <p:to>
                                        <p:strVal val="visible"/>
                                      </p:to>
                                    </p:set>
                                    <p:animEffect transition="in" filter="wipe(left)">
                                      <p:cBhvr>
                                        <p:cTn id="7" dur="2000"/>
                                        <p:tgtEl>
                                          <p:spTgt spid="111680"/>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111674"/>
                                        </p:tgtEl>
                                        <p:attrNameLst>
                                          <p:attrName>style.visibility</p:attrName>
                                        </p:attrNameLst>
                                      </p:cBhvr>
                                      <p:to>
                                        <p:strVal val="visible"/>
                                      </p:to>
                                    </p:set>
                                    <p:animEffect transition="in" filter="wipe(left)">
                                      <p:cBhvr>
                                        <p:cTn id="12" dur="2000"/>
                                        <p:tgtEl>
                                          <p:spTgt spid="111674"/>
                                        </p:tgtEl>
                                      </p:cBhvr>
                                    </p:animEffect>
                                  </p:childTnLst>
                                </p:cTn>
                              </p:par>
                            </p:childTnLst>
                          </p:cTn>
                        </p:par>
                      </p:childTnLst>
                    </p:cTn>
                  </p:par>
                  <p:par>
                    <p:cTn id="13" fill="hold">
                      <p:stCondLst>
                        <p:cond delay="indefinite"/>
                      </p:stCondLst>
                      <p:childTnLst>
                        <p:par>
                          <p:cTn id="14" fill="hold">
                            <p:stCondLst>
                              <p:cond delay="0"/>
                            </p:stCondLst>
                            <p:childTnLst>
                              <p:par>
                                <p:cTn id="15" presetID="18" presetClass="entr" presetSubtype="6" fill="hold" nodeType="clickEffect">
                                  <p:stCondLst>
                                    <p:cond delay="0"/>
                                  </p:stCondLst>
                                  <p:childTnLst>
                                    <p:set>
                                      <p:cBhvr>
                                        <p:cTn id="16" dur="1" fill="hold">
                                          <p:stCondLst>
                                            <p:cond delay="0"/>
                                          </p:stCondLst>
                                        </p:cTn>
                                        <p:tgtEl>
                                          <p:spTgt spid="111681"/>
                                        </p:tgtEl>
                                        <p:attrNameLst>
                                          <p:attrName>style.visibility</p:attrName>
                                        </p:attrNameLst>
                                      </p:cBhvr>
                                      <p:to>
                                        <p:strVal val="visible"/>
                                      </p:to>
                                    </p:set>
                                    <p:animEffect transition="in" filter="strips(downRight)">
                                      <p:cBhvr>
                                        <p:cTn id="17" dur="2000"/>
                                        <p:tgtEl>
                                          <p:spTgt spid="11168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7892" name="AutoShape 4"/>
          <p:cNvSpPr/>
          <p:nvPr/>
        </p:nvSpPr>
        <p:spPr>
          <a:xfrm>
            <a:off x="1258888" y="1844675"/>
            <a:ext cx="288925" cy="1079500"/>
          </a:xfrm>
          <a:prstGeom prst="leftBrace">
            <a:avLst>
              <a:gd name="adj1" fmla="val 31118"/>
              <a:gd name="adj2" fmla="val 50000"/>
            </a:avLst>
          </a:prstGeom>
          <a:noFill/>
          <a:ln w="28575" cap="flat" cmpd="sng">
            <a:solidFill>
              <a:srgbClr val="FFFF00"/>
            </a:solidFill>
            <a:prstDash val="solid"/>
            <a:headEnd type="none" w="med" len="med"/>
            <a:tailEnd type="none" w="med" len="med"/>
          </a:ln>
        </p:spPr>
        <p:txBody>
          <a:bodyPr wrap="none" anchor="ctr" anchorCtr="0"/>
          <a:p>
            <a:endParaRPr lang="zh-CN" altLang="en-US" dirty="0">
              <a:latin typeface="楷体_GB2312" pitchFamily="49" charset="-122"/>
            </a:endParaRPr>
          </a:p>
        </p:txBody>
      </p:sp>
      <p:graphicFrame>
        <p:nvGraphicFramePr>
          <p:cNvPr id="37893" name="Object 5"/>
          <p:cNvGraphicFramePr/>
          <p:nvPr/>
        </p:nvGraphicFramePr>
        <p:xfrm>
          <a:off x="1692275" y="1773238"/>
          <a:ext cx="4321175" cy="504825"/>
        </p:xfrm>
        <a:graphic>
          <a:graphicData uri="http://schemas.openxmlformats.org/presentationml/2006/ole">
            <mc:AlternateContent xmlns:mc="http://schemas.openxmlformats.org/markup-compatibility/2006">
              <mc:Choice xmlns:v="urn:schemas-microsoft-com:vml" Requires="v">
                <p:oleObj spid="_x0000_s3333" name="" r:id="rId1" imgW="1851660" imgH="215900" progId="Equation.3">
                  <p:embed/>
                </p:oleObj>
              </mc:Choice>
              <mc:Fallback>
                <p:oleObj name="" r:id="rId1" imgW="1851660" imgH="215900" progId="Equation.3">
                  <p:embed/>
                  <p:pic>
                    <p:nvPicPr>
                      <p:cNvPr id="0" name="图片 3332"/>
                      <p:cNvPicPr/>
                      <p:nvPr/>
                    </p:nvPicPr>
                    <p:blipFill>
                      <a:blip r:embed="rId2">
                        <a:clrChange>
                          <a:clrFrom>
                            <a:srgbClr val="000000"/>
                          </a:clrFrom>
                          <a:clrTo>
                            <a:srgbClr val="FFFFFF"/>
                          </a:clrTo>
                        </a:clrChange>
                      </a:blip>
                      <a:stretch>
                        <a:fillRect/>
                      </a:stretch>
                    </p:blipFill>
                    <p:spPr>
                      <a:xfrm>
                        <a:off x="1692275" y="1773238"/>
                        <a:ext cx="4321175" cy="504825"/>
                      </a:xfrm>
                      <a:prstGeom prst="rect">
                        <a:avLst/>
                      </a:prstGeom>
                      <a:noFill/>
                      <a:ln w="38100">
                        <a:noFill/>
                        <a:miter/>
                      </a:ln>
                    </p:spPr>
                  </p:pic>
                </p:oleObj>
              </mc:Fallback>
            </mc:AlternateContent>
          </a:graphicData>
        </a:graphic>
      </p:graphicFrame>
      <p:graphicFrame>
        <p:nvGraphicFramePr>
          <p:cNvPr id="37894" name="Object 6"/>
          <p:cNvGraphicFramePr/>
          <p:nvPr/>
        </p:nvGraphicFramePr>
        <p:xfrm>
          <a:off x="1763713" y="2420938"/>
          <a:ext cx="3044825" cy="493712"/>
        </p:xfrm>
        <a:graphic>
          <a:graphicData uri="http://schemas.openxmlformats.org/presentationml/2006/ole">
            <mc:AlternateContent xmlns:mc="http://schemas.openxmlformats.org/markup-compatibility/2006">
              <mc:Choice xmlns:v="urn:schemas-microsoft-com:vml" Requires="v">
                <p:oleObj spid="_x0000_s3336" name="" r:id="rId3" imgW="1331595" imgH="215900" progId="Equation.3">
                  <p:embed/>
                </p:oleObj>
              </mc:Choice>
              <mc:Fallback>
                <p:oleObj name="" r:id="rId3" imgW="1331595" imgH="215900" progId="Equation.3">
                  <p:embed/>
                  <p:pic>
                    <p:nvPicPr>
                      <p:cNvPr id="0" name="图片 3335"/>
                      <p:cNvPicPr/>
                      <p:nvPr/>
                    </p:nvPicPr>
                    <p:blipFill>
                      <a:blip r:embed="rId4">
                        <a:clrChange>
                          <a:clrFrom>
                            <a:srgbClr val="000000"/>
                          </a:clrFrom>
                          <a:clrTo>
                            <a:srgbClr val="FFFFFF"/>
                          </a:clrTo>
                        </a:clrChange>
                      </a:blip>
                      <a:stretch>
                        <a:fillRect/>
                      </a:stretch>
                    </p:blipFill>
                    <p:spPr>
                      <a:xfrm>
                        <a:off x="1763713" y="2420938"/>
                        <a:ext cx="3044825" cy="493712"/>
                      </a:xfrm>
                      <a:prstGeom prst="rect">
                        <a:avLst/>
                      </a:prstGeom>
                      <a:noFill/>
                      <a:ln w="38100">
                        <a:noFill/>
                        <a:miter/>
                      </a:ln>
                    </p:spPr>
                  </p:pic>
                </p:oleObj>
              </mc:Fallback>
            </mc:AlternateContent>
          </a:graphicData>
        </a:graphic>
      </p:graphicFrame>
      <p:sp>
        <p:nvSpPr>
          <p:cNvPr id="37895" name="Line 7"/>
          <p:cNvSpPr/>
          <p:nvPr/>
        </p:nvSpPr>
        <p:spPr>
          <a:xfrm>
            <a:off x="900113" y="3716338"/>
            <a:ext cx="647700" cy="0"/>
          </a:xfrm>
          <a:prstGeom prst="line">
            <a:avLst/>
          </a:prstGeom>
          <a:ln w="76200" cap="flat" cmpd="sng">
            <a:solidFill>
              <a:srgbClr val="0066FF"/>
            </a:solidFill>
            <a:prstDash val="solid"/>
            <a:headEnd type="none" w="med" len="med"/>
            <a:tailEnd type="triangle" w="med" len="med"/>
          </a:ln>
        </p:spPr>
      </p:sp>
      <p:graphicFrame>
        <p:nvGraphicFramePr>
          <p:cNvPr id="37896" name="Object 8"/>
          <p:cNvGraphicFramePr/>
          <p:nvPr/>
        </p:nvGraphicFramePr>
        <p:xfrm>
          <a:off x="1895475" y="3213100"/>
          <a:ext cx="2114550" cy="1058863"/>
        </p:xfrm>
        <a:graphic>
          <a:graphicData uri="http://schemas.openxmlformats.org/presentationml/2006/ole">
            <mc:AlternateContent xmlns:mc="http://schemas.openxmlformats.org/markup-compatibility/2006">
              <mc:Choice xmlns:v="urn:schemas-microsoft-com:vml" Requires="v">
                <p:oleObj spid="_x0000_s3340" name="" r:id="rId5" imgW="989965" imgH="495300" progId="Equation.3">
                  <p:embed/>
                </p:oleObj>
              </mc:Choice>
              <mc:Fallback>
                <p:oleObj name="" r:id="rId5" imgW="989965" imgH="495300" progId="Equation.3">
                  <p:embed/>
                  <p:pic>
                    <p:nvPicPr>
                      <p:cNvPr id="0" name="图片 3339"/>
                      <p:cNvPicPr/>
                      <p:nvPr/>
                    </p:nvPicPr>
                    <p:blipFill>
                      <a:blip r:embed="rId6">
                        <a:clrChange>
                          <a:clrFrom>
                            <a:srgbClr val="000000"/>
                          </a:clrFrom>
                          <a:clrTo>
                            <a:srgbClr val="FFFFFF"/>
                          </a:clrTo>
                        </a:clrChange>
                      </a:blip>
                      <a:stretch>
                        <a:fillRect/>
                      </a:stretch>
                    </p:blipFill>
                    <p:spPr>
                      <a:xfrm>
                        <a:off x="1895475" y="3213100"/>
                        <a:ext cx="2114550" cy="1058863"/>
                      </a:xfrm>
                      <a:prstGeom prst="rect">
                        <a:avLst/>
                      </a:prstGeom>
                      <a:noFill/>
                      <a:ln w="38100">
                        <a:noFill/>
                        <a:miter/>
                      </a:ln>
                    </p:spPr>
                  </p:pic>
                </p:oleObj>
              </mc:Fallback>
            </mc:AlternateContent>
          </a:graphicData>
        </a:graphic>
      </p:graphicFrame>
      <p:sp>
        <p:nvSpPr>
          <p:cNvPr id="37926" name="Text Box 38"/>
          <p:cNvSpPr txBox="1"/>
          <p:nvPr/>
        </p:nvSpPr>
        <p:spPr>
          <a:xfrm>
            <a:off x="1403350" y="4508500"/>
            <a:ext cx="3600450" cy="519113"/>
          </a:xfrm>
          <a:prstGeom prst="rect">
            <a:avLst/>
          </a:prstGeom>
          <a:noFill/>
          <a:ln w="9525">
            <a:noFill/>
          </a:ln>
        </p:spPr>
        <p:txBody>
          <a:bodyPr>
            <a:spAutoFit/>
          </a:bodyPr>
          <a:p>
            <a:pPr>
              <a:spcBef>
                <a:spcPct val="50000"/>
              </a:spcBef>
            </a:pPr>
            <a:r>
              <a:rPr lang="zh-CN" altLang="en-US" dirty="0">
                <a:latin typeface="Arial" panose="020B0604020202020204" pitchFamily="34" charset="0"/>
              </a:rPr>
              <a:t>其余步骤同解法</a:t>
            </a:r>
            <a:r>
              <a:rPr lang="en-US" altLang="zh-CN" dirty="0">
                <a:latin typeface="Arial" panose="020B0604020202020204" pitchFamily="34" charset="0"/>
              </a:rPr>
              <a:t>1</a:t>
            </a:r>
            <a:r>
              <a:rPr lang="zh-CN" altLang="en-US" dirty="0">
                <a:latin typeface="Arial" panose="020B0604020202020204" pitchFamily="34" charset="0"/>
              </a:rPr>
              <a:t>。</a:t>
            </a:r>
            <a:endParaRPr lang="zh-CN" altLang="en-US" dirty="0">
              <a:latin typeface="Arial" panose="020B0604020202020204" pitchFamily="34" charset="0"/>
            </a:endParaRPr>
          </a:p>
        </p:txBody>
      </p:sp>
      <p:grpSp>
        <p:nvGrpSpPr>
          <p:cNvPr id="44045" name="Group 43"/>
          <p:cNvGrpSpPr/>
          <p:nvPr/>
        </p:nvGrpSpPr>
        <p:grpSpPr>
          <a:xfrm>
            <a:off x="8316913" y="6446838"/>
            <a:ext cx="792162" cy="366712"/>
            <a:chOff x="5193" y="4020"/>
            <a:chExt cx="499" cy="231"/>
          </a:xfrm>
        </p:grpSpPr>
        <p:pic>
          <p:nvPicPr>
            <p:cNvPr id="44088" name="Picture 44" descr="78900"/>
            <p:cNvPicPr>
              <a:picLocks noChangeAspect="1"/>
            </p:cNvPicPr>
            <p:nvPr/>
          </p:nvPicPr>
          <p:blipFill>
            <a:blip r:embed="rId7"/>
            <a:stretch>
              <a:fillRect/>
            </a:stretch>
          </p:blipFill>
          <p:spPr>
            <a:xfrm>
              <a:off x="5193" y="4066"/>
              <a:ext cx="499" cy="181"/>
            </a:xfrm>
            <a:prstGeom prst="rect">
              <a:avLst/>
            </a:prstGeom>
            <a:noFill/>
            <a:ln w="9525">
              <a:noFill/>
            </a:ln>
          </p:spPr>
        </p:pic>
        <p:sp>
          <p:nvSpPr>
            <p:cNvPr id="44089" name="Text Box 45">
              <a:hlinkClick r:id="" action="ppaction://hlinkshowjump?jump=nextslide"/>
            </p:cNvPr>
            <p:cNvSpPr txBox="1"/>
            <p:nvPr/>
          </p:nvSpPr>
          <p:spPr>
            <a:xfrm>
              <a:off x="5216" y="4020"/>
              <a:ext cx="476" cy="231"/>
            </a:xfrm>
            <a:prstGeom prst="rect">
              <a:avLst/>
            </a:prstGeom>
            <a:noFill/>
            <a:ln w="9525">
              <a:noFill/>
            </a:ln>
          </p:spPr>
          <p:txBody>
            <a:bodyPr wrap="none">
              <a:spAutoFit/>
            </a:bodyPr>
            <a:p>
              <a:pPr>
                <a:spcBef>
                  <a:spcPct val="50000"/>
                </a:spcBef>
              </a:pPr>
              <a:r>
                <a:rPr lang="zh-CN" altLang="en-US" sz="1800" b="0" dirty="0">
                  <a:solidFill>
                    <a:schemeClr val="bg1"/>
                  </a:solidFill>
                  <a:latin typeface="隶书" panose="02010509060101010101" pitchFamily="49" charset="-122"/>
                  <a:ea typeface="隶书" panose="02010509060101010101" pitchFamily="49" charset="-122"/>
                </a:rPr>
                <a:t>下 页</a:t>
              </a:r>
              <a:endParaRPr lang="zh-CN" altLang="en-US" sz="1800" b="0" dirty="0">
                <a:solidFill>
                  <a:schemeClr val="bg1"/>
                </a:solidFill>
                <a:latin typeface="隶书" panose="02010509060101010101" pitchFamily="49" charset="-122"/>
                <a:ea typeface="隶书" panose="02010509060101010101" pitchFamily="49" charset="-122"/>
              </a:endParaRPr>
            </a:p>
          </p:txBody>
        </p:sp>
      </p:grpSp>
      <p:grpSp>
        <p:nvGrpSpPr>
          <p:cNvPr id="44046" name="Group 46"/>
          <p:cNvGrpSpPr/>
          <p:nvPr/>
        </p:nvGrpSpPr>
        <p:grpSpPr>
          <a:xfrm>
            <a:off x="7453313" y="6446838"/>
            <a:ext cx="792162" cy="366712"/>
            <a:chOff x="4649" y="4020"/>
            <a:chExt cx="499" cy="231"/>
          </a:xfrm>
        </p:grpSpPr>
        <p:pic>
          <p:nvPicPr>
            <p:cNvPr id="44086" name="Picture 47" descr="78900"/>
            <p:cNvPicPr>
              <a:picLocks noChangeAspect="1"/>
            </p:cNvPicPr>
            <p:nvPr/>
          </p:nvPicPr>
          <p:blipFill>
            <a:blip r:embed="rId7"/>
            <a:stretch>
              <a:fillRect/>
            </a:stretch>
          </p:blipFill>
          <p:spPr>
            <a:xfrm>
              <a:off x="4649" y="4066"/>
              <a:ext cx="499" cy="181"/>
            </a:xfrm>
            <a:prstGeom prst="rect">
              <a:avLst/>
            </a:prstGeom>
            <a:noFill/>
            <a:ln w="9525">
              <a:noFill/>
            </a:ln>
          </p:spPr>
        </p:pic>
        <p:sp>
          <p:nvSpPr>
            <p:cNvPr id="44087" name="Text Box 48">
              <a:hlinkClick r:id="" action="ppaction://hlinkshowjump?jump=previousslide"/>
            </p:cNvPr>
            <p:cNvSpPr txBox="1"/>
            <p:nvPr/>
          </p:nvSpPr>
          <p:spPr>
            <a:xfrm>
              <a:off x="4672" y="4020"/>
              <a:ext cx="476" cy="231"/>
            </a:xfrm>
            <a:prstGeom prst="rect">
              <a:avLst/>
            </a:prstGeom>
            <a:noFill/>
            <a:ln w="9525">
              <a:noFill/>
            </a:ln>
          </p:spPr>
          <p:txBody>
            <a:bodyPr wrap="none">
              <a:spAutoFit/>
            </a:bodyPr>
            <a:p>
              <a:pPr>
                <a:spcBef>
                  <a:spcPct val="50000"/>
                </a:spcBef>
              </a:pPr>
              <a:r>
                <a:rPr lang="zh-CN" altLang="en-US" sz="1800" b="0" dirty="0">
                  <a:solidFill>
                    <a:schemeClr val="bg1"/>
                  </a:solidFill>
                  <a:latin typeface="隶书" panose="02010509060101010101" pitchFamily="49" charset="-122"/>
                  <a:ea typeface="隶书" panose="02010509060101010101" pitchFamily="49" charset="-122"/>
                </a:rPr>
                <a:t>上 页</a:t>
              </a:r>
              <a:endParaRPr lang="zh-CN" altLang="en-US" sz="1800" b="0" dirty="0">
                <a:solidFill>
                  <a:schemeClr val="bg1"/>
                </a:solidFill>
                <a:latin typeface="隶书" panose="02010509060101010101" pitchFamily="49" charset="-122"/>
                <a:ea typeface="隶书" panose="02010509060101010101" pitchFamily="49" charset="-122"/>
              </a:endParaRPr>
            </a:p>
          </p:txBody>
        </p:sp>
      </p:grpSp>
      <p:grpSp>
        <p:nvGrpSpPr>
          <p:cNvPr id="44047" name="Group 83"/>
          <p:cNvGrpSpPr/>
          <p:nvPr/>
        </p:nvGrpSpPr>
        <p:grpSpPr>
          <a:xfrm>
            <a:off x="6588125" y="6446838"/>
            <a:ext cx="792163" cy="366712"/>
            <a:chOff x="4649" y="4020"/>
            <a:chExt cx="499" cy="231"/>
          </a:xfrm>
        </p:grpSpPr>
        <p:pic>
          <p:nvPicPr>
            <p:cNvPr id="44084" name="Picture 84" descr="78900"/>
            <p:cNvPicPr>
              <a:picLocks noChangeAspect="1"/>
            </p:cNvPicPr>
            <p:nvPr/>
          </p:nvPicPr>
          <p:blipFill>
            <a:blip r:embed="rId7"/>
            <a:stretch>
              <a:fillRect/>
            </a:stretch>
          </p:blipFill>
          <p:spPr>
            <a:xfrm>
              <a:off x="4649" y="4066"/>
              <a:ext cx="499" cy="181"/>
            </a:xfrm>
            <a:prstGeom prst="rect">
              <a:avLst/>
            </a:prstGeom>
            <a:noFill/>
            <a:ln w="9525">
              <a:noFill/>
            </a:ln>
          </p:spPr>
        </p:pic>
        <p:sp>
          <p:nvSpPr>
            <p:cNvPr id="44085" name="Text Box 85">
              <a:hlinkClick r:id="" action="ppaction://hlinkshowjump?jump=firstslide"/>
            </p:cNvPr>
            <p:cNvSpPr txBox="1"/>
            <p:nvPr/>
          </p:nvSpPr>
          <p:spPr>
            <a:xfrm>
              <a:off x="4672" y="4020"/>
              <a:ext cx="476" cy="231"/>
            </a:xfrm>
            <a:prstGeom prst="rect">
              <a:avLst/>
            </a:prstGeom>
            <a:noFill/>
            <a:ln w="9525">
              <a:noFill/>
            </a:ln>
          </p:spPr>
          <p:txBody>
            <a:bodyPr wrap="none">
              <a:spAutoFit/>
            </a:bodyPr>
            <a:p>
              <a:pPr>
                <a:spcBef>
                  <a:spcPct val="50000"/>
                </a:spcBef>
              </a:pPr>
              <a:r>
                <a:rPr lang="zh-CN" altLang="en-US" sz="1800" b="0" dirty="0">
                  <a:solidFill>
                    <a:schemeClr val="bg1"/>
                  </a:solidFill>
                  <a:latin typeface="隶书" panose="02010509060101010101" pitchFamily="49" charset="-122"/>
                  <a:ea typeface="隶书" panose="02010509060101010101" pitchFamily="49" charset="-122"/>
                </a:rPr>
                <a:t>返 回</a:t>
              </a:r>
              <a:endParaRPr lang="zh-CN" altLang="en-US" sz="1800" b="0" dirty="0">
                <a:solidFill>
                  <a:schemeClr val="bg1"/>
                </a:solidFill>
                <a:latin typeface="隶书" panose="02010509060101010101" pitchFamily="49" charset="-122"/>
                <a:ea typeface="隶书" panose="02010509060101010101" pitchFamily="49" charset="-122"/>
              </a:endParaRPr>
            </a:p>
          </p:txBody>
        </p:sp>
      </p:grpSp>
      <p:sp>
        <p:nvSpPr>
          <p:cNvPr id="37974" name="Text Box 86"/>
          <p:cNvSpPr txBox="1"/>
          <p:nvPr/>
        </p:nvSpPr>
        <p:spPr>
          <a:xfrm>
            <a:off x="611188" y="549275"/>
            <a:ext cx="1296987" cy="519113"/>
          </a:xfrm>
          <a:prstGeom prst="rect">
            <a:avLst/>
          </a:prstGeom>
          <a:solidFill>
            <a:srgbClr val="990033"/>
          </a:solidFill>
          <a:ln w="9525">
            <a:noFill/>
          </a:ln>
        </p:spPr>
        <p:txBody>
          <a:bodyPr>
            <a:spAutoFit/>
          </a:bodyPr>
          <a:p>
            <a:pPr>
              <a:spcBef>
                <a:spcPct val="50000"/>
              </a:spcBef>
            </a:pPr>
            <a:r>
              <a:rPr lang="zh-CN" altLang="en-US" dirty="0">
                <a:solidFill>
                  <a:schemeClr val="bg1"/>
                </a:solidFill>
                <a:latin typeface="Times New Roman" panose="02020603050405020304" pitchFamily="18" charset="0"/>
                <a:ea typeface="宋体" panose="02010600030101010101" pitchFamily="2" charset="-122"/>
              </a:rPr>
              <a:t>解法</a:t>
            </a:r>
            <a:r>
              <a:rPr lang="en-US" altLang="zh-CN" b="0" dirty="0">
                <a:solidFill>
                  <a:schemeClr val="bg1"/>
                </a:solidFill>
                <a:latin typeface="Times New Roman" panose="02020603050405020304" pitchFamily="18" charset="0"/>
                <a:ea typeface="宋体" panose="02010600030101010101" pitchFamily="2" charset="-122"/>
              </a:rPr>
              <a:t>2</a:t>
            </a:r>
            <a:endParaRPr lang="en-US" altLang="zh-CN" b="0" dirty="0">
              <a:solidFill>
                <a:schemeClr val="bg1"/>
              </a:solidFill>
              <a:latin typeface="Times New Roman" panose="02020603050405020304" pitchFamily="18" charset="0"/>
              <a:ea typeface="宋体" panose="02010600030101010101" pitchFamily="2" charset="-122"/>
            </a:endParaRPr>
          </a:p>
        </p:txBody>
      </p:sp>
      <p:grpSp>
        <p:nvGrpSpPr>
          <p:cNvPr id="44049" name="Group 87"/>
          <p:cNvGrpSpPr/>
          <p:nvPr/>
        </p:nvGrpSpPr>
        <p:grpSpPr>
          <a:xfrm>
            <a:off x="5580063" y="2492375"/>
            <a:ext cx="2746375" cy="2814638"/>
            <a:chOff x="3642" y="918"/>
            <a:chExt cx="1730" cy="1773"/>
          </a:xfrm>
        </p:grpSpPr>
        <p:sp>
          <p:nvSpPr>
            <p:cNvPr id="44060" name="Line 88"/>
            <p:cNvSpPr/>
            <p:nvPr/>
          </p:nvSpPr>
          <p:spPr>
            <a:xfrm>
              <a:off x="3696" y="2659"/>
              <a:ext cx="1134" cy="0"/>
            </a:xfrm>
            <a:prstGeom prst="line">
              <a:avLst/>
            </a:prstGeom>
            <a:ln w="28575" cap="flat" cmpd="sng">
              <a:solidFill>
                <a:srgbClr val="FFCC00"/>
              </a:solidFill>
              <a:prstDash val="solid"/>
              <a:headEnd type="none" w="med" len="med"/>
              <a:tailEnd type="none" w="med" len="med"/>
            </a:ln>
          </p:spPr>
        </p:sp>
        <p:sp>
          <p:nvSpPr>
            <p:cNvPr id="44061" name="Line 89"/>
            <p:cNvSpPr/>
            <p:nvPr/>
          </p:nvSpPr>
          <p:spPr>
            <a:xfrm>
              <a:off x="3787" y="1344"/>
              <a:ext cx="1056" cy="0"/>
            </a:xfrm>
            <a:prstGeom prst="line">
              <a:avLst/>
            </a:prstGeom>
            <a:ln w="28575" cap="flat" cmpd="sng">
              <a:solidFill>
                <a:srgbClr val="FFCC00"/>
              </a:solidFill>
              <a:prstDash val="solid"/>
              <a:headEnd type="none" w="med" len="med"/>
              <a:tailEnd type="none" w="med" len="med"/>
            </a:ln>
          </p:spPr>
        </p:sp>
        <p:sp>
          <p:nvSpPr>
            <p:cNvPr id="44062" name="Line 90"/>
            <p:cNvSpPr/>
            <p:nvPr/>
          </p:nvSpPr>
          <p:spPr>
            <a:xfrm flipH="1">
              <a:off x="4830" y="1344"/>
              <a:ext cx="8" cy="725"/>
            </a:xfrm>
            <a:prstGeom prst="line">
              <a:avLst/>
            </a:prstGeom>
            <a:ln w="28575" cap="flat" cmpd="sng">
              <a:solidFill>
                <a:srgbClr val="FFCC00"/>
              </a:solidFill>
              <a:prstDash val="solid"/>
              <a:headEnd type="none" w="med" len="med"/>
              <a:tailEnd type="none" w="med" len="med"/>
            </a:ln>
          </p:spPr>
        </p:sp>
        <p:sp>
          <p:nvSpPr>
            <p:cNvPr id="44063" name="Line 91"/>
            <p:cNvSpPr/>
            <p:nvPr/>
          </p:nvSpPr>
          <p:spPr>
            <a:xfrm>
              <a:off x="4830" y="2432"/>
              <a:ext cx="0" cy="227"/>
            </a:xfrm>
            <a:prstGeom prst="line">
              <a:avLst/>
            </a:prstGeom>
            <a:ln w="28575" cap="flat" cmpd="sng">
              <a:solidFill>
                <a:srgbClr val="FFCC00"/>
              </a:solidFill>
              <a:prstDash val="solid"/>
              <a:headEnd type="none" w="med" len="med"/>
              <a:tailEnd type="none" w="med" len="med"/>
            </a:ln>
          </p:spPr>
        </p:sp>
        <p:sp>
          <p:nvSpPr>
            <p:cNvPr id="44064" name="Rectangle 92"/>
            <p:cNvSpPr/>
            <p:nvPr/>
          </p:nvSpPr>
          <p:spPr>
            <a:xfrm>
              <a:off x="4694" y="1480"/>
              <a:ext cx="363" cy="1088"/>
            </a:xfrm>
            <a:prstGeom prst="rect">
              <a:avLst/>
            </a:prstGeom>
            <a:noFill/>
            <a:ln w="28575" cap="flat" cmpd="sng">
              <a:solidFill>
                <a:srgbClr val="FF3300"/>
              </a:solidFill>
              <a:prstDash val="dash"/>
              <a:miter/>
              <a:headEnd type="none" w="med" len="med"/>
              <a:tailEnd type="none" w="med" len="med"/>
            </a:ln>
          </p:spPr>
          <p:txBody>
            <a:bodyPr wrap="none" anchor="ctr" anchorCtr="0"/>
            <a:p>
              <a:endParaRPr lang="zh-CN" altLang="en-US" dirty="0">
                <a:latin typeface="楷体_GB2312" pitchFamily="49" charset="-122"/>
              </a:endParaRPr>
            </a:p>
          </p:txBody>
        </p:sp>
        <p:sp>
          <p:nvSpPr>
            <p:cNvPr id="44065" name="Text Box 93"/>
            <p:cNvSpPr txBox="1"/>
            <p:nvPr/>
          </p:nvSpPr>
          <p:spPr>
            <a:xfrm>
              <a:off x="4104" y="1389"/>
              <a:ext cx="329" cy="327"/>
            </a:xfrm>
            <a:prstGeom prst="rect">
              <a:avLst/>
            </a:prstGeom>
            <a:noFill/>
            <a:ln w="28575">
              <a:noFill/>
            </a:ln>
          </p:spPr>
          <p:txBody>
            <a:bodyPr wrap="none" anchor="ctr" anchorCtr="0">
              <a:spAutoFit/>
            </a:bodyPr>
            <a:p>
              <a:pPr algn="ctr"/>
              <a:r>
                <a:rPr lang="en-US" altLang="zh-CN" b="0" i="1" dirty="0">
                  <a:solidFill>
                    <a:schemeClr val="bg1"/>
                  </a:solidFill>
                  <a:latin typeface="Times New Roman" panose="02020603050405020304" pitchFamily="18" charset="0"/>
                  <a:ea typeface="宋体" panose="02010600030101010101" pitchFamily="2" charset="-122"/>
                </a:rPr>
                <a:t>R</a:t>
              </a:r>
              <a:r>
                <a:rPr lang="en-US" altLang="zh-CN" b="0" baseline="-25000" dirty="0">
                  <a:solidFill>
                    <a:schemeClr val="bg1"/>
                  </a:solidFill>
                  <a:latin typeface="Times New Roman" panose="02020603050405020304" pitchFamily="18" charset="0"/>
                  <a:ea typeface="宋体" panose="02010600030101010101" pitchFamily="2" charset="-122"/>
                </a:rPr>
                <a:t>1</a:t>
              </a:r>
              <a:endParaRPr lang="en-US" altLang="zh-CN" b="0" dirty="0">
                <a:solidFill>
                  <a:schemeClr val="bg1"/>
                </a:solidFill>
                <a:latin typeface="Times New Roman" panose="02020603050405020304" pitchFamily="18" charset="0"/>
                <a:ea typeface="宋体" panose="02010600030101010101" pitchFamily="2" charset="-122"/>
              </a:endParaRPr>
            </a:p>
          </p:txBody>
        </p:sp>
        <p:sp>
          <p:nvSpPr>
            <p:cNvPr id="44066" name="Text Box 94"/>
            <p:cNvSpPr txBox="1"/>
            <p:nvPr/>
          </p:nvSpPr>
          <p:spPr>
            <a:xfrm>
              <a:off x="4331" y="1616"/>
              <a:ext cx="329" cy="327"/>
            </a:xfrm>
            <a:prstGeom prst="rect">
              <a:avLst/>
            </a:prstGeom>
            <a:noFill/>
            <a:ln w="28575">
              <a:noFill/>
            </a:ln>
          </p:spPr>
          <p:txBody>
            <a:bodyPr wrap="none" anchor="ctr" anchorCtr="0">
              <a:spAutoFit/>
            </a:bodyPr>
            <a:p>
              <a:pPr algn="ctr"/>
              <a:r>
                <a:rPr lang="en-US" altLang="zh-CN" b="0" i="1" dirty="0">
                  <a:solidFill>
                    <a:schemeClr val="bg1"/>
                  </a:solidFill>
                  <a:latin typeface="Times New Roman" panose="02020603050405020304" pitchFamily="18" charset="0"/>
                  <a:ea typeface="宋体" panose="02010600030101010101" pitchFamily="2" charset="-122"/>
                </a:rPr>
                <a:t>R</a:t>
              </a:r>
              <a:r>
                <a:rPr lang="en-US" altLang="zh-CN" b="0" baseline="-25000" dirty="0">
                  <a:solidFill>
                    <a:schemeClr val="bg1"/>
                  </a:solidFill>
                  <a:latin typeface="Times New Roman" panose="02020603050405020304" pitchFamily="18" charset="0"/>
                  <a:ea typeface="宋体" panose="02010600030101010101" pitchFamily="2" charset="-122"/>
                </a:rPr>
                <a:t>2</a:t>
              </a:r>
              <a:endParaRPr lang="en-US" altLang="zh-CN" b="0" dirty="0">
                <a:solidFill>
                  <a:schemeClr val="bg1"/>
                </a:solidFill>
                <a:latin typeface="Times New Roman" panose="02020603050405020304" pitchFamily="18" charset="0"/>
                <a:ea typeface="宋体" panose="02010600030101010101" pitchFamily="2" charset="-122"/>
              </a:endParaRPr>
            </a:p>
          </p:txBody>
        </p:sp>
        <p:sp>
          <p:nvSpPr>
            <p:cNvPr id="44067" name="Text Box 95"/>
            <p:cNvSpPr txBox="1"/>
            <p:nvPr/>
          </p:nvSpPr>
          <p:spPr>
            <a:xfrm>
              <a:off x="4377" y="2115"/>
              <a:ext cx="317" cy="327"/>
            </a:xfrm>
            <a:prstGeom prst="rect">
              <a:avLst/>
            </a:prstGeom>
            <a:noFill/>
            <a:ln w="28575">
              <a:noFill/>
            </a:ln>
          </p:spPr>
          <p:txBody>
            <a:bodyPr wrap="none" anchor="ctr" anchorCtr="0">
              <a:spAutoFit/>
            </a:bodyPr>
            <a:p>
              <a:pPr algn="ctr"/>
              <a:r>
                <a:rPr lang="en-US" altLang="zh-CN" b="0" i="1" dirty="0">
                  <a:solidFill>
                    <a:schemeClr val="bg1"/>
                  </a:solidFill>
                  <a:latin typeface="Times New Roman" panose="02020603050405020304" pitchFamily="18" charset="0"/>
                  <a:ea typeface="宋体" panose="02010600030101010101" pitchFamily="2" charset="-122"/>
                </a:rPr>
                <a:t>L</a:t>
              </a:r>
              <a:r>
                <a:rPr lang="en-US" altLang="zh-CN" b="0" baseline="-25000" dirty="0">
                  <a:solidFill>
                    <a:schemeClr val="bg1"/>
                  </a:solidFill>
                  <a:latin typeface="Times New Roman" panose="02020603050405020304" pitchFamily="18" charset="0"/>
                  <a:ea typeface="宋体" panose="02010600030101010101" pitchFamily="2" charset="-122"/>
                </a:rPr>
                <a:t>2</a:t>
              </a:r>
              <a:endParaRPr lang="en-US" altLang="zh-CN" b="0" dirty="0">
                <a:solidFill>
                  <a:schemeClr val="bg1"/>
                </a:solidFill>
                <a:latin typeface="Times New Roman" panose="02020603050405020304" pitchFamily="18" charset="0"/>
                <a:ea typeface="宋体" panose="02010600030101010101" pitchFamily="2" charset="-122"/>
              </a:endParaRPr>
            </a:p>
          </p:txBody>
        </p:sp>
        <p:sp>
          <p:nvSpPr>
            <p:cNvPr id="44068" name="Text Box 96"/>
            <p:cNvSpPr txBox="1"/>
            <p:nvPr/>
          </p:nvSpPr>
          <p:spPr>
            <a:xfrm>
              <a:off x="3668" y="1389"/>
              <a:ext cx="244" cy="327"/>
            </a:xfrm>
            <a:prstGeom prst="rect">
              <a:avLst/>
            </a:prstGeom>
            <a:noFill/>
            <a:ln w="28575">
              <a:noFill/>
            </a:ln>
          </p:spPr>
          <p:txBody>
            <a:bodyPr wrap="none" anchor="ctr" anchorCtr="0">
              <a:spAutoFit/>
            </a:bodyPr>
            <a:p>
              <a:pPr algn="ctr"/>
              <a:r>
                <a:rPr lang="en-US" altLang="zh-CN" b="0" dirty="0">
                  <a:solidFill>
                    <a:schemeClr val="bg1"/>
                  </a:solidFill>
                  <a:latin typeface="Times New Roman" panose="02020603050405020304" pitchFamily="18" charset="0"/>
                  <a:ea typeface="宋体" panose="02010600030101010101" pitchFamily="2" charset="-122"/>
                </a:rPr>
                <a:t>+</a:t>
              </a:r>
              <a:endParaRPr lang="en-US" altLang="zh-CN" b="0" dirty="0">
                <a:solidFill>
                  <a:schemeClr val="bg1"/>
                </a:solidFill>
                <a:latin typeface="Times New Roman" panose="02020603050405020304" pitchFamily="18" charset="0"/>
                <a:ea typeface="宋体" panose="02010600030101010101" pitchFamily="2" charset="-122"/>
              </a:endParaRPr>
            </a:p>
          </p:txBody>
        </p:sp>
        <p:sp>
          <p:nvSpPr>
            <p:cNvPr id="44069" name="Text Box 97"/>
            <p:cNvSpPr txBox="1"/>
            <p:nvPr/>
          </p:nvSpPr>
          <p:spPr>
            <a:xfrm>
              <a:off x="3677" y="2251"/>
              <a:ext cx="228" cy="327"/>
            </a:xfrm>
            <a:prstGeom prst="rect">
              <a:avLst/>
            </a:prstGeom>
            <a:noFill/>
            <a:ln w="28575">
              <a:noFill/>
            </a:ln>
          </p:spPr>
          <p:txBody>
            <a:bodyPr wrap="none" anchor="ctr" anchorCtr="0">
              <a:spAutoFit/>
            </a:bodyPr>
            <a:p>
              <a:pPr algn="ctr"/>
              <a:r>
                <a:rPr lang="en-US" altLang="zh-CN" b="0" dirty="0">
                  <a:solidFill>
                    <a:schemeClr val="bg1"/>
                  </a:solidFill>
                  <a:latin typeface="Times New Roman" panose="02020603050405020304" pitchFamily="18" charset="0"/>
                  <a:ea typeface="宋体" panose="02010600030101010101" pitchFamily="2" charset="-122"/>
                </a:rPr>
                <a:t>_</a:t>
              </a:r>
              <a:endParaRPr lang="en-US" altLang="zh-CN" b="0" dirty="0">
                <a:solidFill>
                  <a:schemeClr val="bg1"/>
                </a:solidFill>
                <a:latin typeface="Times New Roman" panose="02020603050405020304" pitchFamily="18" charset="0"/>
                <a:ea typeface="宋体" panose="02010600030101010101" pitchFamily="2" charset="-122"/>
              </a:endParaRPr>
            </a:p>
          </p:txBody>
        </p:sp>
        <p:graphicFrame>
          <p:nvGraphicFramePr>
            <p:cNvPr id="44038" name="Object 98"/>
            <p:cNvGraphicFramePr/>
            <p:nvPr/>
          </p:nvGraphicFramePr>
          <p:xfrm>
            <a:off x="4286" y="962"/>
            <a:ext cx="247" cy="328"/>
          </p:xfrm>
          <a:graphic>
            <a:graphicData uri="http://schemas.openxmlformats.org/presentationml/2006/ole">
              <mc:AlternateContent xmlns:mc="http://schemas.openxmlformats.org/markup-compatibility/2006">
                <mc:Choice xmlns:v="urn:schemas-microsoft-com:vml" Requires="v">
                  <p:oleObj spid="_x0000_s3346" name="" r:id="rId8" imgW="203200" imgH="266065" progId="Equation.3">
                    <p:embed/>
                  </p:oleObj>
                </mc:Choice>
                <mc:Fallback>
                  <p:oleObj name="" r:id="rId8" imgW="203200" imgH="266065" progId="Equation.3">
                    <p:embed/>
                    <p:pic>
                      <p:nvPicPr>
                        <p:cNvPr id="0" name="图片 3345"/>
                        <p:cNvPicPr/>
                        <p:nvPr/>
                      </p:nvPicPr>
                      <p:blipFill>
                        <a:blip r:embed="rId9">
                          <a:clrChange>
                            <a:clrFrom>
                              <a:srgbClr val="000000"/>
                            </a:clrFrom>
                            <a:clrTo>
                              <a:srgbClr val="FFFFFF"/>
                            </a:clrTo>
                          </a:clrChange>
                        </a:blip>
                        <a:stretch>
                          <a:fillRect/>
                        </a:stretch>
                      </p:blipFill>
                      <p:spPr>
                        <a:xfrm>
                          <a:off x="4286" y="962"/>
                          <a:ext cx="247" cy="328"/>
                        </a:xfrm>
                        <a:prstGeom prst="rect">
                          <a:avLst/>
                        </a:prstGeom>
                        <a:noFill/>
                        <a:ln w="38100">
                          <a:noFill/>
                          <a:miter/>
                        </a:ln>
                      </p:spPr>
                    </p:pic>
                  </p:oleObj>
                </mc:Fallback>
              </mc:AlternateContent>
            </a:graphicData>
          </a:graphic>
        </p:graphicFrame>
        <p:graphicFrame>
          <p:nvGraphicFramePr>
            <p:cNvPr id="44039" name="Object 99"/>
            <p:cNvGraphicFramePr/>
            <p:nvPr/>
          </p:nvGraphicFramePr>
          <p:xfrm>
            <a:off x="3686" y="1842"/>
            <a:ext cx="247" cy="318"/>
          </p:xfrm>
          <a:graphic>
            <a:graphicData uri="http://schemas.openxmlformats.org/presentationml/2006/ole">
              <mc:AlternateContent xmlns:mc="http://schemas.openxmlformats.org/markup-compatibility/2006">
                <mc:Choice xmlns:v="urn:schemas-microsoft-com:vml" Requires="v">
                  <p:oleObj spid="_x0000_s3343" name="" r:id="rId10" imgW="177800" imgH="227965" progId="Equation.3">
                    <p:embed/>
                  </p:oleObj>
                </mc:Choice>
                <mc:Fallback>
                  <p:oleObj name="" r:id="rId10" imgW="177800" imgH="227965" progId="Equation.3">
                    <p:embed/>
                    <p:pic>
                      <p:nvPicPr>
                        <p:cNvPr id="0" name="图片 3342"/>
                        <p:cNvPicPr/>
                        <p:nvPr/>
                      </p:nvPicPr>
                      <p:blipFill>
                        <a:blip r:embed="rId11">
                          <a:clrChange>
                            <a:clrFrom>
                              <a:srgbClr val="000000"/>
                            </a:clrFrom>
                            <a:clrTo>
                              <a:srgbClr val="FFFFFF"/>
                            </a:clrTo>
                          </a:clrChange>
                        </a:blip>
                        <a:stretch>
                          <a:fillRect/>
                        </a:stretch>
                      </p:blipFill>
                      <p:spPr>
                        <a:xfrm>
                          <a:off x="3686" y="1842"/>
                          <a:ext cx="247" cy="318"/>
                        </a:xfrm>
                        <a:prstGeom prst="rect">
                          <a:avLst/>
                        </a:prstGeom>
                        <a:noFill/>
                        <a:ln w="38100">
                          <a:noFill/>
                          <a:miter/>
                        </a:ln>
                      </p:spPr>
                    </p:pic>
                  </p:oleObj>
                </mc:Fallback>
              </mc:AlternateContent>
            </a:graphicData>
          </a:graphic>
        </p:graphicFrame>
        <p:graphicFrame>
          <p:nvGraphicFramePr>
            <p:cNvPr id="44040" name="Object 100"/>
            <p:cNvGraphicFramePr/>
            <p:nvPr/>
          </p:nvGraphicFramePr>
          <p:xfrm>
            <a:off x="5103" y="1842"/>
            <a:ext cx="269" cy="336"/>
          </p:xfrm>
          <a:graphic>
            <a:graphicData uri="http://schemas.openxmlformats.org/presentationml/2006/ole">
              <mc:AlternateContent xmlns:mc="http://schemas.openxmlformats.org/markup-compatibility/2006">
                <mc:Choice xmlns:v="urn:schemas-microsoft-com:vml" Requires="v">
                  <p:oleObj spid="_x0000_s3345" name="" r:id="rId12" imgW="215900" imgH="266065" progId="Equation.3">
                    <p:embed/>
                  </p:oleObj>
                </mc:Choice>
                <mc:Fallback>
                  <p:oleObj name="" r:id="rId12" imgW="215900" imgH="266065" progId="Equation.3">
                    <p:embed/>
                    <p:pic>
                      <p:nvPicPr>
                        <p:cNvPr id="0" name="图片 3344"/>
                        <p:cNvPicPr/>
                        <p:nvPr/>
                      </p:nvPicPr>
                      <p:blipFill>
                        <a:blip r:embed="rId13">
                          <a:clrChange>
                            <a:clrFrom>
                              <a:srgbClr val="000000"/>
                            </a:clrFrom>
                            <a:clrTo>
                              <a:srgbClr val="FFFFFF"/>
                            </a:clrTo>
                          </a:clrChange>
                        </a:blip>
                        <a:stretch>
                          <a:fillRect/>
                        </a:stretch>
                      </p:blipFill>
                      <p:spPr>
                        <a:xfrm>
                          <a:off x="5103" y="1842"/>
                          <a:ext cx="269" cy="336"/>
                        </a:xfrm>
                        <a:prstGeom prst="rect">
                          <a:avLst/>
                        </a:prstGeom>
                        <a:noFill/>
                        <a:ln w="38100">
                          <a:noFill/>
                          <a:miter/>
                        </a:ln>
                      </p:spPr>
                    </p:pic>
                  </p:oleObj>
                </mc:Fallback>
              </mc:AlternateContent>
            </a:graphicData>
          </a:graphic>
        </p:graphicFrame>
        <p:sp>
          <p:nvSpPr>
            <p:cNvPr id="44070" name="Text Box 101"/>
            <p:cNvSpPr txBox="1"/>
            <p:nvPr/>
          </p:nvSpPr>
          <p:spPr>
            <a:xfrm>
              <a:off x="5057" y="1389"/>
              <a:ext cx="244" cy="327"/>
            </a:xfrm>
            <a:prstGeom prst="rect">
              <a:avLst/>
            </a:prstGeom>
            <a:noFill/>
            <a:ln w="28575">
              <a:noFill/>
            </a:ln>
          </p:spPr>
          <p:txBody>
            <a:bodyPr wrap="none" anchor="ctr" anchorCtr="0">
              <a:spAutoFit/>
            </a:bodyPr>
            <a:p>
              <a:pPr algn="ctr"/>
              <a:r>
                <a:rPr lang="en-US" altLang="zh-CN" b="0" dirty="0">
                  <a:solidFill>
                    <a:schemeClr val="bg1"/>
                  </a:solidFill>
                  <a:latin typeface="Times New Roman" panose="02020603050405020304" pitchFamily="18" charset="0"/>
                  <a:ea typeface="宋体" panose="02010600030101010101" pitchFamily="2" charset="-122"/>
                </a:rPr>
                <a:t>+</a:t>
              </a:r>
              <a:endParaRPr lang="en-US" altLang="zh-CN" b="0" dirty="0">
                <a:solidFill>
                  <a:schemeClr val="bg1"/>
                </a:solidFill>
                <a:latin typeface="Times New Roman" panose="02020603050405020304" pitchFamily="18" charset="0"/>
                <a:ea typeface="宋体" panose="02010600030101010101" pitchFamily="2" charset="-122"/>
              </a:endParaRPr>
            </a:p>
          </p:txBody>
        </p:sp>
        <p:sp>
          <p:nvSpPr>
            <p:cNvPr id="44071" name="Text Box 102"/>
            <p:cNvSpPr txBox="1"/>
            <p:nvPr/>
          </p:nvSpPr>
          <p:spPr>
            <a:xfrm>
              <a:off x="5057" y="2270"/>
              <a:ext cx="228" cy="327"/>
            </a:xfrm>
            <a:prstGeom prst="rect">
              <a:avLst/>
            </a:prstGeom>
            <a:noFill/>
            <a:ln w="28575">
              <a:noFill/>
            </a:ln>
          </p:spPr>
          <p:txBody>
            <a:bodyPr wrap="none" anchor="ctr" anchorCtr="0">
              <a:spAutoFit/>
            </a:bodyPr>
            <a:p>
              <a:pPr algn="ctr"/>
              <a:r>
                <a:rPr lang="en-US" altLang="zh-CN" b="0" dirty="0">
                  <a:solidFill>
                    <a:schemeClr val="bg1"/>
                  </a:solidFill>
                  <a:latin typeface="Times New Roman" panose="02020603050405020304" pitchFamily="18" charset="0"/>
                  <a:ea typeface="宋体" panose="02010600030101010101" pitchFamily="2" charset="-122"/>
                </a:rPr>
                <a:t>_</a:t>
              </a:r>
              <a:endParaRPr lang="en-US" altLang="zh-CN" b="0" dirty="0">
                <a:solidFill>
                  <a:schemeClr val="bg1"/>
                </a:solidFill>
                <a:latin typeface="Times New Roman" panose="02020603050405020304" pitchFamily="18" charset="0"/>
                <a:ea typeface="宋体" panose="02010600030101010101" pitchFamily="2" charset="-122"/>
              </a:endParaRPr>
            </a:p>
          </p:txBody>
        </p:sp>
        <p:sp>
          <p:nvSpPr>
            <p:cNvPr id="44072" name="Text Box 103"/>
            <p:cNvSpPr txBox="1"/>
            <p:nvPr/>
          </p:nvSpPr>
          <p:spPr>
            <a:xfrm>
              <a:off x="3968" y="1026"/>
              <a:ext cx="244" cy="327"/>
            </a:xfrm>
            <a:prstGeom prst="rect">
              <a:avLst/>
            </a:prstGeom>
            <a:noFill/>
            <a:ln w="28575">
              <a:noFill/>
            </a:ln>
          </p:spPr>
          <p:txBody>
            <a:bodyPr wrap="none" anchor="ctr" anchorCtr="0">
              <a:spAutoFit/>
            </a:bodyPr>
            <a:p>
              <a:pPr algn="ctr"/>
              <a:r>
                <a:rPr lang="en-US" altLang="zh-CN" b="0" dirty="0">
                  <a:solidFill>
                    <a:schemeClr val="bg1"/>
                  </a:solidFill>
                  <a:latin typeface="Times New Roman" panose="02020603050405020304" pitchFamily="18" charset="0"/>
                  <a:ea typeface="宋体" panose="02010600030101010101" pitchFamily="2" charset="-122"/>
                </a:rPr>
                <a:t>+</a:t>
              </a:r>
              <a:endParaRPr lang="en-US" altLang="zh-CN" b="0" dirty="0">
                <a:solidFill>
                  <a:schemeClr val="bg1"/>
                </a:solidFill>
                <a:latin typeface="Times New Roman" panose="02020603050405020304" pitchFamily="18" charset="0"/>
                <a:ea typeface="宋体" panose="02010600030101010101" pitchFamily="2" charset="-122"/>
              </a:endParaRPr>
            </a:p>
          </p:txBody>
        </p:sp>
        <p:sp>
          <p:nvSpPr>
            <p:cNvPr id="44073" name="Text Box 104"/>
            <p:cNvSpPr txBox="1"/>
            <p:nvPr/>
          </p:nvSpPr>
          <p:spPr>
            <a:xfrm>
              <a:off x="4558" y="918"/>
              <a:ext cx="228" cy="327"/>
            </a:xfrm>
            <a:prstGeom prst="rect">
              <a:avLst/>
            </a:prstGeom>
            <a:noFill/>
            <a:ln w="28575">
              <a:noFill/>
            </a:ln>
          </p:spPr>
          <p:txBody>
            <a:bodyPr wrap="none" anchor="ctr" anchorCtr="0">
              <a:spAutoFit/>
            </a:bodyPr>
            <a:p>
              <a:pPr algn="ctr"/>
              <a:r>
                <a:rPr lang="en-US" altLang="zh-CN" b="0" dirty="0">
                  <a:solidFill>
                    <a:schemeClr val="bg1"/>
                  </a:solidFill>
                  <a:latin typeface="Times New Roman" panose="02020603050405020304" pitchFamily="18" charset="0"/>
                  <a:ea typeface="宋体" panose="02010600030101010101" pitchFamily="2" charset="-122"/>
                </a:rPr>
                <a:t>_</a:t>
              </a:r>
              <a:endParaRPr lang="en-US" altLang="zh-CN" b="0" dirty="0">
                <a:solidFill>
                  <a:schemeClr val="bg1"/>
                </a:solidFill>
                <a:latin typeface="Times New Roman" panose="02020603050405020304" pitchFamily="18" charset="0"/>
                <a:ea typeface="宋体" panose="02010600030101010101" pitchFamily="2" charset="-122"/>
              </a:endParaRPr>
            </a:p>
          </p:txBody>
        </p:sp>
        <p:sp>
          <p:nvSpPr>
            <p:cNvPr id="44074" name="Oval 105"/>
            <p:cNvSpPr/>
            <p:nvPr/>
          </p:nvSpPr>
          <p:spPr>
            <a:xfrm>
              <a:off x="3642" y="2623"/>
              <a:ext cx="68" cy="68"/>
            </a:xfrm>
            <a:prstGeom prst="ellipse">
              <a:avLst/>
            </a:prstGeom>
            <a:noFill/>
            <a:ln w="28575" cap="flat" cmpd="sng">
              <a:solidFill>
                <a:srgbClr val="FFCC00"/>
              </a:solidFill>
              <a:prstDash val="solid"/>
              <a:headEnd type="none" w="med" len="med"/>
              <a:tailEnd type="none" w="med" len="med"/>
            </a:ln>
          </p:spPr>
          <p:txBody>
            <a:bodyPr wrap="none" anchor="ctr" anchorCtr="0"/>
            <a:p>
              <a:endParaRPr lang="zh-CN" altLang="en-US" dirty="0">
                <a:latin typeface="楷体_GB2312" pitchFamily="49" charset="-122"/>
              </a:endParaRPr>
            </a:p>
          </p:txBody>
        </p:sp>
        <p:sp>
          <p:nvSpPr>
            <p:cNvPr id="44075" name="Oval 106"/>
            <p:cNvSpPr/>
            <p:nvPr/>
          </p:nvSpPr>
          <p:spPr>
            <a:xfrm>
              <a:off x="3719" y="1321"/>
              <a:ext cx="68" cy="68"/>
            </a:xfrm>
            <a:prstGeom prst="ellipse">
              <a:avLst/>
            </a:prstGeom>
            <a:noFill/>
            <a:ln w="28575" cap="flat" cmpd="sng">
              <a:solidFill>
                <a:srgbClr val="FFCC00"/>
              </a:solidFill>
              <a:prstDash val="solid"/>
              <a:headEnd type="none" w="med" len="med"/>
              <a:tailEnd type="none" w="med" len="med"/>
            </a:ln>
          </p:spPr>
          <p:txBody>
            <a:bodyPr wrap="none" anchor="ctr" anchorCtr="0"/>
            <a:p>
              <a:endParaRPr lang="zh-CN" altLang="en-US" dirty="0">
                <a:latin typeface="楷体_GB2312" pitchFamily="49" charset="-122"/>
              </a:endParaRPr>
            </a:p>
          </p:txBody>
        </p:sp>
        <p:sp>
          <p:nvSpPr>
            <p:cNvPr id="44076" name="Line 107"/>
            <p:cNvSpPr/>
            <p:nvPr/>
          </p:nvSpPr>
          <p:spPr>
            <a:xfrm>
              <a:off x="3787" y="1344"/>
              <a:ext cx="240" cy="0"/>
            </a:xfrm>
            <a:prstGeom prst="line">
              <a:avLst/>
            </a:prstGeom>
            <a:ln w="28575" cap="flat" cmpd="sng">
              <a:solidFill>
                <a:srgbClr val="66FFFF"/>
              </a:solidFill>
              <a:prstDash val="solid"/>
              <a:headEnd type="none" w="med" len="med"/>
              <a:tailEnd type="triangle" w="med" len="med"/>
            </a:ln>
          </p:spPr>
        </p:sp>
        <p:graphicFrame>
          <p:nvGraphicFramePr>
            <p:cNvPr id="44041" name="Object 108"/>
            <p:cNvGraphicFramePr/>
            <p:nvPr/>
          </p:nvGraphicFramePr>
          <p:xfrm>
            <a:off x="3814" y="943"/>
            <a:ext cx="154" cy="388"/>
          </p:xfrm>
          <a:graphic>
            <a:graphicData uri="http://schemas.openxmlformats.org/presentationml/2006/ole">
              <mc:AlternateContent xmlns:mc="http://schemas.openxmlformats.org/markup-compatibility/2006">
                <mc:Choice xmlns:v="urn:schemas-microsoft-com:vml" Requires="v">
                  <p:oleObj spid="_x0000_s3342" name="" r:id="rId14" imgW="127000" imgH="316865" progId="Equation.3">
                    <p:embed/>
                  </p:oleObj>
                </mc:Choice>
                <mc:Fallback>
                  <p:oleObj name="" r:id="rId14" imgW="127000" imgH="316865" progId="Equation.3">
                    <p:embed/>
                    <p:pic>
                      <p:nvPicPr>
                        <p:cNvPr id="0" name="图片 3341"/>
                        <p:cNvPicPr/>
                        <p:nvPr/>
                      </p:nvPicPr>
                      <p:blipFill>
                        <a:blip r:embed="rId15">
                          <a:clrChange>
                            <a:clrFrom>
                              <a:srgbClr val="000000"/>
                            </a:clrFrom>
                            <a:clrTo>
                              <a:srgbClr val="FFFFFF"/>
                            </a:clrTo>
                          </a:clrChange>
                        </a:blip>
                        <a:stretch>
                          <a:fillRect/>
                        </a:stretch>
                      </p:blipFill>
                      <p:spPr>
                        <a:xfrm>
                          <a:off x="3814" y="943"/>
                          <a:ext cx="154" cy="388"/>
                        </a:xfrm>
                        <a:prstGeom prst="rect">
                          <a:avLst/>
                        </a:prstGeom>
                        <a:noFill/>
                        <a:ln w="38100">
                          <a:noFill/>
                          <a:miter/>
                        </a:ln>
                      </p:spPr>
                    </p:pic>
                  </p:oleObj>
                </mc:Fallback>
              </mc:AlternateContent>
            </a:graphicData>
          </a:graphic>
        </p:graphicFrame>
        <p:sp>
          <p:nvSpPr>
            <p:cNvPr id="44077" name="Rectangle 109"/>
            <p:cNvSpPr/>
            <p:nvPr/>
          </p:nvSpPr>
          <p:spPr>
            <a:xfrm>
              <a:off x="4195" y="1280"/>
              <a:ext cx="317" cy="136"/>
            </a:xfrm>
            <a:prstGeom prst="rect">
              <a:avLst/>
            </a:prstGeom>
            <a:gradFill rotWithShape="1">
              <a:gsLst>
                <a:gs pos="0">
                  <a:srgbClr val="764700"/>
                </a:gs>
                <a:gs pos="50000">
                  <a:srgbClr val="FF9900"/>
                </a:gs>
                <a:gs pos="100000">
                  <a:srgbClr val="764700"/>
                </a:gs>
              </a:gsLst>
              <a:lin ang="5400000" scaled="1"/>
              <a:tileRect/>
            </a:gradFill>
            <a:ln w="28575">
              <a:noFill/>
            </a:ln>
          </p:spPr>
          <p:txBody>
            <a:bodyPr wrap="none" anchor="ctr" anchorCtr="0"/>
            <a:p>
              <a:endParaRPr lang="zh-CN" altLang="en-US" dirty="0">
                <a:latin typeface="楷体_GB2312" pitchFamily="49" charset="-122"/>
              </a:endParaRPr>
            </a:p>
          </p:txBody>
        </p:sp>
        <p:sp>
          <p:nvSpPr>
            <p:cNvPr id="44078" name="Rectangle 110"/>
            <p:cNvSpPr/>
            <p:nvPr/>
          </p:nvSpPr>
          <p:spPr>
            <a:xfrm>
              <a:off x="4767" y="1570"/>
              <a:ext cx="127" cy="318"/>
            </a:xfrm>
            <a:prstGeom prst="rect">
              <a:avLst/>
            </a:prstGeom>
            <a:gradFill rotWithShape="1">
              <a:gsLst>
                <a:gs pos="0">
                  <a:srgbClr val="764700"/>
                </a:gs>
                <a:gs pos="50000">
                  <a:srgbClr val="FF9900"/>
                </a:gs>
                <a:gs pos="100000">
                  <a:srgbClr val="764700"/>
                </a:gs>
              </a:gsLst>
              <a:lin ang="0" scaled="1"/>
              <a:tileRect/>
            </a:gradFill>
            <a:ln w="28575">
              <a:noFill/>
            </a:ln>
          </p:spPr>
          <p:txBody>
            <a:bodyPr wrap="none" anchor="ctr" anchorCtr="0"/>
            <a:p>
              <a:endParaRPr lang="zh-CN" altLang="en-US" dirty="0">
                <a:latin typeface="楷体_GB2312" pitchFamily="49" charset="-122"/>
              </a:endParaRPr>
            </a:p>
          </p:txBody>
        </p:sp>
        <p:grpSp>
          <p:nvGrpSpPr>
            <p:cNvPr id="44079" name="Group 111"/>
            <p:cNvGrpSpPr/>
            <p:nvPr/>
          </p:nvGrpSpPr>
          <p:grpSpPr>
            <a:xfrm rot="10800000">
              <a:off x="4830" y="2069"/>
              <a:ext cx="90" cy="363"/>
              <a:chOff x="1565" y="2614"/>
              <a:chExt cx="90" cy="486"/>
            </a:xfrm>
          </p:grpSpPr>
          <p:sp>
            <p:nvSpPr>
              <p:cNvPr id="44080" name="Arc 112"/>
              <p:cNvSpPr/>
              <p:nvPr/>
            </p:nvSpPr>
            <p:spPr>
              <a:xfrm flipH="1" flipV="1">
                <a:off x="1565" y="2860"/>
                <a:ext cx="90" cy="116"/>
              </a:xfrm>
              <a:custGeom>
                <a:avLst/>
                <a:gdLst>
                  <a:gd name="txL" fmla="*/ 0 w 22723"/>
                  <a:gd name="txT" fmla="*/ 0 h 43200"/>
                  <a:gd name="txR" fmla="*/ 22723 w 22723"/>
                  <a:gd name="txB" fmla="*/ 43200 h 43200"/>
                </a:gdLst>
                <a:ahLst/>
                <a:cxnLst>
                  <a:cxn ang="0">
                    <a:pos x="1122" y="0"/>
                  </a:cxn>
                  <a:cxn ang="0">
                    <a:pos x="22723" y="21600"/>
                  </a:cxn>
                  <a:cxn ang="0">
                    <a:pos x="1123" y="43200"/>
                  </a:cxn>
                  <a:cxn ang="0">
                    <a:pos x="0" y="43170"/>
                  </a:cxn>
                  <a:cxn ang="0">
                    <a:pos x="1122" y="0"/>
                  </a:cxn>
                  <a:cxn ang="0">
                    <a:pos x="22723" y="21600"/>
                  </a:cxn>
                  <a:cxn ang="0">
                    <a:pos x="1123" y="43200"/>
                  </a:cxn>
                  <a:cxn ang="0">
                    <a:pos x="0" y="43170"/>
                  </a:cxn>
                  <a:cxn ang="0">
                    <a:pos x="1123" y="21600"/>
                  </a:cxn>
                </a:cxnLst>
                <a:rect l="txL" t="txT" r="txR" b="txB"/>
                <a:pathLst>
                  <a:path w="22723" h="43200" fill="none">
                    <a:moveTo>
                      <a:pt x="1122" y="0"/>
                    </a:moveTo>
                    <a:cubicBezTo>
                      <a:pt x="13052" y="0"/>
                      <a:pt x="22723" y="9670"/>
                      <a:pt x="22723" y="21600"/>
                    </a:cubicBezTo>
                    <a:cubicBezTo>
                      <a:pt x="22723" y="33529"/>
                      <a:pt x="13052" y="43200"/>
                      <a:pt x="1123" y="43200"/>
                    </a:cubicBezTo>
                    <a:cubicBezTo>
                      <a:pt x="748" y="43200"/>
                      <a:pt x="374" y="43190"/>
                      <a:pt x="0" y="43170"/>
                    </a:cubicBezTo>
                  </a:path>
                  <a:path w="22723" h="43200" stroke="0">
                    <a:moveTo>
                      <a:pt x="1122" y="0"/>
                    </a:moveTo>
                    <a:cubicBezTo>
                      <a:pt x="13052" y="0"/>
                      <a:pt x="22723" y="9670"/>
                      <a:pt x="22723" y="21600"/>
                    </a:cubicBezTo>
                    <a:cubicBezTo>
                      <a:pt x="22723" y="33529"/>
                      <a:pt x="13052" y="43200"/>
                      <a:pt x="1123" y="43200"/>
                    </a:cubicBezTo>
                    <a:cubicBezTo>
                      <a:pt x="748" y="43200"/>
                      <a:pt x="374" y="43190"/>
                      <a:pt x="0" y="43170"/>
                    </a:cubicBezTo>
                    <a:lnTo>
                      <a:pt x="1123" y="21600"/>
                    </a:lnTo>
                    <a:close/>
                  </a:path>
                </a:pathLst>
              </a:custGeom>
              <a:noFill/>
              <a:ln w="28575" cap="flat" cmpd="sng">
                <a:solidFill>
                  <a:srgbClr val="FF9900"/>
                </a:solidFill>
                <a:prstDash val="solid"/>
                <a:round/>
                <a:headEnd type="none" w="med" len="med"/>
                <a:tailEnd type="none" w="med" len="med"/>
              </a:ln>
            </p:spPr>
            <p:txBody>
              <a:bodyPr wrap="none" anchor="ctr" anchorCtr="0"/>
              <a:p>
                <a:endParaRPr lang="zh-CN" altLang="en-US" dirty="0">
                  <a:latin typeface="楷体_GB2312" pitchFamily="49" charset="-122"/>
                </a:endParaRPr>
              </a:p>
            </p:txBody>
          </p:sp>
          <p:sp>
            <p:nvSpPr>
              <p:cNvPr id="44081" name="Arc 113"/>
              <p:cNvSpPr/>
              <p:nvPr/>
            </p:nvSpPr>
            <p:spPr>
              <a:xfrm flipH="1" flipV="1">
                <a:off x="1565" y="2737"/>
                <a:ext cx="90" cy="116"/>
              </a:xfrm>
              <a:custGeom>
                <a:avLst/>
                <a:gdLst>
                  <a:gd name="txL" fmla="*/ 0 w 22723"/>
                  <a:gd name="txT" fmla="*/ 0 h 43200"/>
                  <a:gd name="txR" fmla="*/ 22723 w 22723"/>
                  <a:gd name="txB" fmla="*/ 43200 h 43200"/>
                </a:gdLst>
                <a:ahLst/>
                <a:cxnLst>
                  <a:cxn ang="0">
                    <a:pos x="1122" y="0"/>
                  </a:cxn>
                  <a:cxn ang="0">
                    <a:pos x="22723" y="21600"/>
                  </a:cxn>
                  <a:cxn ang="0">
                    <a:pos x="1123" y="43200"/>
                  </a:cxn>
                  <a:cxn ang="0">
                    <a:pos x="0" y="43170"/>
                  </a:cxn>
                  <a:cxn ang="0">
                    <a:pos x="1122" y="0"/>
                  </a:cxn>
                  <a:cxn ang="0">
                    <a:pos x="22723" y="21600"/>
                  </a:cxn>
                  <a:cxn ang="0">
                    <a:pos x="1123" y="43200"/>
                  </a:cxn>
                  <a:cxn ang="0">
                    <a:pos x="0" y="43170"/>
                  </a:cxn>
                  <a:cxn ang="0">
                    <a:pos x="1123" y="21600"/>
                  </a:cxn>
                </a:cxnLst>
                <a:rect l="txL" t="txT" r="txR" b="txB"/>
                <a:pathLst>
                  <a:path w="22723" h="43200" fill="none">
                    <a:moveTo>
                      <a:pt x="1122" y="0"/>
                    </a:moveTo>
                    <a:cubicBezTo>
                      <a:pt x="13052" y="0"/>
                      <a:pt x="22723" y="9670"/>
                      <a:pt x="22723" y="21600"/>
                    </a:cubicBezTo>
                    <a:cubicBezTo>
                      <a:pt x="22723" y="33529"/>
                      <a:pt x="13052" y="43200"/>
                      <a:pt x="1123" y="43200"/>
                    </a:cubicBezTo>
                    <a:cubicBezTo>
                      <a:pt x="748" y="43200"/>
                      <a:pt x="374" y="43190"/>
                      <a:pt x="0" y="43170"/>
                    </a:cubicBezTo>
                  </a:path>
                  <a:path w="22723" h="43200" stroke="0">
                    <a:moveTo>
                      <a:pt x="1122" y="0"/>
                    </a:moveTo>
                    <a:cubicBezTo>
                      <a:pt x="13052" y="0"/>
                      <a:pt x="22723" y="9670"/>
                      <a:pt x="22723" y="21600"/>
                    </a:cubicBezTo>
                    <a:cubicBezTo>
                      <a:pt x="22723" y="33529"/>
                      <a:pt x="13052" y="43200"/>
                      <a:pt x="1123" y="43200"/>
                    </a:cubicBezTo>
                    <a:cubicBezTo>
                      <a:pt x="748" y="43200"/>
                      <a:pt x="374" y="43190"/>
                      <a:pt x="0" y="43170"/>
                    </a:cubicBezTo>
                    <a:lnTo>
                      <a:pt x="1123" y="21600"/>
                    </a:lnTo>
                    <a:close/>
                  </a:path>
                </a:pathLst>
              </a:custGeom>
              <a:noFill/>
              <a:ln w="28575" cap="flat" cmpd="sng">
                <a:solidFill>
                  <a:srgbClr val="FF9900"/>
                </a:solidFill>
                <a:prstDash val="solid"/>
                <a:round/>
                <a:headEnd type="none" w="med" len="med"/>
                <a:tailEnd type="none" w="med" len="med"/>
              </a:ln>
            </p:spPr>
            <p:txBody>
              <a:bodyPr wrap="none" anchor="ctr" anchorCtr="0"/>
              <a:p>
                <a:endParaRPr lang="zh-CN" altLang="en-US" dirty="0">
                  <a:latin typeface="楷体_GB2312" pitchFamily="49" charset="-122"/>
                </a:endParaRPr>
              </a:p>
            </p:txBody>
          </p:sp>
          <p:sp>
            <p:nvSpPr>
              <p:cNvPr id="44082" name="Arc 114"/>
              <p:cNvSpPr/>
              <p:nvPr/>
            </p:nvSpPr>
            <p:spPr>
              <a:xfrm flipH="1" flipV="1">
                <a:off x="1565" y="2614"/>
                <a:ext cx="90" cy="116"/>
              </a:xfrm>
              <a:custGeom>
                <a:avLst/>
                <a:gdLst>
                  <a:gd name="txL" fmla="*/ 0 w 22723"/>
                  <a:gd name="txT" fmla="*/ 0 h 43200"/>
                  <a:gd name="txR" fmla="*/ 22723 w 22723"/>
                  <a:gd name="txB" fmla="*/ 43200 h 43200"/>
                </a:gdLst>
                <a:ahLst/>
                <a:cxnLst>
                  <a:cxn ang="0">
                    <a:pos x="1122" y="0"/>
                  </a:cxn>
                  <a:cxn ang="0">
                    <a:pos x="22723" y="21600"/>
                  </a:cxn>
                  <a:cxn ang="0">
                    <a:pos x="1123" y="43200"/>
                  </a:cxn>
                  <a:cxn ang="0">
                    <a:pos x="0" y="43170"/>
                  </a:cxn>
                  <a:cxn ang="0">
                    <a:pos x="1122" y="0"/>
                  </a:cxn>
                  <a:cxn ang="0">
                    <a:pos x="22723" y="21600"/>
                  </a:cxn>
                  <a:cxn ang="0">
                    <a:pos x="1123" y="43200"/>
                  </a:cxn>
                  <a:cxn ang="0">
                    <a:pos x="0" y="43170"/>
                  </a:cxn>
                  <a:cxn ang="0">
                    <a:pos x="1123" y="21600"/>
                  </a:cxn>
                </a:cxnLst>
                <a:rect l="txL" t="txT" r="txR" b="txB"/>
                <a:pathLst>
                  <a:path w="22723" h="43200" fill="none">
                    <a:moveTo>
                      <a:pt x="1122" y="0"/>
                    </a:moveTo>
                    <a:cubicBezTo>
                      <a:pt x="13052" y="0"/>
                      <a:pt x="22723" y="9670"/>
                      <a:pt x="22723" y="21600"/>
                    </a:cubicBezTo>
                    <a:cubicBezTo>
                      <a:pt x="22723" y="33529"/>
                      <a:pt x="13052" y="43200"/>
                      <a:pt x="1123" y="43200"/>
                    </a:cubicBezTo>
                    <a:cubicBezTo>
                      <a:pt x="748" y="43200"/>
                      <a:pt x="374" y="43190"/>
                      <a:pt x="0" y="43170"/>
                    </a:cubicBezTo>
                  </a:path>
                  <a:path w="22723" h="43200" stroke="0">
                    <a:moveTo>
                      <a:pt x="1122" y="0"/>
                    </a:moveTo>
                    <a:cubicBezTo>
                      <a:pt x="13052" y="0"/>
                      <a:pt x="22723" y="9670"/>
                      <a:pt x="22723" y="21600"/>
                    </a:cubicBezTo>
                    <a:cubicBezTo>
                      <a:pt x="22723" y="33529"/>
                      <a:pt x="13052" y="43200"/>
                      <a:pt x="1123" y="43200"/>
                    </a:cubicBezTo>
                    <a:cubicBezTo>
                      <a:pt x="748" y="43200"/>
                      <a:pt x="374" y="43190"/>
                      <a:pt x="0" y="43170"/>
                    </a:cubicBezTo>
                    <a:lnTo>
                      <a:pt x="1123" y="21600"/>
                    </a:lnTo>
                    <a:close/>
                  </a:path>
                </a:pathLst>
              </a:custGeom>
              <a:noFill/>
              <a:ln w="28575" cap="flat" cmpd="sng">
                <a:solidFill>
                  <a:srgbClr val="FF9900"/>
                </a:solidFill>
                <a:prstDash val="solid"/>
                <a:round/>
                <a:headEnd type="none" w="med" len="med"/>
                <a:tailEnd type="none" w="med" len="med"/>
              </a:ln>
            </p:spPr>
            <p:txBody>
              <a:bodyPr wrap="none" anchor="ctr" anchorCtr="0"/>
              <a:p>
                <a:endParaRPr lang="zh-CN" altLang="en-US" dirty="0">
                  <a:latin typeface="楷体_GB2312" pitchFamily="49" charset="-122"/>
                </a:endParaRPr>
              </a:p>
            </p:txBody>
          </p:sp>
          <p:sp>
            <p:nvSpPr>
              <p:cNvPr id="44083" name="Arc 115"/>
              <p:cNvSpPr/>
              <p:nvPr/>
            </p:nvSpPr>
            <p:spPr>
              <a:xfrm flipH="1" flipV="1">
                <a:off x="1565" y="2984"/>
                <a:ext cx="90" cy="116"/>
              </a:xfrm>
              <a:custGeom>
                <a:avLst/>
                <a:gdLst>
                  <a:gd name="txL" fmla="*/ 0 w 22723"/>
                  <a:gd name="txT" fmla="*/ 0 h 43200"/>
                  <a:gd name="txR" fmla="*/ 22723 w 22723"/>
                  <a:gd name="txB" fmla="*/ 43200 h 43200"/>
                </a:gdLst>
                <a:ahLst/>
                <a:cxnLst>
                  <a:cxn ang="0">
                    <a:pos x="1122" y="0"/>
                  </a:cxn>
                  <a:cxn ang="0">
                    <a:pos x="22723" y="21600"/>
                  </a:cxn>
                  <a:cxn ang="0">
                    <a:pos x="1123" y="43200"/>
                  </a:cxn>
                  <a:cxn ang="0">
                    <a:pos x="0" y="43170"/>
                  </a:cxn>
                  <a:cxn ang="0">
                    <a:pos x="1122" y="0"/>
                  </a:cxn>
                  <a:cxn ang="0">
                    <a:pos x="22723" y="21600"/>
                  </a:cxn>
                  <a:cxn ang="0">
                    <a:pos x="1123" y="43200"/>
                  </a:cxn>
                  <a:cxn ang="0">
                    <a:pos x="0" y="43170"/>
                  </a:cxn>
                  <a:cxn ang="0">
                    <a:pos x="1123" y="21600"/>
                  </a:cxn>
                </a:cxnLst>
                <a:rect l="txL" t="txT" r="txR" b="txB"/>
                <a:pathLst>
                  <a:path w="22723" h="43200" fill="none">
                    <a:moveTo>
                      <a:pt x="1122" y="0"/>
                    </a:moveTo>
                    <a:cubicBezTo>
                      <a:pt x="13052" y="0"/>
                      <a:pt x="22723" y="9670"/>
                      <a:pt x="22723" y="21600"/>
                    </a:cubicBezTo>
                    <a:cubicBezTo>
                      <a:pt x="22723" y="33529"/>
                      <a:pt x="13052" y="43200"/>
                      <a:pt x="1123" y="43200"/>
                    </a:cubicBezTo>
                    <a:cubicBezTo>
                      <a:pt x="748" y="43200"/>
                      <a:pt x="374" y="43190"/>
                      <a:pt x="0" y="43170"/>
                    </a:cubicBezTo>
                  </a:path>
                  <a:path w="22723" h="43200" stroke="0">
                    <a:moveTo>
                      <a:pt x="1122" y="0"/>
                    </a:moveTo>
                    <a:cubicBezTo>
                      <a:pt x="13052" y="0"/>
                      <a:pt x="22723" y="9670"/>
                      <a:pt x="22723" y="21600"/>
                    </a:cubicBezTo>
                    <a:cubicBezTo>
                      <a:pt x="22723" y="33529"/>
                      <a:pt x="13052" y="43200"/>
                      <a:pt x="1123" y="43200"/>
                    </a:cubicBezTo>
                    <a:cubicBezTo>
                      <a:pt x="748" y="43200"/>
                      <a:pt x="374" y="43190"/>
                      <a:pt x="0" y="43170"/>
                    </a:cubicBezTo>
                    <a:lnTo>
                      <a:pt x="1123" y="21600"/>
                    </a:lnTo>
                    <a:close/>
                  </a:path>
                </a:pathLst>
              </a:custGeom>
              <a:noFill/>
              <a:ln w="28575" cap="flat" cmpd="sng">
                <a:solidFill>
                  <a:srgbClr val="FF9900"/>
                </a:solidFill>
                <a:prstDash val="solid"/>
                <a:round/>
                <a:headEnd type="none" w="med" len="med"/>
                <a:tailEnd type="none" w="med" len="med"/>
              </a:ln>
            </p:spPr>
            <p:txBody>
              <a:bodyPr wrap="none" anchor="ctr" anchorCtr="0"/>
              <a:p>
                <a:endParaRPr lang="zh-CN" altLang="en-US" dirty="0">
                  <a:latin typeface="楷体_GB2312" pitchFamily="49" charset="-122"/>
                </a:endParaRPr>
              </a:p>
            </p:txBody>
          </p:sp>
        </p:grpSp>
      </p:grpSp>
      <p:grpSp>
        <p:nvGrpSpPr>
          <p:cNvPr id="7" name="Group 133"/>
          <p:cNvGrpSpPr/>
          <p:nvPr/>
        </p:nvGrpSpPr>
        <p:grpSpPr>
          <a:xfrm>
            <a:off x="1762125" y="1152525"/>
            <a:ext cx="5259388" cy="517525"/>
            <a:chOff x="1110" y="726"/>
            <a:chExt cx="3313" cy="326"/>
          </a:xfrm>
        </p:grpSpPr>
        <p:graphicFrame>
          <p:nvGraphicFramePr>
            <p:cNvPr id="44037" name="Object 3"/>
            <p:cNvGraphicFramePr/>
            <p:nvPr/>
          </p:nvGraphicFramePr>
          <p:xfrm>
            <a:off x="1110" y="726"/>
            <a:ext cx="3308" cy="326"/>
          </p:xfrm>
          <a:graphic>
            <a:graphicData uri="http://schemas.openxmlformats.org/presentationml/2006/ole">
              <mc:AlternateContent xmlns:mc="http://schemas.openxmlformats.org/markup-compatibility/2006">
                <mc:Choice xmlns:v="urn:schemas-microsoft-com:vml" Requires="v">
                  <p:oleObj spid="_x0000_s3344" name="" r:id="rId16" imgW="2449830" imgH="241300" progId="Equation.DSMT4">
                    <p:embed/>
                  </p:oleObj>
                </mc:Choice>
                <mc:Fallback>
                  <p:oleObj name="" r:id="rId16" imgW="2449830" imgH="241300" progId="Equation.DSMT4">
                    <p:embed/>
                    <p:pic>
                      <p:nvPicPr>
                        <p:cNvPr id="0" name="图片 3343"/>
                        <p:cNvPicPr/>
                        <p:nvPr/>
                      </p:nvPicPr>
                      <p:blipFill>
                        <a:blip r:embed="rId17">
                          <a:clrChange>
                            <a:clrFrom>
                              <a:srgbClr val="000000"/>
                            </a:clrFrom>
                            <a:clrTo>
                              <a:srgbClr val="FFFFFF"/>
                            </a:clrTo>
                          </a:clrChange>
                        </a:blip>
                        <a:stretch>
                          <a:fillRect/>
                        </a:stretch>
                      </p:blipFill>
                      <p:spPr>
                        <a:xfrm>
                          <a:off x="1110" y="726"/>
                          <a:ext cx="3308" cy="326"/>
                        </a:xfrm>
                        <a:prstGeom prst="rect">
                          <a:avLst/>
                        </a:prstGeom>
                        <a:noFill/>
                        <a:ln w="38100">
                          <a:noFill/>
                          <a:miter/>
                        </a:ln>
                      </p:spPr>
                    </p:pic>
                  </p:oleObj>
                </mc:Fallback>
              </mc:AlternateContent>
            </a:graphicData>
          </a:graphic>
        </p:graphicFrame>
        <p:grpSp>
          <p:nvGrpSpPr>
            <p:cNvPr id="44051" name="Group 116"/>
            <p:cNvGrpSpPr/>
            <p:nvPr/>
          </p:nvGrpSpPr>
          <p:grpSpPr>
            <a:xfrm>
              <a:off x="2699" y="754"/>
              <a:ext cx="273" cy="227"/>
              <a:chOff x="1156" y="1842"/>
              <a:chExt cx="273" cy="227"/>
            </a:xfrm>
          </p:grpSpPr>
          <p:sp>
            <p:nvSpPr>
              <p:cNvPr id="44058" name="Line 117"/>
              <p:cNvSpPr/>
              <p:nvPr/>
            </p:nvSpPr>
            <p:spPr>
              <a:xfrm flipH="1">
                <a:off x="1156" y="1842"/>
                <a:ext cx="91" cy="227"/>
              </a:xfrm>
              <a:prstGeom prst="line">
                <a:avLst/>
              </a:prstGeom>
              <a:ln w="19050" cap="flat" cmpd="sng">
                <a:solidFill>
                  <a:schemeClr val="bg1"/>
                </a:solidFill>
                <a:prstDash val="solid"/>
                <a:headEnd type="none" w="med" len="med"/>
                <a:tailEnd type="none" w="med" len="med"/>
              </a:ln>
            </p:spPr>
          </p:sp>
          <p:sp>
            <p:nvSpPr>
              <p:cNvPr id="44059" name="Line 118"/>
              <p:cNvSpPr/>
              <p:nvPr/>
            </p:nvSpPr>
            <p:spPr>
              <a:xfrm>
                <a:off x="1156" y="2069"/>
                <a:ext cx="273" cy="0"/>
              </a:xfrm>
              <a:prstGeom prst="line">
                <a:avLst/>
              </a:prstGeom>
              <a:ln w="19050" cap="flat" cmpd="sng">
                <a:solidFill>
                  <a:schemeClr val="bg1"/>
                </a:solidFill>
                <a:prstDash val="solid"/>
                <a:headEnd type="none" w="med" len="med"/>
                <a:tailEnd type="none" w="med" len="med"/>
              </a:ln>
            </p:spPr>
          </p:sp>
        </p:grpSp>
        <p:grpSp>
          <p:nvGrpSpPr>
            <p:cNvPr id="44052" name="Group 127"/>
            <p:cNvGrpSpPr/>
            <p:nvPr/>
          </p:nvGrpSpPr>
          <p:grpSpPr>
            <a:xfrm>
              <a:off x="3379" y="754"/>
              <a:ext cx="273" cy="227"/>
              <a:chOff x="1156" y="1842"/>
              <a:chExt cx="273" cy="227"/>
            </a:xfrm>
          </p:grpSpPr>
          <p:sp>
            <p:nvSpPr>
              <p:cNvPr id="44056" name="Line 128"/>
              <p:cNvSpPr/>
              <p:nvPr/>
            </p:nvSpPr>
            <p:spPr>
              <a:xfrm flipH="1">
                <a:off x="1156" y="1842"/>
                <a:ext cx="91" cy="227"/>
              </a:xfrm>
              <a:prstGeom prst="line">
                <a:avLst/>
              </a:prstGeom>
              <a:ln w="19050" cap="flat" cmpd="sng">
                <a:solidFill>
                  <a:schemeClr val="bg1"/>
                </a:solidFill>
                <a:prstDash val="solid"/>
                <a:headEnd type="none" w="med" len="med"/>
                <a:tailEnd type="none" w="med" len="med"/>
              </a:ln>
            </p:spPr>
          </p:sp>
          <p:sp>
            <p:nvSpPr>
              <p:cNvPr id="44057" name="Line 129"/>
              <p:cNvSpPr/>
              <p:nvPr/>
            </p:nvSpPr>
            <p:spPr>
              <a:xfrm>
                <a:off x="1156" y="2069"/>
                <a:ext cx="273" cy="0"/>
              </a:xfrm>
              <a:prstGeom prst="line">
                <a:avLst/>
              </a:prstGeom>
              <a:ln w="19050" cap="flat" cmpd="sng">
                <a:solidFill>
                  <a:schemeClr val="bg1"/>
                </a:solidFill>
                <a:prstDash val="solid"/>
                <a:headEnd type="none" w="med" len="med"/>
                <a:tailEnd type="none" w="med" len="med"/>
              </a:ln>
            </p:spPr>
          </p:sp>
        </p:grpSp>
        <p:grpSp>
          <p:nvGrpSpPr>
            <p:cNvPr id="44053" name="Group 130"/>
            <p:cNvGrpSpPr/>
            <p:nvPr/>
          </p:nvGrpSpPr>
          <p:grpSpPr>
            <a:xfrm>
              <a:off x="4150" y="754"/>
              <a:ext cx="273" cy="227"/>
              <a:chOff x="1156" y="1842"/>
              <a:chExt cx="273" cy="227"/>
            </a:xfrm>
          </p:grpSpPr>
          <p:sp>
            <p:nvSpPr>
              <p:cNvPr id="44054" name="Line 131"/>
              <p:cNvSpPr/>
              <p:nvPr/>
            </p:nvSpPr>
            <p:spPr>
              <a:xfrm flipH="1">
                <a:off x="1156" y="1842"/>
                <a:ext cx="91" cy="227"/>
              </a:xfrm>
              <a:prstGeom prst="line">
                <a:avLst/>
              </a:prstGeom>
              <a:ln w="19050" cap="flat" cmpd="sng">
                <a:solidFill>
                  <a:schemeClr val="bg1"/>
                </a:solidFill>
                <a:prstDash val="solid"/>
                <a:headEnd type="none" w="med" len="med"/>
                <a:tailEnd type="none" w="med" len="med"/>
              </a:ln>
            </p:spPr>
          </p:sp>
          <p:sp>
            <p:nvSpPr>
              <p:cNvPr id="44055" name="Line 132"/>
              <p:cNvSpPr/>
              <p:nvPr/>
            </p:nvSpPr>
            <p:spPr>
              <a:xfrm>
                <a:off x="1156" y="2069"/>
                <a:ext cx="273" cy="0"/>
              </a:xfrm>
              <a:prstGeom prst="line">
                <a:avLst/>
              </a:prstGeom>
              <a:ln w="19050" cap="flat" cmpd="sng">
                <a:solidFill>
                  <a:schemeClr val="bg1"/>
                </a:solidFill>
                <a:prstDash val="solid"/>
                <a:headEnd type="none" w="med" len="med"/>
                <a:tailEnd type="none" w="med" len="med"/>
              </a:ln>
            </p:spPr>
          </p:sp>
        </p:gr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5" presetClass="entr" presetSubtype="0" fill="hold" grpId="0" nodeType="afterEffect">
                                  <p:stCondLst>
                                    <p:cond delay="0"/>
                                  </p:stCondLst>
                                  <p:childTnLst>
                                    <p:set>
                                      <p:cBhvr>
                                        <p:cTn id="6" dur="1" fill="hold">
                                          <p:stCondLst>
                                            <p:cond delay="0"/>
                                          </p:stCondLst>
                                        </p:cTn>
                                        <p:tgtEl>
                                          <p:spTgt spid="37974"/>
                                        </p:tgtEl>
                                        <p:attrNameLst>
                                          <p:attrName>style.visibility</p:attrName>
                                        </p:attrNameLst>
                                      </p:cBhvr>
                                      <p:to>
                                        <p:strVal val="visible"/>
                                      </p:to>
                                    </p:set>
                                    <p:anim calcmode="lin" valueType="num">
                                      <p:cBhvr>
                                        <p:cTn id="7" dur="1000" fill="hold"/>
                                        <p:tgtEl>
                                          <p:spTgt spid="37974"/>
                                        </p:tgtEl>
                                        <p:attrNameLst>
                                          <p:attrName>ppt_w</p:attrName>
                                        </p:attrNameLst>
                                      </p:cBhvr>
                                      <p:tavLst>
                                        <p:tav tm="0">
                                          <p:val>
                                            <p:fltVal val="0.000000"/>
                                          </p:val>
                                        </p:tav>
                                        <p:tav tm="100000">
                                          <p:val>
                                            <p:strVal val="#ppt_w"/>
                                          </p:val>
                                        </p:tav>
                                      </p:tavLst>
                                    </p:anim>
                                    <p:anim calcmode="lin" valueType="num">
                                      <p:cBhvr>
                                        <p:cTn id="8" dur="1000" fill="hold"/>
                                        <p:tgtEl>
                                          <p:spTgt spid="37974"/>
                                        </p:tgtEl>
                                        <p:attrNameLst>
                                          <p:attrName>ppt_h</p:attrName>
                                        </p:attrNameLst>
                                      </p:cBhvr>
                                      <p:tavLst>
                                        <p:tav tm="0">
                                          <p:val>
                                            <p:fltVal val="0.000000"/>
                                          </p:val>
                                        </p:tav>
                                        <p:tav tm="100000">
                                          <p:val>
                                            <p:strVal val="#ppt_h"/>
                                          </p:val>
                                        </p:tav>
                                      </p:tavLst>
                                    </p:anim>
                                    <p:anim calcmode="lin" valueType="num">
                                      <p:cBhvr>
                                        <p:cTn id="9" dur="1000" fill="hold"/>
                                        <p:tgtEl>
                                          <p:spTgt spid="37974"/>
                                        </p:tgtEl>
                                        <p:attrNameLst>
                                          <p:attrName>ppt_x</p:attrName>
                                        </p:attrNameLst>
                                      </p:cBhvr>
                                      <p:tavLst>
                                        <p:tav tm="0" fmla="#ppt_x+(cos(-2*pi*(1-$))*-#ppt_x-sin(-2*pi*(1-$))*(1-#ppt_y))*(1-$)">
                                          <p:val>
                                            <p:fltVal val="0.000000"/>
                                          </p:val>
                                        </p:tav>
                                        <p:tav tm="100000">
                                          <p:val>
                                            <p:fltVal val="1.000000"/>
                                          </p:val>
                                        </p:tav>
                                      </p:tavLst>
                                    </p:anim>
                                    <p:anim calcmode="lin" valueType="num">
                                      <p:cBhvr>
                                        <p:cTn id="10" dur="1000" fill="hold"/>
                                        <p:tgtEl>
                                          <p:spTgt spid="37974"/>
                                        </p:tgtEl>
                                        <p:attrNameLst>
                                          <p:attrName>ppt_y</p:attrName>
                                        </p:attrNameLst>
                                      </p:cBhvr>
                                      <p:tavLst>
                                        <p:tav tm="0" fmla="#ppt_y+(sin(-2*pi*(1-$))*-#ppt_x+cos(-2*pi*(1-$))*(1-#ppt_y))*(1-$)">
                                          <p:val>
                                            <p:fltVal val="0.000000"/>
                                          </p:val>
                                        </p:tav>
                                        <p:tav tm="100000">
                                          <p:val>
                                            <p:fltVal val="1.000000"/>
                                          </p:val>
                                        </p:tav>
                                      </p:tavLst>
                                    </p:anim>
                                  </p:childTnLst>
                                </p:cTn>
                              </p:par>
                            </p:childTnLst>
                          </p:cTn>
                        </p:par>
                      </p:childTnLst>
                    </p:cTn>
                  </p:par>
                  <p:par>
                    <p:cTn id="11" fill="hold">
                      <p:stCondLst>
                        <p:cond delay="indefinite"/>
                      </p:stCondLst>
                      <p:childTnLst>
                        <p:par>
                          <p:cTn id="12" fill="hold">
                            <p:stCondLst>
                              <p:cond delay="0"/>
                            </p:stCondLst>
                            <p:childTnLst>
                              <p:par>
                                <p:cTn id="13" presetID="22" presetClass="entr" presetSubtype="8" fill="hold" nodeType="clickEffect">
                                  <p:stCondLst>
                                    <p:cond delay="0"/>
                                  </p:stCondLst>
                                  <p:childTnLst>
                                    <p:set>
                                      <p:cBhvr>
                                        <p:cTn id="14" dur="1" fill="hold">
                                          <p:stCondLst>
                                            <p:cond delay="0"/>
                                          </p:stCondLst>
                                        </p:cTn>
                                        <p:tgtEl>
                                          <p:spTgt spid="7"/>
                                        </p:tgtEl>
                                        <p:attrNameLst>
                                          <p:attrName>style.visibility</p:attrName>
                                        </p:attrNameLst>
                                      </p:cBhvr>
                                      <p:to>
                                        <p:strVal val="visible"/>
                                      </p:to>
                                    </p:set>
                                    <p:animEffect transition="in" filter="wipe(left)">
                                      <p:cBhvr>
                                        <p:cTn id="15" dur="500"/>
                                        <p:tgtEl>
                                          <p:spTgt spid="7"/>
                                        </p:tgtEl>
                                      </p:cBhvr>
                                    </p:animEffect>
                                  </p:childTnLst>
                                </p:cTn>
                              </p:par>
                            </p:childTnLst>
                          </p:cTn>
                        </p:par>
                      </p:childTnLst>
                    </p:cTn>
                  </p:par>
                  <p:par>
                    <p:cTn id="16" fill="hold">
                      <p:stCondLst>
                        <p:cond delay="indefinite"/>
                      </p:stCondLst>
                      <p:childTnLst>
                        <p:par>
                          <p:cTn id="17" fill="hold">
                            <p:stCondLst>
                              <p:cond delay="0"/>
                            </p:stCondLst>
                            <p:childTnLst>
                              <p:par>
                                <p:cTn id="18" presetID="1" presetClass="entr" presetSubtype="0" fill="hold" grpId="0" nodeType="clickEffect">
                                  <p:stCondLst>
                                    <p:cond delay="0"/>
                                  </p:stCondLst>
                                  <p:childTnLst>
                                    <p:set>
                                      <p:cBhvr>
                                        <p:cTn id="19" dur="1" fill="hold">
                                          <p:stCondLst>
                                            <p:cond delay="0"/>
                                          </p:stCondLst>
                                        </p:cTn>
                                        <p:tgtEl>
                                          <p:spTgt spid="37892"/>
                                        </p:tgtEl>
                                        <p:attrNameLst>
                                          <p:attrName>style.visibility</p:attrName>
                                        </p:attrNameLst>
                                      </p:cBhvr>
                                      <p:to>
                                        <p:strVal val="visible"/>
                                      </p:to>
                                    </p:set>
                                  </p:childTnLst>
                                </p:cTn>
                              </p:par>
                            </p:childTnLst>
                          </p:cTn>
                        </p:par>
                        <p:par>
                          <p:cTn id="20" fill="hold">
                            <p:stCondLst>
                              <p:cond delay="0"/>
                            </p:stCondLst>
                            <p:childTnLst>
                              <p:par>
                                <p:cTn id="21" presetID="9" presetClass="entr" presetSubtype="0" fill="hold" nodeType="afterEffect">
                                  <p:stCondLst>
                                    <p:cond delay="0"/>
                                  </p:stCondLst>
                                  <p:childTnLst>
                                    <p:set>
                                      <p:cBhvr>
                                        <p:cTn id="22" dur="1" fill="hold">
                                          <p:stCondLst>
                                            <p:cond delay="0"/>
                                          </p:stCondLst>
                                        </p:cTn>
                                        <p:tgtEl>
                                          <p:spTgt spid="37893"/>
                                        </p:tgtEl>
                                        <p:attrNameLst>
                                          <p:attrName>style.visibility</p:attrName>
                                        </p:attrNameLst>
                                      </p:cBhvr>
                                      <p:to>
                                        <p:strVal val="visible"/>
                                      </p:to>
                                    </p:set>
                                    <p:animEffect transition="in" filter="dissolve">
                                      <p:cBhvr>
                                        <p:cTn id="23" dur="500"/>
                                        <p:tgtEl>
                                          <p:spTgt spid="37893"/>
                                        </p:tgtEl>
                                      </p:cBhvr>
                                    </p:animEffect>
                                  </p:childTnLst>
                                </p:cTn>
                              </p:par>
                            </p:childTnLst>
                          </p:cTn>
                        </p:par>
                      </p:childTnLst>
                    </p:cTn>
                  </p:par>
                  <p:par>
                    <p:cTn id="24" fill="hold">
                      <p:stCondLst>
                        <p:cond delay="indefinite"/>
                      </p:stCondLst>
                      <p:childTnLst>
                        <p:par>
                          <p:cTn id="25" fill="hold">
                            <p:stCondLst>
                              <p:cond delay="0"/>
                            </p:stCondLst>
                            <p:childTnLst>
                              <p:par>
                                <p:cTn id="26" presetID="9" presetClass="entr" presetSubtype="0" fill="hold" nodeType="clickEffect">
                                  <p:stCondLst>
                                    <p:cond delay="0"/>
                                  </p:stCondLst>
                                  <p:childTnLst>
                                    <p:set>
                                      <p:cBhvr>
                                        <p:cTn id="27" dur="1" fill="hold">
                                          <p:stCondLst>
                                            <p:cond delay="0"/>
                                          </p:stCondLst>
                                        </p:cTn>
                                        <p:tgtEl>
                                          <p:spTgt spid="37894"/>
                                        </p:tgtEl>
                                        <p:attrNameLst>
                                          <p:attrName>style.visibility</p:attrName>
                                        </p:attrNameLst>
                                      </p:cBhvr>
                                      <p:to>
                                        <p:strVal val="visible"/>
                                      </p:to>
                                    </p:set>
                                    <p:animEffect transition="in" filter="dissolve">
                                      <p:cBhvr>
                                        <p:cTn id="28" dur="500"/>
                                        <p:tgtEl>
                                          <p:spTgt spid="37894"/>
                                        </p:tgtEl>
                                      </p:cBhvr>
                                    </p:animEffect>
                                  </p:childTnLst>
                                </p:cTn>
                              </p:par>
                            </p:childTnLst>
                          </p:cTn>
                        </p:par>
                      </p:childTnLst>
                    </p:cTn>
                  </p:par>
                  <p:par>
                    <p:cTn id="29" fill="hold">
                      <p:stCondLst>
                        <p:cond delay="indefinite"/>
                      </p:stCondLst>
                      <p:childTnLst>
                        <p:par>
                          <p:cTn id="30" fill="hold">
                            <p:stCondLst>
                              <p:cond delay="0"/>
                            </p:stCondLst>
                            <p:childTnLst>
                              <p:par>
                                <p:cTn id="31" presetID="12" presetClass="entr" presetSubtype="8" fill="hold" nodeType="clickEffect">
                                  <p:stCondLst>
                                    <p:cond delay="0"/>
                                  </p:stCondLst>
                                  <p:childTnLst>
                                    <p:set>
                                      <p:cBhvr>
                                        <p:cTn id="32" dur="1" fill="hold">
                                          <p:stCondLst>
                                            <p:cond delay="0"/>
                                          </p:stCondLst>
                                        </p:cTn>
                                        <p:tgtEl>
                                          <p:spTgt spid="37895"/>
                                        </p:tgtEl>
                                        <p:attrNameLst>
                                          <p:attrName>style.visibility</p:attrName>
                                        </p:attrNameLst>
                                      </p:cBhvr>
                                      <p:to>
                                        <p:strVal val="visible"/>
                                      </p:to>
                                    </p:set>
                                    <p:animEffect transition="in" filter="slide(fromLeft)">
                                      <p:cBhvr>
                                        <p:cTn id="33" dur="500"/>
                                        <p:tgtEl>
                                          <p:spTgt spid="37895"/>
                                        </p:tgtEl>
                                      </p:cBhvr>
                                    </p:animEffect>
                                  </p:childTnLst>
                                </p:cTn>
                              </p:par>
                            </p:childTnLst>
                          </p:cTn>
                        </p:par>
                        <p:par>
                          <p:cTn id="34" fill="hold">
                            <p:stCondLst>
                              <p:cond delay="500"/>
                            </p:stCondLst>
                            <p:childTnLst>
                              <p:par>
                                <p:cTn id="35" presetID="9" presetClass="entr" presetSubtype="0" fill="hold" nodeType="afterEffect">
                                  <p:stCondLst>
                                    <p:cond delay="0"/>
                                  </p:stCondLst>
                                  <p:childTnLst>
                                    <p:set>
                                      <p:cBhvr>
                                        <p:cTn id="36" dur="1" fill="hold">
                                          <p:stCondLst>
                                            <p:cond delay="0"/>
                                          </p:stCondLst>
                                        </p:cTn>
                                        <p:tgtEl>
                                          <p:spTgt spid="37896"/>
                                        </p:tgtEl>
                                        <p:attrNameLst>
                                          <p:attrName>style.visibility</p:attrName>
                                        </p:attrNameLst>
                                      </p:cBhvr>
                                      <p:to>
                                        <p:strVal val="visible"/>
                                      </p:to>
                                    </p:set>
                                    <p:animEffect transition="in" filter="dissolve">
                                      <p:cBhvr>
                                        <p:cTn id="37" dur="500"/>
                                        <p:tgtEl>
                                          <p:spTgt spid="37896"/>
                                        </p:tgtEl>
                                      </p:cBhvr>
                                    </p:animEffect>
                                  </p:childTnLst>
                                </p:cTn>
                              </p:par>
                            </p:childTnLst>
                          </p:cTn>
                        </p:par>
                      </p:childTnLst>
                    </p:cTn>
                  </p:par>
                  <p:par>
                    <p:cTn id="38" fill="hold">
                      <p:stCondLst>
                        <p:cond delay="indefinite"/>
                      </p:stCondLst>
                      <p:childTnLst>
                        <p:par>
                          <p:cTn id="39" fill="hold">
                            <p:stCondLst>
                              <p:cond delay="0"/>
                            </p:stCondLst>
                            <p:childTnLst>
                              <p:par>
                                <p:cTn id="40" presetID="55" presetClass="entr" presetSubtype="0" fill="hold" grpId="0" nodeType="clickEffect">
                                  <p:stCondLst>
                                    <p:cond delay="0"/>
                                  </p:stCondLst>
                                  <p:childTnLst>
                                    <p:set>
                                      <p:cBhvr>
                                        <p:cTn id="41" dur="1" fill="hold">
                                          <p:stCondLst>
                                            <p:cond delay="0"/>
                                          </p:stCondLst>
                                        </p:cTn>
                                        <p:tgtEl>
                                          <p:spTgt spid="37926"/>
                                        </p:tgtEl>
                                        <p:attrNameLst>
                                          <p:attrName>style.visibility</p:attrName>
                                        </p:attrNameLst>
                                      </p:cBhvr>
                                      <p:to>
                                        <p:strVal val="visible"/>
                                      </p:to>
                                    </p:set>
                                    <p:anim calcmode="lin" valueType="num">
                                      <p:cBhvr>
                                        <p:cTn id="42" dur="1000" fill="hold"/>
                                        <p:tgtEl>
                                          <p:spTgt spid="37926"/>
                                        </p:tgtEl>
                                        <p:attrNameLst>
                                          <p:attrName>ppt_w</p:attrName>
                                        </p:attrNameLst>
                                      </p:cBhvr>
                                      <p:tavLst>
                                        <p:tav tm="0">
                                          <p:val>
                                            <p:strVal val="#ppt_w*0.70"/>
                                          </p:val>
                                        </p:tav>
                                        <p:tav tm="100000">
                                          <p:val>
                                            <p:strVal val="#ppt_w"/>
                                          </p:val>
                                        </p:tav>
                                      </p:tavLst>
                                    </p:anim>
                                    <p:anim calcmode="lin" valueType="num">
                                      <p:cBhvr>
                                        <p:cTn id="43" dur="1000" fill="hold"/>
                                        <p:tgtEl>
                                          <p:spTgt spid="37926"/>
                                        </p:tgtEl>
                                        <p:attrNameLst>
                                          <p:attrName>ppt_h</p:attrName>
                                        </p:attrNameLst>
                                      </p:cBhvr>
                                      <p:tavLst>
                                        <p:tav tm="0">
                                          <p:val>
                                            <p:strVal val="#ppt_h"/>
                                          </p:val>
                                        </p:tav>
                                        <p:tav tm="100000">
                                          <p:val>
                                            <p:strVal val="#ppt_h"/>
                                          </p:val>
                                        </p:tav>
                                      </p:tavLst>
                                    </p:anim>
                                    <p:animEffect transition="in" filter="fade">
                                      <p:cBhvr>
                                        <p:cTn id="44" dur="1000"/>
                                        <p:tgtEl>
                                          <p:spTgt spid="3792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7892" grpId="0" animBg="1"/>
      <p:bldP spid="37926" grpId="0"/>
      <p:bldP spid="37974" grpId="0" animBg="1"/>
    </p:bld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grpSp>
        <p:nvGrpSpPr>
          <p:cNvPr id="2" name="Group 12"/>
          <p:cNvGrpSpPr/>
          <p:nvPr/>
        </p:nvGrpSpPr>
        <p:grpSpPr>
          <a:xfrm>
            <a:off x="4700588" y="3179763"/>
            <a:ext cx="3363912" cy="481012"/>
            <a:chOff x="2928" y="2064"/>
            <a:chExt cx="2119" cy="303"/>
          </a:xfrm>
        </p:grpSpPr>
        <p:sp>
          <p:nvSpPr>
            <p:cNvPr id="45157" name="Line 13"/>
            <p:cNvSpPr/>
            <p:nvPr/>
          </p:nvSpPr>
          <p:spPr>
            <a:xfrm>
              <a:off x="2928" y="2064"/>
              <a:ext cx="2064" cy="0"/>
            </a:xfrm>
            <a:prstGeom prst="line">
              <a:avLst/>
            </a:prstGeom>
            <a:ln w="28575" cap="flat" cmpd="sng">
              <a:solidFill>
                <a:srgbClr val="FFFF00"/>
              </a:solidFill>
              <a:prstDash val="solid"/>
              <a:headEnd type="none" w="med" len="med"/>
              <a:tailEnd type="triangle" w="med" len="med"/>
            </a:ln>
          </p:spPr>
        </p:sp>
        <p:graphicFrame>
          <p:nvGraphicFramePr>
            <p:cNvPr id="45081" name="Object 14"/>
            <p:cNvGraphicFramePr/>
            <p:nvPr/>
          </p:nvGraphicFramePr>
          <p:xfrm>
            <a:off x="4838" y="2097"/>
            <a:ext cx="209" cy="270"/>
          </p:xfrm>
          <a:graphic>
            <a:graphicData uri="http://schemas.openxmlformats.org/presentationml/2006/ole">
              <mc:AlternateContent xmlns:mc="http://schemas.openxmlformats.org/markup-compatibility/2006">
                <mc:Choice xmlns:v="urn:schemas-microsoft-com:vml" Requires="v">
                  <p:oleObj spid="_x0000_s3348" name="" r:id="rId1" imgW="177800" imgH="227965" progId="Equation.3">
                    <p:embed/>
                  </p:oleObj>
                </mc:Choice>
                <mc:Fallback>
                  <p:oleObj name="" r:id="rId1" imgW="177800" imgH="227965" progId="Equation.3">
                    <p:embed/>
                    <p:pic>
                      <p:nvPicPr>
                        <p:cNvPr id="0" name="图片 3347"/>
                        <p:cNvPicPr/>
                        <p:nvPr/>
                      </p:nvPicPr>
                      <p:blipFill>
                        <a:blip r:embed="rId2">
                          <a:clrChange>
                            <a:clrFrom>
                              <a:srgbClr val="000000"/>
                            </a:clrFrom>
                            <a:clrTo>
                              <a:srgbClr val="FFFFFF"/>
                            </a:clrTo>
                          </a:clrChange>
                        </a:blip>
                        <a:stretch>
                          <a:fillRect/>
                        </a:stretch>
                      </p:blipFill>
                      <p:spPr>
                        <a:xfrm>
                          <a:off x="4838" y="2097"/>
                          <a:ext cx="209" cy="270"/>
                        </a:xfrm>
                        <a:prstGeom prst="rect">
                          <a:avLst/>
                        </a:prstGeom>
                        <a:noFill/>
                        <a:ln w="38100">
                          <a:noFill/>
                          <a:miter/>
                        </a:ln>
                      </p:spPr>
                    </p:pic>
                  </p:oleObj>
                </mc:Fallback>
              </mc:AlternateContent>
            </a:graphicData>
          </a:graphic>
        </p:graphicFrame>
      </p:grpSp>
      <p:sp>
        <p:nvSpPr>
          <p:cNvPr id="36866" name="Rectangle 2"/>
          <p:cNvSpPr/>
          <p:nvPr/>
        </p:nvSpPr>
        <p:spPr>
          <a:xfrm>
            <a:off x="1187450" y="3500438"/>
            <a:ext cx="2447925" cy="427037"/>
          </a:xfrm>
          <a:prstGeom prst="rect">
            <a:avLst/>
          </a:prstGeom>
          <a:noFill/>
          <a:ln w="9525">
            <a:noFill/>
          </a:ln>
        </p:spPr>
        <p:txBody>
          <a:bodyPr lIns="0" tIns="0" rIns="0" bIns="0">
            <a:spAutoFit/>
          </a:bodyPr>
          <a:p>
            <a:r>
              <a:rPr lang="zh-CN" altLang="en-US" dirty="0">
                <a:latin typeface="宋体" panose="02010600030101010101" pitchFamily="2" charset="-122"/>
              </a:rPr>
              <a:t>用相量图分析</a:t>
            </a:r>
            <a:endParaRPr lang="zh-CN" altLang="en-US" dirty="0">
              <a:latin typeface="Times New Roman" panose="02020603050405020304" pitchFamily="18" charset="0"/>
            </a:endParaRPr>
          </a:p>
        </p:txBody>
      </p:sp>
      <p:graphicFrame>
        <p:nvGraphicFramePr>
          <p:cNvPr id="36867" name="Object 3"/>
          <p:cNvGraphicFramePr/>
          <p:nvPr/>
        </p:nvGraphicFramePr>
        <p:xfrm>
          <a:off x="1116013" y="5818188"/>
          <a:ext cx="4605337" cy="431800"/>
        </p:xfrm>
        <a:graphic>
          <a:graphicData uri="http://schemas.openxmlformats.org/presentationml/2006/ole">
            <mc:AlternateContent xmlns:mc="http://schemas.openxmlformats.org/markup-compatibility/2006">
              <mc:Choice xmlns:v="urn:schemas-microsoft-com:vml" Requires="v">
                <p:oleObj spid="_x0000_s3352" name="" r:id="rId3" imgW="2118360" imgH="215900" progId="Equation.3">
                  <p:embed/>
                </p:oleObj>
              </mc:Choice>
              <mc:Fallback>
                <p:oleObj name="" r:id="rId3" imgW="2118360" imgH="215900" progId="Equation.3">
                  <p:embed/>
                  <p:pic>
                    <p:nvPicPr>
                      <p:cNvPr id="0" name="图片 3351"/>
                      <p:cNvPicPr/>
                      <p:nvPr/>
                    </p:nvPicPr>
                    <p:blipFill>
                      <a:blip r:embed="rId4">
                        <a:clrChange>
                          <a:clrFrom>
                            <a:srgbClr val="000000"/>
                          </a:clrFrom>
                          <a:clrTo>
                            <a:srgbClr val="FFFF00"/>
                          </a:clrTo>
                        </a:clrChange>
                      </a:blip>
                      <a:stretch>
                        <a:fillRect/>
                      </a:stretch>
                    </p:blipFill>
                    <p:spPr>
                      <a:xfrm>
                        <a:off x="1116013" y="5818188"/>
                        <a:ext cx="4605337" cy="431800"/>
                      </a:xfrm>
                      <a:prstGeom prst="rect">
                        <a:avLst/>
                      </a:prstGeom>
                      <a:noFill/>
                      <a:ln w="38100">
                        <a:noFill/>
                        <a:miter/>
                      </a:ln>
                    </p:spPr>
                  </p:pic>
                </p:oleObj>
              </mc:Fallback>
            </mc:AlternateContent>
          </a:graphicData>
        </a:graphic>
      </p:graphicFrame>
      <p:sp>
        <p:nvSpPr>
          <p:cNvPr id="36868" name="Text Box 4"/>
          <p:cNvSpPr txBox="1"/>
          <p:nvPr/>
        </p:nvSpPr>
        <p:spPr>
          <a:xfrm>
            <a:off x="250825" y="476250"/>
            <a:ext cx="1368425" cy="579438"/>
          </a:xfrm>
          <a:prstGeom prst="rect">
            <a:avLst/>
          </a:prstGeom>
          <a:noFill/>
          <a:ln w="9525">
            <a:noFill/>
          </a:ln>
        </p:spPr>
        <p:txBody>
          <a:bodyPr lIns="198000" rIns="198000">
            <a:spAutoFit/>
          </a:bodyPr>
          <a:p>
            <a:pPr>
              <a:spcBef>
                <a:spcPct val="50000"/>
              </a:spcBef>
            </a:pPr>
            <a:r>
              <a:rPr lang="zh-CN" altLang="en-US" sz="3200" dirty="0">
                <a:solidFill>
                  <a:schemeClr val="bg1"/>
                </a:solidFill>
                <a:latin typeface="Times New Roman" panose="02020603050405020304" pitchFamily="18" charset="0"/>
                <a:ea typeface="宋体" panose="02010600030101010101" pitchFamily="2" charset="-122"/>
              </a:rPr>
              <a:t>例</a:t>
            </a:r>
            <a:r>
              <a:rPr lang="en-US" altLang="zh-CN" sz="3200" b="0" dirty="0">
                <a:solidFill>
                  <a:schemeClr val="bg1"/>
                </a:solidFill>
                <a:latin typeface="Times New Roman" panose="02020603050405020304" pitchFamily="18" charset="0"/>
                <a:ea typeface="宋体" panose="02010600030101010101" pitchFamily="2" charset="-122"/>
              </a:rPr>
              <a:t>3-9</a:t>
            </a:r>
            <a:endParaRPr lang="en-US" altLang="zh-CN" sz="3200" b="0" dirty="0">
              <a:solidFill>
                <a:schemeClr val="bg1"/>
              </a:solidFill>
              <a:latin typeface="Times New Roman" panose="02020603050405020304" pitchFamily="18" charset="0"/>
              <a:ea typeface="宋体" panose="02010600030101010101" pitchFamily="2" charset="-122"/>
            </a:endParaRPr>
          </a:p>
        </p:txBody>
      </p:sp>
      <p:grpSp>
        <p:nvGrpSpPr>
          <p:cNvPr id="3" name="Group 110"/>
          <p:cNvGrpSpPr/>
          <p:nvPr/>
        </p:nvGrpSpPr>
        <p:grpSpPr>
          <a:xfrm>
            <a:off x="1476375" y="333375"/>
            <a:ext cx="6985000" cy="663575"/>
            <a:chOff x="793" y="164"/>
            <a:chExt cx="4400" cy="418"/>
          </a:xfrm>
        </p:grpSpPr>
        <p:sp>
          <p:nvSpPr>
            <p:cNvPr id="45156" name="Text Box 6"/>
            <p:cNvSpPr txBox="1"/>
            <p:nvPr/>
          </p:nvSpPr>
          <p:spPr>
            <a:xfrm>
              <a:off x="793" y="255"/>
              <a:ext cx="3130" cy="327"/>
            </a:xfrm>
            <a:prstGeom prst="rect">
              <a:avLst/>
            </a:prstGeom>
            <a:noFill/>
            <a:ln w="9525">
              <a:noFill/>
            </a:ln>
          </p:spPr>
          <p:txBody>
            <a:bodyPr>
              <a:spAutoFit/>
            </a:bodyPr>
            <a:p>
              <a:r>
                <a:rPr lang="zh-CN" altLang="en-US" dirty="0">
                  <a:latin typeface="Times New Roman" panose="02020603050405020304" pitchFamily="18" charset="0"/>
                </a:rPr>
                <a:t>移相桥电路。当</a:t>
              </a:r>
              <a:r>
                <a:rPr lang="en-US" altLang="zh-CN" b="0" i="1" dirty="0">
                  <a:solidFill>
                    <a:schemeClr val="bg1"/>
                  </a:solidFill>
                  <a:latin typeface="Times New Roman" panose="02020603050405020304" pitchFamily="18" charset="0"/>
                  <a:ea typeface="宋体" panose="02010600030101010101" pitchFamily="2" charset="-122"/>
                </a:rPr>
                <a:t>R</a:t>
              </a:r>
              <a:r>
                <a:rPr lang="en-US" altLang="zh-CN" b="0" baseline="-25000" dirty="0">
                  <a:solidFill>
                    <a:schemeClr val="bg1"/>
                  </a:solidFill>
                  <a:latin typeface="Times New Roman" panose="02020603050405020304" pitchFamily="18" charset="0"/>
                  <a:ea typeface="宋体" panose="02010600030101010101" pitchFamily="2" charset="-122"/>
                </a:rPr>
                <a:t>2</a:t>
              </a:r>
              <a:r>
                <a:rPr lang="zh-CN" altLang="en-US" dirty="0">
                  <a:latin typeface="Times New Roman" panose="02020603050405020304" pitchFamily="18" charset="0"/>
                </a:rPr>
                <a:t>由</a:t>
              </a:r>
              <a:r>
                <a:rPr lang="en-US" altLang="zh-CN" b="0" dirty="0">
                  <a:solidFill>
                    <a:schemeClr val="bg1"/>
                  </a:solidFill>
                  <a:latin typeface="Times New Roman" panose="02020603050405020304" pitchFamily="18" charset="0"/>
                  <a:ea typeface="宋体" panose="02010600030101010101" pitchFamily="2" charset="-122"/>
                </a:rPr>
                <a:t>0</a:t>
              </a:r>
              <a:r>
                <a:rPr lang="en-US" altLang="zh-CN" b="0" dirty="0">
                  <a:solidFill>
                    <a:schemeClr val="bg1"/>
                  </a:solidFill>
                  <a:latin typeface="Times New Roman" panose="02020603050405020304" pitchFamily="18" charset="0"/>
                  <a:ea typeface="宋体" panose="02010600030101010101" pitchFamily="2" charset="-122"/>
                  <a:sym typeface="Symbol" panose="05050102010706020507" pitchFamily="18" charset="2"/>
                </a:rPr>
                <a:t>∞</a:t>
              </a:r>
              <a:r>
                <a:rPr lang="zh-CN" altLang="en-US" dirty="0">
                  <a:latin typeface="Times New Roman" panose="02020603050405020304" pitchFamily="18" charset="0"/>
                  <a:sym typeface="Symbol" panose="05050102010706020507" pitchFamily="18" charset="2"/>
                </a:rPr>
                <a:t>时</a:t>
              </a:r>
              <a:r>
                <a:rPr lang="zh-CN" altLang="en-US" dirty="0">
                  <a:latin typeface="Times New Roman" panose="02020603050405020304" pitchFamily="18" charset="0"/>
                  <a:ea typeface="宋体" panose="02010600030101010101" pitchFamily="2" charset="-122"/>
                  <a:sym typeface="Symbol" panose="05050102010706020507" pitchFamily="18" charset="2"/>
                </a:rPr>
                <a:t>，</a:t>
              </a:r>
              <a:endParaRPr lang="zh-CN" altLang="en-US" dirty="0">
                <a:latin typeface="Times New Roman" panose="02020603050405020304" pitchFamily="18" charset="0"/>
                <a:ea typeface="宋体" panose="02010600030101010101" pitchFamily="2" charset="-122"/>
              </a:endParaRPr>
            </a:p>
          </p:txBody>
        </p:sp>
        <p:graphicFrame>
          <p:nvGraphicFramePr>
            <p:cNvPr id="45080" name="Object 7"/>
            <p:cNvGraphicFramePr/>
            <p:nvPr/>
          </p:nvGraphicFramePr>
          <p:xfrm>
            <a:off x="3742" y="164"/>
            <a:ext cx="1451" cy="416"/>
          </p:xfrm>
          <a:graphic>
            <a:graphicData uri="http://schemas.openxmlformats.org/presentationml/2006/ole">
              <mc:AlternateContent xmlns:mc="http://schemas.openxmlformats.org/markup-compatibility/2006">
                <mc:Choice xmlns:v="urn:schemas-microsoft-com:vml" Requires="v">
                  <p:oleObj spid="_x0000_s3358" name="" r:id="rId5" imgW="1103630" imgH="317500" progId="Equation.3">
                    <p:embed/>
                  </p:oleObj>
                </mc:Choice>
                <mc:Fallback>
                  <p:oleObj name="" r:id="rId5" imgW="1103630" imgH="317500" progId="Equation.3">
                    <p:embed/>
                    <p:pic>
                      <p:nvPicPr>
                        <p:cNvPr id="0" name="图片 3357"/>
                        <p:cNvPicPr/>
                        <p:nvPr/>
                      </p:nvPicPr>
                      <p:blipFill>
                        <a:blip r:embed="rId6">
                          <a:clrChange>
                            <a:clrFrom>
                              <a:srgbClr val="000000"/>
                            </a:clrFrom>
                            <a:clrTo>
                              <a:srgbClr val="FFFF00"/>
                            </a:clrTo>
                          </a:clrChange>
                        </a:blip>
                        <a:stretch>
                          <a:fillRect/>
                        </a:stretch>
                      </p:blipFill>
                      <p:spPr>
                        <a:xfrm>
                          <a:off x="3742" y="164"/>
                          <a:ext cx="1451" cy="416"/>
                        </a:xfrm>
                        <a:prstGeom prst="rect">
                          <a:avLst/>
                        </a:prstGeom>
                        <a:noFill/>
                        <a:ln w="38100">
                          <a:noFill/>
                          <a:miter/>
                        </a:ln>
                      </p:spPr>
                    </p:pic>
                  </p:oleObj>
                </mc:Fallback>
              </mc:AlternateContent>
            </a:graphicData>
          </a:graphic>
        </p:graphicFrame>
      </p:grpSp>
      <p:sp>
        <p:nvSpPr>
          <p:cNvPr id="36872" name="Text Box 8"/>
          <p:cNvSpPr txBox="1"/>
          <p:nvPr/>
        </p:nvSpPr>
        <p:spPr>
          <a:xfrm>
            <a:off x="395288" y="3500438"/>
            <a:ext cx="542925" cy="519112"/>
          </a:xfrm>
          <a:prstGeom prst="rect">
            <a:avLst/>
          </a:prstGeom>
          <a:solidFill>
            <a:srgbClr val="990033"/>
          </a:solidFill>
          <a:ln w="9525">
            <a:noFill/>
          </a:ln>
        </p:spPr>
        <p:txBody>
          <a:bodyPr wrap="none">
            <a:spAutoFit/>
          </a:bodyPr>
          <a:p>
            <a:pPr>
              <a:spcBef>
                <a:spcPct val="50000"/>
              </a:spcBef>
            </a:pPr>
            <a:r>
              <a:rPr lang="zh-CN" altLang="en-US" dirty="0">
                <a:solidFill>
                  <a:schemeClr val="bg1"/>
                </a:solidFill>
                <a:latin typeface="Times New Roman" panose="02020603050405020304" pitchFamily="18" charset="0"/>
                <a:ea typeface="宋体" panose="02010600030101010101" pitchFamily="2" charset="-122"/>
              </a:rPr>
              <a:t>解</a:t>
            </a:r>
            <a:endParaRPr lang="zh-CN" altLang="en-US" dirty="0">
              <a:solidFill>
                <a:schemeClr val="bg1"/>
              </a:solidFill>
              <a:latin typeface="Times New Roman" panose="02020603050405020304" pitchFamily="18" charset="0"/>
              <a:ea typeface="宋体" panose="02010600030101010101" pitchFamily="2" charset="-122"/>
            </a:endParaRPr>
          </a:p>
        </p:txBody>
      </p:sp>
      <p:grpSp>
        <p:nvGrpSpPr>
          <p:cNvPr id="4" name="Group 9"/>
          <p:cNvGrpSpPr/>
          <p:nvPr/>
        </p:nvGrpSpPr>
        <p:grpSpPr>
          <a:xfrm>
            <a:off x="4700588" y="3135313"/>
            <a:ext cx="1600200" cy="463550"/>
            <a:chOff x="2928" y="1772"/>
            <a:chExt cx="1008" cy="292"/>
          </a:xfrm>
        </p:grpSpPr>
        <p:sp>
          <p:nvSpPr>
            <p:cNvPr id="45155" name="Line 10"/>
            <p:cNvSpPr/>
            <p:nvPr/>
          </p:nvSpPr>
          <p:spPr>
            <a:xfrm>
              <a:off x="2928" y="1772"/>
              <a:ext cx="1008" cy="0"/>
            </a:xfrm>
            <a:prstGeom prst="line">
              <a:avLst/>
            </a:prstGeom>
            <a:ln w="28575" cap="flat" cmpd="sng">
              <a:solidFill>
                <a:srgbClr val="66FFFF"/>
              </a:solidFill>
              <a:prstDash val="solid"/>
              <a:headEnd type="none" w="med" len="med"/>
              <a:tailEnd type="triangle" w="med" len="med"/>
            </a:ln>
          </p:spPr>
        </p:sp>
        <p:graphicFrame>
          <p:nvGraphicFramePr>
            <p:cNvPr id="45079" name="Object 11"/>
            <p:cNvGraphicFramePr/>
            <p:nvPr/>
          </p:nvGraphicFramePr>
          <p:xfrm>
            <a:off x="3357" y="1776"/>
            <a:ext cx="237" cy="288"/>
          </p:xfrm>
          <a:graphic>
            <a:graphicData uri="http://schemas.openxmlformats.org/presentationml/2006/ole">
              <mc:AlternateContent xmlns:mc="http://schemas.openxmlformats.org/markup-compatibility/2006">
                <mc:Choice xmlns:v="urn:schemas-microsoft-com:vml" Requires="v">
                  <p:oleObj spid="_x0000_s3353" name="" r:id="rId7" imgW="190500" imgH="228600" progId="Equation.3">
                    <p:embed/>
                  </p:oleObj>
                </mc:Choice>
                <mc:Fallback>
                  <p:oleObj name="" r:id="rId7" imgW="190500" imgH="228600" progId="Equation.3">
                    <p:embed/>
                    <p:pic>
                      <p:nvPicPr>
                        <p:cNvPr id="0" name="图片 3352"/>
                        <p:cNvPicPr/>
                        <p:nvPr/>
                      </p:nvPicPr>
                      <p:blipFill>
                        <a:blip r:embed="rId8">
                          <a:clrChange>
                            <a:clrFrom>
                              <a:srgbClr val="000000"/>
                            </a:clrFrom>
                            <a:clrTo>
                              <a:srgbClr val="FFFFFF"/>
                            </a:clrTo>
                          </a:clrChange>
                        </a:blip>
                        <a:stretch>
                          <a:fillRect/>
                        </a:stretch>
                      </p:blipFill>
                      <p:spPr>
                        <a:xfrm>
                          <a:off x="3357" y="1776"/>
                          <a:ext cx="237" cy="288"/>
                        </a:xfrm>
                        <a:prstGeom prst="rect">
                          <a:avLst/>
                        </a:prstGeom>
                        <a:noFill/>
                        <a:ln w="38100">
                          <a:noFill/>
                          <a:miter/>
                        </a:ln>
                      </p:spPr>
                    </p:pic>
                  </p:oleObj>
                </mc:Fallback>
              </mc:AlternateContent>
            </a:graphicData>
          </a:graphic>
        </p:graphicFrame>
      </p:grpSp>
      <p:grpSp>
        <p:nvGrpSpPr>
          <p:cNvPr id="5" name="Group 15"/>
          <p:cNvGrpSpPr/>
          <p:nvPr/>
        </p:nvGrpSpPr>
        <p:grpSpPr>
          <a:xfrm>
            <a:off x="7367588" y="1922463"/>
            <a:ext cx="893762" cy="1212850"/>
            <a:chOff x="4608" y="1008"/>
            <a:chExt cx="563" cy="764"/>
          </a:xfrm>
        </p:grpSpPr>
        <p:sp>
          <p:nvSpPr>
            <p:cNvPr id="45154" name="Line 16"/>
            <p:cNvSpPr/>
            <p:nvPr/>
          </p:nvSpPr>
          <p:spPr>
            <a:xfrm>
              <a:off x="4608" y="1008"/>
              <a:ext cx="384" cy="764"/>
            </a:xfrm>
            <a:prstGeom prst="line">
              <a:avLst/>
            </a:prstGeom>
            <a:ln w="28575" cap="flat" cmpd="sng">
              <a:solidFill>
                <a:srgbClr val="FF0000"/>
              </a:solidFill>
              <a:prstDash val="solid"/>
              <a:headEnd type="none" w="med" len="med"/>
              <a:tailEnd type="triangle" w="med" len="med"/>
            </a:ln>
          </p:spPr>
        </p:sp>
        <p:graphicFrame>
          <p:nvGraphicFramePr>
            <p:cNvPr id="45078" name="Object 17"/>
            <p:cNvGraphicFramePr/>
            <p:nvPr/>
          </p:nvGraphicFramePr>
          <p:xfrm>
            <a:off x="4896" y="1344"/>
            <a:ext cx="275" cy="288"/>
          </p:xfrm>
          <a:graphic>
            <a:graphicData uri="http://schemas.openxmlformats.org/presentationml/2006/ole">
              <mc:AlternateContent xmlns:mc="http://schemas.openxmlformats.org/markup-compatibility/2006">
                <mc:Choice xmlns:v="urn:schemas-microsoft-com:vml" Requires="v">
                  <p:oleObj spid="_x0000_s3354" name="" r:id="rId9" imgW="228600" imgH="241300" progId="Equation.3">
                    <p:embed/>
                  </p:oleObj>
                </mc:Choice>
                <mc:Fallback>
                  <p:oleObj name="" r:id="rId9" imgW="228600" imgH="241300" progId="Equation.3">
                    <p:embed/>
                    <p:pic>
                      <p:nvPicPr>
                        <p:cNvPr id="0" name="图片 3353"/>
                        <p:cNvPicPr/>
                        <p:nvPr/>
                      </p:nvPicPr>
                      <p:blipFill>
                        <a:blip r:embed="rId10">
                          <a:clrChange>
                            <a:clrFrom>
                              <a:srgbClr val="000000"/>
                            </a:clrFrom>
                            <a:clrTo>
                              <a:srgbClr val="FFFFFF"/>
                            </a:clrTo>
                          </a:clrChange>
                        </a:blip>
                        <a:stretch>
                          <a:fillRect/>
                        </a:stretch>
                      </p:blipFill>
                      <p:spPr>
                        <a:xfrm>
                          <a:off x="4896" y="1344"/>
                          <a:ext cx="275" cy="288"/>
                        </a:xfrm>
                        <a:prstGeom prst="rect">
                          <a:avLst/>
                        </a:prstGeom>
                        <a:noFill/>
                        <a:ln w="38100">
                          <a:noFill/>
                          <a:miter/>
                        </a:ln>
                      </p:spPr>
                    </p:pic>
                  </p:oleObj>
                </mc:Fallback>
              </mc:AlternateContent>
            </a:graphicData>
          </a:graphic>
        </p:graphicFrame>
      </p:grpSp>
      <p:grpSp>
        <p:nvGrpSpPr>
          <p:cNvPr id="6" name="Group 18"/>
          <p:cNvGrpSpPr/>
          <p:nvPr/>
        </p:nvGrpSpPr>
        <p:grpSpPr>
          <a:xfrm>
            <a:off x="4700588" y="1370013"/>
            <a:ext cx="3636962" cy="1765300"/>
            <a:chOff x="2928" y="660"/>
            <a:chExt cx="2291" cy="1112"/>
          </a:xfrm>
        </p:grpSpPr>
        <p:sp>
          <p:nvSpPr>
            <p:cNvPr id="45153" name="Line 19"/>
            <p:cNvSpPr/>
            <p:nvPr/>
          </p:nvSpPr>
          <p:spPr>
            <a:xfrm flipV="1">
              <a:off x="2928" y="812"/>
              <a:ext cx="2112" cy="960"/>
            </a:xfrm>
            <a:prstGeom prst="line">
              <a:avLst/>
            </a:prstGeom>
            <a:ln w="28575" cap="flat" cmpd="sng">
              <a:solidFill>
                <a:srgbClr val="FF00FF"/>
              </a:solidFill>
              <a:prstDash val="solid"/>
              <a:headEnd type="none" w="med" len="med"/>
              <a:tailEnd type="triangle" w="med" len="med"/>
            </a:ln>
          </p:spPr>
        </p:sp>
        <p:graphicFrame>
          <p:nvGraphicFramePr>
            <p:cNvPr id="45077" name="Object 20"/>
            <p:cNvGraphicFramePr/>
            <p:nvPr/>
          </p:nvGraphicFramePr>
          <p:xfrm>
            <a:off x="5030" y="660"/>
            <a:ext cx="189" cy="265"/>
          </p:xfrm>
          <a:graphic>
            <a:graphicData uri="http://schemas.openxmlformats.org/presentationml/2006/ole">
              <mc:AlternateContent xmlns:mc="http://schemas.openxmlformats.org/markup-compatibility/2006">
                <mc:Choice xmlns:v="urn:schemas-microsoft-com:vml" Requires="v">
                  <p:oleObj spid="_x0000_s3351" name="" r:id="rId11" imgW="190500" imgH="266065" progId="Equation.3">
                    <p:embed/>
                  </p:oleObj>
                </mc:Choice>
                <mc:Fallback>
                  <p:oleObj name="" r:id="rId11" imgW="190500" imgH="266065" progId="Equation.3">
                    <p:embed/>
                    <p:pic>
                      <p:nvPicPr>
                        <p:cNvPr id="0" name="图片 3350"/>
                        <p:cNvPicPr/>
                        <p:nvPr/>
                      </p:nvPicPr>
                      <p:blipFill>
                        <a:blip r:embed="rId12">
                          <a:clrChange>
                            <a:clrFrom>
                              <a:srgbClr val="000000"/>
                            </a:clrFrom>
                            <a:clrTo>
                              <a:srgbClr val="FFFFFF"/>
                            </a:clrTo>
                          </a:clrChange>
                        </a:blip>
                        <a:stretch>
                          <a:fillRect/>
                        </a:stretch>
                      </p:blipFill>
                      <p:spPr>
                        <a:xfrm>
                          <a:off x="5030" y="660"/>
                          <a:ext cx="189" cy="265"/>
                        </a:xfrm>
                        <a:prstGeom prst="rect">
                          <a:avLst/>
                        </a:prstGeom>
                        <a:noFill/>
                        <a:ln w="38100">
                          <a:noFill/>
                          <a:miter/>
                        </a:ln>
                      </p:spPr>
                    </p:pic>
                  </p:oleObj>
                </mc:Fallback>
              </mc:AlternateContent>
            </a:graphicData>
          </a:graphic>
        </p:graphicFrame>
      </p:grpSp>
      <p:grpSp>
        <p:nvGrpSpPr>
          <p:cNvPr id="7" name="Group 21"/>
          <p:cNvGrpSpPr/>
          <p:nvPr/>
        </p:nvGrpSpPr>
        <p:grpSpPr>
          <a:xfrm>
            <a:off x="5995988" y="1541463"/>
            <a:ext cx="1981200" cy="1593850"/>
            <a:chOff x="3744" y="768"/>
            <a:chExt cx="1248" cy="1004"/>
          </a:xfrm>
        </p:grpSpPr>
        <p:sp>
          <p:nvSpPr>
            <p:cNvPr id="45152" name="Line 22"/>
            <p:cNvSpPr/>
            <p:nvPr/>
          </p:nvSpPr>
          <p:spPr>
            <a:xfrm>
              <a:off x="3744" y="768"/>
              <a:ext cx="1248" cy="1004"/>
            </a:xfrm>
            <a:prstGeom prst="line">
              <a:avLst/>
            </a:prstGeom>
            <a:ln w="28575" cap="flat" cmpd="sng">
              <a:solidFill>
                <a:srgbClr val="FF9900"/>
              </a:solidFill>
              <a:prstDash val="solid"/>
              <a:headEnd type="none" w="med" len="med"/>
              <a:tailEnd type="triangle" w="med" len="med"/>
            </a:ln>
          </p:spPr>
        </p:sp>
        <p:graphicFrame>
          <p:nvGraphicFramePr>
            <p:cNvPr id="45076" name="Object 23"/>
            <p:cNvGraphicFramePr/>
            <p:nvPr/>
          </p:nvGraphicFramePr>
          <p:xfrm>
            <a:off x="4431" y="1425"/>
            <a:ext cx="275" cy="318"/>
          </p:xfrm>
          <a:graphic>
            <a:graphicData uri="http://schemas.openxmlformats.org/presentationml/2006/ole">
              <mc:AlternateContent xmlns:mc="http://schemas.openxmlformats.org/markup-compatibility/2006">
                <mc:Choice xmlns:v="urn:schemas-microsoft-com:vml" Requires="v">
                  <p:oleObj spid="_x0000_s3355" name="" r:id="rId13" imgW="228600" imgH="266065" progId="Equation.3">
                    <p:embed/>
                  </p:oleObj>
                </mc:Choice>
                <mc:Fallback>
                  <p:oleObj name="" r:id="rId13" imgW="228600" imgH="266065" progId="Equation.3">
                    <p:embed/>
                    <p:pic>
                      <p:nvPicPr>
                        <p:cNvPr id="0" name="图片 3354"/>
                        <p:cNvPicPr/>
                        <p:nvPr/>
                      </p:nvPicPr>
                      <p:blipFill>
                        <a:blip r:embed="rId14">
                          <a:clrChange>
                            <a:clrFrom>
                              <a:srgbClr val="000000"/>
                            </a:clrFrom>
                            <a:clrTo>
                              <a:srgbClr val="FFFF00"/>
                            </a:clrTo>
                          </a:clrChange>
                        </a:blip>
                        <a:stretch>
                          <a:fillRect/>
                        </a:stretch>
                      </p:blipFill>
                      <p:spPr>
                        <a:xfrm>
                          <a:off x="4431" y="1425"/>
                          <a:ext cx="275" cy="318"/>
                        </a:xfrm>
                        <a:prstGeom prst="rect">
                          <a:avLst/>
                        </a:prstGeom>
                        <a:noFill/>
                        <a:ln w="38100">
                          <a:noFill/>
                          <a:miter/>
                        </a:ln>
                      </p:spPr>
                    </p:pic>
                  </p:oleObj>
                </mc:Fallback>
              </mc:AlternateContent>
            </a:graphicData>
          </a:graphic>
        </p:graphicFrame>
      </p:grpSp>
      <p:grpSp>
        <p:nvGrpSpPr>
          <p:cNvPr id="8" name="Group 24"/>
          <p:cNvGrpSpPr/>
          <p:nvPr/>
        </p:nvGrpSpPr>
        <p:grpSpPr>
          <a:xfrm>
            <a:off x="4700588" y="908050"/>
            <a:ext cx="1968500" cy="2227263"/>
            <a:chOff x="2928" y="369"/>
            <a:chExt cx="1240" cy="1403"/>
          </a:xfrm>
        </p:grpSpPr>
        <p:sp>
          <p:nvSpPr>
            <p:cNvPr id="45151" name="Line 25"/>
            <p:cNvSpPr/>
            <p:nvPr/>
          </p:nvSpPr>
          <p:spPr>
            <a:xfrm flipV="1">
              <a:off x="2928" y="576"/>
              <a:ext cx="1008" cy="1196"/>
            </a:xfrm>
            <a:prstGeom prst="line">
              <a:avLst/>
            </a:prstGeom>
            <a:ln w="28575" cap="flat" cmpd="sng">
              <a:solidFill>
                <a:srgbClr val="FF00FF"/>
              </a:solidFill>
              <a:prstDash val="solid"/>
              <a:headEnd type="none" w="med" len="med"/>
              <a:tailEnd type="triangle" w="med" len="med"/>
            </a:ln>
          </p:spPr>
        </p:sp>
        <p:graphicFrame>
          <p:nvGraphicFramePr>
            <p:cNvPr id="45075" name="Object 26"/>
            <p:cNvGraphicFramePr/>
            <p:nvPr/>
          </p:nvGraphicFramePr>
          <p:xfrm>
            <a:off x="3941" y="369"/>
            <a:ext cx="227" cy="318"/>
          </p:xfrm>
          <a:graphic>
            <a:graphicData uri="http://schemas.openxmlformats.org/presentationml/2006/ole">
              <mc:AlternateContent xmlns:mc="http://schemas.openxmlformats.org/markup-compatibility/2006">
                <mc:Choice xmlns:v="urn:schemas-microsoft-com:vml" Requires="v">
                  <p:oleObj spid="_x0000_s3356" name="" r:id="rId15" imgW="190500" imgH="266065" progId="Equation.3">
                    <p:embed/>
                  </p:oleObj>
                </mc:Choice>
                <mc:Fallback>
                  <p:oleObj name="" r:id="rId15" imgW="190500" imgH="266065" progId="Equation.3">
                    <p:embed/>
                    <p:pic>
                      <p:nvPicPr>
                        <p:cNvPr id="0" name="图片 3355"/>
                        <p:cNvPicPr/>
                        <p:nvPr/>
                      </p:nvPicPr>
                      <p:blipFill>
                        <a:blip r:embed="rId16">
                          <a:clrChange>
                            <a:clrFrom>
                              <a:srgbClr val="000000"/>
                            </a:clrFrom>
                            <a:clrTo>
                              <a:srgbClr val="FFFFFF"/>
                            </a:clrTo>
                          </a:clrChange>
                        </a:blip>
                        <a:stretch>
                          <a:fillRect/>
                        </a:stretch>
                      </p:blipFill>
                      <p:spPr>
                        <a:xfrm>
                          <a:off x="3941" y="369"/>
                          <a:ext cx="227" cy="318"/>
                        </a:xfrm>
                        <a:prstGeom prst="rect">
                          <a:avLst/>
                        </a:prstGeom>
                        <a:noFill/>
                        <a:ln w="38100">
                          <a:noFill/>
                          <a:miter/>
                        </a:ln>
                      </p:spPr>
                    </p:pic>
                  </p:oleObj>
                </mc:Fallback>
              </mc:AlternateContent>
            </a:graphicData>
          </a:graphic>
        </p:graphicFrame>
      </p:grpSp>
      <p:sp>
        <p:nvSpPr>
          <p:cNvPr id="36891" name="Freeform 27"/>
          <p:cNvSpPr/>
          <p:nvPr/>
        </p:nvSpPr>
        <p:spPr>
          <a:xfrm>
            <a:off x="4700588" y="1541463"/>
            <a:ext cx="3276600" cy="1600200"/>
          </a:xfrm>
          <a:custGeom>
            <a:avLst/>
            <a:gdLst>
              <a:gd name="txL" fmla="*/ 0 w 2064"/>
              <a:gd name="txT" fmla="*/ 0 h 1008"/>
              <a:gd name="txR" fmla="*/ 2064 w 2064"/>
              <a:gd name="txB" fmla="*/ 1008 h 1008"/>
            </a:gdLst>
            <a:ahLst/>
            <a:cxnLst>
              <a:cxn ang="0">
                <a:pos x="0" y="1008"/>
              </a:cxn>
              <a:cxn ang="0">
                <a:pos x="102" y="600"/>
              </a:cxn>
              <a:cxn ang="0">
                <a:pos x="294" y="318"/>
              </a:cxn>
              <a:cxn ang="0">
                <a:pos x="576" y="102"/>
              </a:cxn>
              <a:cxn ang="0">
                <a:pos x="1038" y="6"/>
              </a:cxn>
              <a:cxn ang="0">
                <a:pos x="1536" y="138"/>
              </a:cxn>
              <a:cxn ang="0">
                <a:pos x="1902" y="528"/>
              </a:cxn>
              <a:cxn ang="0">
                <a:pos x="2064" y="1008"/>
              </a:cxn>
            </a:cxnLst>
            <a:rect l="txL" t="txT" r="txR" b="txB"/>
            <a:pathLst>
              <a:path w="2064" h="1008">
                <a:moveTo>
                  <a:pt x="0" y="1008"/>
                </a:moveTo>
                <a:cubicBezTo>
                  <a:pt x="15" y="940"/>
                  <a:pt x="53" y="715"/>
                  <a:pt x="102" y="600"/>
                </a:cubicBezTo>
                <a:cubicBezTo>
                  <a:pt x="151" y="485"/>
                  <a:pt x="215" y="401"/>
                  <a:pt x="294" y="318"/>
                </a:cubicBezTo>
                <a:cubicBezTo>
                  <a:pt x="373" y="235"/>
                  <a:pt x="452" y="154"/>
                  <a:pt x="576" y="102"/>
                </a:cubicBezTo>
                <a:cubicBezTo>
                  <a:pt x="700" y="50"/>
                  <a:pt x="878" y="0"/>
                  <a:pt x="1038" y="6"/>
                </a:cubicBezTo>
                <a:cubicBezTo>
                  <a:pt x="1198" y="12"/>
                  <a:pt x="1392" y="51"/>
                  <a:pt x="1536" y="138"/>
                </a:cubicBezTo>
                <a:cubicBezTo>
                  <a:pt x="1680" y="225"/>
                  <a:pt x="1814" y="383"/>
                  <a:pt x="1902" y="528"/>
                </a:cubicBezTo>
                <a:cubicBezTo>
                  <a:pt x="1990" y="673"/>
                  <a:pt x="2030" y="908"/>
                  <a:pt x="2064" y="1008"/>
                </a:cubicBezTo>
              </a:path>
            </a:pathLst>
          </a:custGeom>
          <a:noFill/>
          <a:ln w="28575" cap="flat" cmpd="sng">
            <a:solidFill>
              <a:schemeClr val="bg1"/>
            </a:solidFill>
            <a:prstDash val="dash"/>
            <a:round/>
            <a:headEnd type="none" w="med" len="med"/>
            <a:tailEnd type="none" w="med" len="med"/>
          </a:ln>
        </p:spPr>
        <p:txBody>
          <a:bodyPr wrap="none" anchor="ctr" anchorCtr="0"/>
          <a:p>
            <a:endParaRPr lang="zh-CN" altLang="en-US" dirty="0">
              <a:latin typeface="楷体_GB2312" pitchFamily="49" charset="-122"/>
            </a:endParaRPr>
          </a:p>
        </p:txBody>
      </p:sp>
      <p:graphicFrame>
        <p:nvGraphicFramePr>
          <p:cNvPr id="36892" name="Object 28"/>
          <p:cNvGraphicFramePr/>
          <p:nvPr/>
        </p:nvGraphicFramePr>
        <p:xfrm>
          <a:off x="850900" y="5084763"/>
          <a:ext cx="7321550" cy="830262"/>
        </p:xfrm>
        <a:graphic>
          <a:graphicData uri="http://schemas.openxmlformats.org/presentationml/2006/ole">
            <mc:AlternateContent xmlns:mc="http://schemas.openxmlformats.org/markup-compatibility/2006">
              <mc:Choice xmlns:v="urn:schemas-microsoft-com:vml" Requires="v">
                <p:oleObj spid="_x0000_s3347" name="" r:id="rId17" imgW="3808095" imgH="444500" progId="Equation.3">
                  <p:embed/>
                </p:oleObj>
              </mc:Choice>
              <mc:Fallback>
                <p:oleObj name="" r:id="rId17" imgW="3808095" imgH="444500" progId="Equation.3">
                  <p:embed/>
                  <p:pic>
                    <p:nvPicPr>
                      <p:cNvPr id="0" name="图片 3346"/>
                      <p:cNvPicPr/>
                      <p:nvPr/>
                    </p:nvPicPr>
                    <p:blipFill>
                      <a:blip r:embed="rId18">
                        <a:clrChange>
                          <a:clrFrom>
                            <a:srgbClr val="000000"/>
                          </a:clrFrom>
                          <a:clrTo>
                            <a:srgbClr val="FFFF00"/>
                          </a:clrTo>
                        </a:clrChange>
                      </a:blip>
                      <a:stretch>
                        <a:fillRect/>
                      </a:stretch>
                    </p:blipFill>
                    <p:spPr>
                      <a:xfrm>
                        <a:off x="850900" y="5084763"/>
                        <a:ext cx="7321550" cy="830262"/>
                      </a:xfrm>
                      <a:prstGeom prst="rect">
                        <a:avLst/>
                      </a:prstGeom>
                      <a:noFill/>
                      <a:ln w="38100">
                        <a:noFill/>
                        <a:miter/>
                      </a:ln>
                    </p:spPr>
                  </p:pic>
                </p:oleObj>
              </mc:Fallback>
            </mc:AlternateContent>
          </a:graphicData>
        </a:graphic>
      </p:graphicFrame>
      <p:sp>
        <p:nvSpPr>
          <p:cNvPr id="36893" name="Text Box 29"/>
          <p:cNvSpPr txBox="1"/>
          <p:nvPr/>
        </p:nvSpPr>
        <p:spPr>
          <a:xfrm>
            <a:off x="5364163" y="3933825"/>
            <a:ext cx="3529012" cy="1117600"/>
          </a:xfrm>
          <a:prstGeom prst="rect">
            <a:avLst/>
          </a:prstGeom>
          <a:noFill/>
          <a:ln w="9525">
            <a:noFill/>
          </a:ln>
        </p:spPr>
        <p:txBody>
          <a:bodyPr>
            <a:spAutoFit/>
          </a:bodyPr>
          <a:p>
            <a:pPr>
              <a:lnSpc>
                <a:spcPct val="120000"/>
              </a:lnSpc>
              <a:spcBef>
                <a:spcPct val="50000"/>
              </a:spcBef>
            </a:pPr>
            <a:r>
              <a:rPr lang="zh-CN" altLang="en-US" dirty="0">
                <a:solidFill>
                  <a:schemeClr val="bg1"/>
                </a:solidFill>
                <a:latin typeface="Times New Roman" panose="02020603050405020304" pitchFamily="18" charset="0"/>
              </a:rPr>
              <a:t>当</a:t>
            </a:r>
            <a:r>
              <a:rPr lang="en-US" altLang="zh-CN" b="0" i="1" dirty="0">
                <a:solidFill>
                  <a:schemeClr val="bg1"/>
                </a:solidFill>
                <a:latin typeface="Times New Roman" panose="02020603050405020304" pitchFamily="18" charset="0"/>
                <a:ea typeface="宋体" panose="02010600030101010101" pitchFamily="2" charset="-122"/>
              </a:rPr>
              <a:t>R</a:t>
            </a:r>
            <a:r>
              <a:rPr lang="en-US" altLang="zh-CN" b="0" baseline="-25000" dirty="0">
                <a:solidFill>
                  <a:schemeClr val="bg1"/>
                </a:solidFill>
                <a:latin typeface="Times New Roman" panose="02020603050405020304" pitchFamily="18" charset="0"/>
                <a:ea typeface="宋体" panose="02010600030101010101" pitchFamily="2" charset="-122"/>
              </a:rPr>
              <a:t>2</a:t>
            </a:r>
            <a:r>
              <a:rPr lang="en-US" altLang="zh-CN" b="0" dirty="0">
                <a:solidFill>
                  <a:schemeClr val="bg1"/>
                </a:solidFill>
                <a:latin typeface="Times New Roman" panose="02020603050405020304" pitchFamily="18" charset="0"/>
                <a:ea typeface="宋体" panose="02010600030101010101" pitchFamily="2" charset="-122"/>
              </a:rPr>
              <a:t>=0</a:t>
            </a:r>
            <a:r>
              <a:rPr lang="zh-CN" altLang="en-US" b="0" dirty="0">
                <a:solidFill>
                  <a:schemeClr val="bg1"/>
                </a:solidFill>
                <a:latin typeface="Times New Roman" panose="02020603050405020304" pitchFamily="18" charset="0"/>
                <a:ea typeface="宋体" panose="02010600030101010101" pitchFamily="2" charset="-122"/>
              </a:rPr>
              <a:t>，</a:t>
            </a:r>
            <a:r>
              <a:rPr lang="en-US" altLang="zh-CN" b="0" i="1" dirty="0">
                <a:solidFill>
                  <a:schemeClr val="bg1"/>
                </a:solidFill>
                <a:latin typeface="Symbol" panose="05050102010706020507" pitchFamily="18" charset="2"/>
                <a:ea typeface="宋体" panose="02010600030101010101" pitchFamily="2" charset="-122"/>
              </a:rPr>
              <a:t>q </a:t>
            </a:r>
            <a:r>
              <a:rPr lang="en-US" altLang="zh-CN" b="0" dirty="0">
                <a:solidFill>
                  <a:schemeClr val="bg1"/>
                </a:solidFill>
                <a:latin typeface="Symbol" panose="05050102010706020507" pitchFamily="18" charset="2"/>
                <a:ea typeface="宋体" panose="02010600030101010101" pitchFamily="2" charset="-122"/>
              </a:rPr>
              <a:t>=180</a:t>
            </a:r>
            <a:r>
              <a:rPr lang="en-US" altLang="zh-CN" b="0" dirty="0">
                <a:solidFill>
                  <a:schemeClr val="bg1"/>
                </a:solidFill>
                <a:latin typeface="宋体" panose="02010600030101010101" pitchFamily="2" charset="-122"/>
                <a:ea typeface="宋体" panose="02010600030101010101" pitchFamily="2" charset="-122"/>
                <a:sym typeface="Symbol" panose="05050102010706020507" pitchFamily="18" charset="2"/>
              </a:rPr>
              <a:t>°</a:t>
            </a:r>
            <a:r>
              <a:rPr lang="zh-CN" altLang="en-US" b="0" dirty="0">
                <a:solidFill>
                  <a:schemeClr val="bg1"/>
                </a:solidFill>
                <a:latin typeface="Symbol" panose="05050102010706020507" pitchFamily="18" charset="2"/>
                <a:ea typeface="宋体" panose="02010600030101010101" pitchFamily="2" charset="-122"/>
                <a:sym typeface="Symbol" panose="05050102010706020507" pitchFamily="18" charset="2"/>
              </a:rPr>
              <a:t>；</a:t>
            </a:r>
            <a:endParaRPr lang="zh-CN" altLang="en-US" b="0" dirty="0">
              <a:solidFill>
                <a:schemeClr val="bg1"/>
              </a:solidFill>
              <a:latin typeface="Symbol" panose="05050102010706020507" pitchFamily="18" charset="2"/>
              <a:ea typeface="宋体" panose="02010600030101010101" pitchFamily="2" charset="-122"/>
              <a:sym typeface="Symbol" panose="05050102010706020507" pitchFamily="18" charset="2"/>
            </a:endParaRPr>
          </a:p>
          <a:p>
            <a:pPr>
              <a:lnSpc>
                <a:spcPct val="120000"/>
              </a:lnSpc>
            </a:pPr>
            <a:r>
              <a:rPr lang="zh-CN" altLang="en-US" dirty="0">
                <a:solidFill>
                  <a:schemeClr val="bg1"/>
                </a:solidFill>
                <a:latin typeface="Symbol" panose="05050102010706020507" pitchFamily="18" charset="2"/>
                <a:sym typeface="Symbol" panose="05050102010706020507" pitchFamily="18" charset="2"/>
              </a:rPr>
              <a:t>当</a:t>
            </a:r>
            <a:r>
              <a:rPr lang="en-US" altLang="zh-CN" b="0" i="1" dirty="0">
                <a:solidFill>
                  <a:schemeClr val="bg1"/>
                </a:solidFill>
                <a:latin typeface="Times New Roman" panose="02020603050405020304" pitchFamily="18" charset="0"/>
                <a:ea typeface="宋体" panose="02010600030101010101" pitchFamily="2" charset="-122"/>
              </a:rPr>
              <a:t>R</a:t>
            </a:r>
            <a:r>
              <a:rPr lang="en-US" altLang="zh-CN" b="0" baseline="-25000" dirty="0">
                <a:solidFill>
                  <a:schemeClr val="bg1"/>
                </a:solidFill>
                <a:latin typeface="Times New Roman" panose="02020603050405020304" pitchFamily="18" charset="0"/>
                <a:ea typeface="宋体" panose="02010600030101010101" pitchFamily="2" charset="-122"/>
              </a:rPr>
              <a:t>2</a:t>
            </a:r>
            <a:r>
              <a:rPr lang="en-US" altLang="zh-CN" b="0" dirty="0">
                <a:solidFill>
                  <a:schemeClr val="bg1"/>
                </a:solidFill>
                <a:latin typeface="Symbol" panose="05050102010706020507" pitchFamily="18" charset="2"/>
                <a:ea typeface="宋体" panose="02010600030101010101" pitchFamily="2" charset="-122"/>
                <a:sym typeface="Symbol" panose="05050102010706020507" pitchFamily="18" charset="2"/>
              </a:rPr>
              <a:t> </a:t>
            </a:r>
            <a:r>
              <a:rPr lang="en-US" altLang="zh-CN" b="0" dirty="0">
                <a:solidFill>
                  <a:schemeClr val="bg1"/>
                </a:solidFill>
                <a:latin typeface="Times New Roman" panose="02020603050405020304" pitchFamily="18" charset="0"/>
                <a:ea typeface="宋体" panose="02010600030101010101" pitchFamily="2" charset="-122"/>
                <a:sym typeface="Symbol" panose="05050102010706020507" pitchFamily="18" charset="2"/>
              </a:rPr>
              <a:t>∞</a:t>
            </a:r>
            <a:r>
              <a:rPr lang="zh-CN" altLang="en-US" b="0" dirty="0">
                <a:solidFill>
                  <a:schemeClr val="bg1"/>
                </a:solidFill>
                <a:latin typeface="Times New Roman" panose="02020603050405020304" pitchFamily="18" charset="0"/>
                <a:ea typeface="宋体" panose="02010600030101010101" pitchFamily="2" charset="-122"/>
                <a:sym typeface="Symbol" panose="05050102010706020507" pitchFamily="18" charset="2"/>
              </a:rPr>
              <a:t>，</a:t>
            </a:r>
            <a:r>
              <a:rPr lang="en-US" altLang="zh-CN" b="0" i="1" dirty="0">
                <a:solidFill>
                  <a:schemeClr val="bg1"/>
                </a:solidFill>
                <a:latin typeface="Symbol" panose="05050102010706020507" pitchFamily="18" charset="2"/>
                <a:ea typeface="宋体" panose="02010600030101010101" pitchFamily="2" charset="-122"/>
              </a:rPr>
              <a:t>q </a:t>
            </a:r>
            <a:r>
              <a:rPr lang="en-US" altLang="zh-CN" b="0" dirty="0">
                <a:solidFill>
                  <a:schemeClr val="bg1"/>
                </a:solidFill>
                <a:latin typeface="Symbol" panose="05050102010706020507" pitchFamily="18" charset="2"/>
                <a:ea typeface="宋体" panose="02010600030101010101" pitchFamily="2" charset="-122"/>
              </a:rPr>
              <a:t>=0</a:t>
            </a:r>
            <a:r>
              <a:rPr lang="en-US" altLang="zh-CN" b="0" dirty="0">
                <a:solidFill>
                  <a:schemeClr val="bg1"/>
                </a:solidFill>
                <a:latin typeface="宋体" panose="02010600030101010101" pitchFamily="2" charset="-122"/>
                <a:ea typeface="宋体" panose="02010600030101010101" pitchFamily="2" charset="-122"/>
                <a:sym typeface="Symbol" panose="05050102010706020507" pitchFamily="18" charset="2"/>
              </a:rPr>
              <a:t>°</a:t>
            </a:r>
            <a:r>
              <a:rPr lang="zh-CN" altLang="en-US" b="0" dirty="0">
                <a:solidFill>
                  <a:schemeClr val="bg1"/>
                </a:solidFill>
                <a:latin typeface="Symbol" panose="05050102010706020507" pitchFamily="18" charset="2"/>
                <a:ea typeface="宋体" panose="02010600030101010101" pitchFamily="2" charset="-122"/>
                <a:sym typeface="Symbol" panose="05050102010706020507" pitchFamily="18" charset="2"/>
              </a:rPr>
              <a:t>。</a:t>
            </a:r>
            <a:endParaRPr lang="zh-CN" altLang="en-US" b="0" dirty="0">
              <a:solidFill>
                <a:schemeClr val="bg1"/>
              </a:solidFill>
              <a:latin typeface="Times New Roman" panose="02020603050405020304" pitchFamily="18" charset="0"/>
              <a:ea typeface="宋体" panose="02010600030101010101" pitchFamily="2" charset="-122"/>
              <a:sym typeface="Symbol" panose="05050102010706020507" pitchFamily="18" charset="2"/>
            </a:endParaRPr>
          </a:p>
        </p:txBody>
      </p:sp>
      <p:grpSp>
        <p:nvGrpSpPr>
          <p:cNvPr id="9" name="Group 73"/>
          <p:cNvGrpSpPr/>
          <p:nvPr/>
        </p:nvGrpSpPr>
        <p:grpSpPr>
          <a:xfrm>
            <a:off x="6300788" y="3141663"/>
            <a:ext cx="1676400" cy="457200"/>
            <a:chOff x="3936" y="1776"/>
            <a:chExt cx="1056" cy="288"/>
          </a:xfrm>
        </p:grpSpPr>
        <p:graphicFrame>
          <p:nvGraphicFramePr>
            <p:cNvPr id="45074" name="Object 74"/>
            <p:cNvGraphicFramePr/>
            <p:nvPr/>
          </p:nvGraphicFramePr>
          <p:xfrm>
            <a:off x="4328" y="1778"/>
            <a:ext cx="251" cy="286"/>
          </p:xfrm>
          <a:graphic>
            <a:graphicData uri="http://schemas.openxmlformats.org/presentationml/2006/ole">
              <mc:AlternateContent xmlns:mc="http://schemas.openxmlformats.org/markup-compatibility/2006">
                <mc:Choice xmlns:v="urn:schemas-microsoft-com:vml" Requires="v">
                  <p:oleObj spid="_x0000_s3357" name="" r:id="rId19" imgW="203200" imgH="228600" progId="Equation.3">
                    <p:embed/>
                  </p:oleObj>
                </mc:Choice>
                <mc:Fallback>
                  <p:oleObj name="" r:id="rId19" imgW="203200" imgH="228600" progId="Equation.3">
                    <p:embed/>
                    <p:pic>
                      <p:nvPicPr>
                        <p:cNvPr id="0" name="图片 3356"/>
                        <p:cNvPicPr/>
                        <p:nvPr/>
                      </p:nvPicPr>
                      <p:blipFill>
                        <a:blip r:embed="rId20">
                          <a:clrChange>
                            <a:clrFrom>
                              <a:srgbClr val="000000"/>
                            </a:clrFrom>
                            <a:clrTo>
                              <a:srgbClr val="FFFFFF"/>
                            </a:clrTo>
                          </a:clrChange>
                        </a:blip>
                        <a:stretch>
                          <a:fillRect/>
                        </a:stretch>
                      </p:blipFill>
                      <p:spPr>
                        <a:xfrm>
                          <a:off x="4328" y="1778"/>
                          <a:ext cx="251" cy="286"/>
                        </a:xfrm>
                        <a:prstGeom prst="rect">
                          <a:avLst/>
                        </a:prstGeom>
                        <a:noFill/>
                        <a:ln w="38100">
                          <a:noFill/>
                          <a:miter/>
                        </a:ln>
                      </p:spPr>
                    </p:pic>
                  </p:oleObj>
                </mc:Fallback>
              </mc:AlternateContent>
            </a:graphicData>
          </a:graphic>
        </p:graphicFrame>
        <p:sp>
          <p:nvSpPr>
            <p:cNvPr id="45150" name="Line 75"/>
            <p:cNvSpPr/>
            <p:nvPr/>
          </p:nvSpPr>
          <p:spPr>
            <a:xfrm>
              <a:off x="3936" y="1776"/>
              <a:ext cx="1056" cy="0"/>
            </a:xfrm>
            <a:prstGeom prst="line">
              <a:avLst/>
            </a:prstGeom>
            <a:ln w="28575" cap="flat" cmpd="sng">
              <a:solidFill>
                <a:srgbClr val="66FF33"/>
              </a:solidFill>
              <a:prstDash val="solid"/>
              <a:headEnd type="none" w="med" len="med"/>
              <a:tailEnd type="triangle" w="med" len="med"/>
            </a:ln>
          </p:spPr>
        </p:sp>
      </p:grpSp>
      <p:grpSp>
        <p:nvGrpSpPr>
          <p:cNvPr id="10" name="Group 76"/>
          <p:cNvGrpSpPr/>
          <p:nvPr/>
        </p:nvGrpSpPr>
        <p:grpSpPr>
          <a:xfrm>
            <a:off x="4700588" y="1582738"/>
            <a:ext cx="2667000" cy="1577975"/>
            <a:chOff x="2928" y="794"/>
            <a:chExt cx="1680" cy="994"/>
          </a:xfrm>
        </p:grpSpPr>
        <p:sp>
          <p:nvSpPr>
            <p:cNvPr id="45149" name="Line 77"/>
            <p:cNvSpPr/>
            <p:nvPr/>
          </p:nvSpPr>
          <p:spPr>
            <a:xfrm flipV="1">
              <a:off x="2928" y="1020"/>
              <a:ext cx="1680" cy="768"/>
            </a:xfrm>
            <a:prstGeom prst="line">
              <a:avLst/>
            </a:prstGeom>
            <a:ln w="28575" cap="flat" cmpd="sng">
              <a:solidFill>
                <a:srgbClr val="FF0000"/>
              </a:solidFill>
              <a:prstDash val="solid"/>
              <a:headEnd type="none" w="med" len="med"/>
              <a:tailEnd type="triangle" w="med" len="med"/>
            </a:ln>
          </p:spPr>
        </p:sp>
        <p:graphicFrame>
          <p:nvGraphicFramePr>
            <p:cNvPr id="45073" name="Object 78"/>
            <p:cNvGraphicFramePr/>
            <p:nvPr/>
          </p:nvGraphicFramePr>
          <p:xfrm>
            <a:off x="4217" y="794"/>
            <a:ext cx="278" cy="308"/>
          </p:xfrm>
          <a:graphic>
            <a:graphicData uri="http://schemas.openxmlformats.org/presentationml/2006/ole">
              <mc:AlternateContent xmlns:mc="http://schemas.openxmlformats.org/markup-compatibility/2006">
                <mc:Choice xmlns:v="urn:schemas-microsoft-com:vml" Requires="v">
                  <p:oleObj spid="_x0000_s3350" name="" r:id="rId21" imgW="241300" imgH="266065" progId="Equation.3">
                    <p:embed/>
                  </p:oleObj>
                </mc:Choice>
                <mc:Fallback>
                  <p:oleObj name="" r:id="rId21" imgW="241300" imgH="266065" progId="Equation.3">
                    <p:embed/>
                    <p:pic>
                      <p:nvPicPr>
                        <p:cNvPr id="0" name="图片 3349"/>
                        <p:cNvPicPr/>
                        <p:nvPr/>
                      </p:nvPicPr>
                      <p:blipFill>
                        <a:blip r:embed="rId22">
                          <a:clrChange>
                            <a:clrFrom>
                              <a:srgbClr val="000000"/>
                            </a:clrFrom>
                            <a:clrTo>
                              <a:srgbClr val="FFFFFF"/>
                            </a:clrTo>
                          </a:clrChange>
                        </a:blip>
                        <a:stretch>
                          <a:fillRect/>
                        </a:stretch>
                      </p:blipFill>
                      <p:spPr>
                        <a:xfrm>
                          <a:off x="4217" y="794"/>
                          <a:ext cx="278" cy="308"/>
                        </a:xfrm>
                        <a:prstGeom prst="rect">
                          <a:avLst/>
                        </a:prstGeom>
                        <a:noFill/>
                        <a:ln w="38100">
                          <a:noFill/>
                          <a:miter/>
                        </a:ln>
                      </p:spPr>
                    </p:pic>
                  </p:oleObj>
                </mc:Fallback>
              </mc:AlternateContent>
            </a:graphicData>
          </a:graphic>
        </p:graphicFrame>
      </p:grpSp>
      <p:grpSp>
        <p:nvGrpSpPr>
          <p:cNvPr id="11" name="Group 79"/>
          <p:cNvGrpSpPr/>
          <p:nvPr/>
        </p:nvGrpSpPr>
        <p:grpSpPr>
          <a:xfrm>
            <a:off x="4700588" y="1430338"/>
            <a:ext cx="1295400" cy="1711325"/>
            <a:chOff x="2928" y="698"/>
            <a:chExt cx="816" cy="1078"/>
          </a:xfrm>
        </p:grpSpPr>
        <p:sp>
          <p:nvSpPr>
            <p:cNvPr id="45148" name="Line 80"/>
            <p:cNvSpPr/>
            <p:nvPr/>
          </p:nvSpPr>
          <p:spPr>
            <a:xfrm flipV="1">
              <a:off x="2928" y="816"/>
              <a:ext cx="816" cy="960"/>
            </a:xfrm>
            <a:prstGeom prst="line">
              <a:avLst/>
            </a:prstGeom>
            <a:ln w="28575" cap="flat" cmpd="sng">
              <a:solidFill>
                <a:srgbClr val="FF9900"/>
              </a:solidFill>
              <a:prstDash val="solid"/>
              <a:headEnd type="none" w="med" len="med"/>
              <a:tailEnd type="triangle" w="med" len="med"/>
            </a:ln>
          </p:spPr>
        </p:sp>
        <p:graphicFrame>
          <p:nvGraphicFramePr>
            <p:cNvPr id="45072" name="Object 81"/>
            <p:cNvGraphicFramePr/>
            <p:nvPr/>
          </p:nvGraphicFramePr>
          <p:xfrm>
            <a:off x="3353" y="698"/>
            <a:ext cx="278" cy="308"/>
          </p:xfrm>
          <a:graphic>
            <a:graphicData uri="http://schemas.openxmlformats.org/presentationml/2006/ole">
              <mc:AlternateContent xmlns:mc="http://schemas.openxmlformats.org/markup-compatibility/2006">
                <mc:Choice xmlns:v="urn:schemas-microsoft-com:vml" Requires="v">
                  <p:oleObj spid="_x0000_s3349" name="" r:id="rId23" imgW="241300" imgH="266065" progId="Equation.3">
                    <p:embed/>
                  </p:oleObj>
                </mc:Choice>
                <mc:Fallback>
                  <p:oleObj name="" r:id="rId23" imgW="241300" imgH="266065" progId="Equation.3">
                    <p:embed/>
                    <p:pic>
                      <p:nvPicPr>
                        <p:cNvPr id="0" name="图片 3348"/>
                        <p:cNvPicPr/>
                        <p:nvPr/>
                      </p:nvPicPr>
                      <p:blipFill>
                        <a:blip r:embed="rId24">
                          <a:clrChange>
                            <a:clrFrom>
                              <a:srgbClr val="000000"/>
                            </a:clrFrom>
                            <a:clrTo>
                              <a:srgbClr val="FFFF00"/>
                            </a:clrTo>
                          </a:clrChange>
                        </a:blip>
                        <a:stretch>
                          <a:fillRect/>
                        </a:stretch>
                      </p:blipFill>
                      <p:spPr>
                        <a:xfrm>
                          <a:off x="3353" y="698"/>
                          <a:ext cx="278" cy="308"/>
                        </a:xfrm>
                        <a:prstGeom prst="rect">
                          <a:avLst/>
                        </a:prstGeom>
                        <a:noFill/>
                        <a:ln w="38100">
                          <a:noFill/>
                          <a:miter/>
                        </a:ln>
                      </p:spPr>
                    </p:pic>
                  </p:oleObj>
                </mc:Fallback>
              </mc:AlternateContent>
            </a:graphicData>
          </a:graphic>
        </p:graphicFrame>
      </p:grpSp>
      <p:graphicFrame>
        <p:nvGraphicFramePr>
          <p:cNvPr id="36946" name="Object 82"/>
          <p:cNvGraphicFramePr/>
          <p:nvPr/>
        </p:nvGraphicFramePr>
        <p:xfrm>
          <a:off x="827088" y="3767138"/>
          <a:ext cx="4224337" cy="1423987"/>
        </p:xfrm>
        <a:graphic>
          <a:graphicData uri="http://schemas.openxmlformats.org/presentationml/2006/ole">
            <mc:AlternateContent xmlns:mc="http://schemas.openxmlformats.org/markup-compatibility/2006">
              <mc:Choice xmlns:v="urn:schemas-microsoft-com:vml" Requires="v">
                <p:oleObj spid="_x0000_s3364" name="" r:id="rId25" imgW="2070100" imgH="698500" progId="Equation.3">
                  <p:embed/>
                </p:oleObj>
              </mc:Choice>
              <mc:Fallback>
                <p:oleObj name="" r:id="rId25" imgW="2070100" imgH="698500" progId="Equation.3">
                  <p:embed/>
                  <p:pic>
                    <p:nvPicPr>
                      <p:cNvPr id="0" name="图片 3363"/>
                      <p:cNvPicPr/>
                      <p:nvPr/>
                    </p:nvPicPr>
                    <p:blipFill>
                      <a:blip r:embed="rId26">
                        <a:clrChange>
                          <a:clrFrom>
                            <a:srgbClr val="000000"/>
                          </a:clrFrom>
                          <a:clrTo>
                            <a:srgbClr val="FFFFFF"/>
                          </a:clrTo>
                        </a:clrChange>
                      </a:blip>
                      <a:stretch>
                        <a:fillRect/>
                      </a:stretch>
                    </p:blipFill>
                    <p:spPr>
                      <a:xfrm>
                        <a:off x="827088" y="3767138"/>
                        <a:ext cx="4224337" cy="1423987"/>
                      </a:xfrm>
                      <a:prstGeom prst="rect">
                        <a:avLst/>
                      </a:prstGeom>
                      <a:noFill/>
                      <a:ln w="38100">
                        <a:noFill/>
                        <a:miter/>
                      </a:ln>
                    </p:spPr>
                  </p:pic>
                </p:oleObj>
              </mc:Fallback>
            </mc:AlternateContent>
          </a:graphicData>
        </a:graphic>
      </p:graphicFrame>
      <p:grpSp>
        <p:nvGrpSpPr>
          <p:cNvPr id="12" name="Group 83"/>
          <p:cNvGrpSpPr/>
          <p:nvPr/>
        </p:nvGrpSpPr>
        <p:grpSpPr>
          <a:xfrm>
            <a:off x="6300788" y="1916113"/>
            <a:ext cx="1141412" cy="1219200"/>
            <a:chOff x="3936" y="1004"/>
            <a:chExt cx="719" cy="768"/>
          </a:xfrm>
        </p:grpSpPr>
        <p:sp>
          <p:nvSpPr>
            <p:cNvPr id="45146" name="Line 84"/>
            <p:cNvSpPr/>
            <p:nvPr/>
          </p:nvSpPr>
          <p:spPr>
            <a:xfrm flipV="1">
              <a:off x="3936" y="1004"/>
              <a:ext cx="672" cy="768"/>
            </a:xfrm>
            <a:prstGeom prst="line">
              <a:avLst/>
            </a:prstGeom>
            <a:ln w="28575" cap="flat" cmpd="sng">
              <a:solidFill>
                <a:srgbClr val="FF0000"/>
              </a:solidFill>
              <a:prstDash val="solid"/>
              <a:headEnd type="none" w="med" len="med"/>
              <a:tailEnd type="triangle" w="med" len="med"/>
            </a:ln>
          </p:spPr>
        </p:sp>
        <p:sp>
          <p:nvSpPr>
            <p:cNvPr id="45147" name="Freeform 85"/>
            <p:cNvSpPr/>
            <p:nvPr/>
          </p:nvSpPr>
          <p:spPr>
            <a:xfrm>
              <a:off x="4109" y="1590"/>
              <a:ext cx="86" cy="182"/>
            </a:xfrm>
            <a:custGeom>
              <a:avLst/>
              <a:gdLst>
                <a:gd name="txL" fmla="*/ 0 w 86"/>
                <a:gd name="txT" fmla="*/ 0 h 182"/>
                <a:gd name="txR" fmla="*/ 86 w 86"/>
                <a:gd name="txB" fmla="*/ 182 h 182"/>
              </a:gdLst>
              <a:ahLst/>
              <a:cxnLst>
                <a:cxn ang="0">
                  <a:pos x="0" y="0"/>
                </a:cxn>
                <a:cxn ang="0">
                  <a:pos x="38" y="48"/>
                </a:cxn>
                <a:cxn ang="0">
                  <a:pos x="67" y="96"/>
                </a:cxn>
                <a:cxn ang="0">
                  <a:pos x="86" y="182"/>
                </a:cxn>
              </a:cxnLst>
              <a:rect l="txL" t="txT" r="txR" b="txB"/>
              <a:pathLst>
                <a:path w="86" h="182">
                  <a:moveTo>
                    <a:pt x="0" y="0"/>
                  </a:moveTo>
                  <a:cubicBezTo>
                    <a:pt x="11" y="17"/>
                    <a:pt x="27" y="31"/>
                    <a:pt x="38" y="48"/>
                  </a:cubicBezTo>
                  <a:cubicBezTo>
                    <a:pt x="76" y="111"/>
                    <a:pt x="18" y="45"/>
                    <a:pt x="67" y="96"/>
                  </a:cubicBezTo>
                  <a:cubicBezTo>
                    <a:pt x="78" y="127"/>
                    <a:pt x="86" y="149"/>
                    <a:pt x="86" y="182"/>
                  </a:cubicBezTo>
                </a:path>
              </a:pathLst>
            </a:custGeom>
            <a:noFill/>
            <a:ln w="28575" cap="flat" cmpd="sng">
              <a:solidFill>
                <a:srgbClr val="66FF33"/>
              </a:solidFill>
              <a:prstDash val="solid"/>
              <a:round/>
              <a:headEnd type="none" w="med" len="med"/>
              <a:tailEnd type="none" w="med" len="med"/>
            </a:ln>
          </p:spPr>
          <p:txBody>
            <a:bodyPr wrap="none" anchor="ctr" anchorCtr="0"/>
            <a:p>
              <a:endParaRPr lang="zh-CN" altLang="en-US" dirty="0">
                <a:latin typeface="楷体_GB2312" pitchFamily="49" charset="-122"/>
              </a:endParaRPr>
            </a:p>
          </p:txBody>
        </p:sp>
        <p:graphicFrame>
          <p:nvGraphicFramePr>
            <p:cNvPr id="45070" name="Object 86"/>
            <p:cNvGraphicFramePr/>
            <p:nvPr/>
          </p:nvGraphicFramePr>
          <p:xfrm>
            <a:off x="4244" y="1536"/>
            <a:ext cx="135" cy="176"/>
          </p:xfrm>
          <a:graphic>
            <a:graphicData uri="http://schemas.openxmlformats.org/presentationml/2006/ole">
              <mc:AlternateContent xmlns:mc="http://schemas.openxmlformats.org/markup-compatibility/2006">
                <mc:Choice xmlns:v="urn:schemas-microsoft-com:vml" Requires="v">
                  <p:oleObj spid="_x0000_s3366" name="" r:id="rId27" imgW="215900" imgH="278765" progId="Equation.3">
                    <p:embed/>
                  </p:oleObj>
                </mc:Choice>
                <mc:Fallback>
                  <p:oleObj name="" r:id="rId27" imgW="215900" imgH="278765" progId="Equation.3">
                    <p:embed/>
                    <p:pic>
                      <p:nvPicPr>
                        <p:cNvPr id="0" name="图片 3365"/>
                        <p:cNvPicPr/>
                        <p:nvPr/>
                      </p:nvPicPr>
                      <p:blipFill>
                        <a:blip r:embed="rId28">
                          <a:clrChange>
                            <a:clrFrom>
                              <a:srgbClr val="000000"/>
                            </a:clrFrom>
                            <a:clrTo>
                              <a:srgbClr val="FFFFFF"/>
                            </a:clrTo>
                          </a:clrChange>
                        </a:blip>
                        <a:stretch>
                          <a:fillRect/>
                        </a:stretch>
                      </p:blipFill>
                      <p:spPr>
                        <a:xfrm>
                          <a:off x="4244" y="1536"/>
                          <a:ext cx="135" cy="176"/>
                        </a:xfrm>
                        <a:prstGeom prst="rect">
                          <a:avLst/>
                        </a:prstGeom>
                        <a:noFill/>
                        <a:ln w="38100">
                          <a:noFill/>
                          <a:miter/>
                        </a:ln>
                      </p:spPr>
                    </p:pic>
                  </p:oleObj>
                </mc:Fallback>
              </mc:AlternateContent>
            </a:graphicData>
          </a:graphic>
        </p:graphicFrame>
        <p:graphicFrame>
          <p:nvGraphicFramePr>
            <p:cNvPr id="45071" name="Object 87"/>
            <p:cNvGraphicFramePr/>
            <p:nvPr/>
          </p:nvGraphicFramePr>
          <p:xfrm>
            <a:off x="4368" y="1186"/>
            <a:ext cx="287" cy="303"/>
          </p:xfrm>
          <a:graphic>
            <a:graphicData uri="http://schemas.openxmlformats.org/presentationml/2006/ole">
              <mc:AlternateContent xmlns:mc="http://schemas.openxmlformats.org/markup-compatibility/2006">
                <mc:Choice xmlns:v="urn:schemas-microsoft-com:vml" Requires="v">
                  <p:oleObj spid="_x0000_s3362" name="" r:id="rId29" imgW="253365" imgH="266065" progId="Equation.3">
                    <p:embed/>
                  </p:oleObj>
                </mc:Choice>
                <mc:Fallback>
                  <p:oleObj name="" r:id="rId29" imgW="253365" imgH="266065" progId="Equation.3">
                    <p:embed/>
                    <p:pic>
                      <p:nvPicPr>
                        <p:cNvPr id="0" name="图片 3361"/>
                        <p:cNvPicPr/>
                        <p:nvPr/>
                      </p:nvPicPr>
                      <p:blipFill>
                        <a:blip r:embed="rId30">
                          <a:clrChange>
                            <a:clrFrom>
                              <a:srgbClr val="000000"/>
                            </a:clrFrom>
                            <a:clrTo>
                              <a:srgbClr val="FFFFFF"/>
                            </a:clrTo>
                          </a:clrChange>
                        </a:blip>
                        <a:stretch>
                          <a:fillRect/>
                        </a:stretch>
                      </p:blipFill>
                      <p:spPr>
                        <a:xfrm>
                          <a:off x="4368" y="1186"/>
                          <a:ext cx="287" cy="303"/>
                        </a:xfrm>
                        <a:prstGeom prst="rect">
                          <a:avLst/>
                        </a:prstGeom>
                        <a:noFill/>
                        <a:ln w="38100">
                          <a:noFill/>
                          <a:miter/>
                        </a:ln>
                      </p:spPr>
                    </p:pic>
                  </p:oleObj>
                </mc:Fallback>
              </mc:AlternateContent>
            </a:graphicData>
          </a:graphic>
        </p:graphicFrame>
      </p:grpSp>
      <p:grpSp>
        <p:nvGrpSpPr>
          <p:cNvPr id="13" name="Group 88"/>
          <p:cNvGrpSpPr/>
          <p:nvPr/>
        </p:nvGrpSpPr>
        <p:grpSpPr>
          <a:xfrm>
            <a:off x="5995988" y="1541463"/>
            <a:ext cx="609600" cy="1593850"/>
            <a:chOff x="3744" y="768"/>
            <a:chExt cx="384" cy="1004"/>
          </a:xfrm>
        </p:grpSpPr>
        <p:sp>
          <p:nvSpPr>
            <p:cNvPr id="45144" name="Line 89"/>
            <p:cNvSpPr/>
            <p:nvPr/>
          </p:nvSpPr>
          <p:spPr>
            <a:xfrm flipH="1" flipV="1">
              <a:off x="3744" y="768"/>
              <a:ext cx="192" cy="1004"/>
            </a:xfrm>
            <a:prstGeom prst="line">
              <a:avLst/>
            </a:prstGeom>
            <a:ln w="28575" cap="flat" cmpd="sng">
              <a:solidFill>
                <a:srgbClr val="66FFFF"/>
              </a:solidFill>
              <a:prstDash val="solid"/>
              <a:headEnd type="none" w="med" len="med"/>
              <a:tailEnd type="triangle" w="med" len="med"/>
            </a:ln>
          </p:spPr>
        </p:sp>
        <p:sp>
          <p:nvSpPr>
            <p:cNvPr id="45145" name="Freeform 90"/>
            <p:cNvSpPr/>
            <p:nvPr/>
          </p:nvSpPr>
          <p:spPr>
            <a:xfrm>
              <a:off x="3917" y="1657"/>
              <a:ext cx="117" cy="115"/>
            </a:xfrm>
            <a:custGeom>
              <a:avLst/>
              <a:gdLst>
                <a:gd name="txL" fmla="*/ 0 w 117"/>
                <a:gd name="txT" fmla="*/ 0 h 115"/>
                <a:gd name="txR" fmla="*/ 117 w 117"/>
                <a:gd name="txB" fmla="*/ 115 h 115"/>
              </a:gdLst>
              <a:ahLst/>
              <a:cxnLst>
                <a:cxn ang="0">
                  <a:pos x="0" y="0"/>
                </a:cxn>
                <a:cxn ang="0">
                  <a:pos x="77" y="48"/>
                </a:cxn>
                <a:cxn ang="0">
                  <a:pos x="115" y="115"/>
                </a:cxn>
              </a:cxnLst>
              <a:rect l="txL" t="txT" r="txR" b="txB"/>
              <a:pathLst>
                <a:path w="117" h="115">
                  <a:moveTo>
                    <a:pt x="0" y="0"/>
                  </a:moveTo>
                  <a:cubicBezTo>
                    <a:pt x="33" y="10"/>
                    <a:pt x="48" y="29"/>
                    <a:pt x="77" y="48"/>
                  </a:cubicBezTo>
                  <a:cubicBezTo>
                    <a:pt x="117" y="108"/>
                    <a:pt x="115" y="82"/>
                    <a:pt x="115" y="115"/>
                  </a:cubicBezTo>
                </a:path>
              </a:pathLst>
            </a:custGeom>
            <a:noFill/>
            <a:ln w="28575" cap="flat" cmpd="sng">
              <a:solidFill>
                <a:srgbClr val="66FF33"/>
              </a:solidFill>
              <a:prstDash val="solid"/>
              <a:round/>
              <a:headEnd type="none" w="med" len="med"/>
              <a:tailEnd type="none" w="med" len="med"/>
            </a:ln>
          </p:spPr>
          <p:txBody>
            <a:bodyPr wrap="none" anchor="ctr" anchorCtr="0"/>
            <a:p>
              <a:endParaRPr lang="zh-CN" altLang="en-US" dirty="0">
                <a:latin typeface="楷体_GB2312" pitchFamily="49" charset="-122"/>
              </a:endParaRPr>
            </a:p>
          </p:txBody>
        </p:sp>
        <p:graphicFrame>
          <p:nvGraphicFramePr>
            <p:cNvPr id="45068" name="Object 91"/>
            <p:cNvGraphicFramePr/>
            <p:nvPr/>
          </p:nvGraphicFramePr>
          <p:xfrm>
            <a:off x="3936" y="1453"/>
            <a:ext cx="176" cy="183"/>
          </p:xfrm>
          <a:graphic>
            <a:graphicData uri="http://schemas.openxmlformats.org/presentationml/2006/ole">
              <mc:AlternateContent xmlns:mc="http://schemas.openxmlformats.org/markup-compatibility/2006">
                <mc:Choice xmlns:v="urn:schemas-microsoft-com:vml" Requires="v">
                  <p:oleObj spid="_x0000_s3365" name="" r:id="rId31" imgW="279400" imgH="292100" progId="Equation.3">
                    <p:embed/>
                  </p:oleObj>
                </mc:Choice>
                <mc:Fallback>
                  <p:oleObj name="" r:id="rId31" imgW="279400" imgH="292100" progId="Equation.3">
                    <p:embed/>
                    <p:pic>
                      <p:nvPicPr>
                        <p:cNvPr id="0" name="图片 3364"/>
                        <p:cNvPicPr/>
                        <p:nvPr/>
                      </p:nvPicPr>
                      <p:blipFill>
                        <a:blip r:embed="rId32">
                          <a:clrChange>
                            <a:clrFrom>
                              <a:srgbClr val="000000"/>
                            </a:clrFrom>
                            <a:clrTo>
                              <a:srgbClr val="FFFFFF"/>
                            </a:clrTo>
                          </a:clrChange>
                        </a:blip>
                        <a:stretch>
                          <a:fillRect/>
                        </a:stretch>
                      </p:blipFill>
                      <p:spPr>
                        <a:xfrm>
                          <a:off x="3936" y="1453"/>
                          <a:ext cx="176" cy="183"/>
                        </a:xfrm>
                        <a:prstGeom prst="rect">
                          <a:avLst/>
                        </a:prstGeom>
                        <a:noFill/>
                        <a:ln w="38100">
                          <a:noFill/>
                          <a:miter/>
                        </a:ln>
                      </p:spPr>
                    </p:pic>
                  </p:oleObj>
                </mc:Fallback>
              </mc:AlternateContent>
            </a:graphicData>
          </a:graphic>
        </p:graphicFrame>
        <p:graphicFrame>
          <p:nvGraphicFramePr>
            <p:cNvPr id="45069" name="Object 92"/>
            <p:cNvGraphicFramePr/>
            <p:nvPr/>
          </p:nvGraphicFramePr>
          <p:xfrm>
            <a:off x="3840" y="994"/>
            <a:ext cx="288" cy="303"/>
          </p:xfrm>
          <a:graphic>
            <a:graphicData uri="http://schemas.openxmlformats.org/presentationml/2006/ole">
              <mc:AlternateContent xmlns:mc="http://schemas.openxmlformats.org/markup-compatibility/2006">
                <mc:Choice xmlns:v="urn:schemas-microsoft-com:vml" Requires="v">
                  <p:oleObj spid="_x0000_s3367" name="" r:id="rId33" imgW="253365" imgH="266065" progId="Equation.3">
                    <p:embed/>
                  </p:oleObj>
                </mc:Choice>
                <mc:Fallback>
                  <p:oleObj name="" r:id="rId33" imgW="253365" imgH="266065" progId="Equation.3">
                    <p:embed/>
                    <p:pic>
                      <p:nvPicPr>
                        <p:cNvPr id="0" name="图片 3366"/>
                        <p:cNvPicPr/>
                        <p:nvPr/>
                      </p:nvPicPr>
                      <p:blipFill>
                        <a:blip r:embed="rId34">
                          <a:clrChange>
                            <a:clrFrom>
                              <a:srgbClr val="000000"/>
                            </a:clrFrom>
                            <a:clrTo>
                              <a:srgbClr val="FFFF00"/>
                            </a:clrTo>
                          </a:clrChange>
                        </a:blip>
                        <a:stretch>
                          <a:fillRect/>
                        </a:stretch>
                      </p:blipFill>
                      <p:spPr>
                        <a:xfrm>
                          <a:off x="3840" y="994"/>
                          <a:ext cx="288" cy="303"/>
                        </a:xfrm>
                        <a:prstGeom prst="rect">
                          <a:avLst/>
                        </a:prstGeom>
                        <a:noFill/>
                        <a:ln w="38100">
                          <a:noFill/>
                          <a:miter/>
                        </a:ln>
                      </p:spPr>
                    </p:pic>
                  </p:oleObj>
                </mc:Fallback>
              </mc:AlternateContent>
            </a:graphicData>
          </a:graphic>
        </p:graphicFrame>
      </p:grpSp>
      <p:sp>
        <p:nvSpPr>
          <p:cNvPr id="36957" name="Text Box 93"/>
          <p:cNvSpPr txBox="1"/>
          <p:nvPr/>
        </p:nvSpPr>
        <p:spPr>
          <a:xfrm>
            <a:off x="6156325" y="3068638"/>
            <a:ext cx="503238" cy="519112"/>
          </a:xfrm>
          <a:prstGeom prst="rect">
            <a:avLst/>
          </a:prstGeom>
          <a:noFill/>
          <a:ln w="28575">
            <a:noFill/>
          </a:ln>
        </p:spPr>
        <p:txBody>
          <a:bodyPr>
            <a:spAutoFit/>
          </a:bodyPr>
          <a:p>
            <a:pPr>
              <a:spcBef>
                <a:spcPct val="50000"/>
              </a:spcBef>
            </a:pPr>
            <a:r>
              <a:rPr lang="en-US" altLang="zh-CN" b="0" dirty="0">
                <a:solidFill>
                  <a:schemeClr val="bg1"/>
                </a:solidFill>
                <a:latin typeface="Times New Roman" panose="02020603050405020304" pitchFamily="18" charset="0"/>
                <a:ea typeface="仿宋_GB2312" pitchFamily="49" charset="-122"/>
              </a:rPr>
              <a:t>a</a:t>
            </a:r>
            <a:endParaRPr lang="en-US" altLang="zh-CN" b="0" dirty="0">
              <a:solidFill>
                <a:schemeClr val="bg1"/>
              </a:solidFill>
              <a:latin typeface="Times New Roman" panose="02020603050405020304" pitchFamily="18" charset="0"/>
              <a:ea typeface="仿宋_GB2312" pitchFamily="49" charset="-122"/>
            </a:endParaRPr>
          </a:p>
        </p:txBody>
      </p:sp>
      <p:sp>
        <p:nvSpPr>
          <p:cNvPr id="36958" name="Text Box 94"/>
          <p:cNvSpPr txBox="1"/>
          <p:nvPr/>
        </p:nvSpPr>
        <p:spPr>
          <a:xfrm>
            <a:off x="7164388" y="1412875"/>
            <a:ext cx="503237" cy="519113"/>
          </a:xfrm>
          <a:prstGeom prst="rect">
            <a:avLst/>
          </a:prstGeom>
          <a:noFill/>
          <a:ln w="28575">
            <a:noFill/>
          </a:ln>
        </p:spPr>
        <p:txBody>
          <a:bodyPr>
            <a:spAutoFit/>
          </a:bodyPr>
          <a:p>
            <a:pPr>
              <a:spcBef>
                <a:spcPct val="50000"/>
              </a:spcBef>
            </a:pPr>
            <a:r>
              <a:rPr lang="en-US" altLang="zh-CN" b="0" dirty="0">
                <a:solidFill>
                  <a:schemeClr val="bg1"/>
                </a:solidFill>
                <a:latin typeface="Times New Roman" panose="02020603050405020304" pitchFamily="18" charset="0"/>
                <a:ea typeface="仿宋_GB2312" pitchFamily="49" charset="-122"/>
              </a:rPr>
              <a:t>b</a:t>
            </a:r>
            <a:endParaRPr lang="en-US" altLang="zh-CN" b="0" dirty="0">
              <a:solidFill>
                <a:schemeClr val="bg1"/>
              </a:solidFill>
              <a:latin typeface="Times New Roman" panose="02020603050405020304" pitchFamily="18" charset="0"/>
              <a:ea typeface="仿宋_GB2312" pitchFamily="49" charset="-122"/>
            </a:endParaRPr>
          </a:p>
        </p:txBody>
      </p:sp>
      <p:sp>
        <p:nvSpPr>
          <p:cNvPr id="36959" name="Text Box 95"/>
          <p:cNvSpPr txBox="1"/>
          <p:nvPr/>
        </p:nvSpPr>
        <p:spPr>
          <a:xfrm>
            <a:off x="5724525" y="1109663"/>
            <a:ext cx="503238" cy="519112"/>
          </a:xfrm>
          <a:prstGeom prst="rect">
            <a:avLst/>
          </a:prstGeom>
          <a:noFill/>
          <a:ln w="28575">
            <a:noFill/>
          </a:ln>
        </p:spPr>
        <p:txBody>
          <a:bodyPr>
            <a:spAutoFit/>
          </a:bodyPr>
          <a:p>
            <a:pPr>
              <a:spcBef>
                <a:spcPct val="50000"/>
              </a:spcBef>
            </a:pPr>
            <a:r>
              <a:rPr lang="en-US" altLang="zh-CN" b="0" dirty="0">
                <a:solidFill>
                  <a:schemeClr val="bg1"/>
                </a:solidFill>
                <a:latin typeface="Times New Roman" panose="02020603050405020304" pitchFamily="18" charset="0"/>
                <a:ea typeface="仿宋_GB2312" pitchFamily="49" charset="-122"/>
              </a:rPr>
              <a:t>b</a:t>
            </a:r>
            <a:endParaRPr lang="en-US" altLang="zh-CN" b="0" dirty="0">
              <a:solidFill>
                <a:schemeClr val="bg1"/>
              </a:solidFill>
              <a:latin typeface="Times New Roman" panose="02020603050405020304" pitchFamily="18" charset="0"/>
              <a:ea typeface="仿宋_GB2312" pitchFamily="49" charset="-122"/>
            </a:endParaRPr>
          </a:p>
        </p:txBody>
      </p:sp>
      <p:grpSp>
        <p:nvGrpSpPr>
          <p:cNvPr id="45102" name="Group 101"/>
          <p:cNvGrpSpPr/>
          <p:nvPr/>
        </p:nvGrpSpPr>
        <p:grpSpPr>
          <a:xfrm>
            <a:off x="8316913" y="6446838"/>
            <a:ext cx="792162" cy="366712"/>
            <a:chOff x="5193" y="4020"/>
            <a:chExt cx="499" cy="231"/>
          </a:xfrm>
        </p:grpSpPr>
        <p:pic>
          <p:nvPicPr>
            <p:cNvPr id="45142" name="Picture 102" descr="78900"/>
            <p:cNvPicPr>
              <a:picLocks noChangeAspect="1"/>
            </p:cNvPicPr>
            <p:nvPr/>
          </p:nvPicPr>
          <p:blipFill>
            <a:blip r:embed="rId35"/>
            <a:stretch>
              <a:fillRect/>
            </a:stretch>
          </p:blipFill>
          <p:spPr>
            <a:xfrm>
              <a:off x="5193" y="4066"/>
              <a:ext cx="499" cy="181"/>
            </a:xfrm>
            <a:prstGeom prst="rect">
              <a:avLst/>
            </a:prstGeom>
            <a:noFill/>
            <a:ln w="9525">
              <a:noFill/>
            </a:ln>
          </p:spPr>
        </p:pic>
        <p:sp>
          <p:nvSpPr>
            <p:cNvPr id="45143" name="Text Box 103">
              <a:hlinkClick r:id="" action="ppaction://hlinkshowjump?jump=nextslide"/>
            </p:cNvPr>
            <p:cNvSpPr txBox="1"/>
            <p:nvPr/>
          </p:nvSpPr>
          <p:spPr>
            <a:xfrm>
              <a:off x="5216" y="4020"/>
              <a:ext cx="476" cy="231"/>
            </a:xfrm>
            <a:prstGeom prst="rect">
              <a:avLst/>
            </a:prstGeom>
            <a:noFill/>
            <a:ln w="9525">
              <a:noFill/>
            </a:ln>
          </p:spPr>
          <p:txBody>
            <a:bodyPr wrap="none">
              <a:spAutoFit/>
            </a:bodyPr>
            <a:p>
              <a:pPr>
                <a:spcBef>
                  <a:spcPct val="50000"/>
                </a:spcBef>
              </a:pPr>
              <a:r>
                <a:rPr lang="zh-CN" altLang="en-US" sz="1800" b="0" dirty="0">
                  <a:solidFill>
                    <a:schemeClr val="bg1"/>
                  </a:solidFill>
                  <a:latin typeface="隶书" panose="02010509060101010101" pitchFamily="49" charset="-122"/>
                  <a:ea typeface="隶书" panose="02010509060101010101" pitchFamily="49" charset="-122"/>
                </a:rPr>
                <a:t>下 页</a:t>
              </a:r>
              <a:endParaRPr lang="zh-CN" altLang="en-US" sz="1800" b="0" dirty="0">
                <a:solidFill>
                  <a:schemeClr val="bg1"/>
                </a:solidFill>
                <a:latin typeface="隶书" panose="02010509060101010101" pitchFamily="49" charset="-122"/>
                <a:ea typeface="隶书" panose="02010509060101010101" pitchFamily="49" charset="-122"/>
              </a:endParaRPr>
            </a:p>
          </p:txBody>
        </p:sp>
      </p:grpSp>
      <p:grpSp>
        <p:nvGrpSpPr>
          <p:cNvPr id="45103" name="Group 104"/>
          <p:cNvGrpSpPr/>
          <p:nvPr/>
        </p:nvGrpSpPr>
        <p:grpSpPr>
          <a:xfrm>
            <a:off x="7453313" y="6446838"/>
            <a:ext cx="792162" cy="366712"/>
            <a:chOff x="4649" y="4020"/>
            <a:chExt cx="499" cy="231"/>
          </a:xfrm>
        </p:grpSpPr>
        <p:pic>
          <p:nvPicPr>
            <p:cNvPr id="45140" name="Picture 105" descr="78900"/>
            <p:cNvPicPr>
              <a:picLocks noChangeAspect="1"/>
            </p:cNvPicPr>
            <p:nvPr/>
          </p:nvPicPr>
          <p:blipFill>
            <a:blip r:embed="rId35"/>
            <a:stretch>
              <a:fillRect/>
            </a:stretch>
          </p:blipFill>
          <p:spPr>
            <a:xfrm>
              <a:off x="4649" y="4066"/>
              <a:ext cx="499" cy="181"/>
            </a:xfrm>
            <a:prstGeom prst="rect">
              <a:avLst/>
            </a:prstGeom>
            <a:noFill/>
            <a:ln w="9525">
              <a:noFill/>
            </a:ln>
          </p:spPr>
        </p:pic>
        <p:sp>
          <p:nvSpPr>
            <p:cNvPr id="45141" name="Text Box 106">
              <a:hlinkClick r:id="" action="ppaction://hlinkshowjump?jump=previousslide"/>
            </p:cNvPr>
            <p:cNvSpPr txBox="1"/>
            <p:nvPr/>
          </p:nvSpPr>
          <p:spPr>
            <a:xfrm>
              <a:off x="4672" y="4020"/>
              <a:ext cx="476" cy="231"/>
            </a:xfrm>
            <a:prstGeom prst="rect">
              <a:avLst/>
            </a:prstGeom>
            <a:noFill/>
            <a:ln w="9525">
              <a:noFill/>
            </a:ln>
          </p:spPr>
          <p:txBody>
            <a:bodyPr wrap="none">
              <a:spAutoFit/>
            </a:bodyPr>
            <a:p>
              <a:pPr>
                <a:spcBef>
                  <a:spcPct val="50000"/>
                </a:spcBef>
              </a:pPr>
              <a:r>
                <a:rPr lang="zh-CN" altLang="en-US" sz="1800" b="0" dirty="0">
                  <a:solidFill>
                    <a:schemeClr val="bg1"/>
                  </a:solidFill>
                  <a:latin typeface="隶书" panose="02010509060101010101" pitchFamily="49" charset="-122"/>
                  <a:ea typeface="隶书" panose="02010509060101010101" pitchFamily="49" charset="-122"/>
                </a:rPr>
                <a:t>上 页</a:t>
              </a:r>
              <a:endParaRPr lang="zh-CN" altLang="en-US" sz="1800" b="0" dirty="0">
                <a:solidFill>
                  <a:schemeClr val="bg1"/>
                </a:solidFill>
                <a:latin typeface="隶书" panose="02010509060101010101" pitchFamily="49" charset="-122"/>
                <a:ea typeface="隶书" panose="02010509060101010101" pitchFamily="49" charset="-122"/>
              </a:endParaRPr>
            </a:p>
          </p:txBody>
        </p:sp>
      </p:grpSp>
      <p:grpSp>
        <p:nvGrpSpPr>
          <p:cNvPr id="16" name="Group 200"/>
          <p:cNvGrpSpPr/>
          <p:nvPr/>
        </p:nvGrpSpPr>
        <p:grpSpPr>
          <a:xfrm>
            <a:off x="539750" y="1052513"/>
            <a:ext cx="3692525" cy="2174875"/>
            <a:chOff x="340" y="663"/>
            <a:chExt cx="2326" cy="1370"/>
          </a:xfrm>
        </p:grpSpPr>
        <p:sp>
          <p:nvSpPr>
            <p:cNvPr id="45108" name="Line 155"/>
            <p:cNvSpPr/>
            <p:nvPr/>
          </p:nvSpPr>
          <p:spPr>
            <a:xfrm>
              <a:off x="2245" y="799"/>
              <a:ext cx="0" cy="771"/>
            </a:xfrm>
            <a:prstGeom prst="line">
              <a:avLst/>
            </a:prstGeom>
            <a:ln w="28575" cap="flat" cmpd="sng">
              <a:solidFill>
                <a:srgbClr val="FFCC00"/>
              </a:solidFill>
              <a:prstDash val="solid"/>
              <a:headEnd type="none" w="med" len="med"/>
              <a:tailEnd type="none" w="med" len="med"/>
            </a:ln>
          </p:spPr>
        </p:sp>
        <p:sp>
          <p:nvSpPr>
            <p:cNvPr id="45109" name="Rectangle 156"/>
            <p:cNvSpPr/>
            <p:nvPr/>
          </p:nvSpPr>
          <p:spPr>
            <a:xfrm>
              <a:off x="2190" y="889"/>
              <a:ext cx="127" cy="318"/>
            </a:xfrm>
            <a:prstGeom prst="rect">
              <a:avLst/>
            </a:prstGeom>
            <a:gradFill rotWithShape="1">
              <a:gsLst>
                <a:gs pos="0">
                  <a:srgbClr val="764700"/>
                </a:gs>
                <a:gs pos="50000">
                  <a:srgbClr val="FF9900"/>
                </a:gs>
                <a:gs pos="100000">
                  <a:srgbClr val="764700"/>
                </a:gs>
              </a:gsLst>
              <a:lin ang="0" scaled="1"/>
              <a:tileRect/>
            </a:gradFill>
            <a:ln w="28575">
              <a:noFill/>
            </a:ln>
          </p:spPr>
          <p:txBody>
            <a:bodyPr wrap="none" anchor="ctr" anchorCtr="0"/>
            <a:p>
              <a:endParaRPr lang="zh-CN" altLang="en-US" dirty="0">
                <a:latin typeface="楷体_GB2312" pitchFamily="49" charset="-122"/>
              </a:endParaRPr>
            </a:p>
          </p:txBody>
        </p:sp>
        <p:sp>
          <p:nvSpPr>
            <p:cNvPr id="45110" name="Oval 157"/>
            <p:cNvSpPr/>
            <p:nvPr/>
          </p:nvSpPr>
          <p:spPr>
            <a:xfrm>
              <a:off x="567" y="1162"/>
              <a:ext cx="363" cy="363"/>
            </a:xfrm>
            <a:prstGeom prst="ellipse">
              <a:avLst/>
            </a:prstGeom>
            <a:gradFill rotWithShape="1">
              <a:gsLst>
                <a:gs pos="0">
                  <a:srgbClr val="0099FF"/>
                </a:gs>
                <a:gs pos="100000">
                  <a:srgbClr val="004776"/>
                </a:gs>
              </a:gsLst>
              <a:path path="shape">
                <a:fillToRect l="50000" t="50000" r="50000" b="50000"/>
              </a:path>
              <a:tileRect/>
            </a:gradFill>
            <a:ln w="38100" cap="flat" cmpd="sng">
              <a:solidFill>
                <a:srgbClr val="FF9900"/>
              </a:solidFill>
              <a:prstDash val="solid"/>
              <a:headEnd type="none" w="med" len="med"/>
              <a:tailEnd type="none" w="med" len="med"/>
            </a:ln>
          </p:spPr>
          <p:txBody>
            <a:bodyPr wrap="none" anchor="ctr" anchorCtr="0"/>
            <a:p>
              <a:endParaRPr lang="zh-CN" altLang="en-US" dirty="0">
                <a:latin typeface="楷体_GB2312" pitchFamily="49" charset="-122"/>
              </a:endParaRPr>
            </a:p>
          </p:txBody>
        </p:sp>
        <p:sp>
          <p:nvSpPr>
            <p:cNvPr id="45111" name="Line 158"/>
            <p:cNvSpPr/>
            <p:nvPr/>
          </p:nvSpPr>
          <p:spPr>
            <a:xfrm>
              <a:off x="2245" y="1661"/>
              <a:ext cx="0" cy="317"/>
            </a:xfrm>
            <a:prstGeom prst="line">
              <a:avLst/>
            </a:prstGeom>
            <a:ln w="28575" cap="flat" cmpd="sng">
              <a:solidFill>
                <a:srgbClr val="FFCC00"/>
              </a:solidFill>
              <a:prstDash val="solid"/>
              <a:headEnd type="none" w="med" len="med"/>
              <a:tailEnd type="none" w="med" len="med"/>
            </a:ln>
          </p:spPr>
        </p:sp>
        <p:sp>
          <p:nvSpPr>
            <p:cNvPr id="45112" name="Line 159"/>
            <p:cNvSpPr/>
            <p:nvPr/>
          </p:nvSpPr>
          <p:spPr>
            <a:xfrm>
              <a:off x="748" y="1978"/>
              <a:ext cx="1485" cy="0"/>
            </a:xfrm>
            <a:prstGeom prst="line">
              <a:avLst/>
            </a:prstGeom>
            <a:ln w="28575" cap="flat" cmpd="sng">
              <a:solidFill>
                <a:srgbClr val="FFCC00"/>
              </a:solidFill>
              <a:prstDash val="solid"/>
              <a:headEnd type="none" w="med" len="med"/>
              <a:tailEnd type="none" w="med" len="med"/>
            </a:ln>
          </p:spPr>
        </p:sp>
        <p:sp>
          <p:nvSpPr>
            <p:cNvPr id="45113" name="Line 160"/>
            <p:cNvSpPr/>
            <p:nvPr/>
          </p:nvSpPr>
          <p:spPr>
            <a:xfrm>
              <a:off x="1383" y="799"/>
              <a:ext cx="0" cy="1179"/>
            </a:xfrm>
            <a:prstGeom prst="line">
              <a:avLst/>
            </a:prstGeom>
            <a:ln w="28575" cap="flat" cmpd="sng">
              <a:solidFill>
                <a:srgbClr val="FFCC00"/>
              </a:solidFill>
              <a:prstDash val="solid"/>
              <a:headEnd type="oval" w="med" len="med"/>
              <a:tailEnd type="oval" w="med" len="med"/>
            </a:ln>
          </p:spPr>
        </p:sp>
        <p:sp>
          <p:nvSpPr>
            <p:cNvPr id="45114" name="Line 161"/>
            <p:cNvSpPr/>
            <p:nvPr/>
          </p:nvSpPr>
          <p:spPr>
            <a:xfrm>
              <a:off x="748" y="799"/>
              <a:ext cx="1497" cy="0"/>
            </a:xfrm>
            <a:prstGeom prst="line">
              <a:avLst/>
            </a:prstGeom>
            <a:ln w="28575" cap="flat" cmpd="sng">
              <a:solidFill>
                <a:srgbClr val="FFCC00"/>
              </a:solidFill>
              <a:prstDash val="solid"/>
              <a:headEnd type="none" w="med" len="med"/>
              <a:tailEnd type="none" w="med" len="med"/>
            </a:ln>
          </p:spPr>
        </p:sp>
        <p:sp>
          <p:nvSpPr>
            <p:cNvPr id="45115" name="Line 162"/>
            <p:cNvSpPr/>
            <p:nvPr/>
          </p:nvSpPr>
          <p:spPr>
            <a:xfrm flipV="1">
              <a:off x="2064" y="980"/>
              <a:ext cx="288" cy="167"/>
            </a:xfrm>
            <a:prstGeom prst="line">
              <a:avLst/>
            </a:prstGeom>
            <a:ln w="38100" cap="flat" cmpd="sng">
              <a:solidFill>
                <a:srgbClr val="FF3300"/>
              </a:solidFill>
              <a:prstDash val="solid"/>
              <a:headEnd type="none" w="med" len="med"/>
              <a:tailEnd type="triangle" w="med" len="med"/>
            </a:ln>
          </p:spPr>
        </p:sp>
        <p:sp>
          <p:nvSpPr>
            <p:cNvPr id="45116" name="Line 163"/>
            <p:cNvSpPr/>
            <p:nvPr/>
          </p:nvSpPr>
          <p:spPr>
            <a:xfrm>
              <a:off x="1383" y="1388"/>
              <a:ext cx="240" cy="0"/>
            </a:xfrm>
            <a:prstGeom prst="line">
              <a:avLst/>
            </a:prstGeom>
            <a:ln w="28575" cap="flat" cmpd="sng">
              <a:solidFill>
                <a:srgbClr val="FFCC00"/>
              </a:solidFill>
              <a:prstDash val="solid"/>
              <a:headEnd type="oval" w="med" len="med"/>
              <a:tailEnd type="oval" w="med" len="med"/>
            </a:ln>
          </p:spPr>
        </p:sp>
        <p:sp>
          <p:nvSpPr>
            <p:cNvPr id="45117" name="Line 164"/>
            <p:cNvSpPr/>
            <p:nvPr/>
          </p:nvSpPr>
          <p:spPr>
            <a:xfrm>
              <a:off x="2005" y="1388"/>
              <a:ext cx="240" cy="0"/>
            </a:xfrm>
            <a:prstGeom prst="line">
              <a:avLst/>
            </a:prstGeom>
            <a:ln w="28575" cap="flat" cmpd="sng">
              <a:solidFill>
                <a:srgbClr val="FFCC00"/>
              </a:solidFill>
              <a:prstDash val="solid"/>
              <a:headEnd type="oval" w="med" len="med"/>
              <a:tailEnd type="oval" w="med" len="med"/>
            </a:ln>
          </p:spPr>
        </p:sp>
        <p:sp>
          <p:nvSpPr>
            <p:cNvPr id="45118" name="Text Box 165"/>
            <p:cNvSpPr txBox="1"/>
            <p:nvPr/>
          </p:nvSpPr>
          <p:spPr>
            <a:xfrm>
              <a:off x="1519" y="1071"/>
              <a:ext cx="215" cy="327"/>
            </a:xfrm>
            <a:prstGeom prst="rect">
              <a:avLst/>
            </a:prstGeom>
            <a:noFill/>
            <a:ln w="28575">
              <a:noFill/>
            </a:ln>
          </p:spPr>
          <p:txBody>
            <a:bodyPr wrap="none">
              <a:spAutoFit/>
            </a:bodyPr>
            <a:p>
              <a:r>
                <a:rPr lang="en-US" altLang="zh-CN" b="0" dirty="0">
                  <a:solidFill>
                    <a:schemeClr val="bg1"/>
                  </a:solidFill>
                  <a:latin typeface="Times New Roman" panose="02020603050405020304" pitchFamily="18" charset="0"/>
                  <a:ea typeface="宋体" panose="02010600030101010101" pitchFamily="2" charset="-122"/>
                </a:rPr>
                <a:t>a</a:t>
              </a:r>
              <a:endParaRPr lang="en-US" altLang="zh-CN" b="0" dirty="0">
                <a:solidFill>
                  <a:schemeClr val="bg1"/>
                </a:solidFill>
                <a:latin typeface="Times New Roman" panose="02020603050405020304" pitchFamily="18" charset="0"/>
                <a:ea typeface="宋体" panose="02010600030101010101" pitchFamily="2" charset="-122"/>
              </a:endParaRPr>
            </a:p>
          </p:txBody>
        </p:sp>
        <p:sp>
          <p:nvSpPr>
            <p:cNvPr id="45119" name="Text Box 166"/>
            <p:cNvSpPr txBox="1"/>
            <p:nvPr/>
          </p:nvSpPr>
          <p:spPr>
            <a:xfrm>
              <a:off x="1837" y="1116"/>
              <a:ext cx="228" cy="327"/>
            </a:xfrm>
            <a:prstGeom prst="rect">
              <a:avLst/>
            </a:prstGeom>
            <a:noFill/>
            <a:ln w="28575">
              <a:noFill/>
            </a:ln>
          </p:spPr>
          <p:txBody>
            <a:bodyPr wrap="none">
              <a:spAutoFit/>
            </a:bodyPr>
            <a:p>
              <a:r>
                <a:rPr lang="en-US" altLang="zh-CN" b="0" dirty="0">
                  <a:solidFill>
                    <a:schemeClr val="bg1"/>
                  </a:solidFill>
                  <a:latin typeface="Times New Roman" panose="02020603050405020304" pitchFamily="18" charset="0"/>
                  <a:ea typeface="宋体" panose="02010600030101010101" pitchFamily="2" charset="-122"/>
                </a:rPr>
                <a:t>b</a:t>
              </a:r>
              <a:endParaRPr lang="en-US" altLang="zh-CN" b="0" dirty="0">
                <a:solidFill>
                  <a:schemeClr val="bg1"/>
                </a:solidFill>
                <a:latin typeface="Times New Roman" panose="02020603050405020304" pitchFamily="18" charset="0"/>
                <a:ea typeface="宋体" panose="02010600030101010101" pitchFamily="2" charset="-122"/>
              </a:endParaRPr>
            </a:p>
          </p:txBody>
        </p:sp>
        <p:graphicFrame>
          <p:nvGraphicFramePr>
            <p:cNvPr id="45061" name="Object 167"/>
            <p:cNvGraphicFramePr/>
            <p:nvPr/>
          </p:nvGraphicFramePr>
          <p:xfrm>
            <a:off x="1020" y="980"/>
            <a:ext cx="274" cy="363"/>
          </p:xfrm>
          <a:graphic>
            <a:graphicData uri="http://schemas.openxmlformats.org/presentationml/2006/ole">
              <mc:AlternateContent xmlns:mc="http://schemas.openxmlformats.org/markup-compatibility/2006">
                <mc:Choice xmlns:v="urn:schemas-microsoft-com:vml" Requires="v">
                  <p:oleObj spid="_x0000_s3361" name="" r:id="rId36" imgW="203200" imgH="266065" progId="Equation.3">
                    <p:embed/>
                  </p:oleObj>
                </mc:Choice>
                <mc:Fallback>
                  <p:oleObj name="" r:id="rId36" imgW="203200" imgH="266065" progId="Equation.3">
                    <p:embed/>
                    <p:pic>
                      <p:nvPicPr>
                        <p:cNvPr id="0" name="图片 3360"/>
                        <p:cNvPicPr/>
                        <p:nvPr/>
                      </p:nvPicPr>
                      <p:blipFill>
                        <a:blip r:embed="rId37">
                          <a:clrChange>
                            <a:clrFrom>
                              <a:srgbClr val="000000"/>
                            </a:clrFrom>
                            <a:clrTo>
                              <a:srgbClr val="FFFFFF"/>
                            </a:clrTo>
                          </a:clrChange>
                        </a:blip>
                        <a:stretch>
                          <a:fillRect/>
                        </a:stretch>
                      </p:blipFill>
                      <p:spPr>
                        <a:xfrm>
                          <a:off x="1020" y="980"/>
                          <a:ext cx="274" cy="363"/>
                        </a:xfrm>
                        <a:prstGeom prst="rect">
                          <a:avLst/>
                        </a:prstGeom>
                        <a:noFill/>
                        <a:ln w="38100">
                          <a:noFill/>
                          <a:miter/>
                        </a:ln>
                      </p:spPr>
                    </p:pic>
                  </p:oleObj>
                </mc:Fallback>
              </mc:AlternateContent>
            </a:graphicData>
          </a:graphic>
        </p:graphicFrame>
        <p:graphicFrame>
          <p:nvGraphicFramePr>
            <p:cNvPr id="45062" name="Object 168"/>
            <p:cNvGraphicFramePr/>
            <p:nvPr/>
          </p:nvGraphicFramePr>
          <p:xfrm>
            <a:off x="1020" y="1479"/>
            <a:ext cx="282" cy="352"/>
          </p:xfrm>
          <a:graphic>
            <a:graphicData uri="http://schemas.openxmlformats.org/presentationml/2006/ole">
              <mc:AlternateContent xmlns:mc="http://schemas.openxmlformats.org/markup-compatibility/2006">
                <mc:Choice xmlns:v="urn:schemas-microsoft-com:vml" Requires="v">
                  <p:oleObj spid="_x0000_s3359" name="" r:id="rId38" imgW="215900" imgH="266065" progId="Equation.3">
                    <p:embed/>
                  </p:oleObj>
                </mc:Choice>
                <mc:Fallback>
                  <p:oleObj name="" r:id="rId38" imgW="215900" imgH="266065" progId="Equation.3">
                    <p:embed/>
                    <p:pic>
                      <p:nvPicPr>
                        <p:cNvPr id="0" name="图片 3358"/>
                        <p:cNvPicPr/>
                        <p:nvPr/>
                      </p:nvPicPr>
                      <p:blipFill>
                        <a:blip r:embed="rId39">
                          <a:clrChange>
                            <a:clrFrom>
                              <a:srgbClr val="000000"/>
                            </a:clrFrom>
                            <a:clrTo>
                              <a:srgbClr val="FFFFFF"/>
                            </a:clrTo>
                          </a:clrChange>
                        </a:blip>
                        <a:stretch>
                          <a:fillRect/>
                        </a:stretch>
                      </p:blipFill>
                      <p:spPr>
                        <a:xfrm>
                          <a:off x="1020" y="1479"/>
                          <a:ext cx="282" cy="352"/>
                        </a:xfrm>
                        <a:prstGeom prst="rect">
                          <a:avLst/>
                        </a:prstGeom>
                        <a:noFill/>
                        <a:ln w="38100">
                          <a:noFill/>
                          <a:miter/>
                        </a:ln>
                      </p:spPr>
                    </p:pic>
                  </p:oleObj>
                </mc:Fallback>
              </mc:AlternateContent>
            </a:graphicData>
          </a:graphic>
        </p:graphicFrame>
        <p:graphicFrame>
          <p:nvGraphicFramePr>
            <p:cNvPr id="45063" name="Object 169"/>
            <p:cNvGraphicFramePr/>
            <p:nvPr/>
          </p:nvGraphicFramePr>
          <p:xfrm>
            <a:off x="2336" y="1524"/>
            <a:ext cx="330" cy="364"/>
          </p:xfrm>
          <a:graphic>
            <a:graphicData uri="http://schemas.openxmlformats.org/presentationml/2006/ole">
              <mc:AlternateContent xmlns:mc="http://schemas.openxmlformats.org/markup-compatibility/2006">
                <mc:Choice xmlns:v="urn:schemas-microsoft-com:vml" Requires="v">
                  <p:oleObj spid="_x0000_s3363" name="" r:id="rId40" imgW="241300" imgH="266065" progId="Equation.3">
                    <p:embed/>
                  </p:oleObj>
                </mc:Choice>
                <mc:Fallback>
                  <p:oleObj name="" r:id="rId40" imgW="241300" imgH="266065" progId="Equation.3">
                    <p:embed/>
                    <p:pic>
                      <p:nvPicPr>
                        <p:cNvPr id="0" name="图片 3362"/>
                        <p:cNvPicPr/>
                        <p:nvPr/>
                      </p:nvPicPr>
                      <p:blipFill>
                        <a:blip r:embed="rId41">
                          <a:clrChange>
                            <a:clrFrom>
                              <a:srgbClr val="000000"/>
                            </a:clrFrom>
                            <a:clrTo>
                              <a:srgbClr val="FFFFFF"/>
                            </a:clrTo>
                          </a:clrChange>
                        </a:blip>
                        <a:stretch>
                          <a:fillRect/>
                        </a:stretch>
                      </p:blipFill>
                      <p:spPr>
                        <a:xfrm>
                          <a:off x="2336" y="1524"/>
                          <a:ext cx="330" cy="364"/>
                        </a:xfrm>
                        <a:prstGeom prst="rect">
                          <a:avLst/>
                        </a:prstGeom>
                        <a:noFill/>
                        <a:ln w="38100">
                          <a:noFill/>
                          <a:miter/>
                        </a:ln>
                      </p:spPr>
                    </p:pic>
                  </p:oleObj>
                </mc:Fallback>
              </mc:AlternateContent>
            </a:graphicData>
          </a:graphic>
        </p:graphicFrame>
        <p:graphicFrame>
          <p:nvGraphicFramePr>
            <p:cNvPr id="45064" name="Object 170"/>
            <p:cNvGraphicFramePr/>
            <p:nvPr/>
          </p:nvGraphicFramePr>
          <p:xfrm>
            <a:off x="1888" y="1615"/>
            <a:ext cx="244" cy="363"/>
          </p:xfrm>
          <a:graphic>
            <a:graphicData uri="http://schemas.openxmlformats.org/presentationml/2006/ole">
              <mc:AlternateContent xmlns:mc="http://schemas.openxmlformats.org/markup-compatibility/2006">
                <mc:Choice xmlns:v="urn:schemas-microsoft-com:vml" Requires="v">
                  <p:oleObj spid="_x0000_s3360" name="" r:id="rId42" imgW="177800" imgH="266065" progId="Equation.3">
                    <p:embed/>
                  </p:oleObj>
                </mc:Choice>
                <mc:Fallback>
                  <p:oleObj name="" r:id="rId42" imgW="177800" imgH="266065" progId="Equation.3">
                    <p:embed/>
                    <p:pic>
                      <p:nvPicPr>
                        <p:cNvPr id="0" name="图片 3359"/>
                        <p:cNvPicPr/>
                        <p:nvPr/>
                      </p:nvPicPr>
                      <p:blipFill>
                        <a:blip r:embed="rId43">
                          <a:clrChange>
                            <a:clrFrom>
                              <a:srgbClr val="000000"/>
                            </a:clrFrom>
                            <a:clrTo>
                              <a:srgbClr val="FFFFFF"/>
                            </a:clrTo>
                          </a:clrChange>
                        </a:blip>
                        <a:stretch>
                          <a:fillRect/>
                        </a:stretch>
                      </p:blipFill>
                      <p:spPr>
                        <a:xfrm>
                          <a:off x="1888" y="1615"/>
                          <a:ext cx="244" cy="363"/>
                        </a:xfrm>
                        <a:prstGeom prst="rect">
                          <a:avLst/>
                        </a:prstGeom>
                        <a:noFill/>
                        <a:ln w="38100">
                          <a:noFill/>
                          <a:miter/>
                        </a:ln>
                      </p:spPr>
                    </p:pic>
                  </p:oleObj>
                </mc:Fallback>
              </mc:AlternateContent>
            </a:graphicData>
          </a:graphic>
        </p:graphicFrame>
        <p:sp>
          <p:nvSpPr>
            <p:cNvPr id="45120" name="Line 171"/>
            <p:cNvSpPr/>
            <p:nvPr/>
          </p:nvSpPr>
          <p:spPr>
            <a:xfrm>
              <a:off x="1746" y="1979"/>
              <a:ext cx="336" cy="0"/>
            </a:xfrm>
            <a:prstGeom prst="line">
              <a:avLst/>
            </a:prstGeom>
            <a:ln w="28575" cap="flat" cmpd="sng">
              <a:solidFill>
                <a:srgbClr val="66FFFF"/>
              </a:solidFill>
              <a:prstDash val="solid"/>
              <a:headEnd type="triangle" w="med" len="med"/>
              <a:tailEnd type="none" w="med" len="med"/>
            </a:ln>
          </p:spPr>
        </p:sp>
        <p:sp>
          <p:nvSpPr>
            <p:cNvPr id="45121" name="Text Box 172"/>
            <p:cNvSpPr txBox="1"/>
            <p:nvPr/>
          </p:nvSpPr>
          <p:spPr>
            <a:xfrm>
              <a:off x="1837" y="799"/>
              <a:ext cx="329" cy="327"/>
            </a:xfrm>
            <a:prstGeom prst="rect">
              <a:avLst/>
            </a:prstGeom>
            <a:noFill/>
            <a:ln w="28575">
              <a:noFill/>
            </a:ln>
          </p:spPr>
          <p:txBody>
            <a:bodyPr wrap="none">
              <a:spAutoFit/>
            </a:bodyPr>
            <a:p>
              <a:r>
                <a:rPr lang="en-US" altLang="zh-CN" b="0" i="1" dirty="0">
                  <a:solidFill>
                    <a:schemeClr val="bg1"/>
                  </a:solidFill>
                  <a:latin typeface="Times New Roman" panose="02020603050405020304" pitchFamily="18" charset="0"/>
                  <a:ea typeface="宋体" panose="02010600030101010101" pitchFamily="2" charset="-122"/>
                </a:rPr>
                <a:t>R</a:t>
              </a:r>
              <a:r>
                <a:rPr lang="en-US" altLang="zh-CN" b="0" baseline="-25000" dirty="0">
                  <a:solidFill>
                    <a:schemeClr val="bg1"/>
                  </a:solidFill>
                  <a:latin typeface="Times New Roman" panose="02020603050405020304" pitchFamily="18" charset="0"/>
                  <a:ea typeface="宋体" panose="02010600030101010101" pitchFamily="2" charset="-122"/>
                </a:rPr>
                <a:t>2</a:t>
              </a:r>
              <a:endParaRPr lang="en-US" altLang="zh-CN" b="0" dirty="0">
                <a:solidFill>
                  <a:schemeClr val="bg1"/>
                </a:solidFill>
                <a:latin typeface="Times New Roman" panose="02020603050405020304" pitchFamily="18" charset="0"/>
                <a:ea typeface="宋体" panose="02010600030101010101" pitchFamily="2" charset="-122"/>
              </a:endParaRPr>
            </a:p>
          </p:txBody>
        </p:sp>
        <p:sp>
          <p:nvSpPr>
            <p:cNvPr id="45122" name="Text Box 173"/>
            <p:cNvSpPr txBox="1"/>
            <p:nvPr/>
          </p:nvSpPr>
          <p:spPr>
            <a:xfrm>
              <a:off x="1428" y="844"/>
              <a:ext cx="329" cy="327"/>
            </a:xfrm>
            <a:prstGeom prst="rect">
              <a:avLst/>
            </a:prstGeom>
            <a:noFill/>
            <a:ln w="28575">
              <a:noFill/>
            </a:ln>
          </p:spPr>
          <p:txBody>
            <a:bodyPr wrap="none">
              <a:spAutoFit/>
            </a:bodyPr>
            <a:p>
              <a:r>
                <a:rPr lang="en-US" altLang="zh-CN" b="0" i="1" dirty="0">
                  <a:solidFill>
                    <a:schemeClr val="bg1"/>
                  </a:solidFill>
                  <a:latin typeface="Times New Roman" panose="02020603050405020304" pitchFamily="18" charset="0"/>
                  <a:ea typeface="宋体" panose="02010600030101010101" pitchFamily="2" charset="-122"/>
                </a:rPr>
                <a:t>R</a:t>
              </a:r>
              <a:r>
                <a:rPr lang="en-US" altLang="zh-CN" b="0" baseline="-25000" dirty="0">
                  <a:solidFill>
                    <a:schemeClr val="bg1"/>
                  </a:solidFill>
                  <a:latin typeface="Times New Roman" panose="02020603050405020304" pitchFamily="18" charset="0"/>
                  <a:ea typeface="宋体" panose="02010600030101010101" pitchFamily="2" charset="-122"/>
                </a:rPr>
                <a:t>1</a:t>
              </a:r>
              <a:endParaRPr lang="en-US" altLang="zh-CN" b="0" dirty="0">
                <a:solidFill>
                  <a:schemeClr val="bg1"/>
                </a:solidFill>
                <a:latin typeface="Times New Roman" panose="02020603050405020304" pitchFamily="18" charset="0"/>
                <a:ea typeface="宋体" panose="02010600030101010101" pitchFamily="2" charset="-122"/>
              </a:endParaRPr>
            </a:p>
          </p:txBody>
        </p:sp>
        <p:sp>
          <p:nvSpPr>
            <p:cNvPr id="45123" name="Text Box 174"/>
            <p:cNvSpPr txBox="1"/>
            <p:nvPr/>
          </p:nvSpPr>
          <p:spPr>
            <a:xfrm>
              <a:off x="1428" y="1479"/>
              <a:ext cx="329" cy="327"/>
            </a:xfrm>
            <a:prstGeom prst="rect">
              <a:avLst/>
            </a:prstGeom>
            <a:noFill/>
            <a:ln w="28575">
              <a:noFill/>
            </a:ln>
          </p:spPr>
          <p:txBody>
            <a:bodyPr wrap="none">
              <a:spAutoFit/>
            </a:bodyPr>
            <a:p>
              <a:r>
                <a:rPr lang="en-US" altLang="zh-CN" b="0" i="1" dirty="0">
                  <a:solidFill>
                    <a:schemeClr val="bg1"/>
                  </a:solidFill>
                  <a:latin typeface="Times New Roman" panose="02020603050405020304" pitchFamily="18" charset="0"/>
                  <a:ea typeface="宋体" panose="02010600030101010101" pitchFamily="2" charset="-122"/>
                </a:rPr>
                <a:t>R</a:t>
              </a:r>
              <a:r>
                <a:rPr lang="en-US" altLang="zh-CN" b="0" baseline="-25000" dirty="0">
                  <a:solidFill>
                    <a:schemeClr val="bg1"/>
                  </a:solidFill>
                  <a:latin typeface="Times New Roman" panose="02020603050405020304" pitchFamily="18" charset="0"/>
                  <a:ea typeface="宋体" panose="02010600030101010101" pitchFamily="2" charset="-122"/>
                </a:rPr>
                <a:t>1</a:t>
              </a:r>
              <a:endParaRPr lang="en-US" altLang="zh-CN" b="0" dirty="0">
                <a:solidFill>
                  <a:schemeClr val="bg1"/>
                </a:solidFill>
                <a:latin typeface="Times New Roman" panose="02020603050405020304" pitchFamily="18" charset="0"/>
                <a:ea typeface="宋体" panose="02010600030101010101" pitchFamily="2" charset="-122"/>
              </a:endParaRPr>
            </a:p>
          </p:txBody>
        </p:sp>
        <p:sp>
          <p:nvSpPr>
            <p:cNvPr id="45124" name="Text Box 175"/>
            <p:cNvSpPr txBox="1"/>
            <p:nvPr/>
          </p:nvSpPr>
          <p:spPr>
            <a:xfrm>
              <a:off x="476" y="799"/>
              <a:ext cx="244" cy="327"/>
            </a:xfrm>
            <a:prstGeom prst="rect">
              <a:avLst/>
            </a:prstGeom>
            <a:noFill/>
            <a:ln w="28575">
              <a:noFill/>
            </a:ln>
          </p:spPr>
          <p:txBody>
            <a:bodyPr wrap="none" anchor="ctr" anchorCtr="0">
              <a:spAutoFit/>
            </a:bodyPr>
            <a:p>
              <a:pPr algn="ctr" eaLnBrk="0" hangingPunct="0">
                <a:spcBef>
                  <a:spcPct val="50000"/>
                </a:spcBef>
              </a:pPr>
              <a:r>
                <a:rPr lang="en-US" altLang="zh-CN" b="0" dirty="0">
                  <a:solidFill>
                    <a:schemeClr val="bg1"/>
                  </a:solidFill>
                  <a:latin typeface="Times New Roman" panose="02020603050405020304" pitchFamily="18" charset="0"/>
                  <a:ea typeface="宋体" panose="02010600030101010101" pitchFamily="2" charset="-122"/>
                  <a:sym typeface="Symbol" panose="05050102010706020507" pitchFamily="18" charset="2"/>
                </a:rPr>
                <a:t>+</a:t>
              </a:r>
              <a:endParaRPr lang="en-US" altLang="zh-CN" b="0" dirty="0">
                <a:solidFill>
                  <a:schemeClr val="bg1"/>
                </a:solidFill>
                <a:latin typeface="Times New Roman" panose="02020603050405020304" pitchFamily="18" charset="0"/>
                <a:ea typeface="宋体" panose="02010600030101010101" pitchFamily="2" charset="-122"/>
                <a:sym typeface="Symbol" panose="05050102010706020507" pitchFamily="18" charset="2"/>
              </a:endParaRPr>
            </a:p>
          </p:txBody>
        </p:sp>
        <p:sp>
          <p:nvSpPr>
            <p:cNvPr id="45125" name="Text Box 176"/>
            <p:cNvSpPr txBox="1"/>
            <p:nvPr/>
          </p:nvSpPr>
          <p:spPr>
            <a:xfrm>
              <a:off x="521" y="1524"/>
              <a:ext cx="212" cy="327"/>
            </a:xfrm>
            <a:prstGeom prst="rect">
              <a:avLst/>
            </a:prstGeom>
            <a:noFill/>
            <a:ln w="28575">
              <a:noFill/>
            </a:ln>
          </p:spPr>
          <p:txBody>
            <a:bodyPr anchor="ctr" anchorCtr="0">
              <a:spAutoFit/>
            </a:bodyPr>
            <a:p>
              <a:pPr algn="ctr" eaLnBrk="0" hangingPunct="0">
                <a:spcBef>
                  <a:spcPct val="50000"/>
                </a:spcBef>
              </a:pPr>
              <a:r>
                <a:rPr lang="en-US" altLang="zh-CN" b="0" dirty="0">
                  <a:solidFill>
                    <a:schemeClr val="bg1"/>
                  </a:solidFill>
                  <a:latin typeface="Times New Roman" panose="02020603050405020304" pitchFamily="18" charset="0"/>
                  <a:ea typeface="宋体" panose="02010600030101010101" pitchFamily="2" charset="-122"/>
                  <a:sym typeface="Symbol" panose="05050102010706020507" pitchFamily="18" charset="2"/>
                </a:rPr>
                <a:t>_</a:t>
              </a:r>
              <a:endParaRPr lang="en-US" altLang="zh-CN" b="0" dirty="0">
                <a:solidFill>
                  <a:schemeClr val="bg1"/>
                </a:solidFill>
                <a:latin typeface="Times New Roman" panose="02020603050405020304" pitchFamily="18" charset="0"/>
                <a:ea typeface="宋体" panose="02010600030101010101" pitchFamily="2" charset="-122"/>
                <a:sym typeface="Symbol" panose="05050102010706020507" pitchFamily="18" charset="2"/>
              </a:endParaRPr>
            </a:p>
          </p:txBody>
        </p:sp>
        <p:sp>
          <p:nvSpPr>
            <p:cNvPr id="45126" name="Line 177"/>
            <p:cNvSpPr/>
            <p:nvPr/>
          </p:nvSpPr>
          <p:spPr>
            <a:xfrm>
              <a:off x="748" y="799"/>
              <a:ext cx="0" cy="1179"/>
            </a:xfrm>
            <a:prstGeom prst="line">
              <a:avLst/>
            </a:prstGeom>
            <a:ln w="28575" cap="flat" cmpd="sng">
              <a:solidFill>
                <a:srgbClr val="FFCC00"/>
              </a:solidFill>
              <a:prstDash val="solid"/>
              <a:headEnd type="none" w="med" len="med"/>
              <a:tailEnd type="none" w="med" len="med"/>
            </a:ln>
          </p:spPr>
        </p:sp>
        <p:graphicFrame>
          <p:nvGraphicFramePr>
            <p:cNvPr id="45065" name="Object 178"/>
            <p:cNvGraphicFramePr/>
            <p:nvPr/>
          </p:nvGraphicFramePr>
          <p:xfrm>
            <a:off x="340" y="1252"/>
            <a:ext cx="246" cy="318"/>
          </p:xfrm>
          <a:graphic>
            <a:graphicData uri="http://schemas.openxmlformats.org/presentationml/2006/ole">
              <mc:AlternateContent xmlns:mc="http://schemas.openxmlformats.org/markup-compatibility/2006">
                <mc:Choice xmlns:v="urn:schemas-microsoft-com:vml" Requires="v">
                  <p:oleObj spid="_x0000_s3368" name="" r:id="rId44" imgW="177800" imgH="227965" progId="Equation.3">
                    <p:embed/>
                  </p:oleObj>
                </mc:Choice>
                <mc:Fallback>
                  <p:oleObj name="" r:id="rId44" imgW="177800" imgH="227965" progId="Equation.3">
                    <p:embed/>
                    <p:pic>
                      <p:nvPicPr>
                        <p:cNvPr id="0" name="图片 3367"/>
                        <p:cNvPicPr/>
                        <p:nvPr/>
                      </p:nvPicPr>
                      <p:blipFill>
                        <a:blip r:embed="rId45">
                          <a:clrChange>
                            <a:clrFrom>
                              <a:srgbClr val="000000"/>
                            </a:clrFrom>
                            <a:clrTo>
                              <a:srgbClr val="FFFFFF"/>
                            </a:clrTo>
                          </a:clrChange>
                        </a:blip>
                        <a:stretch>
                          <a:fillRect/>
                        </a:stretch>
                      </p:blipFill>
                      <p:spPr>
                        <a:xfrm>
                          <a:off x="340" y="1252"/>
                          <a:ext cx="246" cy="318"/>
                        </a:xfrm>
                        <a:prstGeom prst="rect">
                          <a:avLst/>
                        </a:prstGeom>
                        <a:noFill/>
                        <a:ln w="38100">
                          <a:noFill/>
                          <a:miter/>
                        </a:ln>
                      </p:spPr>
                    </p:pic>
                  </p:oleObj>
                </mc:Fallback>
              </mc:AlternateContent>
            </a:graphicData>
          </a:graphic>
        </p:graphicFrame>
        <p:graphicFrame>
          <p:nvGraphicFramePr>
            <p:cNvPr id="45066" name="Object 179"/>
            <p:cNvGraphicFramePr/>
            <p:nvPr/>
          </p:nvGraphicFramePr>
          <p:xfrm>
            <a:off x="1655" y="1343"/>
            <a:ext cx="303" cy="318"/>
          </p:xfrm>
          <a:graphic>
            <a:graphicData uri="http://schemas.openxmlformats.org/presentationml/2006/ole">
              <mc:AlternateContent xmlns:mc="http://schemas.openxmlformats.org/markup-compatibility/2006">
                <mc:Choice xmlns:v="urn:schemas-microsoft-com:vml" Requires="v">
                  <p:oleObj spid="_x0000_s3370" name="" r:id="rId46" imgW="253365" imgH="266065" progId="Equation.3">
                    <p:embed/>
                  </p:oleObj>
                </mc:Choice>
                <mc:Fallback>
                  <p:oleObj name="" r:id="rId46" imgW="253365" imgH="266065" progId="Equation.3">
                    <p:embed/>
                    <p:pic>
                      <p:nvPicPr>
                        <p:cNvPr id="0" name="图片 3369"/>
                        <p:cNvPicPr/>
                        <p:nvPr/>
                      </p:nvPicPr>
                      <p:blipFill>
                        <a:blip r:embed="rId47">
                          <a:clrChange>
                            <a:clrFrom>
                              <a:srgbClr val="000000"/>
                            </a:clrFrom>
                            <a:clrTo>
                              <a:srgbClr val="FFFFFF"/>
                            </a:clrTo>
                          </a:clrChange>
                        </a:blip>
                        <a:stretch>
                          <a:fillRect/>
                        </a:stretch>
                      </p:blipFill>
                      <p:spPr>
                        <a:xfrm>
                          <a:off x="1655" y="1343"/>
                          <a:ext cx="303" cy="318"/>
                        </a:xfrm>
                        <a:prstGeom prst="rect">
                          <a:avLst/>
                        </a:prstGeom>
                        <a:noFill/>
                        <a:ln w="38100">
                          <a:noFill/>
                          <a:miter/>
                        </a:ln>
                      </p:spPr>
                    </p:pic>
                  </p:oleObj>
                </mc:Fallback>
              </mc:AlternateContent>
            </a:graphicData>
          </a:graphic>
        </p:graphicFrame>
        <p:sp>
          <p:nvSpPr>
            <p:cNvPr id="45127" name="Text Box 180"/>
            <p:cNvSpPr txBox="1"/>
            <p:nvPr/>
          </p:nvSpPr>
          <p:spPr>
            <a:xfrm>
              <a:off x="1066" y="753"/>
              <a:ext cx="242" cy="327"/>
            </a:xfrm>
            <a:prstGeom prst="rect">
              <a:avLst/>
            </a:prstGeom>
            <a:noFill/>
            <a:ln w="28575">
              <a:noFill/>
            </a:ln>
          </p:spPr>
          <p:txBody>
            <a:bodyPr wrap="none">
              <a:spAutoFit/>
            </a:bodyPr>
            <a:p>
              <a:pPr>
                <a:spcBef>
                  <a:spcPct val="50000"/>
                </a:spcBef>
              </a:pPr>
              <a:r>
                <a:rPr lang="en-US" altLang="zh-CN" b="0" dirty="0">
                  <a:solidFill>
                    <a:schemeClr val="bg1"/>
                  </a:solidFill>
                  <a:latin typeface="Times New Roman" panose="02020603050405020304" pitchFamily="18" charset="0"/>
                  <a:ea typeface="宋体" panose="02010600030101010101" pitchFamily="2" charset="-122"/>
                </a:rPr>
                <a:t>+</a:t>
              </a:r>
              <a:endParaRPr lang="en-US" altLang="zh-CN" b="0" dirty="0">
                <a:solidFill>
                  <a:schemeClr val="bg1"/>
                </a:solidFill>
                <a:latin typeface="Times New Roman" panose="02020603050405020304" pitchFamily="18" charset="0"/>
                <a:ea typeface="宋体" panose="02010600030101010101" pitchFamily="2" charset="-122"/>
              </a:endParaRPr>
            </a:p>
          </p:txBody>
        </p:sp>
        <p:sp>
          <p:nvSpPr>
            <p:cNvPr id="45128" name="Text Box 181"/>
            <p:cNvSpPr txBox="1"/>
            <p:nvPr/>
          </p:nvSpPr>
          <p:spPr>
            <a:xfrm>
              <a:off x="1066" y="1162"/>
              <a:ext cx="229" cy="327"/>
            </a:xfrm>
            <a:prstGeom prst="rect">
              <a:avLst/>
            </a:prstGeom>
            <a:noFill/>
            <a:ln w="28575">
              <a:noFill/>
            </a:ln>
          </p:spPr>
          <p:txBody>
            <a:bodyPr wrap="none">
              <a:spAutoFit/>
            </a:bodyPr>
            <a:p>
              <a:pPr>
                <a:spcBef>
                  <a:spcPct val="50000"/>
                </a:spcBef>
              </a:pPr>
              <a:r>
                <a:rPr lang="en-US" altLang="zh-CN" b="0" dirty="0">
                  <a:solidFill>
                    <a:schemeClr val="bg1"/>
                  </a:solidFill>
                  <a:latin typeface="宋体" panose="02010600030101010101" pitchFamily="2" charset="-122"/>
                  <a:ea typeface="宋体" panose="02010600030101010101" pitchFamily="2" charset="-122"/>
                </a:rPr>
                <a:t>-</a:t>
              </a:r>
              <a:endParaRPr lang="en-US" altLang="zh-CN" b="0" dirty="0">
                <a:solidFill>
                  <a:schemeClr val="bg1"/>
                </a:solidFill>
                <a:latin typeface="Times New Roman" panose="02020603050405020304" pitchFamily="18" charset="0"/>
                <a:ea typeface="宋体" panose="02010600030101010101" pitchFamily="2" charset="-122"/>
              </a:endParaRPr>
            </a:p>
          </p:txBody>
        </p:sp>
        <p:sp>
          <p:nvSpPr>
            <p:cNvPr id="45129" name="Text Box 182"/>
            <p:cNvSpPr txBox="1"/>
            <p:nvPr/>
          </p:nvSpPr>
          <p:spPr>
            <a:xfrm>
              <a:off x="1111" y="1298"/>
              <a:ext cx="242" cy="327"/>
            </a:xfrm>
            <a:prstGeom prst="rect">
              <a:avLst/>
            </a:prstGeom>
            <a:noFill/>
            <a:ln w="28575">
              <a:noFill/>
            </a:ln>
          </p:spPr>
          <p:txBody>
            <a:bodyPr wrap="none">
              <a:spAutoFit/>
            </a:bodyPr>
            <a:p>
              <a:pPr>
                <a:spcBef>
                  <a:spcPct val="50000"/>
                </a:spcBef>
              </a:pPr>
              <a:r>
                <a:rPr lang="en-US" altLang="zh-CN" b="0" dirty="0">
                  <a:solidFill>
                    <a:schemeClr val="bg1"/>
                  </a:solidFill>
                  <a:latin typeface="Times New Roman" panose="02020603050405020304" pitchFamily="18" charset="0"/>
                  <a:ea typeface="宋体" panose="02010600030101010101" pitchFamily="2" charset="-122"/>
                </a:rPr>
                <a:t>+</a:t>
              </a:r>
              <a:endParaRPr lang="en-US" altLang="zh-CN" b="0" dirty="0">
                <a:solidFill>
                  <a:schemeClr val="bg1"/>
                </a:solidFill>
                <a:latin typeface="Times New Roman" panose="02020603050405020304" pitchFamily="18" charset="0"/>
                <a:ea typeface="宋体" panose="02010600030101010101" pitchFamily="2" charset="-122"/>
              </a:endParaRPr>
            </a:p>
          </p:txBody>
        </p:sp>
        <p:sp>
          <p:nvSpPr>
            <p:cNvPr id="45130" name="Text Box 183"/>
            <p:cNvSpPr txBox="1"/>
            <p:nvPr/>
          </p:nvSpPr>
          <p:spPr>
            <a:xfrm>
              <a:off x="1111" y="1706"/>
              <a:ext cx="229" cy="327"/>
            </a:xfrm>
            <a:prstGeom prst="rect">
              <a:avLst/>
            </a:prstGeom>
            <a:noFill/>
            <a:ln w="28575">
              <a:noFill/>
            </a:ln>
          </p:spPr>
          <p:txBody>
            <a:bodyPr wrap="none">
              <a:spAutoFit/>
            </a:bodyPr>
            <a:p>
              <a:pPr>
                <a:spcBef>
                  <a:spcPct val="50000"/>
                </a:spcBef>
              </a:pPr>
              <a:r>
                <a:rPr lang="en-US" altLang="zh-CN" b="0" dirty="0">
                  <a:solidFill>
                    <a:schemeClr val="bg1"/>
                  </a:solidFill>
                  <a:latin typeface="宋体" panose="02010600030101010101" pitchFamily="2" charset="-122"/>
                  <a:ea typeface="宋体" panose="02010600030101010101" pitchFamily="2" charset="-122"/>
                </a:rPr>
                <a:t>-</a:t>
              </a:r>
              <a:endParaRPr lang="en-US" altLang="zh-CN" b="0" dirty="0">
                <a:solidFill>
                  <a:schemeClr val="bg1"/>
                </a:solidFill>
                <a:latin typeface="Times New Roman" panose="02020603050405020304" pitchFamily="18" charset="0"/>
                <a:ea typeface="宋体" panose="02010600030101010101" pitchFamily="2" charset="-122"/>
              </a:endParaRPr>
            </a:p>
          </p:txBody>
        </p:sp>
        <p:sp>
          <p:nvSpPr>
            <p:cNvPr id="45131" name="Text Box 184"/>
            <p:cNvSpPr txBox="1"/>
            <p:nvPr/>
          </p:nvSpPr>
          <p:spPr>
            <a:xfrm>
              <a:off x="2290" y="1298"/>
              <a:ext cx="242" cy="327"/>
            </a:xfrm>
            <a:prstGeom prst="rect">
              <a:avLst/>
            </a:prstGeom>
            <a:noFill/>
            <a:ln w="28575">
              <a:noFill/>
            </a:ln>
          </p:spPr>
          <p:txBody>
            <a:bodyPr wrap="none">
              <a:spAutoFit/>
            </a:bodyPr>
            <a:p>
              <a:pPr>
                <a:spcBef>
                  <a:spcPct val="50000"/>
                </a:spcBef>
              </a:pPr>
              <a:r>
                <a:rPr lang="en-US" altLang="zh-CN" b="0" dirty="0">
                  <a:solidFill>
                    <a:schemeClr val="bg1"/>
                  </a:solidFill>
                  <a:latin typeface="Times New Roman" panose="02020603050405020304" pitchFamily="18" charset="0"/>
                  <a:ea typeface="宋体" panose="02010600030101010101" pitchFamily="2" charset="-122"/>
                </a:rPr>
                <a:t>+</a:t>
              </a:r>
              <a:endParaRPr lang="en-US" altLang="zh-CN" b="0" dirty="0">
                <a:solidFill>
                  <a:schemeClr val="bg1"/>
                </a:solidFill>
                <a:latin typeface="Times New Roman" panose="02020603050405020304" pitchFamily="18" charset="0"/>
                <a:ea typeface="宋体" panose="02010600030101010101" pitchFamily="2" charset="-122"/>
              </a:endParaRPr>
            </a:p>
          </p:txBody>
        </p:sp>
        <p:sp>
          <p:nvSpPr>
            <p:cNvPr id="45132" name="Text Box 185"/>
            <p:cNvSpPr txBox="1"/>
            <p:nvPr/>
          </p:nvSpPr>
          <p:spPr>
            <a:xfrm>
              <a:off x="2245" y="1706"/>
              <a:ext cx="229" cy="327"/>
            </a:xfrm>
            <a:prstGeom prst="rect">
              <a:avLst/>
            </a:prstGeom>
            <a:noFill/>
            <a:ln w="28575">
              <a:noFill/>
            </a:ln>
          </p:spPr>
          <p:txBody>
            <a:bodyPr wrap="none">
              <a:spAutoFit/>
            </a:bodyPr>
            <a:p>
              <a:pPr>
                <a:spcBef>
                  <a:spcPct val="50000"/>
                </a:spcBef>
              </a:pPr>
              <a:r>
                <a:rPr lang="en-US" altLang="zh-CN" b="0" dirty="0">
                  <a:solidFill>
                    <a:schemeClr val="bg1"/>
                  </a:solidFill>
                  <a:latin typeface="宋体" panose="02010600030101010101" pitchFamily="2" charset="-122"/>
                  <a:ea typeface="宋体" panose="02010600030101010101" pitchFamily="2" charset="-122"/>
                </a:rPr>
                <a:t>-</a:t>
              </a:r>
              <a:endParaRPr lang="en-US" altLang="zh-CN" b="0" dirty="0">
                <a:solidFill>
                  <a:schemeClr val="bg1"/>
                </a:solidFill>
                <a:latin typeface="Times New Roman" panose="02020603050405020304" pitchFamily="18" charset="0"/>
                <a:ea typeface="宋体" panose="02010600030101010101" pitchFamily="2" charset="-122"/>
              </a:endParaRPr>
            </a:p>
          </p:txBody>
        </p:sp>
        <p:graphicFrame>
          <p:nvGraphicFramePr>
            <p:cNvPr id="45067" name="Object 186"/>
            <p:cNvGraphicFramePr/>
            <p:nvPr/>
          </p:nvGraphicFramePr>
          <p:xfrm>
            <a:off x="2336" y="889"/>
            <a:ext cx="308" cy="340"/>
          </p:xfrm>
          <a:graphic>
            <a:graphicData uri="http://schemas.openxmlformats.org/presentationml/2006/ole">
              <mc:AlternateContent xmlns:mc="http://schemas.openxmlformats.org/markup-compatibility/2006">
                <mc:Choice xmlns:v="urn:schemas-microsoft-com:vml" Requires="v">
                  <p:oleObj spid="_x0000_s3371" name="" r:id="rId48" imgW="241300" imgH="266065" progId="Equation.3">
                    <p:embed/>
                  </p:oleObj>
                </mc:Choice>
                <mc:Fallback>
                  <p:oleObj name="" r:id="rId48" imgW="241300" imgH="266065" progId="Equation.3">
                    <p:embed/>
                    <p:pic>
                      <p:nvPicPr>
                        <p:cNvPr id="0" name="图片 3370"/>
                        <p:cNvPicPr/>
                        <p:nvPr/>
                      </p:nvPicPr>
                      <p:blipFill>
                        <a:blip r:embed="rId49">
                          <a:clrChange>
                            <a:clrFrom>
                              <a:srgbClr val="000000"/>
                            </a:clrFrom>
                            <a:clrTo>
                              <a:srgbClr val="FFFFFF"/>
                            </a:clrTo>
                          </a:clrChange>
                        </a:blip>
                        <a:stretch>
                          <a:fillRect/>
                        </a:stretch>
                      </p:blipFill>
                      <p:spPr>
                        <a:xfrm>
                          <a:off x="2336" y="889"/>
                          <a:ext cx="308" cy="340"/>
                        </a:xfrm>
                        <a:prstGeom prst="rect">
                          <a:avLst/>
                        </a:prstGeom>
                        <a:noFill/>
                        <a:ln w="38100">
                          <a:noFill/>
                          <a:miter/>
                        </a:ln>
                      </p:spPr>
                    </p:pic>
                  </p:oleObj>
                </mc:Fallback>
              </mc:AlternateContent>
            </a:graphicData>
          </a:graphic>
        </p:graphicFrame>
        <p:sp>
          <p:nvSpPr>
            <p:cNvPr id="45133" name="Rectangle 187"/>
            <p:cNvSpPr/>
            <p:nvPr/>
          </p:nvSpPr>
          <p:spPr>
            <a:xfrm>
              <a:off x="1311" y="1506"/>
              <a:ext cx="127" cy="318"/>
            </a:xfrm>
            <a:prstGeom prst="rect">
              <a:avLst/>
            </a:prstGeom>
            <a:gradFill rotWithShape="1">
              <a:gsLst>
                <a:gs pos="0">
                  <a:srgbClr val="764700"/>
                </a:gs>
                <a:gs pos="50000">
                  <a:srgbClr val="FF9900"/>
                </a:gs>
                <a:gs pos="100000">
                  <a:srgbClr val="764700"/>
                </a:gs>
              </a:gsLst>
              <a:lin ang="0" scaled="1"/>
              <a:tileRect/>
            </a:gradFill>
            <a:ln w="28575">
              <a:noFill/>
            </a:ln>
          </p:spPr>
          <p:txBody>
            <a:bodyPr wrap="none" anchor="ctr" anchorCtr="0"/>
            <a:p>
              <a:endParaRPr lang="zh-CN" altLang="en-US" dirty="0">
                <a:latin typeface="楷体_GB2312" pitchFamily="49" charset="-122"/>
              </a:endParaRPr>
            </a:p>
          </p:txBody>
        </p:sp>
        <p:sp>
          <p:nvSpPr>
            <p:cNvPr id="45134" name="Rectangle 188"/>
            <p:cNvSpPr/>
            <p:nvPr/>
          </p:nvSpPr>
          <p:spPr>
            <a:xfrm>
              <a:off x="1311" y="935"/>
              <a:ext cx="127" cy="318"/>
            </a:xfrm>
            <a:prstGeom prst="rect">
              <a:avLst/>
            </a:prstGeom>
            <a:gradFill rotWithShape="1">
              <a:gsLst>
                <a:gs pos="0">
                  <a:srgbClr val="764700"/>
                </a:gs>
                <a:gs pos="50000">
                  <a:srgbClr val="FF9900"/>
                </a:gs>
                <a:gs pos="100000">
                  <a:srgbClr val="764700"/>
                </a:gs>
              </a:gsLst>
              <a:lin ang="0" scaled="1"/>
              <a:tileRect/>
            </a:gradFill>
            <a:ln w="28575">
              <a:noFill/>
            </a:ln>
          </p:spPr>
          <p:txBody>
            <a:bodyPr wrap="none" anchor="ctr" anchorCtr="0"/>
            <a:p>
              <a:endParaRPr lang="zh-CN" altLang="en-US" dirty="0">
                <a:latin typeface="楷体_GB2312" pitchFamily="49" charset="-122"/>
              </a:endParaRPr>
            </a:p>
          </p:txBody>
        </p:sp>
        <p:grpSp>
          <p:nvGrpSpPr>
            <p:cNvPr id="45135" name="Group 189"/>
            <p:cNvGrpSpPr/>
            <p:nvPr/>
          </p:nvGrpSpPr>
          <p:grpSpPr>
            <a:xfrm>
              <a:off x="2118" y="1570"/>
              <a:ext cx="240" cy="93"/>
              <a:chOff x="3787" y="2478"/>
              <a:chExt cx="240" cy="93"/>
            </a:xfrm>
          </p:grpSpPr>
          <p:sp>
            <p:nvSpPr>
              <p:cNvPr id="45138" name="Line 190"/>
              <p:cNvSpPr/>
              <p:nvPr/>
            </p:nvSpPr>
            <p:spPr>
              <a:xfrm flipV="1">
                <a:off x="3787" y="2568"/>
                <a:ext cx="240" cy="3"/>
              </a:xfrm>
              <a:prstGeom prst="line">
                <a:avLst/>
              </a:prstGeom>
              <a:ln w="57150" cap="flat" cmpd="sng">
                <a:solidFill>
                  <a:srgbClr val="FF9900"/>
                </a:solidFill>
                <a:prstDash val="solid"/>
                <a:headEnd type="none" w="med" len="med"/>
                <a:tailEnd type="none" w="med" len="med"/>
              </a:ln>
            </p:spPr>
          </p:sp>
          <p:sp>
            <p:nvSpPr>
              <p:cNvPr id="45139" name="Line 191"/>
              <p:cNvSpPr/>
              <p:nvPr/>
            </p:nvSpPr>
            <p:spPr>
              <a:xfrm>
                <a:off x="3787" y="2478"/>
                <a:ext cx="240" cy="1"/>
              </a:xfrm>
              <a:prstGeom prst="line">
                <a:avLst/>
              </a:prstGeom>
              <a:ln w="57150" cap="flat" cmpd="sng">
                <a:solidFill>
                  <a:srgbClr val="FF9900"/>
                </a:solidFill>
                <a:prstDash val="solid"/>
                <a:headEnd type="none" w="med" len="med"/>
                <a:tailEnd type="none" w="med" len="med"/>
              </a:ln>
            </p:spPr>
          </p:sp>
        </p:grpSp>
        <p:sp>
          <p:nvSpPr>
            <p:cNvPr id="45136" name="Text Box 192"/>
            <p:cNvSpPr txBox="1"/>
            <p:nvPr/>
          </p:nvSpPr>
          <p:spPr>
            <a:xfrm>
              <a:off x="2290" y="663"/>
              <a:ext cx="242" cy="327"/>
            </a:xfrm>
            <a:prstGeom prst="rect">
              <a:avLst/>
            </a:prstGeom>
            <a:noFill/>
            <a:ln w="28575">
              <a:noFill/>
            </a:ln>
          </p:spPr>
          <p:txBody>
            <a:bodyPr wrap="none">
              <a:spAutoFit/>
            </a:bodyPr>
            <a:p>
              <a:pPr>
                <a:spcBef>
                  <a:spcPct val="50000"/>
                </a:spcBef>
              </a:pPr>
              <a:r>
                <a:rPr lang="en-US" altLang="zh-CN" b="0" dirty="0">
                  <a:solidFill>
                    <a:schemeClr val="bg1"/>
                  </a:solidFill>
                  <a:latin typeface="Times New Roman" panose="02020603050405020304" pitchFamily="18" charset="0"/>
                  <a:ea typeface="宋体" panose="02010600030101010101" pitchFamily="2" charset="-122"/>
                </a:rPr>
                <a:t>+</a:t>
              </a:r>
              <a:endParaRPr lang="en-US" altLang="zh-CN" b="0" dirty="0">
                <a:solidFill>
                  <a:schemeClr val="bg1"/>
                </a:solidFill>
                <a:latin typeface="Times New Roman" panose="02020603050405020304" pitchFamily="18" charset="0"/>
                <a:ea typeface="宋体" panose="02010600030101010101" pitchFamily="2" charset="-122"/>
              </a:endParaRPr>
            </a:p>
          </p:txBody>
        </p:sp>
        <p:sp>
          <p:nvSpPr>
            <p:cNvPr id="45137" name="Text Box 193"/>
            <p:cNvSpPr txBox="1"/>
            <p:nvPr/>
          </p:nvSpPr>
          <p:spPr>
            <a:xfrm>
              <a:off x="2290" y="1162"/>
              <a:ext cx="229" cy="327"/>
            </a:xfrm>
            <a:prstGeom prst="rect">
              <a:avLst/>
            </a:prstGeom>
            <a:noFill/>
            <a:ln w="28575">
              <a:noFill/>
            </a:ln>
          </p:spPr>
          <p:txBody>
            <a:bodyPr wrap="none">
              <a:spAutoFit/>
            </a:bodyPr>
            <a:p>
              <a:pPr>
                <a:spcBef>
                  <a:spcPct val="50000"/>
                </a:spcBef>
              </a:pPr>
              <a:r>
                <a:rPr lang="en-US" altLang="zh-CN" b="0" dirty="0">
                  <a:solidFill>
                    <a:schemeClr val="bg1"/>
                  </a:solidFill>
                  <a:latin typeface="宋体" panose="02010600030101010101" pitchFamily="2" charset="-122"/>
                  <a:ea typeface="宋体" panose="02010600030101010101" pitchFamily="2" charset="-122"/>
                </a:rPr>
                <a:t>-</a:t>
              </a:r>
              <a:endParaRPr lang="en-US" altLang="zh-CN" b="0" dirty="0">
                <a:solidFill>
                  <a:schemeClr val="bg1"/>
                </a:solidFill>
                <a:latin typeface="Times New Roman" panose="02020603050405020304" pitchFamily="18" charset="0"/>
                <a:ea typeface="宋体" panose="02010600030101010101" pitchFamily="2" charset="-122"/>
              </a:endParaRPr>
            </a:p>
          </p:txBody>
        </p:sp>
      </p:grpSp>
      <p:grpSp>
        <p:nvGrpSpPr>
          <p:cNvPr id="45105" name="Group 197"/>
          <p:cNvGrpSpPr/>
          <p:nvPr/>
        </p:nvGrpSpPr>
        <p:grpSpPr>
          <a:xfrm>
            <a:off x="6588125" y="6446838"/>
            <a:ext cx="792163" cy="366712"/>
            <a:chOff x="4649" y="4020"/>
            <a:chExt cx="499" cy="231"/>
          </a:xfrm>
        </p:grpSpPr>
        <p:pic>
          <p:nvPicPr>
            <p:cNvPr id="45106" name="Picture 198" descr="78900"/>
            <p:cNvPicPr>
              <a:picLocks noChangeAspect="1"/>
            </p:cNvPicPr>
            <p:nvPr/>
          </p:nvPicPr>
          <p:blipFill>
            <a:blip r:embed="rId35"/>
            <a:stretch>
              <a:fillRect/>
            </a:stretch>
          </p:blipFill>
          <p:spPr>
            <a:xfrm>
              <a:off x="4649" y="4066"/>
              <a:ext cx="499" cy="181"/>
            </a:xfrm>
            <a:prstGeom prst="rect">
              <a:avLst/>
            </a:prstGeom>
            <a:noFill/>
            <a:ln w="9525">
              <a:noFill/>
            </a:ln>
          </p:spPr>
        </p:pic>
        <p:sp>
          <p:nvSpPr>
            <p:cNvPr id="45107" name="Text Box 199">
              <a:hlinkClick r:id="" action="ppaction://hlinkshowjump?jump=firstslide"/>
            </p:cNvPr>
            <p:cNvSpPr txBox="1"/>
            <p:nvPr/>
          </p:nvSpPr>
          <p:spPr>
            <a:xfrm>
              <a:off x="4672" y="4020"/>
              <a:ext cx="476" cy="231"/>
            </a:xfrm>
            <a:prstGeom prst="rect">
              <a:avLst/>
            </a:prstGeom>
            <a:noFill/>
            <a:ln w="9525">
              <a:noFill/>
            </a:ln>
          </p:spPr>
          <p:txBody>
            <a:bodyPr wrap="none">
              <a:spAutoFit/>
            </a:bodyPr>
            <a:p>
              <a:pPr>
                <a:spcBef>
                  <a:spcPct val="50000"/>
                </a:spcBef>
              </a:pPr>
              <a:r>
                <a:rPr lang="zh-CN" altLang="en-US" sz="1800" b="0" dirty="0">
                  <a:solidFill>
                    <a:schemeClr val="bg1"/>
                  </a:solidFill>
                  <a:latin typeface="隶书" panose="02010509060101010101" pitchFamily="49" charset="-122"/>
                  <a:ea typeface="隶书" panose="02010509060101010101" pitchFamily="49" charset="-122"/>
                </a:rPr>
                <a:t>返 回</a:t>
              </a:r>
              <a:endParaRPr lang="zh-CN" altLang="en-US" sz="1800" b="0" dirty="0">
                <a:solidFill>
                  <a:schemeClr val="bg1"/>
                </a:solidFill>
                <a:latin typeface="隶书" panose="02010509060101010101" pitchFamily="49" charset="-122"/>
                <a:ea typeface="隶书" panose="02010509060101010101" pitchFamily="49" charset="-122"/>
              </a:endParaRP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5" presetClass="entr" presetSubtype="0" fill="hold" grpId="0" nodeType="withEffect">
                                  <p:stCondLst>
                                    <p:cond delay="0"/>
                                  </p:stCondLst>
                                  <p:childTnLst>
                                    <p:set>
                                      <p:cBhvr>
                                        <p:cTn id="6" dur="1" fill="hold">
                                          <p:stCondLst>
                                            <p:cond delay="0"/>
                                          </p:stCondLst>
                                        </p:cTn>
                                        <p:tgtEl>
                                          <p:spTgt spid="36868"/>
                                        </p:tgtEl>
                                        <p:attrNameLst>
                                          <p:attrName>style.visibility</p:attrName>
                                        </p:attrNameLst>
                                      </p:cBhvr>
                                      <p:to>
                                        <p:strVal val="visible"/>
                                      </p:to>
                                    </p:set>
                                    <p:anim calcmode="lin" valueType="num">
                                      <p:cBhvr>
                                        <p:cTn id="7" dur="1000" fill="hold"/>
                                        <p:tgtEl>
                                          <p:spTgt spid="36868"/>
                                        </p:tgtEl>
                                        <p:attrNameLst>
                                          <p:attrName>ppt_w</p:attrName>
                                        </p:attrNameLst>
                                      </p:cBhvr>
                                      <p:tavLst>
                                        <p:tav tm="0">
                                          <p:val>
                                            <p:fltVal val="0.000000"/>
                                          </p:val>
                                        </p:tav>
                                        <p:tav tm="100000">
                                          <p:val>
                                            <p:strVal val="#ppt_w"/>
                                          </p:val>
                                        </p:tav>
                                      </p:tavLst>
                                    </p:anim>
                                    <p:anim calcmode="lin" valueType="num">
                                      <p:cBhvr>
                                        <p:cTn id="8" dur="1000" fill="hold"/>
                                        <p:tgtEl>
                                          <p:spTgt spid="36868"/>
                                        </p:tgtEl>
                                        <p:attrNameLst>
                                          <p:attrName>ppt_h</p:attrName>
                                        </p:attrNameLst>
                                      </p:cBhvr>
                                      <p:tavLst>
                                        <p:tav tm="0">
                                          <p:val>
                                            <p:fltVal val="0.000000"/>
                                          </p:val>
                                        </p:tav>
                                        <p:tav tm="100000">
                                          <p:val>
                                            <p:strVal val="#ppt_h"/>
                                          </p:val>
                                        </p:tav>
                                      </p:tavLst>
                                    </p:anim>
                                    <p:anim calcmode="lin" valueType="num">
                                      <p:cBhvr>
                                        <p:cTn id="9" dur="1000" fill="hold"/>
                                        <p:tgtEl>
                                          <p:spTgt spid="36868"/>
                                        </p:tgtEl>
                                        <p:attrNameLst>
                                          <p:attrName>ppt_x</p:attrName>
                                        </p:attrNameLst>
                                      </p:cBhvr>
                                      <p:tavLst>
                                        <p:tav tm="0" fmla="#ppt_x+(cos(-2*pi*(1-$))*-#ppt_x-sin(-2*pi*(1-$))*(1-#ppt_y))*(1-$)">
                                          <p:val>
                                            <p:fltVal val="0.000000"/>
                                          </p:val>
                                        </p:tav>
                                        <p:tav tm="100000">
                                          <p:val>
                                            <p:fltVal val="1.000000"/>
                                          </p:val>
                                        </p:tav>
                                      </p:tavLst>
                                    </p:anim>
                                    <p:anim calcmode="lin" valueType="num">
                                      <p:cBhvr>
                                        <p:cTn id="10" dur="1000" fill="hold"/>
                                        <p:tgtEl>
                                          <p:spTgt spid="36868"/>
                                        </p:tgtEl>
                                        <p:attrNameLst>
                                          <p:attrName>ppt_y</p:attrName>
                                        </p:attrNameLst>
                                      </p:cBhvr>
                                      <p:tavLst>
                                        <p:tav tm="0" fmla="#ppt_y+(sin(-2*pi*(1-$))*-#ppt_x+cos(-2*pi*(1-$))*(1-#ppt_y))*(1-$)">
                                          <p:val>
                                            <p:fltVal val="0.000000"/>
                                          </p:val>
                                        </p:tav>
                                        <p:tav tm="100000">
                                          <p:val>
                                            <p:fltVal val="1.000000"/>
                                          </p:val>
                                        </p:tav>
                                      </p:tavLst>
                                    </p:anim>
                                  </p:childTnLst>
                                </p:cTn>
                              </p:par>
                            </p:childTnLst>
                          </p:cTn>
                        </p:par>
                        <p:par>
                          <p:cTn id="11" fill="hold">
                            <p:stCondLst>
                              <p:cond delay="1000"/>
                            </p:stCondLst>
                            <p:childTnLst>
                              <p:par>
                                <p:cTn id="12" presetID="3" presetClass="entr" presetSubtype="10" fill="hold" nodeType="afterEffect">
                                  <p:stCondLst>
                                    <p:cond delay="0"/>
                                  </p:stCondLst>
                                  <p:childTnLst>
                                    <p:set>
                                      <p:cBhvr>
                                        <p:cTn id="13" dur="1" fill="hold">
                                          <p:stCondLst>
                                            <p:cond delay="0"/>
                                          </p:stCondLst>
                                        </p:cTn>
                                        <p:tgtEl>
                                          <p:spTgt spid="16"/>
                                        </p:tgtEl>
                                        <p:attrNameLst>
                                          <p:attrName>style.visibility</p:attrName>
                                        </p:attrNameLst>
                                      </p:cBhvr>
                                      <p:to>
                                        <p:strVal val="visible"/>
                                      </p:to>
                                    </p:set>
                                    <p:animEffect transition="in" filter="blinds(horizontal)">
                                      <p:cBhvr>
                                        <p:cTn id="14" dur="500"/>
                                        <p:tgtEl>
                                          <p:spTgt spid="16"/>
                                        </p:tgtEl>
                                      </p:cBhvr>
                                    </p:animEffect>
                                  </p:childTnLst>
                                </p:cTn>
                              </p:par>
                            </p:childTnLst>
                          </p:cTn>
                        </p:par>
                        <p:par>
                          <p:cTn id="15" fill="hold">
                            <p:stCondLst>
                              <p:cond delay="1500"/>
                            </p:stCondLst>
                            <p:childTnLst>
                              <p:par>
                                <p:cTn id="16" presetID="22" presetClass="entr" presetSubtype="8" fill="hold" nodeType="afterEffect">
                                  <p:stCondLst>
                                    <p:cond delay="0"/>
                                  </p:stCondLst>
                                  <p:childTnLst>
                                    <p:set>
                                      <p:cBhvr>
                                        <p:cTn id="17" dur="1" fill="hold">
                                          <p:stCondLst>
                                            <p:cond delay="0"/>
                                          </p:stCondLst>
                                        </p:cTn>
                                        <p:tgtEl>
                                          <p:spTgt spid="3"/>
                                        </p:tgtEl>
                                        <p:attrNameLst>
                                          <p:attrName>style.visibility</p:attrName>
                                        </p:attrNameLst>
                                      </p:cBhvr>
                                      <p:to>
                                        <p:strVal val="visible"/>
                                      </p:to>
                                    </p:set>
                                    <p:animEffect transition="in" filter="wipe(left)">
                                      <p:cBhvr>
                                        <p:cTn id="18" dur="1000"/>
                                        <p:tgtEl>
                                          <p:spTgt spid="3"/>
                                        </p:tgtEl>
                                      </p:cBhvr>
                                    </p:animEffect>
                                  </p:childTnLst>
                                </p:cTn>
                              </p:par>
                            </p:childTnLst>
                          </p:cTn>
                        </p:par>
                      </p:childTnLst>
                    </p:cTn>
                  </p:par>
                  <p:par>
                    <p:cTn id="19" fill="hold">
                      <p:stCondLst>
                        <p:cond delay="indefinite"/>
                      </p:stCondLst>
                      <p:childTnLst>
                        <p:par>
                          <p:cTn id="20" fill="hold">
                            <p:stCondLst>
                              <p:cond delay="0"/>
                            </p:stCondLst>
                            <p:childTnLst>
                              <p:par>
                                <p:cTn id="21" presetID="15" presetClass="entr" presetSubtype="0" fill="hold" grpId="0" nodeType="clickEffect">
                                  <p:stCondLst>
                                    <p:cond delay="0"/>
                                  </p:stCondLst>
                                  <p:childTnLst>
                                    <p:set>
                                      <p:cBhvr>
                                        <p:cTn id="22" dur="1" fill="hold">
                                          <p:stCondLst>
                                            <p:cond delay="0"/>
                                          </p:stCondLst>
                                        </p:cTn>
                                        <p:tgtEl>
                                          <p:spTgt spid="36872"/>
                                        </p:tgtEl>
                                        <p:attrNameLst>
                                          <p:attrName>style.visibility</p:attrName>
                                        </p:attrNameLst>
                                      </p:cBhvr>
                                      <p:to>
                                        <p:strVal val="visible"/>
                                      </p:to>
                                    </p:set>
                                    <p:anim calcmode="lin" valueType="num">
                                      <p:cBhvr>
                                        <p:cTn id="23" dur="1000" fill="hold"/>
                                        <p:tgtEl>
                                          <p:spTgt spid="36872"/>
                                        </p:tgtEl>
                                        <p:attrNameLst>
                                          <p:attrName>ppt_w</p:attrName>
                                        </p:attrNameLst>
                                      </p:cBhvr>
                                      <p:tavLst>
                                        <p:tav tm="0">
                                          <p:val>
                                            <p:fltVal val="0.000000"/>
                                          </p:val>
                                        </p:tav>
                                        <p:tav tm="100000">
                                          <p:val>
                                            <p:strVal val="#ppt_w"/>
                                          </p:val>
                                        </p:tav>
                                      </p:tavLst>
                                    </p:anim>
                                    <p:anim calcmode="lin" valueType="num">
                                      <p:cBhvr>
                                        <p:cTn id="24" dur="1000" fill="hold"/>
                                        <p:tgtEl>
                                          <p:spTgt spid="36872"/>
                                        </p:tgtEl>
                                        <p:attrNameLst>
                                          <p:attrName>ppt_h</p:attrName>
                                        </p:attrNameLst>
                                      </p:cBhvr>
                                      <p:tavLst>
                                        <p:tav tm="0">
                                          <p:val>
                                            <p:fltVal val="0.000000"/>
                                          </p:val>
                                        </p:tav>
                                        <p:tav tm="100000">
                                          <p:val>
                                            <p:strVal val="#ppt_h"/>
                                          </p:val>
                                        </p:tav>
                                      </p:tavLst>
                                    </p:anim>
                                    <p:anim calcmode="lin" valueType="num">
                                      <p:cBhvr>
                                        <p:cTn id="25" dur="1000" fill="hold"/>
                                        <p:tgtEl>
                                          <p:spTgt spid="36872"/>
                                        </p:tgtEl>
                                        <p:attrNameLst>
                                          <p:attrName>ppt_x</p:attrName>
                                        </p:attrNameLst>
                                      </p:cBhvr>
                                      <p:tavLst>
                                        <p:tav tm="0" fmla="#ppt_x+(cos(-2*pi*(1-$))*-#ppt_x-sin(-2*pi*(1-$))*(1-#ppt_y))*(1-$)">
                                          <p:val>
                                            <p:fltVal val="0.000000"/>
                                          </p:val>
                                        </p:tav>
                                        <p:tav tm="100000">
                                          <p:val>
                                            <p:fltVal val="1.000000"/>
                                          </p:val>
                                        </p:tav>
                                      </p:tavLst>
                                    </p:anim>
                                    <p:anim calcmode="lin" valueType="num">
                                      <p:cBhvr>
                                        <p:cTn id="26" dur="1000" fill="hold"/>
                                        <p:tgtEl>
                                          <p:spTgt spid="36872"/>
                                        </p:tgtEl>
                                        <p:attrNameLst>
                                          <p:attrName>ppt_y</p:attrName>
                                        </p:attrNameLst>
                                      </p:cBhvr>
                                      <p:tavLst>
                                        <p:tav tm="0" fmla="#ppt_y+(sin(-2*pi*(1-$))*-#ppt_x+cos(-2*pi*(1-$))*(1-#ppt_y))*(1-$)">
                                          <p:val>
                                            <p:fltVal val="0.000000"/>
                                          </p:val>
                                        </p:tav>
                                        <p:tav tm="100000">
                                          <p:val>
                                            <p:fltVal val="1.000000"/>
                                          </p:val>
                                        </p:tav>
                                      </p:tavLst>
                                    </p:anim>
                                  </p:childTnLst>
                                </p:cTn>
                              </p:par>
                            </p:childTnLst>
                          </p:cTn>
                        </p:par>
                      </p:childTnLst>
                    </p:cTn>
                  </p:par>
                  <p:par>
                    <p:cTn id="27" fill="hold">
                      <p:stCondLst>
                        <p:cond delay="indefinite"/>
                      </p:stCondLst>
                      <p:childTnLst>
                        <p:par>
                          <p:cTn id="28" fill="hold">
                            <p:stCondLst>
                              <p:cond delay="0"/>
                            </p:stCondLst>
                            <p:childTnLst>
                              <p:par>
                                <p:cTn id="29" presetID="12" presetClass="entr" presetSubtype="2" fill="hold" grpId="0" nodeType="clickEffect">
                                  <p:stCondLst>
                                    <p:cond delay="0"/>
                                  </p:stCondLst>
                                  <p:childTnLst>
                                    <p:set>
                                      <p:cBhvr>
                                        <p:cTn id="30" dur="1" fill="hold">
                                          <p:stCondLst>
                                            <p:cond delay="0"/>
                                          </p:stCondLst>
                                        </p:cTn>
                                        <p:tgtEl>
                                          <p:spTgt spid="36866"/>
                                        </p:tgtEl>
                                        <p:attrNameLst>
                                          <p:attrName>style.visibility</p:attrName>
                                        </p:attrNameLst>
                                      </p:cBhvr>
                                      <p:to>
                                        <p:strVal val="visible"/>
                                      </p:to>
                                    </p:set>
                                    <p:animEffect transition="in" filter="slide(fromRight)">
                                      <p:cBhvr>
                                        <p:cTn id="31" dur="500"/>
                                        <p:tgtEl>
                                          <p:spTgt spid="36866"/>
                                        </p:tgtEl>
                                      </p:cBhvr>
                                    </p:animEffect>
                                  </p:childTnLst>
                                </p:cTn>
                              </p:par>
                            </p:childTnLst>
                          </p:cTn>
                        </p:par>
                      </p:childTnLst>
                    </p:cTn>
                  </p:par>
                  <p:par>
                    <p:cTn id="32" fill="hold">
                      <p:stCondLst>
                        <p:cond delay="indefinite"/>
                      </p:stCondLst>
                      <p:childTnLst>
                        <p:par>
                          <p:cTn id="33" fill="hold">
                            <p:stCondLst>
                              <p:cond delay="0"/>
                            </p:stCondLst>
                            <p:childTnLst>
                              <p:par>
                                <p:cTn id="34" presetID="22" presetClass="entr" presetSubtype="1" fill="hold" nodeType="clickEffect">
                                  <p:stCondLst>
                                    <p:cond delay="0"/>
                                  </p:stCondLst>
                                  <p:childTnLst>
                                    <p:set>
                                      <p:cBhvr>
                                        <p:cTn id="35" dur="1" fill="hold">
                                          <p:stCondLst>
                                            <p:cond delay="0"/>
                                          </p:stCondLst>
                                        </p:cTn>
                                        <p:tgtEl>
                                          <p:spTgt spid="36946"/>
                                        </p:tgtEl>
                                        <p:attrNameLst>
                                          <p:attrName>style.visibility</p:attrName>
                                        </p:attrNameLst>
                                      </p:cBhvr>
                                      <p:to>
                                        <p:strVal val="visible"/>
                                      </p:to>
                                    </p:set>
                                    <p:animEffect transition="in" filter="wipe(up)">
                                      <p:cBhvr>
                                        <p:cTn id="36" dur="2000"/>
                                        <p:tgtEl>
                                          <p:spTgt spid="36946"/>
                                        </p:tgtEl>
                                      </p:cBhvr>
                                    </p:animEffect>
                                  </p:childTnLst>
                                </p:cTn>
                              </p:par>
                            </p:childTnLst>
                          </p:cTn>
                        </p:par>
                      </p:childTnLst>
                    </p:cTn>
                  </p:par>
                  <p:par>
                    <p:cTn id="37" fill="hold">
                      <p:stCondLst>
                        <p:cond delay="indefinite"/>
                      </p:stCondLst>
                      <p:childTnLst>
                        <p:par>
                          <p:cTn id="38" fill="hold">
                            <p:stCondLst>
                              <p:cond delay="0"/>
                            </p:stCondLst>
                            <p:childTnLst>
                              <p:par>
                                <p:cTn id="39" presetID="22" presetClass="entr" presetSubtype="8" fill="hold" nodeType="clickEffect">
                                  <p:stCondLst>
                                    <p:cond delay="0"/>
                                  </p:stCondLst>
                                  <p:childTnLst>
                                    <p:set>
                                      <p:cBhvr>
                                        <p:cTn id="40" dur="1" fill="hold">
                                          <p:stCondLst>
                                            <p:cond delay="0"/>
                                          </p:stCondLst>
                                        </p:cTn>
                                        <p:tgtEl>
                                          <p:spTgt spid="2"/>
                                        </p:tgtEl>
                                        <p:attrNameLst>
                                          <p:attrName>style.visibility</p:attrName>
                                        </p:attrNameLst>
                                      </p:cBhvr>
                                      <p:to>
                                        <p:strVal val="visible"/>
                                      </p:to>
                                    </p:set>
                                    <p:animEffect transition="in" filter="wipe(left)">
                                      <p:cBhvr>
                                        <p:cTn id="41" dur="500"/>
                                        <p:tgtEl>
                                          <p:spTgt spid="2"/>
                                        </p:tgtEl>
                                      </p:cBhvr>
                                    </p:animEffect>
                                  </p:childTnLst>
                                </p:cTn>
                              </p:par>
                            </p:childTnLst>
                          </p:cTn>
                        </p:par>
                      </p:childTnLst>
                    </p:cTn>
                  </p:par>
                  <p:par>
                    <p:cTn id="42" fill="hold">
                      <p:stCondLst>
                        <p:cond delay="indefinite"/>
                      </p:stCondLst>
                      <p:childTnLst>
                        <p:par>
                          <p:cTn id="43" fill="hold">
                            <p:stCondLst>
                              <p:cond delay="0"/>
                            </p:stCondLst>
                            <p:childTnLst>
                              <p:par>
                                <p:cTn id="44" presetID="22" presetClass="entr" presetSubtype="8" fill="hold" nodeType="clickEffect">
                                  <p:stCondLst>
                                    <p:cond delay="0"/>
                                  </p:stCondLst>
                                  <p:childTnLst>
                                    <p:set>
                                      <p:cBhvr>
                                        <p:cTn id="45" dur="1" fill="hold">
                                          <p:stCondLst>
                                            <p:cond delay="0"/>
                                          </p:stCondLst>
                                        </p:cTn>
                                        <p:tgtEl>
                                          <p:spTgt spid="4"/>
                                        </p:tgtEl>
                                        <p:attrNameLst>
                                          <p:attrName>style.visibility</p:attrName>
                                        </p:attrNameLst>
                                      </p:cBhvr>
                                      <p:to>
                                        <p:strVal val="visible"/>
                                      </p:to>
                                    </p:set>
                                    <p:animEffect transition="in" filter="wipe(left)">
                                      <p:cBhvr>
                                        <p:cTn id="46" dur="2000"/>
                                        <p:tgtEl>
                                          <p:spTgt spid="4"/>
                                        </p:tgtEl>
                                      </p:cBhvr>
                                    </p:animEffect>
                                  </p:childTnLst>
                                </p:cTn>
                              </p:par>
                            </p:childTnLst>
                          </p:cTn>
                        </p:par>
                      </p:childTnLst>
                    </p:cTn>
                  </p:par>
                  <p:par>
                    <p:cTn id="47" fill="hold">
                      <p:stCondLst>
                        <p:cond delay="indefinite"/>
                      </p:stCondLst>
                      <p:childTnLst>
                        <p:par>
                          <p:cTn id="48" fill="hold">
                            <p:stCondLst>
                              <p:cond delay="0"/>
                            </p:stCondLst>
                            <p:childTnLst>
                              <p:par>
                                <p:cTn id="49" presetID="22" presetClass="entr" presetSubtype="8" fill="hold" nodeType="clickEffect">
                                  <p:stCondLst>
                                    <p:cond delay="0"/>
                                  </p:stCondLst>
                                  <p:childTnLst>
                                    <p:set>
                                      <p:cBhvr>
                                        <p:cTn id="50" dur="1" fill="hold">
                                          <p:stCondLst>
                                            <p:cond delay="0"/>
                                          </p:stCondLst>
                                        </p:cTn>
                                        <p:tgtEl>
                                          <p:spTgt spid="9"/>
                                        </p:tgtEl>
                                        <p:attrNameLst>
                                          <p:attrName>style.visibility</p:attrName>
                                        </p:attrNameLst>
                                      </p:cBhvr>
                                      <p:to>
                                        <p:strVal val="visible"/>
                                      </p:to>
                                    </p:set>
                                    <p:animEffect transition="in" filter="wipe(left)">
                                      <p:cBhvr>
                                        <p:cTn id="51" dur="2000"/>
                                        <p:tgtEl>
                                          <p:spTgt spid="9"/>
                                        </p:tgtEl>
                                      </p:cBhvr>
                                    </p:animEffect>
                                  </p:childTnLst>
                                </p:cTn>
                              </p:par>
                            </p:childTnLst>
                          </p:cTn>
                        </p:par>
                      </p:childTnLst>
                    </p:cTn>
                  </p:par>
                  <p:par>
                    <p:cTn id="52" fill="hold">
                      <p:stCondLst>
                        <p:cond delay="indefinite"/>
                      </p:stCondLst>
                      <p:childTnLst>
                        <p:par>
                          <p:cTn id="53" fill="hold">
                            <p:stCondLst>
                              <p:cond delay="0"/>
                            </p:stCondLst>
                            <p:childTnLst>
                              <p:par>
                                <p:cTn id="54" presetID="23" presetClass="entr" presetSubtype="32" fill="hold" grpId="0" nodeType="clickEffect">
                                  <p:stCondLst>
                                    <p:cond delay="0"/>
                                  </p:stCondLst>
                                  <p:childTnLst>
                                    <p:set>
                                      <p:cBhvr>
                                        <p:cTn id="55" dur="1" fill="hold">
                                          <p:stCondLst>
                                            <p:cond delay="0"/>
                                          </p:stCondLst>
                                        </p:cTn>
                                        <p:tgtEl>
                                          <p:spTgt spid="36957"/>
                                        </p:tgtEl>
                                        <p:attrNameLst>
                                          <p:attrName>style.visibility</p:attrName>
                                        </p:attrNameLst>
                                      </p:cBhvr>
                                      <p:to>
                                        <p:strVal val="visible"/>
                                      </p:to>
                                    </p:set>
                                    <p:anim calcmode="lin" valueType="num">
                                      <p:cBhvr>
                                        <p:cTn id="56" dur="500" fill="hold"/>
                                        <p:tgtEl>
                                          <p:spTgt spid="36957"/>
                                        </p:tgtEl>
                                        <p:attrNameLst>
                                          <p:attrName>ppt_w</p:attrName>
                                        </p:attrNameLst>
                                      </p:cBhvr>
                                      <p:tavLst>
                                        <p:tav tm="0">
                                          <p:val>
                                            <p:strVal val="4*#ppt_w"/>
                                          </p:val>
                                        </p:tav>
                                        <p:tav tm="100000">
                                          <p:val>
                                            <p:strVal val="#ppt_w"/>
                                          </p:val>
                                        </p:tav>
                                      </p:tavLst>
                                    </p:anim>
                                    <p:anim calcmode="lin" valueType="num">
                                      <p:cBhvr>
                                        <p:cTn id="57" dur="500" fill="hold"/>
                                        <p:tgtEl>
                                          <p:spTgt spid="36957"/>
                                        </p:tgtEl>
                                        <p:attrNameLst>
                                          <p:attrName>ppt_h</p:attrName>
                                        </p:attrNameLst>
                                      </p:cBhvr>
                                      <p:tavLst>
                                        <p:tav tm="0">
                                          <p:val>
                                            <p:strVal val="4*#ppt_h"/>
                                          </p:val>
                                        </p:tav>
                                        <p:tav tm="100000">
                                          <p:val>
                                            <p:strVal val="#ppt_h"/>
                                          </p:val>
                                        </p:tav>
                                      </p:tavLst>
                                    </p:anim>
                                  </p:childTnLst>
                                </p:cTn>
                              </p:par>
                            </p:childTnLst>
                          </p:cTn>
                        </p:par>
                      </p:childTnLst>
                    </p:cTn>
                  </p:par>
                  <p:par>
                    <p:cTn id="58" fill="hold">
                      <p:stCondLst>
                        <p:cond delay="indefinite"/>
                      </p:stCondLst>
                      <p:childTnLst>
                        <p:par>
                          <p:cTn id="59" fill="hold">
                            <p:stCondLst>
                              <p:cond delay="0"/>
                            </p:stCondLst>
                            <p:childTnLst>
                              <p:par>
                                <p:cTn id="60" presetID="22" presetClass="entr" presetSubtype="4" fill="hold" nodeType="clickEffect">
                                  <p:stCondLst>
                                    <p:cond delay="0"/>
                                  </p:stCondLst>
                                  <p:childTnLst>
                                    <p:set>
                                      <p:cBhvr>
                                        <p:cTn id="61" dur="1" fill="hold">
                                          <p:stCondLst>
                                            <p:cond delay="0"/>
                                          </p:stCondLst>
                                        </p:cTn>
                                        <p:tgtEl>
                                          <p:spTgt spid="6"/>
                                        </p:tgtEl>
                                        <p:attrNameLst>
                                          <p:attrName>style.visibility</p:attrName>
                                        </p:attrNameLst>
                                      </p:cBhvr>
                                      <p:to>
                                        <p:strVal val="visible"/>
                                      </p:to>
                                    </p:set>
                                    <p:animEffect transition="in" filter="wipe(down)">
                                      <p:cBhvr>
                                        <p:cTn id="62" dur="2000"/>
                                        <p:tgtEl>
                                          <p:spTgt spid="6"/>
                                        </p:tgtEl>
                                      </p:cBhvr>
                                    </p:animEffect>
                                  </p:childTnLst>
                                </p:cTn>
                              </p:par>
                            </p:childTnLst>
                          </p:cTn>
                        </p:par>
                      </p:childTnLst>
                    </p:cTn>
                  </p:par>
                  <p:par>
                    <p:cTn id="63" fill="hold">
                      <p:stCondLst>
                        <p:cond delay="indefinite"/>
                      </p:stCondLst>
                      <p:childTnLst>
                        <p:par>
                          <p:cTn id="64" fill="hold">
                            <p:stCondLst>
                              <p:cond delay="0"/>
                            </p:stCondLst>
                            <p:childTnLst>
                              <p:par>
                                <p:cTn id="65" presetID="22" presetClass="entr" presetSubtype="4" fill="hold" nodeType="clickEffect">
                                  <p:stCondLst>
                                    <p:cond delay="0"/>
                                  </p:stCondLst>
                                  <p:childTnLst>
                                    <p:set>
                                      <p:cBhvr>
                                        <p:cTn id="66" dur="1" fill="hold">
                                          <p:stCondLst>
                                            <p:cond delay="0"/>
                                          </p:stCondLst>
                                        </p:cTn>
                                        <p:tgtEl>
                                          <p:spTgt spid="10"/>
                                        </p:tgtEl>
                                        <p:attrNameLst>
                                          <p:attrName>style.visibility</p:attrName>
                                        </p:attrNameLst>
                                      </p:cBhvr>
                                      <p:to>
                                        <p:strVal val="visible"/>
                                      </p:to>
                                    </p:set>
                                    <p:animEffect transition="in" filter="wipe(down)">
                                      <p:cBhvr>
                                        <p:cTn id="67" dur="2000"/>
                                        <p:tgtEl>
                                          <p:spTgt spid="10"/>
                                        </p:tgtEl>
                                      </p:cBhvr>
                                    </p:animEffect>
                                  </p:childTnLst>
                                </p:cTn>
                              </p:par>
                            </p:childTnLst>
                          </p:cTn>
                        </p:par>
                      </p:childTnLst>
                    </p:cTn>
                  </p:par>
                  <p:par>
                    <p:cTn id="68" fill="hold">
                      <p:stCondLst>
                        <p:cond delay="indefinite"/>
                      </p:stCondLst>
                      <p:childTnLst>
                        <p:par>
                          <p:cTn id="69" fill="hold">
                            <p:stCondLst>
                              <p:cond delay="0"/>
                            </p:stCondLst>
                            <p:childTnLst>
                              <p:par>
                                <p:cTn id="70" presetID="22" presetClass="entr" presetSubtype="4" fill="hold" nodeType="clickEffect">
                                  <p:stCondLst>
                                    <p:cond delay="0"/>
                                  </p:stCondLst>
                                  <p:childTnLst>
                                    <p:set>
                                      <p:cBhvr>
                                        <p:cTn id="71" dur="1" fill="hold">
                                          <p:stCondLst>
                                            <p:cond delay="0"/>
                                          </p:stCondLst>
                                        </p:cTn>
                                        <p:tgtEl>
                                          <p:spTgt spid="5"/>
                                        </p:tgtEl>
                                        <p:attrNameLst>
                                          <p:attrName>style.visibility</p:attrName>
                                        </p:attrNameLst>
                                      </p:cBhvr>
                                      <p:to>
                                        <p:strVal val="visible"/>
                                      </p:to>
                                    </p:set>
                                    <p:animEffect transition="in" filter="wipe(down)">
                                      <p:cBhvr>
                                        <p:cTn id="72" dur="2000"/>
                                        <p:tgtEl>
                                          <p:spTgt spid="5"/>
                                        </p:tgtEl>
                                      </p:cBhvr>
                                    </p:animEffect>
                                  </p:childTnLst>
                                </p:cTn>
                              </p:par>
                            </p:childTnLst>
                          </p:cTn>
                        </p:par>
                        <p:par>
                          <p:cTn id="73" fill="hold">
                            <p:stCondLst>
                              <p:cond delay="2000"/>
                            </p:stCondLst>
                            <p:childTnLst>
                              <p:par>
                                <p:cTn id="74" presetID="23" presetClass="entr" presetSubtype="32" fill="hold" grpId="0" nodeType="afterEffect">
                                  <p:stCondLst>
                                    <p:cond delay="0"/>
                                  </p:stCondLst>
                                  <p:childTnLst>
                                    <p:set>
                                      <p:cBhvr>
                                        <p:cTn id="75" dur="1" fill="hold">
                                          <p:stCondLst>
                                            <p:cond delay="0"/>
                                          </p:stCondLst>
                                        </p:cTn>
                                        <p:tgtEl>
                                          <p:spTgt spid="36958"/>
                                        </p:tgtEl>
                                        <p:attrNameLst>
                                          <p:attrName>style.visibility</p:attrName>
                                        </p:attrNameLst>
                                      </p:cBhvr>
                                      <p:to>
                                        <p:strVal val="visible"/>
                                      </p:to>
                                    </p:set>
                                    <p:anim calcmode="lin" valueType="num">
                                      <p:cBhvr>
                                        <p:cTn id="76" dur="500" fill="hold"/>
                                        <p:tgtEl>
                                          <p:spTgt spid="36958"/>
                                        </p:tgtEl>
                                        <p:attrNameLst>
                                          <p:attrName>ppt_w</p:attrName>
                                        </p:attrNameLst>
                                      </p:cBhvr>
                                      <p:tavLst>
                                        <p:tav tm="0">
                                          <p:val>
                                            <p:strVal val="4*#ppt_w"/>
                                          </p:val>
                                        </p:tav>
                                        <p:tav tm="100000">
                                          <p:val>
                                            <p:strVal val="#ppt_w"/>
                                          </p:val>
                                        </p:tav>
                                      </p:tavLst>
                                    </p:anim>
                                    <p:anim calcmode="lin" valueType="num">
                                      <p:cBhvr>
                                        <p:cTn id="77" dur="500" fill="hold"/>
                                        <p:tgtEl>
                                          <p:spTgt spid="36958"/>
                                        </p:tgtEl>
                                        <p:attrNameLst>
                                          <p:attrName>ppt_h</p:attrName>
                                        </p:attrNameLst>
                                      </p:cBhvr>
                                      <p:tavLst>
                                        <p:tav tm="0">
                                          <p:val>
                                            <p:strVal val="4*#ppt_h"/>
                                          </p:val>
                                        </p:tav>
                                        <p:tav tm="100000">
                                          <p:val>
                                            <p:strVal val="#ppt_h"/>
                                          </p:val>
                                        </p:tav>
                                      </p:tavLst>
                                    </p:anim>
                                  </p:childTnLst>
                                </p:cTn>
                              </p:par>
                            </p:childTnLst>
                          </p:cTn>
                        </p:par>
                      </p:childTnLst>
                    </p:cTn>
                  </p:par>
                  <p:par>
                    <p:cTn id="78" fill="hold">
                      <p:stCondLst>
                        <p:cond delay="indefinite"/>
                      </p:stCondLst>
                      <p:childTnLst>
                        <p:par>
                          <p:cTn id="79" fill="hold">
                            <p:stCondLst>
                              <p:cond delay="0"/>
                            </p:stCondLst>
                            <p:childTnLst>
                              <p:par>
                                <p:cTn id="80" presetID="22" presetClass="entr" presetSubtype="4" fill="hold" nodeType="clickEffect">
                                  <p:stCondLst>
                                    <p:cond delay="0"/>
                                  </p:stCondLst>
                                  <p:childTnLst>
                                    <p:set>
                                      <p:cBhvr>
                                        <p:cTn id="81" dur="1" fill="hold">
                                          <p:stCondLst>
                                            <p:cond delay="0"/>
                                          </p:stCondLst>
                                        </p:cTn>
                                        <p:tgtEl>
                                          <p:spTgt spid="12"/>
                                        </p:tgtEl>
                                        <p:attrNameLst>
                                          <p:attrName>style.visibility</p:attrName>
                                        </p:attrNameLst>
                                      </p:cBhvr>
                                      <p:to>
                                        <p:strVal val="visible"/>
                                      </p:to>
                                    </p:set>
                                    <p:animEffect transition="in" filter="wipe(down)">
                                      <p:cBhvr>
                                        <p:cTn id="82" dur="2000"/>
                                        <p:tgtEl>
                                          <p:spTgt spid="12"/>
                                        </p:tgtEl>
                                      </p:cBhvr>
                                    </p:animEffect>
                                  </p:childTnLst>
                                </p:cTn>
                              </p:par>
                            </p:childTnLst>
                          </p:cTn>
                        </p:par>
                      </p:childTnLst>
                    </p:cTn>
                  </p:par>
                  <p:par>
                    <p:cTn id="83" fill="hold">
                      <p:stCondLst>
                        <p:cond delay="indefinite"/>
                      </p:stCondLst>
                      <p:childTnLst>
                        <p:par>
                          <p:cTn id="84" fill="hold">
                            <p:stCondLst>
                              <p:cond delay="0"/>
                            </p:stCondLst>
                            <p:childTnLst>
                              <p:par>
                                <p:cTn id="85" presetID="22" presetClass="entr" presetSubtype="4" fill="hold" nodeType="clickEffect">
                                  <p:stCondLst>
                                    <p:cond delay="0"/>
                                  </p:stCondLst>
                                  <p:childTnLst>
                                    <p:set>
                                      <p:cBhvr>
                                        <p:cTn id="86" dur="1" fill="hold">
                                          <p:stCondLst>
                                            <p:cond delay="0"/>
                                          </p:stCondLst>
                                        </p:cTn>
                                        <p:tgtEl>
                                          <p:spTgt spid="8"/>
                                        </p:tgtEl>
                                        <p:attrNameLst>
                                          <p:attrName>style.visibility</p:attrName>
                                        </p:attrNameLst>
                                      </p:cBhvr>
                                      <p:to>
                                        <p:strVal val="visible"/>
                                      </p:to>
                                    </p:set>
                                    <p:animEffect transition="in" filter="wipe(down)">
                                      <p:cBhvr>
                                        <p:cTn id="87" dur="2000"/>
                                        <p:tgtEl>
                                          <p:spTgt spid="8"/>
                                        </p:tgtEl>
                                      </p:cBhvr>
                                    </p:animEffect>
                                  </p:childTnLst>
                                </p:cTn>
                              </p:par>
                            </p:childTnLst>
                          </p:cTn>
                        </p:par>
                      </p:childTnLst>
                    </p:cTn>
                  </p:par>
                  <p:par>
                    <p:cTn id="88" fill="hold">
                      <p:stCondLst>
                        <p:cond delay="indefinite"/>
                      </p:stCondLst>
                      <p:childTnLst>
                        <p:par>
                          <p:cTn id="89" fill="hold">
                            <p:stCondLst>
                              <p:cond delay="0"/>
                            </p:stCondLst>
                            <p:childTnLst>
                              <p:par>
                                <p:cTn id="90" presetID="22" presetClass="entr" presetSubtype="4" fill="hold" nodeType="clickEffect">
                                  <p:stCondLst>
                                    <p:cond delay="0"/>
                                  </p:stCondLst>
                                  <p:childTnLst>
                                    <p:set>
                                      <p:cBhvr>
                                        <p:cTn id="91" dur="1" fill="hold">
                                          <p:stCondLst>
                                            <p:cond delay="0"/>
                                          </p:stCondLst>
                                        </p:cTn>
                                        <p:tgtEl>
                                          <p:spTgt spid="11"/>
                                        </p:tgtEl>
                                        <p:attrNameLst>
                                          <p:attrName>style.visibility</p:attrName>
                                        </p:attrNameLst>
                                      </p:cBhvr>
                                      <p:to>
                                        <p:strVal val="visible"/>
                                      </p:to>
                                    </p:set>
                                    <p:animEffect transition="in" filter="wipe(down)">
                                      <p:cBhvr>
                                        <p:cTn id="92" dur="2000"/>
                                        <p:tgtEl>
                                          <p:spTgt spid="11"/>
                                        </p:tgtEl>
                                      </p:cBhvr>
                                    </p:animEffect>
                                  </p:childTnLst>
                                </p:cTn>
                              </p:par>
                            </p:childTnLst>
                          </p:cTn>
                        </p:par>
                      </p:childTnLst>
                    </p:cTn>
                  </p:par>
                  <p:par>
                    <p:cTn id="93" fill="hold">
                      <p:stCondLst>
                        <p:cond delay="indefinite"/>
                      </p:stCondLst>
                      <p:childTnLst>
                        <p:par>
                          <p:cTn id="94" fill="hold">
                            <p:stCondLst>
                              <p:cond delay="0"/>
                            </p:stCondLst>
                            <p:childTnLst>
                              <p:par>
                                <p:cTn id="95" presetID="22" presetClass="entr" presetSubtype="1" fill="hold" nodeType="clickEffect">
                                  <p:stCondLst>
                                    <p:cond delay="0"/>
                                  </p:stCondLst>
                                  <p:childTnLst>
                                    <p:set>
                                      <p:cBhvr>
                                        <p:cTn id="96" dur="1" fill="hold">
                                          <p:stCondLst>
                                            <p:cond delay="0"/>
                                          </p:stCondLst>
                                        </p:cTn>
                                        <p:tgtEl>
                                          <p:spTgt spid="7"/>
                                        </p:tgtEl>
                                        <p:attrNameLst>
                                          <p:attrName>style.visibility</p:attrName>
                                        </p:attrNameLst>
                                      </p:cBhvr>
                                      <p:to>
                                        <p:strVal val="visible"/>
                                      </p:to>
                                    </p:set>
                                    <p:animEffect transition="in" filter="wipe(up)">
                                      <p:cBhvr>
                                        <p:cTn id="97" dur="2000"/>
                                        <p:tgtEl>
                                          <p:spTgt spid="7"/>
                                        </p:tgtEl>
                                      </p:cBhvr>
                                    </p:animEffect>
                                  </p:childTnLst>
                                </p:cTn>
                              </p:par>
                            </p:childTnLst>
                          </p:cTn>
                        </p:par>
                      </p:childTnLst>
                    </p:cTn>
                  </p:par>
                  <p:par>
                    <p:cTn id="98" fill="hold">
                      <p:stCondLst>
                        <p:cond delay="indefinite"/>
                      </p:stCondLst>
                      <p:childTnLst>
                        <p:par>
                          <p:cTn id="99" fill="hold">
                            <p:stCondLst>
                              <p:cond delay="0"/>
                            </p:stCondLst>
                            <p:childTnLst>
                              <p:par>
                                <p:cTn id="100" presetID="22" presetClass="entr" presetSubtype="4" fill="hold" nodeType="clickEffect">
                                  <p:stCondLst>
                                    <p:cond delay="0"/>
                                  </p:stCondLst>
                                  <p:childTnLst>
                                    <p:set>
                                      <p:cBhvr>
                                        <p:cTn id="101" dur="1" fill="hold">
                                          <p:stCondLst>
                                            <p:cond delay="0"/>
                                          </p:stCondLst>
                                        </p:cTn>
                                        <p:tgtEl>
                                          <p:spTgt spid="13"/>
                                        </p:tgtEl>
                                        <p:attrNameLst>
                                          <p:attrName>style.visibility</p:attrName>
                                        </p:attrNameLst>
                                      </p:cBhvr>
                                      <p:to>
                                        <p:strVal val="visible"/>
                                      </p:to>
                                    </p:set>
                                    <p:animEffect transition="in" filter="wipe(down)">
                                      <p:cBhvr>
                                        <p:cTn id="102" dur="2000"/>
                                        <p:tgtEl>
                                          <p:spTgt spid="13"/>
                                        </p:tgtEl>
                                      </p:cBhvr>
                                    </p:animEffect>
                                  </p:childTnLst>
                                </p:cTn>
                              </p:par>
                            </p:childTnLst>
                          </p:cTn>
                        </p:par>
                        <p:par>
                          <p:cTn id="103" fill="hold">
                            <p:stCondLst>
                              <p:cond delay="2000"/>
                            </p:stCondLst>
                            <p:childTnLst>
                              <p:par>
                                <p:cTn id="104" presetID="1" presetClass="exit" presetSubtype="0" fill="hold" grpId="1" nodeType="afterEffect">
                                  <p:stCondLst>
                                    <p:cond delay="0"/>
                                  </p:stCondLst>
                                  <p:childTnLst>
                                    <p:set>
                                      <p:cBhvr>
                                        <p:cTn id="105" dur="1" fill="hold">
                                          <p:stCondLst>
                                            <p:cond delay="0"/>
                                          </p:stCondLst>
                                        </p:cTn>
                                        <p:tgtEl>
                                          <p:spTgt spid="36958"/>
                                        </p:tgtEl>
                                        <p:attrNameLst>
                                          <p:attrName>style.visibility</p:attrName>
                                        </p:attrNameLst>
                                      </p:cBhvr>
                                      <p:to>
                                        <p:strVal val="hidden"/>
                                      </p:to>
                                    </p:set>
                                  </p:childTnLst>
                                </p:cTn>
                              </p:par>
                            </p:childTnLst>
                          </p:cTn>
                        </p:par>
                        <p:par>
                          <p:cTn id="106" fill="hold">
                            <p:stCondLst>
                              <p:cond delay="2000"/>
                            </p:stCondLst>
                            <p:childTnLst>
                              <p:par>
                                <p:cTn id="107" presetID="23" presetClass="entr" presetSubtype="32" fill="hold" grpId="0" nodeType="afterEffect">
                                  <p:stCondLst>
                                    <p:cond delay="0"/>
                                  </p:stCondLst>
                                  <p:childTnLst>
                                    <p:set>
                                      <p:cBhvr>
                                        <p:cTn id="108" dur="1" fill="hold">
                                          <p:stCondLst>
                                            <p:cond delay="0"/>
                                          </p:stCondLst>
                                        </p:cTn>
                                        <p:tgtEl>
                                          <p:spTgt spid="36959"/>
                                        </p:tgtEl>
                                        <p:attrNameLst>
                                          <p:attrName>style.visibility</p:attrName>
                                        </p:attrNameLst>
                                      </p:cBhvr>
                                      <p:to>
                                        <p:strVal val="visible"/>
                                      </p:to>
                                    </p:set>
                                    <p:anim calcmode="lin" valueType="num">
                                      <p:cBhvr>
                                        <p:cTn id="109" dur="500" fill="hold"/>
                                        <p:tgtEl>
                                          <p:spTgt spid="36959"/>
                                        </p:tgtEl>
                                        <p:attrNameLst>
                                          <p:attrName>ppt_w</p:attrName>
                                        </p:attrNameLst>
                                      </p:cBhvr>
                                      <p:tavLst>
                                        <p:tav tm="0">
                                          <p:val>
                                            <p:strVal val="4*#ppt_w"/>
                                          </p:val>
                                        </p:tav>
                                        <p:tav tm="100000">
                                          <p:val>
                                            <p:strVal val="#ppt_w"/>
                                          </p:val>
                                        </p:tav>
                                      </p:tavLst>
                                    </p:anim>
                                    <p:anim calcmode="lin" valueType="num">
                                      <p:cBhvr>
                                        <p:cTn id="110" dur="500" fill="hold"/>
                                        <p:tgtEl>
                                          <p:spTgt spid="36959"/>
                                        </p:tgtEl>
                                        <p:attrNameLst>
                                          <p:attrName>ppt_h</p:attrName>
                                        </p:attrNameLst>
                                      </p:cBhvr>
                                      <p:tavLst>
                                        <p:tav tm="0">
                                          <p:val>
                                            <p:strVal val="4*#ppt_h"/>
                                          </p:val>
                                        </p:tav>
                                        <p:tav tm="100000">
                                          <p:val>
                                            <p:strVal val="#ppt_h"/>
                                          </p:val>
                                        </p:tav>
                                      </p:tavLst>
                                    </p:anim>
                                  </p:childTnLst>
                                </p:cTn>
                              </p:par>
                            </p:childTnLst>
                          </p:cTn>
                        </p:par>
                      </p:childTnLst>
                    </p:cTn>
                  </p:par>
                  <p:par>
                    <p:cTn id="111" fill="hold">
                      <p:stCondLst>
                        <p:cond delay="indefinite"/>
                      </p:stCondLst>
                      <p:childTnLst>
                        <p:par>
                          <p:cTn id="112" fill="hold">
                            <p:stCondLst>
                              <p:cond delay="0"/>
                            </p:stCondLst>
                            <p:childTnLst>
                              <p:par>
                                <p:cTn id="113" presetID="22" presetClass="entr" presetSubtype="8" fill="hold" grpId="0" nodeType="clickEffect">
                                  <p:stCondLst>
                                    <p:cond delay="0"/>
                                  </p:stCondLst>
                                  <p:childTnLst>
                                    <p:set>
                                      <p:cBhvr>
                                        <p:cTn id="114" dur="1" fill="hold">
                                          <p:stCondLst>
                                            <p:cond delay="0"/>
                                          </p:stCondLst>
                                        </p:cTn>
                                        <p:tgtEl>
                                          <p:spTgt spid="36891"/>
                                        </p:tgtEl>
                                        <p:attrNameLst>
                                          <p:attrName>style.visibility</p:attrName>
                                        </p:attrNameLst>
                                      </p:cBhvr>
                                      <p:to>
                                        <p:strVal val="visible"/>
                                      </p:to>
                                    </p:set>
                                    <p:animEffect transition="in" filter="wipe(left)">
                                      <p:cBhvr>
                                        <p:cTn id="115" dur="2000"/>
                                        <p:tgtEl>
                                          <p:spTgt spid="36891"/>
                                        </p:tgtEl>
                                      </p:cBhvr>
                                    </p:animEffect>
                                  </p:childTnLst>
                                </p:cTn>
                              </p:par>
                            </p:childTnLst>
                          </p:cTn>
                        </p:par>
                      </p:childTnLst>
                    </p:cTn>
                  </p:par>
                  <p:par>
                    <p:cTn id="116" fill="hold">
                      <p:stCondLst>
                        <p:cond delay="indefinite"/>
                      </p:stCondLst>
                      <p:childTnLst>
                        <p:par>
                          <p:cTn id="117" fill="hold">
                            <p:stCondLst>
                              <p:cond delay="0"/>
                            </p:stCondLst>
                            <p:childTnLst>
                              <p:par>
                                <p:cTn id="118" presetID="22" presetClass="entr" presetSubtype="8" fill="hold" nodeType="clickEffect">
                                  <p:stCondLst>
                                    <p:cond delay="0"/>
                                  </p:stCondLst>
                                  <p:childTnLst>
                                    <p:set>
                                      <p:cBhvr>
                                        <p:cTn id="119" dur="1" fill="hold">
                                          <p:stCondLst>
                                            <p:cond delay="0"/>
                                          </p:stCondLst>
                                        </p:cTn>
                                        <p:tgtEl>
                                          <p:spTgt spid="36892"/>
                                        </p:tgtEl>
                                        <p:attrNameLst>
                                          <p:attrName>style.visibility</p:attrName>
                                        </p:attrNameLst>
                                      </p:cBhvr>
                                      <p:to>
                                        <p:strVal val="visible"/>
                                      </p:to>
                                    </p:set>
                                    <p:animEffect transition="in" filter="wipe(left)">
                                      <p:cBhvr>
                                        <p:cTn id="120" dur="2000"/>
                                        <p:tgtEl>
                                          <p:spTgt spid="36892"/>
                                        </p:tgtEl>
                                      </p:cBhvr>
                                    </p:animEffect>
                                  </p:childTnLst>
                                </p:cTn>
                              </p:par>
                            </p:childTnLst>
                          </p:cTn>
                        </p:par>
                      </p:childTnLst>
                    </p:cTn>
                  </p:par>
                  <p:par>
                    <p:cTn id="121" fill="hold">
                      <p:stCondLst>
                        <p:cond delay="indefinite"/>
                      </p:stCondLst>
                      <p:childTnLst>
                        <p:par>
                          <p:cTn id="122" fill="hold">
                            <p:stCondLst>
                              <p:cond delay="0"/>
                            </p:stCondLst>
                            <p:childTnLst>
                              <p:par>
                                <p:cTn id="123" presetID="22" presetClass="entr" presetSubtype="8" fill="hold" grpId="0" nodeType="clickEffect">
                                  <p:stCondLst>
                                    <p:cond delay="0"/>
                                  </p:stCondLst>
                                  <p:childTnLst>
                                    <p:set>
                                      <p:cBhvr>
                                        <p:cTn id="124" dur="1" fill="hold">
                                          <p:stCondLst>
                                            <p:cond delay="0"/>
                                          </p:stCondLst>
                                        </p:cTn>
                                        <p:tgtEl>
                                          <p:spTgt spid="36893"/>
                                        </p:tgtEl>
                                        <p:attrNameLst>
                                          <p:attrName>style.visibility</p:attrName>
                                        </p:attrNameLst>
                                      </p:cBhvr>
                                      <p:to>
                                        <p:strVal val="visible"/>
                                      </p:to>
                                    </p:set>
                                    <p:animEffect transition="in" filter="wipe(left)">
                                      <p:cBhvr>
                                        <p:cTn id="125" dur="2000"/>
                                        <p:tgtEl>
                                          <p:spTgt spid="36893"/>
                                        </p:tgtEl>
                                      </p:cBhvr>
                                    </p:animEffect>
                                  </p:childTnLst>
                                </p:cTn>
                              </p:par>
                            </p:childTnLst>
                          </p:cTn>
                        </p:par>
                      </p:childTnLst>
                    </p:cTn>
                  </p:par>
                  <p:par>
                    <p:cTn id="126" fill="hold">
                      <p:stCondLst>
                        <p:cond delay="indefinite"/>
                      </p:stCondLst>
                      <p:childTnLst>
                        <p:par>
                          <p:cTn id="127" fill="hold">
                            <p:stCondLst>
                              <p:cond delay="0"/>
                            </p:stCondLst>
                            <p:childTnLst>
                              <p:par>
                                <p:cTn id="128" presetID="22" presetClass="entr" presetSubtype="8" fill="hold" nodeType="clickEffect">
                                  <p:stCondLst>
                                    <p:cond delay="0"/>
                                  </p:stCondLst>
                                  <p:childTnLst>
                                    <p:set>
                                      <p:cBhvr>
                                        <p:cTn id="129" dur="1" fill="hold">
                                          <p:stCondLst>
                                            <p:cond delay="0"/>
                                          </p:stCondLst>
                                        </p:cTn>
                                        <p:tgtEl>
                                          <p:spTgt spid="36867"/>
                                        </p:tgtEl>
                                        <p:attrNameLst>
                                          <p:attrName>style.visibility</p:attrName>
                                        </p:attrNameLst>
                                      </p:cBhvr>
                                      <p:to>
                                        <p:strVal val="visible"/>
                                      </p:to>
                                    </p:set>
                                    <p:animEffect transition="in" filter="wipe(left)">
                                      <p:cBhvr>
                                        <p:cTn id="130" dur="2000"/>
                                        <p:tgtEl>
                                          <p:spTgt spid="36867"/>
                                        </p:tgtEl>
                                      </p:cBhvr>
                                    </p:animEffect>
                                  </p:childTnLst>
                                </p:cTn>
                              </p:par>
                            </p:childTnLst>
                          </p:cTn>
                        </p:par>
                      </p:childTnLst>
                    </p:cTn>
                  </p:par>
                  <p:par>
                    <p:cTn id="131" fill="hold">
                      <p:stCondLst>
                        <p:cond delay="indefinite"/>
                      </p:stCondLst>
                      <p:childTnLst>
                        <p:par>
                          <p:cTn id="132" fill="hold">
                            <p:stCondLst>
                              <p:cond delay="0"/>
                            </p:stCondLst>
                            <p:childTnLst>
                              <p:par>
                                <p:cTn id="133" presetID="1" presetClass="entr" presetSubtype="0" fill="hold" nodeType="clickEffect">
                                  <p:stCondLst>
                                    <p:cond delay="0"/>
                                  </p:stCondLst>
                                  <p:childTnLst>
                                    <p:set>
                                      <p:cBhvr>
                                        <p:cTn id="134" dur="1" fill="hold">
                                          <p:stCondLst>
                                            <p:cond delay="0"/>
                                          </p:stCondLst>
                                        </p:cTn>
                                        <p:tgtEl>
                                          <p:spTgt spid="3695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6866" grpId="0"/>
      <p:bldP spid="36868" grpId="0"/>
      <p:bldP spid="36872" grpId="0" animBg="1"/>
      <p:bldP spid="36891" grpId="0" animBg="1"/>
      <p:bldP spid="36893" grpId="0"/>
      <p:bldP spid="36957" grpId="0"/>
      <p:bldP spid="36958" grpId="0"/>
      <p:bldP spid="36958" grpId="1"/>
      <p:bldP spid="36959" grpId="0"/>
    </p:bld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5842" name="Text Box 2"/>
          <p:cNvSpPr txBox="1"/>
          <p:nvPr/>
        </p:nvSpPr>
        <p:spPr>
          <a:xfrm>
            <a:off x="250825" y="404813"/>
            <a:ext cx="1512888" cy="579437"/>
          </a:xfrm>
          <a:prstGeom prst="rect">
            <a:avLst/>
          </a:prstGeom>
          <a:noFill/>
          <a:ln w="9525">
            <a:noFill/>
          </a:ln>
        </p:spPr>
        <p:txBody>
          <a:bodyPr>
            <a:spAutoFit/>
          </a:bodyPr>
          <a:p>
            <a:pPr>
              <a:spcBef>
                <a:spcPct val="50000"/>
              </a:spcBef>
            </a:pPr>
            <a:r>
              <a:rPr lang="zh-CN" altLang="en-US" sz="3200" dirty="0">
                <a:solidFill>
                  <a:schemeClr val="bg1"/>
                </a:solidFill>
                <a:latin typeface="Times New Roman" panose="02020603050405020304" pitchFamily="18" charset="0"/>
                <a:ea typeface="宋体" panose="02010600030101010101" pitchFamily="2" charset="-122"/>
              </a:rPr>
              <a:t>例</a:t>
            </a:r>
            <a:r>
              <a:rPr lang="en-US" altLang="zh-CN" sz="3200" b="0" dirty="0">
                <a:solidFill>
                  <a:schemeClr val="bg1"/>
                </a:solidFill>
                <a:latin typeface="Times New Roman" panose="02020603050405020304" pitchFamily="18" charset="0"/>
                <a:ea typeface="宋体" panose="02010600030101010101" pitchFamily="2" charset="-122"/>
              </a:rPr>
              <a:t>3-10</a:t>
            </a:r>
            <a:endParaRPr lang="en-US" altLang="zh-CN" sz="3200" b="0" dirty="0">
              <a:solidFill>
                <a:schemeClr val="bg1"/>
              </a:solidFill>
              <a:latin typeface="Times New Roman" panose="02020603050405020304" pitchFamily="18" charset="0"/>
              <a:ea typeface="宋体" panose="02010600030101010101" pitchFamily="2" charset="-122"/>
            </a:endParaRPr>
          </a:p>
        </p:txBody>
      </p:sp>
      <p:sp>
        <p:nvSpPr>
          <p:cNvPr id="35843" name="Text Box 3"/>
          <p:cNvSpPr txBox="1"/>
          <p:nvPr/>
        </p:nvSpPr>
        <p:spPr>
          <a:xfrm>
            <a:off x="1476375" y="404813"/>
            <a:ext cx="2232025" cy="519112"/>
          </a:xfrm>
          <a:prstGeom prst="rect">
            <a:avLst/>
          </a:prstGeom>
          <a:noFill/>
          <a:ln w="9525">
            <a:noFill/>
          </a:ln>
        </p:spPr>
        <p:txBody>
          <a:bodyPr>
            <a:spAutoFit/>
          </a:bodyPr>
          <a:p>
            <a:r>
              <a:rPr lang="zh-CN" altLang="en-US" dirty="0">
                <a:latin typeface="Times New Roman" panose="02020603050405020304" pitchFamily="18" charset="0"/>
              </a:rPr>
              <a:t>图示电路，</a:t>
            </a:r>
            <a:endParaRPr lang="zh-CN" altLang="en-US" dirty="0">
              <a:latin typeface="Times New Roman" panose="02020603050405020304" pitchFamily="18" charset="0"/>
            </a:endParaRPr>
          </a:p>
        </p:txBody>
      </p:sp>
      <p:graphicFrame>
        <p:nvGraphicFramePr>
          <p:cNvPr id="35844" name="Object 4"/>
          <p:cNvGraphicFramePr/>
          <p:nvPr/>
        </p:nvGraphicFramePr>
        <p:xfrm>
          <a:off x="3276600" y="404813"/>
          <a:ext cx="5511800" cy="931862"/>
        </p:xfrm>
        <a:graphic>
          <a:graphicData uri="http://schemas.openxmlformats.org/presentationml/2006/ole">
            <mc:AlternateContent xmlns:mc="http://schemas.openxmlformats.org/markup-compatibility/2006">
              <mc:Choice xmlns:v="urn:schemas-microsoft-com:vml" Requires="v">
                <p:oleObj spid="_x0000_s3369" name="" r:id="rId1" imgW="2919730" imgH="495300" progId="Equation.DSMT4">
                  <p:embed/>
                </p:oleObj>
              </mc:Choice>
              <mc:Fallback>
                <p:oleObj name="" r:id="rId1" imgW="2919730" imgH="495300" progId="Equation.DSMT4">
                  <p:embed/>
                  <p:pic>
                    <p:nvPicPr>
                      <p:cNvPr id="0" name="图片 3368"/>
                      <p:cNvPicPr/>
                      <p:nvPr/>
                    </p:nvPicPr>
                    <p:blipFill>
                      <a:blip r:embed="rId2">
                        <a:clrChange>
                          <a:clrFrom>
                            <a:srgbClr val="000000"/>
                          </a:clrFrom>
                          <a:clrTo>
                            <a:srgbClr val="FFFFFF"/>
                          </a:clrTo>
                        </a:clrChange>
                      </a:blip>
                      <a:stretch>
                        <a:fillRect/>
                      </a:stretch>
                    </p:blipFill>
                    <p:spPr>
                      <a:xfrm>
                        <a:off x="3276600" y="404813"/>
                        <a:ext cx="5511800" cy="931862"/>
                      </a:xfrm>
                      <a:prstGeom prst="rect">
                        <a:avLst/>
                      </a:prstGeom>
                      <a:noFill/>
                      <a:ln w="38100">
                        <a:noFill/>
                        <a:miter/>
                      </a:ln>
                    </p:spPr>
                  </p:pic>
                </p:oleObj>
              </mc:Fallback>
            </mc:AlternateContent>
          </a:graphicData>
        </a:graphic>
      </p:graphicFrame>
      <p:sp>
        <p:nvSpPr>
          <p:cNvPr id="35891" name="Text Box 51"/>
          <p:cNvSpPr txBox="1"/>
          <p:nvPr/>
        </p:nvSpPr>
        <p:spPr>
          <a:xfrm>
            <a:off x="250825" y="3716338"/>
            <a:ext cx="542925" cy="519112"/>
          </a:xfrm>
          <a:prstGeom prst="rect">
            <a:avLst/>
          </a:prstGeom>
          <a:solidFill>
            <a:srgbClr val="990033"/>
          </a:solidFill>
          <a:ln w="9525">
            <a:noFill/>
          </a:ln>
        </p:spPr>
        <p:txBody>
          <a:bodyPr wrap="none">
            <a:spAutoFit/>
          </a:bodyPr>
          <a:p>
            <a:pPr>
              <a:spcBef>
                <a:spcPct val="50000"/>
              </a:spcBef>
            </a:pPr>
            <a:r>
              <a:rPr lang="zh-CN" altLang="en-US" dirty="0">
                <a:solidFill>
                  <a:schemeClr val="bg1"/>
                </a:solidFill>
                <a:latin typeface="Times New Roman" panose="02020603050405020304" pitchFamily="18" charset="0"/>
                <a:ea typeface="宋体" panose="02010600030101010101" pitchFamily="2" charset="-122"/>
              </a:rPr>
              <a:t>解</a:t>
            </a:r>
            <a:endParaRPr lang="zh-CN" altLang="en-US" dirty="0">
              <a:solidFill>
                <a:schemeClr val="bg1"/>
              </a:solidFill>
              <a:latin typeface="Times New Roman" panose="02020603050405020304" pitchFamily="18" charset="0"/>
              <a:ea typeface="宋体" panose="02010600030101010101" pitchFamily="2" charset="-122"/>
            </a:endParaRPr>
          </a:p>
        </p:txBody>
      </p:sp>
      <p:grpSp>
        <p:nvGrpSpPr>
          <p:cNvPr id="46104" name="Group 90"/>
          <p:cNvGrpSpPr/>
          <p:nvPr/>
        </p:nvGrpSpPr>
        <p:grpSpPr>
          <a:xfrm>
            <a:off x="8316913" y="6446838"/>
            <a:ext cx="792162" cy="366712"/>
            <a:chOff x="5193" y="4020"/>
            <a:chExt cx="499" cy="231"/>
          </a:xfrm>
        </p:grpSpPr>
        <p:pic>
          <p:nvPicPr>
            <p:cNvPr id="46162" name="Picture 91" descr="78900"/>
            <p:cNvPicPr>
              <a:picLocks noChangeAspect="1"/>
            </p:cNvPicPr>
            <p:nvPr/>
          </p:nvPicPr>
          <p:blipFill>
            <a:blip r:embed="rId3"/>
            <a:stretch>
              <a:fillRect/>
            </a:stretch>
          </p:blipFill>
          <p:spPr>
            <a:xfrm>
              <a:off x="5193" y="4066"/>
              <a:ext cx="499" cy="181"/>
            </a:xfrm>
            <a:prstGeom prst="rect">
              <a:avLst/>
            </a:prstGeom>
            <a:noFill/>
            <a:ln w="9525">
              <a:noFill/>
            </a:ln>
          </p:spPr>
        </p:pic>
        <p:sp>
          <p:nvSpPr>
            <p:cNvPr id="46163" name="Text Box 92">
              <a:hlinkClick r:id="" action="ppaction://hlinkshowjump?jump=nextslide"/>
            </p:cNvPr>
            <p:cNvSpPr txBox="1"/>
            <p:nvPr/>
          </p:nvSpPr>
          <p:spPr>
            <a:xfrm>
              <a:off x="5216" y="4020"/>
              <a:ext cx="476" cy="231"/>
            </a:xfrm>
            <a:prstGeom prst="rect">
              <a:avLst/>
            </a:prstGeom>
            <a:noFill/>
            <a:ln w="9525">
              <a:noFill/>
            </a:ln>
          </p:spPr>
          <p:txBody>
            <a:bodyPr wrap="none">
              <a:spAutoFit/>
            </a:bodyPr>
            <a:p>
              <a:pPr>
                <a:spcBef>
                  <a:spcPct val="50000"/>
                </a:spcBef>
              </a:pPr>
              <a:r>
                <a:rPr lang="zh-CN" altLang="en-US" sz="1800" b="0" dirty="0">
                  <a:solidFill>
                    <a:schemeClr val="bg1"/>
                  </a:solidFill>
                  <a:latin typeface="隶书" panose="02010509060101010101" pitchFamily="49" charset="-122"/>
                  <a:ea typeface="隶书" panose="02010509060101010101" pitchFamily="49" charset="-122"/>
                </a:rPr>
                <a:t>下 页</a:t>
              </a:r>
              <a:endParaRPr lang="zh-CN" altLang="en-US" sz="1800" b="0" dirty="0">
                <a:solidFill>
                  <a:schemeClr val="bg1"/>
                </a:solidFill>
                <a:latin typeface="隶书" panose="02010509060101010101" pitchFamily="49" charset="-122"/>
                <a:ea typeface="隶书" panose="02010509060101010101" pitchFamily="49" charset="-122"/>
              </a:endParaRPr>
            </a:p>
          </p:txBody>
        </p:sp>
      </p:grpSp>
      <p:grpSp>
        <p:nvGrpSpPr>
          <p:cNvPr id="46105" name="Group 93"/>
          <p:cNvGrpSpPr/>
          <p:nvPr/>
        </p:nvGrpSpPr>
        <p:grpSpPr>
          <a:xfrm>
            <a:off x="7453313" y="6446838"/>
            <a:ext cx="792162" cy="366712"/>
            <a:chOff x="4649" y="4020"/>
            <a:chExt cx="499" cy="231"/>
          </a:xfrm>
        </p:grpSpPr>
        <p:pic>
          <p:nvPicPr>
            <p:cNvPr id="46160" name="Picture 94" descr="78900"/>
            <p:cNvPicPr>
              <a:picLocks noChangeAspect="1"/>
            </p:cNvPicPr>
            <p:nvPr/>
          </p:nvPicPr>
          <p:blipFill>
            <a:blip r:embed="rId3"/>
            <a:stretch>
              <a:fillRect/>
            </a:stretch>
          </p:blipFill>
          <p:spPr>
            <a:xfrm>
              <a:off x="4649" y="4066"/>
              <a:ext cx="499" cy="181"/>
            </a:xfrm>
            <a:prstGeom prst="rect">
              <a:avLst/>
            </a:prstGeom>
            <a:noFill/>
            <a:ln w="9525">
              <a:noFill/>
            </a:ln>
          </p:spPr>
        </p:pic>
        <p:sp>
          <p:nvSpPr>
            <p:cNvPr id="46161" name="Text Box 95">
              <a:hlinkClick r:id="" action="ppaction://hlinkshowjump?jump=previousslide"/>
            </p:cNvPr>
            <p:cNvSpPr txBox="1"/>
            <p:nvPr/>
          </p:nvSpPr>
          <p:spPr>
            <a:xfrm>
              <a:off x="4672" y="4020"/>
              <a:ext cx="476" cy="231"/>
            </a:xfrm>
            <a:prstGeom prst="rect">
              <a:avLst/>
            </a:prstGeom>
            <a:noFill/>
            <a:ln w="9525">
              <a:noFill/>
            </a:ln>
          </p:spPr>
          <p:txBody>
            <a:bodyPr wrap="none">
              <a:spAutoFit/>
            </a:bodyPr>
            <a:p>
              <a:pPr>
                <a:spcBef>
                  <a:spcPct val="50000"/>
                </a:spcBef>
              </a:pPr>
              <a:r>
                <a:rPr lang="zh-CN" altLang="en-US" sz="1800" b="0" dirty="0">
                  <a:solidFill>
                    <a:schemeClr val="bg1"/>
                  </a:solidFill>
                  <a:latin typeface="隶书" panose="02010509060101010101" pitchFamily="49" charset="-122"/>
                  <a:ea typeface="隶书" panose="02010509060101010101" pitchFamily="49" charset="-122"/>
                </a:rPr>
                <a:t>上 页</a:t>
              </a:r>
              <a:endParaRPr lang="zh-CN" altLang="en-US" sz="1800" b="0" dirty="0">
                <a:solidFill>
                  <a:schemeClr val="bg1"/>
                </a:solidFill>
                <a:latin typeface="隶书" panose="02010509060101010101" pitchFamily="49" charset="-122"/>
                <a:ea typeface="隶书" panose="02010509060101010101" pitchFamily="49" charset="-122"/>
              </a:endParaRPr>
            </a:p>
          </p:txBody>
        </p:sp>
      </p:grpSp>
      <p:graphicFrame>
        <p:nvGraphicFramePr>
          <p:cNvPr id="36013" name="Object 173"/>
          <p:cNvGraphicFramePr/>
          <p:nvPr/>
        </p:nvGraphicFramePr>
        <p:xfrm>
          <a:off x="971550" y="4365625"/>
          <a:ext cx="6983413" cy="596900"/>
        </p:xfrm>
        <a:graphic>
          <a:graphicData uri="http://schemas.openxmlformats.org/presentationml/2006/ole">
            <mc:AlternateContent xmlns:mc="http://schemas.openxmlformats.org/markup-compatibility/2006">
              <mc:Choice xmlns:v="urn:schemas-microsoft-com:vml" Requires="v">
                <p:oleObj spid="_x0000_s3378" name="" r:id="rId4" imgW="3415030" imgH="292100" progId="Equation.3">
                  <p:embed/>
                </p:oleObj>
              </mc:Choice>
              <mc:Fallback>
                <p:oleObj name="" r:id="rId4" imgW="3415030" imgH="292100" progId="Equation.3">
                  <p:embed/>
                  <p:pic>
                    <p:nvPicPr>
                      <p:cNvPr id="0" name="图片 3377"/>
                      <p:cNvPicPr/>
                      <p:nvPr/>
                    </p:nvPicPr>
                    <p:blipFill>
                      <a:blip r:embed="rId5">
                        <a:clrChange>
                          <a:clrFrom>
                            <a:srgbClr val="000000"/>
                          </a:clrFrom>
                          <a:clrTo>
                            <a:srgbClr val="FFFFFF"/>
                          </a:clrTo>
                        </a:clrChange>
                      </a:blip>
                      <a:stretch>
                        <a:fillRect/>
                      </a:stretch>
                    </p:blipFill>
                    <p:spPr>
                      <a:xfrm>
                        <a:off x="971550" y="4365625"/>
                        <a:ext cx="6983413" cy="596900"/>
                      </a:xfrm>
                      <a:prstGeom prst="rect">
                        <a:avLst/>
                      </a:prstGeom>
                      <a:noFill/>
                      <a:ln w="38100">
                        <a:noFill/>
                        <a:miter/>
                      </a:ln>
                    </p:spPr>
                  </p:pic>
                </p:oleObj>
              </mc:Fallback>
            </mc:AlternateContent>
          </a:graphicData>
        </a:graphic>
      </p:graphicFrame>
      <p:graphicFrame>
        <p:nvGraphicFramePr>
          <p:cNvPr id="36014" name="Object 174"/>
          <p:cNvGraphicFramePr/>
          <p:nvPr/>
        </p:nvGraphicFramePr>
        <p:xfrm>
          <a:off x="781050" y="4914900"/>
          <a:ext cx="7799388" cy="695325"/>
        </p:xfrm>
        <a:graphic>
          <a:graphicData uri="http://schemas.openxmlformats.org/presentationml/2006/ole">
            <mc:AlternateContent xmlns:mc="http://schemas.openxmlformats.org/markup-compatibility/2006">
              <mc:Choice xmlns:v="urn:schemas-microsoft-com:vml" Requires="v">
                <p:oleObj spid="_x0000_s3379" name="" r:id="rId6" imgW="3706495" imgH="330200" progId="Equation.3">
                  <p:embed/>
                </p:oleObj>
              </mc:Choice>
              <mc:Fallback>
                <p:oleObj name="" r:id="rId6" imgW="3706495" imgH="330200" progId="Equation.3">
                  <p:embed/>
                  <p:pic>
                    <p:nvPicPr>
                      <p:cNvPr id="0" name="图片 3378"/>
                      <p:cNvPicPr/>
                      <p:nvPr/>
                    </p:nvPicPr>
                    <p:blipFill>
                      <a:blip r:embed="rId7">
                        <a:clrChange>
                          <a:clrFrom>
                            <a:srgbClr val="000000"/>
                          </a:clrFrom>
                          <a:clrTo>
                            <a:srgbClr val="FFFFFF"/>
                          </a:clrTo>
                        </a:clrChange>
                      </a:blip>
                      <a:stretch>
                        <a:fillRect/>
                      </a:stretch>
                    </p:blipFill>
                    <p:spPr>
                      <a:xfrm>
                        <a:off x="781050" y="4914900"/>
                        <a:ext cx="7799388" cy="695325"/>
                      </a:xfrm>
                      <a:prstGeom prst="rect">
                        <a:avLst/>
                      </a:prstGeom>
                      <a:noFill/>
                      <a:ln w="38100">
                        <a:noFill/>
                        <a:miter/>
                      </a:ln>
                    </p:spPr>
                  </p:pic>
                </p:oleObj>
              </mc:Fallback>
            </mc:AlternateContent>
          </a:graphicData>
        </a:graphic>
      </p:graphicFrame>
      <p:graphicFrame>
        <p:nvGraphicFramePr>
          <p:cNvPr id="36015" name="Object 175"/>
          <p:cNvGraphicFramePr/>
          <p:nvPr/>
        </p:nvGraphicFramePr>
        <p:xfrm>
          <a:off x="900113" y="5440363"/>
          <a:ext cx="7488237" cy="1052512"/>
        </p:xfrm>
        <a:graphic>
          <a:graphicData uri="http://schemas.openxmlformats.org/presentationml/2006/ole">
            <mc:AlternateContent xmlns:mc="http://schemas.openxmlformats.org/markup-compatibility/2006">
              <mc:Choice xmlns:v="urn:schemas-microsoft-com:vml" Requires="v">
                <p:oleObj spid="_x0000_s3382" name="" r:id="rId8" imgW="3251200" imgH="457200" progId="Equation.3">
                  <p:embed/>
                </p:oleObj>
              </mc:Choice>
              <mc:Fallback>
                <p:oleObj name="" r:id="rId8" imgW="3251200" imgH="457200" progId="Equation.3">
                  <p:embed/>
                  <p:pic>
                    <p:nvPicPr>
                      <p:cNvPr id="0" name="图片 3381"/>
                      <p:cNvPicPr/>
                      <p:nvPr/>
                    </p:nvPicPr>
                    <p:blipFill>
                      <a:blip r:embed="rId9">
                        <a:clrChange>
                          <a:clrFrom>
                            <a:srgbClr val="000000"/>
                          </a:clrFrom>
                          <a:clrTo>
                            <a:srgbClr val="FFFFFF"/>
                          </a:clrTo>
                        </a:clrChange>
                      </a:blip>
                      <a:stretch>
                        <a:fillRect/>
                      </a:stretch>
                    </p:blipFill>
                    <p:spPr>
                      <a:xfrm>
                        <a:off x="900113" y="5440363"/>
                        <a:ext cx="7488237" cy="1052512"/>
                      </a:xfrm>
                      <a:prstGeom prst="rect">
                        <a:avLst/>
                      </a:prstGeom>
                      <a:noFill/>
                      <a:ln w="38100">
                        <a:noFill/>
                        <a:miter/>
                      </a:ln>
                    </p:spPr>
                  </p:pic>
                </p:oleObj>
              </mc:Fallback>
            </mc:AlternateContent>
          </a:graphicData>
        </a:graphic>
      </p:graphicFrame>
      <p:grpSp>
        <p:nvGrpSpPr>
          <p:cNvPr id="4" name="Group 177"/>
          <p:cNvGrpSpPr/>
          <p:nvPr/>
        </p:nvGrpSpPr>
        <p:grpSpPr>
          <a:xfrm>
            <a:off x="5722938" y="3257550"/>
            <a:ext cx="2890837" cy="581025"/>
            <a:chOff x="3697" y="1780"/>
            <a:chExt cx="1821" cy="366"/>
          </a:xfrm>
        </p:grpSpPr>
        <p:sp>
          <p:nvSpPr>
            <p:cNvPr id="46159" name="Line 178"/>
            <p:cNvSpPr/>
            <p:nvPr/>
          </p:nvSpPr>
          <p:spPr>
            <a:xfrm>
              <a:off x="3697" y="1797"/>
              <a:ext cx="1768" cy="0"/>
            </a:xfrm>
            <a:prstGeom prst="line">
              <a:avLst/>
            </a:prstGeom>
            <a:ln w="28575" cap="flat" cmpd="sng">
              <a:solidFill>
                <a:schemeClr val="bg1"/>
              </a:solidFill>
              <a:prstDash val="solid"/>
              <a:headEnd type="none" w="med" len="med"/>
              <a:tailEnd type="triangle" w="med" len="med"/>
            </a:ln>
          </p:spPr>
        </p:sp>
        <p:graphicFrame>
          <p:nvGraphicFramePr>
            <p:cNvPr id="46100" name="Object 179"/>
            <p:cNvGraphicFramePr/>
            <p:nvPr/>
          </p:nvGraphicFramePr>
          <p:xfrm>
            <a:off x="5292" y="1780"/>
            <a:ext cx="226" cy="366"/>
          </p:xfrm>
          <a:graphic>
            <a:graphicData uri="http://schemas.openxmlformats.org/presentationml/2006/ole">
              <mc:AlternateContent xmlns:mc="http://schemas.openxmlformats.org/markup-compatibility/2006">
                <mc:Choice xmlns:v="urn:schemas-microsoft-com:vml" Requires="v">
                  <p:oleObj spid="_x0000_s3375" name="" r:id="rId10" imgW="165100" imgH="266065" progId="Equation.3">
                    <p:embed/>
                  </p:oleObj>
                </mc:Choice>
                <mc:Fallback>
                  <p:oleObj name="" r:id="rId10" imgW="165100" imgH="266065" progId="Equation.3">
                    <p:embed/>
                    <p:pic>
                      <p:nvPicPr>
                        <p:cNvPr id="0" name="图片 3374"/>
                        <p:cNvPicPr/>
                        <p:nvPr/>
                      </p:nvPicPr>
                      <p:blipFill>
                        <a:blip r:embed="rId11">
                          <a:clrChange>
                            <a:clrFrom>
                              <a:srgbClr val="000000"/>
                            </a:clrFrom>
                            <a:clrTo>
                              <a:srgbClr val="FFFFFF"/>
                            </a:clrTo>
                          </a:clrChange>
                        </a:blip>
                        <a:stretch>
                          <a:fillRect/>
                        </a:stretch>
                      </p:blipFill>
                      <p:spPr>
                        <a:xfrm>
                          <a:off x="5292" y="1780"/>
                          <a:ext cx="226" cy="366"/>
                        </a:xfrm>
                        <a:prstGeom prst="rect">
                          <a:avLst/>
                        </a:prstGeom>
                        <a:noFill/>
                        <a:ln w="38100">
                          <a:noFill/>
                          <a:miter/>
                        </a:ln>
                      </p:spPr>
                    </p:pic>
                  </p:oleObj>
                </mc:Fallback>
              </mc:AlternateContent>
            </a:graphicData>
          </a:graphic>
        </p:graphicFrame>
      </p:grpSp>
      <p:grpSp>
        <p:nvGrpSpPr>
          <p:cNvPr id="5" name="Group 180"/>
          <p:cNvGrpSpPr/>
          <p:nvPr/>
        </p:nvGrpSpPr>
        <p:grpSpPr>
          <a:xfrm>
            <a:off x="5795963" y="3216275"/>
            <a:ext cx="2232025" cy="633413"/>
            <a:chOff x="3606" y="2344"/>
            <a:chExt cx="1406" cy="399"/>
          </a:xfrm>
        </p:grpSpPr>
        <p:graphicFrame>
          <p:nvGraphicFramePr>
            <p:cNvPr id="46099" name="Object 181"/>
            <p:cNvGraphicFramePr/>
            <p:nvPr/>
          </p:nvGraphicFramePr>
          <p:xfrm>
            <a:off x="4333" y="2344"/>
            <a:ext cx="381" cy="399"/>
          </p:xfrm>
          <a:graphic>
            <a:graphicData uri="http://schemas.openxmlformats.org/presentationml/2006/ole">
              <mc:AlternateContent xmlns:mc="http://schemas.openxmlformats.org/markup-compatibility/2006">
                <mc:Choice xmlns:v="urn:schemas-microsoft-com:vml" Requires="v">
                  <p:oleObj spid="_x0000_s3372" name="" r:id="rId12" imgW="279400" imgH="292100" progId="Equation.3">
                    <p:embed/>
                  </p:oleObj>
                </mc:Choice>
                <mc:Fallback>
                  <p:oleObj name="" r:id="rId12" imgW="279400" imgH="292100" progId="Equation.3">
                    <p:embed/>
                    <p:pic>
                      <p:nvPicPr>
                        <p:cNvPr id="0" name="图片 3371"/>
                        <p:cNvPicPr/>
                        <p:nvPr/>
                      </p:nvPicPr>
                      <p:blipFill>
                        <a:blip r:embed="rId13">
                          <a:clrChange>
                            <a:clrFrom>
                              <a:srgbClr val="000000"/>
                            </a:clrFrom>
                            <a:clrTo>
                              <a:srgbClr val="FFFFFF"/>
                            </a:clrTo>
                          </a:clrChange>
                        </a:blip>
                        <a:stretch>
                          <a:fillRect/>
                        </a:stretch>
                      </p:blipFill>
                      <p:spPr>
                        <a:xfrm>
                          <a:off x="4333" y="2344"/>
                          <a:ext cx="381" cy="399"/>
                        </a:xfrm>
                        <a:prstGeom prst="rect">
                          <a:avLst/>
                        </a:prstGeom>
                        <a:noFill/>
                        <a:ln w="38100">
                          <a:noFill/>
                          <a:miter/>
                        </a:ln>
                      </p:spPr>
                    </p:pic>
                  </p:oleObj>
                </mc:Fallback>
              </mc:AlternateContent>
            </a:graphicData>
          </a:graphic>
        </p:graphicFrame>
        <p:sp>
          <p:nvSpPr>
            <p:cNvPr id="46158" name="Line 182"/>
            <p:cNvSpPr/>
            <p:nvPr/>
          </p:nvSpPr>
          <p:spPr>
            <a:xfrm>
              <a:off x="3606" y="2387"/>
              <a:ext cx="1406" cy="0"/>
            </a:xfrm>
            <a:prstGeom prst="line">
              <a:avLst/>
            </a:prstGeom>
            <a:ln w="28575" cap="flat" cmpd="sng">
              <a:solidFill>
                <a:srgbClr val="CC0000"/>
              </a:solidFill>
              <a:prstDash val="solid"/>
              <a:headEnd type="none" w="med" len="med"/>
              <a:tailEnd type="triangle" w="med" len="med"/>
            </a:ln>
          </p:spPr>
        </p:sp>
      </p:grpSp>
      <p:grpSp>
        <p:nvGrpSpPr>
          <p:cNvPr id="6" name="Group 183"/>
          <p:cNvGrpSpPr/>
          <p:nvPr/>
        </p:nvGrpSpPr>
        <p:grpSpPr>
          <a:xfrm>
            <a:off x="5795963" y="1844675"/>
            <a:ext cx="2232025" cy="1511300"/>
            <a:chOff x="1882" y="1888"/>
            <a:chExt cx="1406" cy="952"/>
          </a:xfrm>
        </p:grpSpPr>
        <p:sp>
          <p:nvSpPr>
            <p:cNvPr id="46156" name="Line 184"/>
            <p:cNvSpPr/>
            <p:nvPr/>
          </p:nvSpPr>
          <p:spPr>
            <a:xfrm flipV="1">
              <a:off x="1882" y="1888"/>
              <a:ext cx="1406" cy="907"/>
            </a:xfrm>
            <a:prstGeom prst="line">
              <a:avLst/>
            </a:prstGeom>
            <a:ln w="38100" cap="flat" cmpd="sng">
              <a:solidFill>
                <a:srgbClr val="FF3300"/>
              </a:solidFill>
              <a:prstDash val="solid"/>
              <a:headEnd type="none" w="med" len="med"/>
              <a:tailEnd type="triangle" w="med" len="med"/>
            </a:ln>
          </p:spPr>
        </p:sp>
        <p:sp>
          <p:nvSpPr>
            <p:cNvPr id="46157" name="Freeform 185"/>
            <p:cNvSpPr/>
            <p:nvPr/>
          </p:nvSpPr>
          <p:spPr>
            <a:xfrm>
              <a:off x="2109" y="2659"/>
              <a:ext cx="106" cy="181"/>
            </a:xfrm>
            <a:custGeom>
              <a:avLst/>
              <a:gdLst>
                <a:gd name="txL" fmla="*/ 0 w 106"/>
                <a:gd name="txT" fmla="*/ 0 h 181"/>
                <a:gd name="txR" fmla="*/ 106 w 106"/>
                <a:gd name="txB" fmla="*/ 181 h 181"/>
              </a:gdLst>
              <a:ahLst/>
              <a:cxnLst>
                <a:cxn ang="0">
                  <a:pos x="0" y="0"/>
                </a:cxn>
                <a:cxn ang="0">
                  <a:pos x="91" y="45"/>
                </a:cxn>
                <a:cxn ang="0">
                  <a:pos x="91" y="181"/>
                </a:cxn>
              </a:cxnLst>
              <a:rect l="txL" t="txT" r="txR" b="txB"/>
              <a:pathLst>
                <a:path w="106" h="181">
                  <a:moveTo>
                    <a:pt x="0" y="0"/>
                  </a:moveTo>
                  <a:cubicBezTo>
                    <a:pt x="38" y="7"/>
                    <a:pt x="76" y="15"/>
                    <a:pt x="91" y="45"/>
                  </a:cubicBezTo>
                  <a:cubicBezTo>
                    <a:pt x="106" y="75"/>
                    <a:pt x="98" y="128"/>
                    <a:pt x="91" y="181"/>
                  </a:cubicBezTo>
                </a:path>
              </a:pathLst>
            </a:custGeom>
            <a:noFill/>
            <a:ln w="28575" cap="flat" cmpd="sng">
              <a:solidFill>
                <a:srgbClr val="66FF33"/>
              </a:solidFill>
              <a:prstDash val="solid"/>
              <a:round/>
              <a:headEnd type="none" w="med" len="med"/>
              <a:tailEnd type="none" w="med" len="med"/>
            </a:ln>
          </p:spPr>
          <p:txBody>
            <a:bodyPr/>
            <a:p>
              <a:endParaRPr lang="zh-CN" altLang="en-US" dirty="0">
                <a:latin typeface="楷体_GB2312" pitchFamily="49" charset="-122"/>
              </a:endParaRPr>
            </a:p>
          </p:txBody>
        </p:sp>
        <p:graphicFrame>
          <p:nvGraphicFramePr>
            <p:cNvPr id="46097" name="Object 186"/>
            <p:cNvGraphicFramePr/>
            <p:nvPr/>
          </p:nvGraphicFramePr>
          <p:xfrm>
            <a:off x="2236" y="2560"/>
            <a:ext cx="365" cy="271"/>
          </p:xfrm>
          <a:graphic>
            <a:graphicData uri="http://schemas.openxmlformats.org/presentationml/2006/ole">
              <mc:AlternateContent xmlns:mc="http://schemas.openxmlformats.org/markup-compatibility/2006">
                <mc:Choice xmlns:v="urn:schemas-microsoft-com:vml" Requires="v">
                  <p:oleObj spid="_x0000_s3374" name="" r:id="rId14" imgW="266065" imgH="215900" progId="Equation.3">
                    <p:embed/>
                  </p:oleObj>
                </mc:Choice>
                <mc:Fallback>
                  <p:oleObj name="" r:id="rId14" imgW="266065" imgH="215900" progId="Equation.3">
                    <p:embed/>
                    <p:pic>
                      <p:nvPicPr>
                        <p:cNvPr id="0" name="图片 3373"/>
                        <p:cNvPicPr/>
                        <p:nvPr/>
                      </p:nvPicPr>
                      <p:blipFill>
                        <a:blip r:embed="rId15">
                          <a:clrChange>
                            <a:clrFrom>
                              <a:srgbClr val="000000"/>
                            </a:clrFrom>
                            <a:clrTo>
                              <a:srgbClr val="FFFFFF"/>
                            </a:clrTo>
                          </a:clrChange>
                        </a:blip>
                        <a:stretch>
                          <a:fillRect/>
                        </a:stretch>
                      </p:blipFill>
                      <p:spPr>
                        <a:xfrm>
                          <a:off x="2236" y="2560"/>
                          <a:ext cx="365" cy="271"/>
                        </a:xfrm>
                        <a:prstGeom prst="rect">
                          <a:avLst/>
                        </a:prstGeom>
                        <a:noFill/>
                        <a:ln w="38100">
                          <a:noFill/>
                          <a:miter/>
                        </a:ln>
                      </p:spPr>
                    </p:pic>
                  </p:oleObj>
                </mc:Fallback>
              </mc:AlternateContent>
            </a:graphicData>
          </a:graphic>
        </p:graphicFrame>
        <p:graphicFrame>
          <p:nvGraphicFramePr>
            <p:cNvPr id="46098" name="Object 187"/>
            <p:cNvGraphicFramePr/>
            <p:nvPr/>
          </p:nvGraphicFramePr>
          <p:xfrm>
            <a:off x="2234" y="2007"/>
            <a:ext cx="331" cy="365"/>
          </p:xfrm>
          <a:graphic>
            <a:graphicData uri="http://schemas.openxmlformats.org/presentationml/2006/ole">
              <mc:AlternateContent xmlns:mc="http://schemas.openxmlformats.org/markup-compatibility/2006">
                <mc:Choice xmlns:v="urn:schemas-microsoft-com:vml" Requires="v">
                  <p:oleObj spid="_x0000_s3383" name="" r:id="rId16" imgW="241300" imgH="266065" progId="Equation.3">
                    <p:embed/>
                  </p:oleObj>
                </mc:Choice>
                <mc:Fallback>
                  <p:oleObj name="" r:id="rId16" imgW="241300" imgH="266065" progId="Equation.3">
                    <p:embed/>
                    <p:pic>
                      <p:nvPicPr>
                        <p:cNvPr id="0" name="图片 3382"/>
                        <p:cNvPicPr/>
                        <p:nvPr/>
                      </p:nvPicPr>
                      <p:blipFill>
                        <a:blip r:embed="rId17">
                          <a:clrChange>
                            <a:clrFrom>
                              <a:srgbClr val="000000"/>
                            </a:clrFrom>
                            <a:clrTo>
                              <a:srgbClr val="FFFFFF"/>
                            </a:clrTo>
                          </a:clrChange>
                        </a:blip>
                        <a:stretch>
                          <a:fillRect/>
                        </a:stretch>
                      </p:blipFill>
                      <p:spPr>
                        <a:xfrm>
                          <a:off x="2234" y="2007"/>
                          <a:ext cx="331" cy="365"/>
                        </a:xfrm>
                        <a:prstGeom prst="rect">
                          <a:avLst/>
                        </a:prstGeom>
                        <a:noFill/>
                        <a:ln w="38100">
                          <a:noFill/>
                          <a:miter/>
                        </a:ln>
                      </p:spPr>
                    </p:pic>
                  </p:oleObj>
                </mc:Fallback>
              </mc:AlternateContent>
            </a:graphicData>
          </a:graphic>
        </p:graphicFrame>
      </p:grpSp>
      <p:grpSp>
        <p:nvGrpSpPr>
          <p:cNvPr id="7" name="Group 188"/>
          <p:cNvGrpSpPr/>
          <p:nvPr/>
        </p:nvGrpSpPr>
        <p:grpSpPr>
          <a:xfrm>
            <a:off x="8027988" y="1844675"/>
            <a:ext cx="550862" cy="1439863"/>
            <a:chOff x="5148" y="890"/>
            <a:chExt cx="347" cy="907"/>
          </a:xfrm>
        </p:grpSpPr>
        <p:sp>
          <p:nvSpPr>
            <p:cNvPr id="46155" name="Line 189"/>
            <p:cNvSpPr/>
            <p:nvPr/>
          </p:nvSpPr>
          <p:spPr>
            <a:xfrm flipV="1">
              <a:off x="5148" y="890"/>
              <a:ext cx="0" cy="907"/>
            </a:xfrm>
            <a:prstGeom prst="line">
              <a:avLst/>
            </a:prstGeom>
            <a:ln w="28575" cap="flat" cmpd="sng">
              <a:solidFill>
                <a:srgbClr val="66FFFF"/>
              </a:solidFill>
              <a:prstDash val="solid"/>
              <a:headEnd type="none" w="med" len="med"/>
              <a:tailEnd type="triangle" w="med" len="med"/>
            </a:ln>
          </p:spPr>
        </p:sp>
        <p:graphicFrame>
          <p:nvGraphicFramePr>
            <p:cNvPr id="46096" name="Object 190"/>
            <p:cNvGraphicFramePr/>
            <p:nvPr/>
          </p:nvGraphicFramePr>
          <p:xfrm>
            <a:off x="5183" y="1227"/>
            <a:ext cx="312" cy="366"/>
          </p:xfrm>
          <a:graphic>
            <a:graphicData uri="http://schemas.openxmlformats.org/presentationml/2006/ole">
              <mc:AlternateContent xmlns:mc="http://schemas.openxmlformats.org/markup-compatibility/2006">
                <mc:Choice xmlns:v="urn:schemas-microsoft-com:vml" Requires="v">
                  <p:oleObj spid="_x0000_s3373" name="" r:id="rId18" imgW="228600" imgH="266065" progId="Equation.3">
                    <p:embed/>
                  </p:oleObj>
                </mc:Choice>
                <mc:Fallback>
                  <p:oleObj name="" r:id="rId18" imgW="228600" imgH="266065" progId="Equation.3">
                    <p:embed/>
                    <p:pic>
                      <p:nvPicPr>
                        <p:cNvPr id="0" name="图片 3372"/>
                        <p:cNvPicPr/>
                        <p:nvPr/>
                      </p:nvPicPr>
                      <p:blipFill>
                        <a:blip r:embed="rId19">
                          <a:clrChange>
                            <a:clrFrom>
                              <a:srgbClr val="000000"/>
                            </a:clrFrom>
                            <a:clrTo>
                              <a:srgbClr val="FFFFFF"/>
                            </a:clrTo>
                          </a:clrChange>
                        </a:blip>
                        <a:stretch>
                          <a:fillRect/>
                        </a:stretch>
                      </p:blipFill>
                      <p:spPr>
                        <a:xfrm>
                          <a:off x="5183" y="1227"/>
                          <a:ext cx="312" cy="366"/>
                        </a:xfrm>
                        <a:prstGeom prst="rect">
                          <a:avLst/>
                        </a:prstGeom>
                        <a:noFill/>
                        <a:ln w="38100">
                          <a:noFill/>
                          <a:miter/>
                        </a:ln>
                      </p:spPr>
                    </p:pic>
                  </p:oleObj>
                </mc:Fallback>
              </mc:AlternateContent>
            </a:graphicData>
          </a:graphic>
        </p:graphicFrame>
      </p:grpSp>
      <p:grpSp>
        <p:nvGrpSpPr>
          <p:cNvPr id="8" name="Group 191"/>
          <p:cNvGrpSpPr/>
          <p:nvPr/>
        </p:nvGrpSpPr>
        <p:grpSpPr>
          <a:xfrm>
            <a:off x="5076825" y="1730375"/>
            <a:ext cx="1057275" cy="1552575"/>
            <a:chOff x="3288" y="819"/>
            <a:chExt cx="666" cy="978"/>
          </a:xfrm>
        </p:grpSpPr>
        <p:sp>
          <p:nvSpPr>
            <p:cNvPr id="46151" name="Line 192"/>
            <p:cNvSpPr/>
            <p:nvPr/>
          </p:nvSpPr>
          <p:spPr>
            <a:xfrm flipH="1" flipV="1">
              <a:off x="3288" y="1026"/>
              <a:ext cx="408" cy="771"/>
            </a:xfrm>
            <a:prstGeom prst="line">
              <a:avLst/>
            </a:prstGeom>
            <a:ln w="28575" cap="flat" cmpd="sng">
              <a:solidFill>
                <a:srgbClr val="66FF33"/>
              </a:solidFill>
              <a:prstDash val="solid"/>
              <a:headEnd type="none" w="med" len="med"/>
              <a:tailEnd type="triangle" w="med" len="med"/>
            </a:ln>
          </p:spPr>
        </p:sp>
        <p:grpSp>
          <p:nvGrpSpPr>
            <p:cNvPr id="46152" name="Group 193"/>
            <p:cNvGrpSpPr/>
            <p:nvPr/>
          </p:nvGrpSpPr>
          <p:grpSpPr>
            <a:xfrm>
              <a:off x="3651" y="1570"/>
              <a:ext cx="227" cy="91"/>
              <a:chOff x="3651" y="1570"/>
              <a:chExt cx="227" cy="91"/>
            </a:xfrm>
          </p:grpSpPr>
          <p:sp>
            <p:nvSpPr>
              <p:cNvPr id="46153" name="Line 194"/>
              <p:cNvSpPr/>
              <p:nvPr/>
            </p:nvSpPr>
            <p:spPr>
              <a:xfrm flipV="1">
                <a:off x="3651" y="1570"/>
                <a:ext cx="182" cy="91"/>
              </a:xfrm>
              <a:prstGeom prst="line">
                <a:avLst/>
              </a:prstGeom>
              <a:ln w="28575" cap="flat" cmpd="sng">
                <a:solidFill>
                  <a:srgbClr val="66FF33"/>
                </a:solidFill>
                <a:prstDash val="solid"/>
                <a:headEnd type="none" w="med" len="med"/>
                <a:tailEnd type="none" w="med" len="med"/>
              </a:ln>
            </p:spPr>
          </p:sp>
          <p:sp>
            <p:nvSpPr>
              <p:cNvPr id="46154" name="Line 195"/>
              <p:cNvSpPr/>
              <p:nvPr/>
            </p:nvSpPr>
            <p:spPr>
              <a:xfrm>
                <a:off x="3833" y="1570"/>
                <a:ext cx="45" cy="91"/>
              </a:xfrm>
              <a:prstGeom prst="line">
                <a:avLst/>
              </a:prstGeom>
              <a:ln w="28575" cap="flat" cmpd="sng">
                <a:solidFill>
                  <a:srgbClr val="66FF33"/>
                </a:solidFill>
                <a:prstDash val="solid"/>
                <a:headEnd type="none" w="med" len="med"/>
                <a:tailEnd type="none" w="med" len="med"/>
              </a:ln>
            </p:spPr>
          </p:sp>
        </p:grpSp>
        <p:graphicFrame>
          <p:nvGraphicFramePr>
            <p:cNvPr id="46094" name="Object 196"/>
            <p:cNvGraphicFramePr/>
            <p:nvPr/>
          </p:nvGraphicFramePr>
          <p:xfrm>
            <a:off x="3607" y="1290"/>
            <a:ext cx="347" cy="295"/>
          </p:xfrm>
          <a:graphic>
            <a:graphicData uri="http://schemas.openxmlformats.org/presentationml/2006/ole">
              <mc:AlternateContent xmlns:mc="http://schemas.openxmlformats.org/markup-compatibility/2006">
                <mc:Choice xmlns:v="urn:schemas-microsoft-com:vml" Requires="v">
                  <p:oleObj spid="_x0000_s3380" name="" r:id="rId20" imgW="253365" imgH="215900" progId="Equation.3">
                    <p:embed/>
                  </p:oleObj>
                </mc:Choice>
                <mc:Fallback>
                  <p:oleObj name="" r:id="rId20" imgW="253365" imgH="215900" progId="Equation.3">
                    <p:embed/>
                    <p:pic>
                      <p:nvPicPr>
                        <p:cNvPr id="0" name="图片 3379"/>
                        <p:cNvPicPr/>
                        <p:nvPr/>
                      </p:nvPicPr>
                      <p:blipFill>
                        <a:blip r:embed="rId21">
                          <a:clrChange>
                            <a:clrFrom>
                              <a:srgbClr val="000000"/>
                            </a:clrFrom>
                            <a:clrTo>
                              <a:srgbClr val="FFFFFF"/>
                            </a:clrTo>
                          </a:clrChange>
                        </a:blip>
                        <a:stretch>
                          <a:fillRect/>
                        </a:stretch>
                      </p:blipFill>
                      <p:spPr>
                        <a:xfrm>
                          <a:off x="3607" y="1290"/>
                          <a:ext cx="347" cy="295"/>
                        </a:xfrm>
                        <a:prstGeom prst="rect">
                          <a:avLst/>
                        </a:prstGeom>
                        <a:noFill/>
                        <a:ln w="38100">
                          <a:noFill/>
                          <a:miter/>
                        </a:ln>
                      </p:spPr>
                    </p:pic>
                  </p:oleObj>
                </mc:Fallback>
              </mc:AlternateContent>
            </a:graphicData>
          </a:graphic>
        </p:graphicFrame>
        <p:graphicFrame>
          <p:nvGraphicFramePr>
            <p:cNvPr id="46095" name="Object 197"/>
            <p:cNvGraphicFramePr/>
            <p:nvPr/>
          </p:nvGraphicFramePr>
          <p:xfrm>
            <a:off x="3387" y="819"/>
            <a:ext cx="226" cy="365"/>
          </p:xfrm>
          <a:graphic>
            <a:graphicData uri="http://schemas.openxmlformats.org/presentationml/2006/ole">
              <mc:AlternateContent xmlns:mc="http://schemas.openxmlformats.org/markup-compatibility/2006">
                <mc:Choice xmlns:v="urn:schemas-microsoft-com:vml" Requires="v">
                  <p:oleObj spid="_x0000_s3376" name="" r:id="rId22" imgW="165100" imgH="266065" progId="Equation.3">
                    <p:embed/>
                  </p:oleObj>
                </mc:Choice>
                <mc:Fallback>
                  <p:oleObj name="" r:id="rId22" imgW="165100" imgH="266065" progId="Equation.3">
                    <p:embed/>
                    <p:pic>
                      <p:nvPicPr>
                        <p:cNvPr id="0" name="图片 3375"/>
                        <p:cNvPicPr/>
                        <p:nvPr/>
                      </p:nvPicPr>
                      <p:blipFill>
                        <a:blip r:embed="rId23">
                          <a:clrChange>
                            <a:clrFrom>
                              <a:srgbClr val="000000"/>
                            </a:clrFrom>
                            <a:clrTo>
                              <a:srgbClr val="FFFFFF"/>
                            </a:clrTo>
                          </a:clrChange>
                        </a:blip>
                        <a:stretch>
                          <a:fillRect/>
                        </a:stretch>
                      </p:blipFill>
                      <p:spPr>
                        <a:xfrm>
                          <a:off x="3387" y="819"/>
                          <a:ext cx="226" cy="365"/>
                        </a:xfrm>
                        <a:prstGeom prst="rect">
                          <a:avLst/>
                        </a:prstGeom>
                        <a:noFill/>
                        <a:ln w="38100">
                          <a:noFill/>
                          <a:miter/>
                        </a:ln>
                      </p:spPr>
                    </p:pic>
                  </p:oleObj>
                </mc:Fallback>
              </mc:AlternateContent>
            </a:graphicData>
          </a:graphic>
        </p:graphicFrame>
      </p:grpSp>
      <p:grpSp>
        <p:nvGrpSpPr>
          <p:cNvPr id="10" name="Group 198"/>
          <p:cNvGrpSpPr/>
          <p:nvPr/>
        </p:nvGrpSpPr>
        <p:grpSpPr>
          <a:xfrm>
            <a:off x="5724525" y="1196975"/>
            <a:ext cx="2520950" cy="2097088"/>
            <a:chOff x="3424" y="210"/>
            <a:chExt cx="1588" cy="1321"/>
          </a:xfrm>
        </p:grpSpPr>
        <p:sp>
          <p:nvSpPr>
            <p:cNvPr id="46150" name="Line 199"/>
            <p:cNvSpPr/>
            <p:nvPr/>
          </p:nvSpPr>
          <p:spPr>
            <a:xfrm flipV="1">
              <a:off x="3424" y="533"/>
              <a:ext cx="1588" cy="998"/>
            </a:xfrm>
            <a:prstGeom prst="line">
              <a:avLst/>
            </a:prstGeom>
            <a:ln w="28575" cap="flat" cmpd="sng">
              <a:solidFill>
                <a:srgbClr val="FFFF00"/>
              </a:solidFill>
              <a:prstDash val="solid"/>
              <a:headEnd type="none" w="med" len="med"/>
              <a:tailEnd type="triangle" w="med" len="med"/>
            </a:ln>
          </p:spPr>
        </p:sp>
        <p:graphicFrame>
          <p:nvGraphicFramePr>
            <p:cNvPr id="46093" name="Object 200"/>
            <p:cNvGraphicFramePr/>
            <p:nvPr/>
          </p:nvGraphicFramePr>
          <p:xfrm>
            <a:off x="4740" y="210"/>
            <a:ext cx="208" cy="365"/>
          </p:xfrm>
          <a:graphic>
            <a:graphicData uri="http://schemas.openxmlformats.org/presentationml/2006/ole">
              <mc:AlternateContent xmlns:mc="http://schemas.openxmlformats.org/markup-compatibility/2006">
                <mc:Choice xmlns:v="urn:schemas-microsoft-com:vml" Requires="v">
                  <p:oleObj spid="_x0000_s3377" name="" r:id="rId24" imgW="152400" imgH="266065" progId="Equation.3">
                    <p:embed/>
                  </p:oleObj>
                </mc:Choice>
                <mc:Fallback>
                  <p:oleObj name="" r:id="rId24" imgW="152400" imgH="266065" progId="Equation.3">
                    <p:embed/>
                    <p:pic>
                      <p:nvPicPr>
                        <p:cNvPr id="0" name="图片 3376"/>
                        <p:cNvPicPr/>
                        <p:nvPr/>
                      </p:nvPicPr>
                      <p:blipFill>
                        <a:blip r:embed="rId25">
                          <a:clrChange>
                            <a:clrFrom>
                              <a:srgbClr val="000000"/>
                            </a:clrFrom>
                            <a:clrTo>
                              <a:srgbClr val="FFFFFF"/>
                            </a:clrTo>
                          </a:clrChange>
                        </a:blip>
                        <a:stretch>
                          <a:fillRect/>
                        </a:stretch>
                      </p:blipFill>
                      <p:spPr>
                        <a:xfrm>
                          <a:off x="4740" y="210"/>
                          <a:ext cx="208" cy="365"/>
                        </a:xfrm>
                        <a:prstGeom prst="rect">
                          <a:avLst/>
                        </a:prstGeom>
                        <a:noFill/>
                        <a:ln w="38100">
                          <a:noFill/>
                          <a:miter/>
                        </a:ln>
                      </p:spPr>
                    </p:pic>
                  </p:oleObj>
                </mc:Fallback>
              </mc:AlternateContent>
            </a:graphicData>
          </a:graphic>
        </p:graphicFrame>
      </p:grpSp>
      <p:graphicFrame>
        <p:nvGraphicFramePr>
          <p:cNvPr id="36041" name="Object 201"/>
          <p:cNvGraphicFramePr/>
          <p:nvPr/>
        </p:nvGraphicFramePr>
        <p:xfrm>
          <a:off x="6804025" y="1671638"/>
          <a:ext cx="579438" cy="633412"/>
        </p:xfrm>
        <a:graphic>
          <a:graphicData uri="http://schemas.openxmlformats.org/presentationml/2006/ole">
            <mc:AlternateContent xmlns:mc="http://schemas.openxmlformats.org/markup-compatibility/2006">
              <mc:Choice xmlns:v="urn:schemas-microsoft-com:vml" Requires="v">
                <p:oleObj spid="_x0000_s3381" name="" r:id="rId26" imgW="266065" imgH="291465" progId="Equation.3">
                  <p:embed/>
                </p:oleObj>
              </mc:Choice>
              <mc:Fallback>
                <p:oleObj name="" r:id="rId26" imgW="266065" imgH="291465" progId="Equation.3">
                  <p:embed/>
                  <p:pic>
                    <p:nvPicPr>
                      <p:cNvPr id="0" name="图片 3380"/>
                      <p:cNvPicPr/>
                      <p:nvPr/>
                    </p:nvPicPr>
                    <p:blipFill>
                      <a:blip r:embed="rId27">
                        <a:clrChange>
                          <a:clrFrom>
                            <a:srgbClr val="000000"/>
                          </a:clrFrom>
                          <a:clrTo>
                            <a:srgbClr val="FFFFFF"/>
                          </a:clrTo>
                        </a:clrChange>
                      </a:blip>
                      <a:stretch>
                        <a:fillRect/>
                      </a:stretch>
                    </p:blipFill>
                    <p:spPr>
                      <a:xfrm>
                        <a:off x="6804025" y="1671638"/>
                        <a:ext cx="579438" cy="633412"/>
                      </a:xfrm>
                      <a:prstGeom prst="rect">
                        <a:avLst/>
                      </a:prstGeom>
                      <a:noFill/>
                      <a:ln w="38100">
                        <a:noFill/>
                        <a:miter/>
                      </a:ln>
                    </p:spPr>
                  </p:pic>
                </p:oleObj>
              </mc:Fallback>
            </mc:AlternateContent>
          </a:graphicData>
        </a:graphic>
      </p:graphicFrame>
      <p:grpSp>
        <p:nvGrpSpPr>
          <p:cNvPr id="46112" name="Group 205"/>
          <p:cNvGrpSpPr/>
          <p:nvPr/>
        </p:nvGrpSpPr>
        <p:grpSpPr>
          <a:xfrm>
            <a:off x="6588125" y="6446838"/>
            <a:ext cx="792163" cy="366712"/>
            <a:chOff x="4649" y="4020"/>
            <a:chExt cx="499" cy="231"/>
          </a:xfrm>
        </p:grpSpPr>
        <p:pic>
          <p:nvPicPr>
            <p:cNvPr id="46148" name="Picture 206" descr="78900"/>
            <p:cNvPicPr>
              <a:picLocks noChangeAspect="1"/>
            </p:cNvPicPr>
            <p:nvPr/>
          </p:nvPicPr>
          <p:blipFill>
            <a:blip r:embed="rId3"/>
            <a:stretch>
              <a:fillRect/>
            </a:stretch>
          </p:blipFill>
          <p:spPr>
            <a:xfrm>
              <a:off x="4649" y="4066"/>
              <a:ext cx="499" cy="181"/>
            </a:xfrm>
            <a:prstGeom prst="rect">
              <a:avLst/>
            </a:prstGeom>
            <a:noFill/>
            <a:ln w="9525">
              <a:noFill/>
            </a:ln>
          </p:spPr>
        </p:pic>
        <p:sp>
          <p:nvSpPr>
            <p:cNvPr id="46149" name="Text Box 207">
              <a:hlinkClick r:id="" action="ppaction://hlinkshowjump?jump=firstslide"/>
            </p:cNvPr>
            <p:cNvSpPr txBox="1"/>
            <p:nvPr/>
          </p:nvSpPr>
          <p:spPr>
            <a:xfrm>
              <a:off x="4672" y="4020"/>
              <a:ext cx="476" cy="231"/>
            </a:xfrm>
            <a:prstGeom prst="rect">
              <a:avLst/>
            </a:prstGeom>
            <a:noFill/>
            <a:ln w="9525">
              <a:noFill/>
            </a:ln>
          </p:spPr>
          <p:txBody>
            <a:bodyPr wrap="none">
              <a:spAutoFit/>
            </a:bodyPr>
            <a:p>
              <a:pPr>
                <a:spcBef>
                  <a:spcPct val="50000"/>
                </a:spcBef>
              </a:pPr>
              <a:r>
                <a:rPr lang="zh-CN" altLang="en-US" sz="1800" b="0" dirty="0">
                  <a:solidFill>
                    <a:schemeClr val="bg1"/>
                  </a:solidFill>
                  <a:latin typeface="隶书" panose="02010509060101010101" pitchFamily="49" charset="-122"/>
                  <a:ea typeface="隶书" panose="02010509060101010101" pitchFamily="49" charset="-122"/>
                </a:rPr>
                <a:t>返 回</a:t>
              </a:r>
              <a:endParaRPr lang="zh-CN" altLang="en-US" sz="1800" b="0" dirty="0">
                <a:solidFill>
                  <a:schemeClr val="bg1"/>
                </a:solidFill>
                <a:latin typeface="隶书" panose="02010509060101010101" pitchFamily="49" charset="-122"/>
                <a:ea typeface="隶书" panose="02010509060101010101" pitchFamily="49" charset="-122"/>
              </a:endParaRPr>
            </a:p>
          </p:txBody>
        </p:sp>
      </p:grpSp>
      <p:grpSp>
        <p:nvGrpSpPr>
          <p:cNvPr id="12" name="Group 213"/>
          <p:cNvGrpSpPr/>
          <p:nvPr/>
        </p:nvGrpSpPr>
        <p:grpSpPr>
          <a:xfrm>
            <a:off x="684213" y="1196975"/>
            <a:ext cx="3890962" cy="2427288"/>
            <a:chOff x="431" y="754"/>
            <a:chExt cx="2451" cy="1529"/>
          </a:xfrm>
        </p:grpSpPr>
        <p:sp>
          <p:nvSpPr>
            <p:cNvPr id="46117" name="Line 137"/>
            <p:cNvSpPr/>
            <p:nvPr/>
          </p:nvSpPr>
          <p:spPr>
            <a:xfrm>
              <a:off x="567" y="1389"/>
              <a:ext cx="998" cy="0"/>
            </a:xfrm>
            <a:prstGeom prst="line">
              <a:avLst/>
            </a:prstGeom>
            <a:ln w="28575" cap="flat" cmpd="sng">
              <a:solidFill>
                <a:srgbClr val="FFCC00"/>
              </a:solidFill>
              <a:prstDash val="solid"/>
              <a:headEnd type="none" w="med" len="med"/>
              <a:tailEnd type="oval" w="med" len="med"/>
            </a:ln>
          </p:spPr>
        </p:sp>
        <p:sp>
          <p:nvSpPr>
            <p:cNvPr id="46118" name="Line 138"/>
            <p:cNvSpPr/>
            <p:nvPr/>
          </p:nvSpPr>
          <p:spPr>
            <a:xfrm>
              <a:off x="567" y="2251"/>
              <a:ext cx="2313" cy="0"/>
            </a:xfrm>
            <a:prstGeom prst="line">
              <a:avLst/>
            </a:prstGeom>
            <a:ln w="28575" cap="flat" cmpd="sng">
              <a:solidFill>
                <a:srgbClr val="FFCC00"/>
              </a:solidFill>
              <a:prstDash val="solid"/>
              <a:headEnd type="none" w="med" len="med"/>
              <a:tailEnd type="none" w="med" len="med"/>
            </a:ln>
          </p:spPr>
        </p:sp>
        <p:sp>
          <p:nvSpPr>
            <p:cNvPr id="46119" name="Text Box 139"/>
            <p:cNvSpPr txBox="1"/>
            <p:nvPr/>
          </p:nvSpPr>
          <p:spPr>
            <a:xfrm>
              <a:off x="1021" y="1026"/>
              <a:ext cx="329" cy="327"/>
            </a:xfrm>
            <a:prstGeom prst="rect">
              <a:avLst/>
            </a:prstGeom>
            <a:noFill/>
            <a:ln w="28575">
              <a:noFill/>
            </a:ln>
          </p:spPr>
          <p:txBody>
            <a:bodyPr wrap="none" anchor="ctr" anchorCtr="0">
              <a:spAutoFit/>
            </a:bodyPr>
            <a:p>
              <a:pPr algn="ctr"/>
              <a:r>
                <a:rPr lang="en-US" altLang="zh-CN" b="0" i="1" dirty="0">
                  <a:solidFill>
                    <a:schemeClr val="bg1"/>
                  </a:solidFill>
                  <a:latin typeface="Times New Roman" panose="02020603050405020304" pitchFamily="18" charset="0"/>
                  <a:ea typeface="宋体" panose="02010600030101010101" pitchFamily="2" charset="-122"/>
                </a:rPr>
                <a:t>R</a:t>
              </a:r>
              <a:r>
                <a:rPr lang="en-US" altLang="zh-CN" b="0" baseline="-25000" dirty="0">
                  <a:solidFill>
                    <a:schemeClr val="bg1"/>
                  </a:solidFill>
                  <a:latin typeface="Times New Roman" panose="02020603050405020304" pitchFamily="18" charset="0"/>
                  <a:ea typeface="宋体" panose="02010600030101010101" pitchFamily="2" charset="-122"/>
                </a:rPr>
                <a:t>1</a:t>
              </a:r>
              <a:endParaRPr lang="en-US" altLang="zh-CN" b="0" dirty="0">
                <a:solidFill>
                  <a:schemeClr val="bg1"/>
                </a:solidFill>
                <a:latin typeface="Times New Roman" panose="02020603050405020304" pitchFamily="18" charset="0"/>
                <a:ea typeface="宋体" panose="02010600030101010101" pitchFamily="2" charset="-122"/>
              </a:endParaRPr>
            </a:p>
          </p:txBody>
        </p:sp>
        <p:sp>
          <p:nvSpPr>
            <p:cNvPr id="46120" name="Text Box 140"/>
            <p:cNvSpPr txBox="1"/>
            <p:nvPr/>
          </p:nvSpPr>
          <p:spPr>
            <a:xfrm>
              <a:off x="2427" y="1752"/>
              <a:ext cx="329" cy="327"/>
            </a:xfrm>
            <a:prstGeom prst="rect">
              <a:avLst/>
            </a:prstGeom>
            <a:noFill/>
            <a:ln w="28575">
              <a:noFill/>
            </a:ln>
          </p:spPr>
          <p:txBody>
            <a:bodyPr wrap="none" anchor="ctr" anchorCtr="0">
              <a:spAutoFit/>
            </a:bodyPr>
            <a:p>
              <a:pPr algn="ctr"/>
              <a:r>
                <a:rPr lang="en-US" altLang="zh-CN" b="0" i="1" dirty="0">
                  <a:solidFill>
                    <a:schemeClr val="bg1"/>
                  </a:solidFill>
                  <a:latin typeface="Times New Roman" panose="02020603050405020304" pitchFamily="18" charset="0"/>
                  <a:ea typeface="宋体" panose="02010600030101010101" pitchFamily="2" charset="-122"/>
                </a:rPr>
                <a:t>R</a:t>
              </a:r>
              <a:r>
                <a:rPr lang="en-US" altLang="zh-CN" b="0" baseline="-25000" dirty="0">
                  <a:solidFill>
                    <a:schemeClr val="bg1"/>
                  </a:solidFill>
                  <a:latin typeface="Times New Roman" panose="02020603050405020304" pitchFamily="18" charset="0"/>
                  <a:ea typeface="宋体" panose="02010600030101010101" pitchFamily="2" charset="-122"/>
                </a:rPr>
                <a:t>2</a:t>
              </a:r>
              <a:endParaRPr lang="en-US" altLang="zh-CN" b="0" dirty="0">
                <a:solidFill>
                  <a:schemeClr val="bg1"/>
                </a:solidFill>
                <a:latin typeface="Times New Roman" panose="02020603050405020304" pitchFamily="18" charset="0"/>
                <a:ea typeface="宋体" panose="02010600030101010101" pitchFamily="2" charset="-122"/>
              </a:endParaRPr>
            </a:p>
          </p:txBody>
        </p:sp>
        <p:sp>
          <p:nvSpPr>
            <p:cNvPr id="46121" name="Text Box 141"/>
            <p:cNvSpPr txBox="1"/>
            <p:nvPr/>
          </p:nvSpPr>
          <p:spPr>
            <a:xfrm>
              <a:off x="1837" y="1707"/>
              <a:ext cx="408" cy="327"/>
            </a:xfrm>
            <a:prstGeom prst="rect">
              <a:avLst/>
            </a:prstGeom>
            <a:noFill/>
            <a:ln w="28575">
              <a:noFill/>
            </a:ln>
          </p:spPr>
          <p:txBody>
            <a:bodyPr wrap="none" anchor="ctr" anchorCtr="0">
              <a:spAutoFit/>
            </a:bodyPr>
            <a:p>
              <a:pPr algn="ctr"/>
              <a:r>
                <a:rPr lang="en-US" altLang="zh-CN" b="0" dirty="0">
                  <a:solidFill>
                    <a:schemeClr val="bg1"/>
                  </a:solidFill>
                  <a:latin typeface="Times New Roman" panose="02020603050405020304" pitchFamily="18" charset="0"/>
                  <a:ea typeface="宋体" panose="02010600030101010101" pitchFamily="2" charset="-122"/>
                </a:rPr>
                <a:t>j</a:t>
              </a:r>
              <a:r>
                <a:rPr lang="en-US" altLang="zh-CN" b="0" i="1" dirty="0">
                  <a:solidFill>
                    <a:schemeClr val="bg1"/>
                  </a:solidFill>
                  <a:latin typeface="Times New Roman" panose="02020603050405020304" pitchFamily="18" charset="0"/>
                  <a:ea typeface="宋体" panose="02010600030101010101" pitchFamily="2" charset="-122"/>
                </a:rPr>
                <a:t>X</a:t>
              </a:r>
              <a:r>
                <a:rPr lang="en-US" altLang="zh-CN" b="0" baseline="-25000" dirty="0">
                  <a:solidFill>
                    <a:schemeClr val="bg1"/>
                  </a:solidFill>
                  <a:latin typeface="Times New Roman" panose="02020603050405020304" pitchFamily="18" charset="0"/>
                  <a:ea typeface="宋体" panose="02010600030101010101" pitchFamily="2" charset="-122"/>
                </a:rPr>
                <a:t>L</a:t>
              </a:r>
              <a:endParaRPr lang="en-US" altLang="zh-CN" b="0" dirty="0">
                <a:solidFill>
                  <a:schemeClr val="bg1"/>
                </a:solidFill>
                <a:latin typeface="Times New Roman" panose="02020603050405020304" pitchFamily="18" charset="0"/>
                <a:ea typeface="宋体" panose="02010600030101010101" pitchFamily="2" charset="-122"/>
              </a:endParaRPr>
            </a:p>
          </p:txBody>
        </p:sp>
        <p:sp>
          <p:nvSpPr>
            <p:cNvPr id="46122" name="Text Box 142"/>
            <p:cNvSpPr txBox="1"/>
            <p:nvPr/>
          </p:nvSpPr>
          <p:spPr>
            <a:xfrm>
              <a:off x="431" y="1389"/>
              <a:ext cx="244" cy="327"/>
            </a:xfrm>
            <a:prstGeom prst="rect">
              <a:avLst/>
            </a:prstGeom>
            <a:noFill/>
            <a:ln w="28575">
              <a:noFill/>
            </a:ln>
          </p:spPr>
          <p:txBody>
            <a:bodyPr wrap="none" anchor="ctr" anchorCtr="0">
              <a:spAutoFit/>
            </a:bodyPr>
            <a:p>
              <a:pPr algn="ctr"/>
              <a:r>
                <a:rPr lang="en-US" altLang="zh-CN" b="0" dirty="0">
                  <a:solidFill>
                    <a:schemeClr val="bg1"/>
                  </a:solidFill>
                  <a:latin typeface="Times New Roman" panose="02020603050405020304" pitchFamily="18" charset="0"/>
                  <a:ea typeface="宋体" panose="02010600030101010101" pitchFamily="2" charset="-122"/>
                </a:rPr>
                <a:t>+</a:t>
              </a:r>
              <a:endParaRPr lang="en-US" altLang="zh-CN" b="0" dirty="0">
                <a:solidFill>
                  <a:schemeClr val="bg1"/>
                </a:solidFill>
                <a:latin typeface="Times New Roman" panose="02020603050405020304" pitchFamily="18" charset="0"/>
                <a:ea typeface="宋体" panose="02010600030101010101" pitchFamily="2" charset="-122"/>
              </a:endParaRPr>
            </a:p>
          </p:txBody>
        </p:sp>
        <p:sp>
          <p:nvSpPr>
            <p:cNvPr id="46123" name="Text Box 143"/>
            <p:cNvSpPr txBox="1"/>
            <p:nvPr/>
          </p:nvSpPr>
          <p:spPr>
            <a:xfrm>
              <a:off x="431" y="1843"/>
              <a:ext cx="228" cy="327"/>
            </a:xfrm>
            <a:prstGeom prst="rect">
              <a:avLst/>
            </a:prstGeom>
            <a:noFill/>
            <a:ln w="28575">
              <a:noFill/>
            </a:ln>
          </p:spPr>
          <p:txBody>
            <a:bodyPr wrap="none" anchor="ctr" anchorCtr="0">
              <a:spAutoFit/>
            </a:bodyPr>
            <a:p>
              <a:pPr algn="ctr"/>
              <a:r>
                <a:rPr lang="en-US" altLang="zh-CN" b="0" dirty="0">
                  <a:solidFill>
                    <a:schemeClr val="bg1"/>
                  </a:solidFill>
                  <a:latin typeface="Times New Roman" panose="02020603050405020304" pitchFamily="18" charset="0"/>
                  <a:ea typeface="宋体" panose="02010600030101010101" pitchFamily="2" charset="-122"/>
                </a:rPr>
                <a:t>_</a:t>
              </a:r>
              <a:endParaRPr lang="en-US" altLang="zh-CN" b="0" dirty="0">
                <a:solidFill>
                  <a:schemeClr val="bg1"/>
                </a:solidFill>
                <a:latin typeface="Times New Roman" panose="02020603050405020304" pitchFamily="18" charset="0"/>
                <a:ea typeface="宋体" panose="02010600030101010101" pitchFamily="2" charset="-122"/>
              </a:endParaRPr>
            </a:p>
          </p:txBody>
        </p:sp>
        <p:graphicFrame>
          <p:nvGraphicFramePr>
            <p:cNvPr id="46088" name="Object 144"/>
            <p:cNvGraphicFramePr/>
            <p:nvPr/>
          </p:nvGraphicFramePr>
          <p:xfrm>
            <a:off x="2245" y="845"/>
            <a:ext cx="293" cy="327"/>
          </p:xfrm>
          <a:graphic>
            <a:graphicData uri="http://schemas.openxmlformats.org/presentationml/2006/ole">
              <mc:AlternateContent xmlns:mc="http://schemas.openxmlformats.org/markup-compatibility/2006">
                <mc:Choice xmlns:v="urn:schemas-microsoft-com:vml" Requires="v">
                  <p:oleObj spid="_x0000_s3384" name="" r:id="rId28" imgW="241300" imgH="266065" progId="Equation.3">
                    <p:embed/>
                  </p:oleObj>
                </mc:Choice>
                <mc:Fallback>
                  <p:oleObj name="" r:id="rId28" imgW="241300" imgH="266065" progId="Equation.3">
                    <p:embed/>
                    <p:pic>
                      <p:nvPicPr>
                        <p:cNvPr id="0" name="图片 3383"/>
                        <p:cNvPicPr/>
                        <p:nvPr/>
                      </p:nvPicPr>
                      <p:blipFill>
                        <a:blip r:embed="rId29">
                          <a:clrChange>
                            <a:clrFrom>
                              <a:srgbClr val="000000"/>
                            </a:clrFrom>
                            <a:clrTo>
                              <a:srgbClr val="FFFFFF"/>
                            </a:clrTo>
                          </a:clrChange>
                        </a:blip>
                        <a:stretch>
                          <a:fillRect/>
                        </a:stretch>
                      </p:blipFill>
                      <p:spPr>
                        <a:xfrm>
                          <a:off x="2245" y="845"/>
                          <a:ext cx="293" cy="327"/>
                        </a:xfrm>
                        <a:prstGeom prst="rect">
                          <a:avLst/>
                        </a:prstGeom>
                        <a:noFill/>
                        <a:ln w="38100">
                          <a:noFill/>
                          <a:miter/>
                        </a:ln>
                      </p:spPr>
                    </p:pic>
                  </p:oleObj>
                </mc:Fallback>
              </mc:AlternateContent>
            </a:graphicData>
          </a:graphic>
        </p:graphicFrame>
        <p:graphicFrame>
          <p:nvGraphicFramePr>
            <p:cNvPr id="46089" name="Object 145"/>
            <p:cNvGraphicFramePr/>
            <p:nvPr/>
          </p:nvGraphicFramePr>
          <p:xfrm>
            <a:off x="431" y="1661"/>
            <a:ext cx="217" cy="279"/>
          </p:xfrm>
          <a:graphic>
            <a:graphicData uri="http://schemas.openxmlformats.org/presentationml/2006/ole">
              <mc:AlternateContent xmlns:mc="http://schemas.openxmlformats.org/markup-compatibility/2006">
                <mc:Choice xmlns:v="urn:schemas-microsoft-com:vml" Requires="v">
                  <p:oleObj spid="_x0000_s3386" name="" r:id="rId30" imgW="177800" imgH="227965" progId="Equation.3">
                    <p:embed/>
                  </p:oleObj>
                </mc:Choice>
                <mc:Fallback>
                  <p:oleObj name="" r:id="rId30" imgW="177800" imgH="227965" progId="Equation.3">
                    <p:embed/>
                    <p:pic>
                      <p:nvPicPr>
                        <p:cNvPr id="0" name="图片 3385"/>
                        <p:cNvPicPr/>
                        <p:nvPr/>
                      </p:nvPicPr>
                      <p:blipFill>
                        <a:blip r:embed="rId31">
                          <a:clrChange>
                            <a:clrFrom>
                              <a:srgbClr val="000000"/>
                            </a:clrFrom>
                            <a:clrTo>
                              <a:srgbClr val="FFFFFF"/>
                            </a:clrTo>
                          </a:clrChange>
                        </a:blip>
                        <a:stretch>
                          <a:fillRect/>
                        </a:stretch>
                      </p:blipFill>
                      <p:spPr>
                        <a:xfrm>
                          <a:off x="431" y="1661"/>
                          <a:ext cx="217" cy="279"/>
                        </a:xfrm>
                        <a:prstGeom prst="rect">
                          <a:avLst/>
                        </a:prstGeom>
                        <a:noFill/>
                        <a:ln w="38100">
                          <a:noFill/>
                          <a:miter/>
                        </a:ln>
                      </p:spPr>
                    </p:pic>
                  </p:oleObj>
                </mc:Fallback>
              </mc:AlternateContent>
            </a:graphicData>
          </a:graphic>
        </p:graphicFrame>
        <p:sp>
          <p:nvSpPr>
            <p:cNvPr id="46124" name="Text Box 146"/>
            <p:cNvSpPr txBox="1"/>
            <p:nvPr/>
          </p:nvSpPr>
          <p:spPr>
            <a:xfrm>
              <a:off x="1656" y="845"/>
              <a:ext cx="244" cy="327"/>
            </a:xfrm>
            <a:prstGeom prst="rect">
              <a:avLst/>
            </a:prstGeom>
            <a:noFill/>
            <a:ln w="28575">
              <a:noFill/>
            </a:ln>
          </p:spPr>
          <p:txBody>
            <a:bodyPr wrap="none" anchor="ctr" anchorCtr="0">
              <a:spAutoFit/>
            </a:bodyPr>
            <a:p>
              <a:pPr algn="ctr"/>
              <a:r>
                <a:rPr lang="en-US" altLang="zh-CN" b="0" dirty="0">
                  <a:solidFill>
                    <a:schemeClr val="bg1"/>
                  </a:solidFill>
                  <a:latin typeface="Times New Roman" panose="02020603050405020304" pitchFamily="18" charset="0"/>
                  <a:ea typeface="宋体" panose="02010600030101010101" pitchFamily="2" charset="-122"/>
                </a:rPr>
                <a:t>+</a:t>
              </a:r>
              <a:endParaRPr lang="en-US" altLang="zh-CN" b="0" dirty="0">
                <a:solidFill>
                  <a:schemeClr val="bg1"/>
                </a:solidFill>
                <a:latin typeface="Times New Roman" panose="02020603050405020304" pitchFamily="18" charset="0"/>
                <a:ea typeface="宋体" panose="02010600030101010101" pitchFamily="2" charset="-122"/>
              </a:endParaRPr>
            </a:p>
          </p:txBody>
        </p:sp>
        <p:sp>
          <p:nvSpPr>
            <p:cNvPr id="46125" name="Text Box 147"/>
            <p:cNvSpPr txBox="1"/>
            <p:nvPr/>
          </p:nvSpPr>
          <p:spPr>
            <a:xfrm>
              <a:off x="2654" y="754"/>
              <a:ext cx="228" cy="327"/>
            </a:xfrm>
            <a:prstGeom prst="rect">
              <a:avLst/>
            </a:prstGeom>
            <a:noFill/>
            <a:ln w="28575">
              <a:noFill/>
            </a:ln>
          </p:spPr>
          <p:txBody>
            <a:bodyPr wrap="none" anchor="ctr" anchorCtr="0">
              <a:spAutoFit/>
            </a:bodyPr>
            <a:p>
              <a:pPr algn="ctr"/>
              <a:r>
                <a:rPr lang="en-US" altLang="zh-CN" b="0" dirty="0">
                  <a:solidFill>
                    <a:schemeClr val="bg1"/>
                  </a:solidFill>
                  <a:latin typeface="Times New Roman" panose="02020603050405020304" pitchFamily="18" charset="0"/>
                  <a:ea typeface="宋体" panose="02010600030101010101" pitchFamily="2" charset="-122"/>
                </a:rPr>
                <a:t>_</a:t>
              </a:r>
              <a:endParaRPr lang="en-US" altLang="zh-CN" b="0" dirty="0">
                <a:solidFill>
                  <a:schemeClr val="bg1"/>
                </a:solidFill>
                <a:latin typeface="Times New Roman" panose="02020603050405020304" pitchFamily="18" charset="0"/>
                <a:ea typeface="宋体" panose="02010600030101010101" pitchFamily="2" charset="-122"/>
              </a:endParaRPr>
            </a:p>
          </p:txBody>
        </p:sp>
        <p:sp>
          <p:nvSpPr>
            <p:cNvPr id="46126" name="Oval 148"/>
            <p:cNvSpPr/>
            <p:nvPr/>
          </p:nvSpPr>
          <p:spPr>
            <a:xfrm>
              <a:off x="504" y="2215"/>
              <a:ext cx="68" cy="68"/>
            </a:xfrm>
            <a:prstGeom prst="ellipse">
              <a:avLst/>
            </a:prstGeom>
            <a:noFill/>
            <a:ln w="28575" cap="flat" cmpd="sng">
              <a:solidFill>
                <a:srgbClr val="FFCC00"/>
              </a:solidFill>
              <a:prstDash val="solid"/>
              <a:headEnd type="none" w="med" len="med"/>
              <a:tailEnd type="none" w="med" len="med"/>
            </a:ln>
          </p:spPr>
          <p:txBody>
            <a:bodyPr wrap="none" anchor="ctr" anchorCtr="0"/>
            <a:p>
              <a:endParaRPr lang="zh-CN" altLang="en-US" dirty="0">
                <a:latin typeface="楷体_GB2312" pitchFamily="49" charset="-122"/>
              </a:endParaRPr>
            </a:p>
          </p:txBody>
        </p:sp>
        <p:sp>
          <p:nvSpPr>
            <p:cNvPr id="46127" name="Oval 149"/>
            <p:cNvSpPr/>
            <p:nvPr/>
          </p:nvSpPr>
          <p:spPr>
            <a:xfrm>
              <a:off x="504" y="1353"/>
              <a:ext cx="68" cy="68"/>
            </a:xfrm>
            <a:prstGeom prst="ellipse">
              <a:avLst/>
            </a:prstGeom>
            <a:noFill/>
            <a:ln w="28575" cap="flat" cmpd="sng">
              <a:solidFill>
                <a:srgbClr val="FFCC00"/>
              </a:solidFill>
              <a:prstDash val="solid"/>
              <a:headEnd type="none" w="med" len="med"/>
              <a:tailEnd type="none" w="med" len="med"/>
            </a:ln>
          </p:spPr>
          <p:txBody>
            <a:bodyPr wrap="none" anchor="ctr" anchorCtr="0"/>
            <a:p>
              <a:endParaRPr lang="zh-CN" altLang="en-US" dirty="0">
                <a:latin typeface="楷体_GB2312" pitchFamily="49" charset="-122"/>
              </a:endParaRPr>
            </a:p>
          </p:txBody>
        </p:sp>
        <p:sp>
          <p:nvSpPr>
            <p:cNvPr id="46128" name="Line 150"/>
            <p:cNvSpPr/>
            <p:nvPr/>
          </p:nvSpPr>
          <p:spPr>
            <a:xfrm>
              <a:off x="657" y="1389"/>
              <a:ext cx="240" cy="0"/>
            </a:xfrm>
            <a:prstGeom prst="line">
              <a:avLst/>
            </a:prstGeom>
            <a:ln w="28575" cap="flat" cmpd="sng">
              <a:solidFill>
                <a:srgbClr val="66FFFF"/>
              </a:solidFill>
              <a:prstDash val="solid"/>
              <a:headEnd type="none" w="med" len="med"/>
              <a:tailEnd type="triangle" w="med" len="med"/>
            </a:ln>
          </p:spPr>
        </p:sp>
        <p:graphicFrame>
          <p:nvGraphicFramePr>
            <p:cNvPr id="46090" name="Object 151"/>
            <p:cNvGraphicFramePr/>
            <p:nvPr/>
          </p:nvGraphicFramePr>
          <p:xfrm>
            <a:off x="703" y="986"/>
            <a:ext cx="200" cy="403"/>
          </p:xfrm>
          <a:graphic>
            <a:graphicData uri="http://schemas.openxmlformats.org/presentationml/2006/ole">
              <mc:AlternateContent xmlns:mc="http://schemas.openxmlformats.org/markup-compatibility/2006">
                <mc:Choice xmlns:v="urn:schemas-microsoft-com:vml" Requires="v">
                  <p:oleObj spid="_x0000_s3385" name="" r:id="rId32" imgW="165100" imgH="329565" progId="Equation.3">
                    <p:embed/>
                  </p:oleObj>
                </mc:Choice>
                <mc:Fallback>
                  <p:oleObj name="" r:id="rId32" imgW="165100" imgH="329565" progId="Equation.3">
                    <p:embed/>
                    <p:pic>
                      <p:nvPicPr>
                        <p:cNvPr id="0" name="图片 3384"/>
                        <p:cNvPicPr/>
                        <p:nvPr/>
                      </p:nvPicPr>
                      <p:blipFill>
                        <a:blip r:embed="rId33">
                          <a:clrChange>
                            <a:clrFrom>
                              <a:srgbClr val="000000"/>
                            </a:clrFrom>
                            <a:clrTo>
                              <a:srgbClr val="FFFFFF"/>
                            </a:clrTo>
                          </a:clrChange>
                        </a:blip>
                        <a:stretch>
                          <a:fillRect/>
                        </a:stretch>
                      </p:blipFill>
                      <p:spPr>
                        <a:xfrm>
                          <a:off x="703" y="986"/>
                          <a:ext cx="200" cy="403"/>
                        </a:xfrm>
                        <a:prstGeom prst="rect">
                          <a:avLst/>
                        </a:prstGeom>
                        <a:noFill/>
                        <a:ln w="38100">
                          <a:noFill/>
                          <a:miter/>
                        </a:ln>
                      </p:spPr>
                    </p:pic>
                  </p:oleObj>
                </mc:Fallback>
              </mc:AlternateContent>
            </a:graphicData>
          </a:graphic>
        </p:graphicFrame>
        <p:sp>
          <p:nvSpPr>
            <p:cNvPr id="46129" name="Line 152"/>
            <p:cNvSpPr/>
            <p:nvPr/>
          </p:nvSpPr>
          <p:spPr>
            <a:xfrm>
              <a:off x="1565" y="1162"/>
              <a:ext cx="0" cy="545"/>
            </a:xfrm>
            <a:prstGeom prst="line">
              <a:avLst/>
            </a:prstGeom>
            <a:ln w="28575" cap="flat" cmpd="sng">
              <a:solidFill>
                <a:srgbClr val="FFCC00"/>
              </a:solidFill>
              <a:prstDash val="solid"/>
              <a:headEnd type="none" w="med" len="med"/>
              <a:tailEnd type="none" w="med" len="med"/>
            </a:ln>
          </p:spPr>
        </p:sp>
        <p:sp>
          <p:nvSpPr>
            <p:cNvPr id="46130" name="Line 153"/>
            <p:cNvSpPr/>
            <p:nvPr/>
          </p:nvSpPr>
          <p:spPr>
            <a:xfrm>
              <a:off x="1565" y="1162"/>
              <a:ext cx="544" cy="0"/>
            </a:xfrm>
            <a:prstGeom prst="line">
              <a:avLst/>
            </a:prstGeom>
            <a:ln w="28575" cap="flat" cmpd="sng">
              <a:solidFill>
                <a:srgbClr val="FFCC00"/>
              </a:solidFill>
              <a:prstDash val="solid"/>
              <a:headEnd type="none" w="med" len="med"/>
              <a:tailEnd type="none" w="med" len="med"/>
            </a:ln>
          </p:spPr>
        </p:sp>
        <p:sp>
          <p:nvSpPr>
            <p:cNvPr id="46131" name="Line 154"/>
            <p:cNvSpPr/>
            <p:nvPr/>
          </p:nvSpPr>
          <p:spPr>
            <a:xfrm>
              <a:off x="2200" y="1162"/>
              <a:ext cx="681" cy="0"/>
            </a:xfrm>
            <a:prstGeom prst="line">
              <a:avLst/>
            </a:prstGeom>
            <a:ln w="28575" cap="flat" cmpd="sng">
              <a:solidFill>
                <a:srgbClr val="FFCC00"/>
              </a:solidFill>
              <a:prstDash val="solid"/>
              <a:headEnd type="none" w="med" len="med"/>
              <a:tailEnd type="none" w="med" len="med"/>
            </a:ln>
          </p:spPr>
        </p:sp>
        <p:sp>
          <p:nvSpPr>
            <p:cNvPr id="46132" name="Line 155"/>
            <p:cNvSpPr/>
            <p:nvPr/>
          </p:nvSpPr>
          <p:spPr>
            <a:xfrm>
              <a:off x="2880" y="1162"/>
              <a:ext cx="0" cy="1089"/>
            </a:xfrm>
            <a:prstGeom prst="line">
              <a:avLst/>
            </a:prstGeom>
            <a:ln w="28575" cap="flat" cmpd="sng">
              <a:solidFill>
                <a:srgbClr val="FFCC00"/>
              </a:solidFill>
              <a:prstDash val="solid"/>
              <a:headEnd type="none" w="med" len="med"/>
              <a:tailEnd type="none" w="med" len="med"/>
            </a:ln>
          </p:spPr>
        </p:sp>
        <p:sp>
          <p:nvSpPr>
            <p:cNvPr id="46133" name="Line 156"/>
            <p:cNvSpPr/>
            <p:nvPr/>
          </p:nvSpPr>
          <p:spPr>
            <a:xfrm>
              <a:off x="1565" y="1707"/>
              <a:ext cx="272" cy="0"/>
            </a:xfrm>
            <a:prstGeom prst="line">
              <a:avLst/>
            </a:prstGeom>
            <a:ln w="28575" cap="flat" cmpd="sng">
              <a:solidFill>
                <a:srgbClr val="FFCC00"/>
              </a:solidFill>
              <a:prstDash val="solid"/>
              <a:headEnd type="none" w="med" len="med"/>
              <a:tailEnd type="none" w="med" len="med"/>
            </a:ln>
          </p:spPr>
        </p:sp>
        <p:sp>
          <p:nvSpPr>
            <p:cNvPr id="46134" name="Line 157"/>
            <p:cNvSpPr/>
            <p:nvPr/>
          </p:nvSpPr>
          <p:spPr>
            <a:xfrm>
              <a:off x="2245" y="1707"/>
              <a:ext cx="635" cy="0"/>
            </a:xfrm>
            <a:prstGeom prst="line">
              <a:avLst/>
            </a:prstGeom>
            <a:ln w="28575" cap="flat" cmpd="sng">
              <a:solidFill>
                <a:srgbClr val="FFCC00"/>
              </a:solidFill>
              <a:prstDash val="solid"/>
              <a:headEnd type="none" w="med" len="med"/>
              <a:tailEnd type="oval" w="med" len="med"/>
            </a:ln>
          </p:spPr>
        </p:sp>
        <p:sp>
          <p:nvSpPr>
            <p:cNvPr id="46135" name="Text Box 158"/>
            <p:cNvSpPr txBox="1"/>
            <p:nvPr/>
          </p:nvSpPr>
          <p:spPr>
            <a:xfrm>
              <a:off x="1973" y="1244"/>
              <a:ext cx="416" cy="327"/>
            </a:xfrm>
            <a:prstGeom prst="rect">
              <a:avLst/>
            </a:prstGeom>
            <a:noFill/>
            <a:ln w="28575">
              <a:noFill/>
            </a:ln>
          </p:spPr>
          <p:txBody>
            <a:bodyPr wrap="none" anchor="ctr" anchorCtr="0">
              <a:spAutoFit/>
            </a:bodyPr>
            <a:p>
              <a:pPr algn="ctr"/>
              <a:r>
                <a:rPr lang="en-US" altLang="zh-CN" b="0" dirty="0">
                  <a:solidFill>
                    <a:schemeClr val="bg1"/>
                  </a:solidFill>
                  <a:latin typeface="Times New Roman" panose="02020603050405020304" pitchFamily="18" charset="0"/>
                  <a:ea typeface="宋体" panose="02010600030101010101" pitchFamily="2" charset="-122"/>
                </a:rPr>
                <a:t>j</a:t>
              </a:r>
              <a:r>
                <a:rPr lang="en-US" altLang="zh-CN" b="0" i="1" dirty="0">
                  <a:solidFill>
                    <a:schemeClr val="bg1"/>
                  </a:solidFill>
                  <a:latin typeface="Times New Roman" panose="02020603050405020304" pitchFamily="18" charset="0"/>
                  <a:ea typeface="宋体" panose="02010600030101010101" pitchFamily="2" charset="-122"/>
                </a:rPr>
                <a:t>X</a:t>
              </a:r>
              <a:r>
                <a:rPr lang="en-US" altLang="zh-CN" b="0" baseline="-25000" dirty="0">
                  <a:solidFill>
                    <a:schemeClr val="bg1"/>
                  </a:solidFill>
                  <a:latin typeface="Times New Roman" panose="02020603050405020304" pitchFamily="18" charset="0"/>
                  <a:ea typeface="宋体" panose="02010600030101010101" pitchFamily="2" charset="-122"/>
                </a:rPr>
                <a:t>C</a:t>
              </a:r>
              <a:endParaRPr lang="en-US" altLang="zh-CN" b="0" dirty="0">
                <a:solidFill>
                  <a:schemeClr val="bg1"/>
                </a:solidFill>
                <a:latin typeface="Times New Roman" panose="02020603050405020304" pitchFamily="18" charset="0"/>
                <a:ea typeface="宋体" panose="02010600030101010101" pitchFamily="2" charset="-122"/>
              </a:endParaRPr>
            </a:p>
          </p:txBody>
        </p:sp>
        <p:graphicFrame>
          <p:nvGraphicFramePr>
            <p:cNvPr id="46091" name="Object 159"/>
            <p:cNvGraphicFramePr/>
            <p:nvPr/>
          </p:nvGraphicFramePr>
          <p:xfrm>
            <a:off x="1519" y="1579"/>
            <a:ext cx="216" cy="403"/>
          </p:xfrm>
          <a:graphic>
            <a:graphicData uri="http://schemas.openxmlformats.org/presentationml/2006/ole">
              <mc:AlternateContent xmlns:mc="http://schemas.openxmlformats.org/markup-compatibility/2006">
                <mc:Choice xmlns:v="urn:schemas-microsoft-com:vml" Requires="v">
                  <p:oleObj spid="_x0000_s3388" name="" r:id="rId34" imgW="177800" imgH="329565" progId="Equation.3">
                    <p:embed/>
                  </p:oleObj>
                </mc:Choice>
                <mc:Fallback>
                  <p:oleObj name="" r:id="rId34" imgW="177800" imgH="329565" progId="Equation.3">
                    <p:embed/>
                    <p:pic>
                      <p:nvPicPr>
                        <p:cNvPr id="0" name="图片 3387"/>
                        <p:cNvPicPr/>
                        <p:nvPr/>
                      </p:nvPicPr>
                      <p:blipFill>
                        <a:blip r:embed="rId35">
                          <a:clrChange>
                            <a:clrFrom>
                              <a:srgbClr val="000000"/>
                            </a:clrFrom>
                            <a:clrTo>
                              <a:srgbClr val="FFFFFF"/>
                            </a:clrTo>
                          </a:clrChange>
                        </a:blip>
                        <a:stretch>
                          <a:fillRect/>
                        </a:stretch>
                      </p:blipFill>
                      <p:spPr>
                        <a:xfrm>
                          <a:off x="1519" y="1579"/>
                          <a:ext cx="216" cy="403"/>
                        </a:xfrm>
                        <a:prstGeom prst="rect">
                          <a:avLst/>
                        </a:prstGeom>
                        <a:noFill/>
                        <a:ln w="38100">
                          <a:noFill/>
                          <a:miter/>
                        </a:ln>
                      </p:spPr>
                    </p:pic>
                  </p:oleObj>
                </mc:Fallback>
              </mc:AlternateContent>
            </a:graphicData>
          </a:graphic>
        </p:graphicFrame>
        <p:graphicFrame>
          <p:nvGraphicFramePr>
            <p:cNvPr id="46092" name="Object 160"/>
            <p:cNvGraphicFramePr/>
            <p:nvPr/>
          </p:nvGraphicFramePr>
          <p:xfrm>
            <a:off x="1655" y="1026"/>
            <a:ext cx="232" cy="403"/>
          </p:xfrm>
          <a:graphic>
            <a:graphicData uri="http://schemas.openxmlformats.org/presentationml/2006/ole">
              <mc:AlternateContent xmlns:mc="http://schemas.openxmlformats.org/markup-compatibility/2006">
                <mc:Choice xmlns:v="urn:schemas-microsoft-com:vml" Requires="v">
                  <p:oleObj spid="_x0000_s3387" name="" r:id="rId36" imgW="190500" imgH="330200" progId="Equation.3">
                    <p:embed/>
                  </p:oleObj>
                </mc:Choice>
                <mc:Fallback>
                  <p:oleObj name="" r:id="rId36" imgW="190500" imgH="330200" progId="Equation.3">
                    <p:embed/>
                    <p:pic>
                      <p:nvPicPr>
                        <p:cNvPr id="0" name="图片 3386"/>
                        <p:cNvPicPr/>
                        <p:nvPr/>
                      </p:nvPicPr>
                      <p:blipFill>
                        <a:blip r:embed="rId37">
                          <a:clrChange>
                            <a:clrFrom>
                              <a:srgbClr val="000000"/>
                            </a:clrFrom>
                            <a:clrTo>
                              <a:srgbClr val="FFFFFF"/>
                            </a:clrTo>
                          </a:clrChange>
                        </a:blip>
                        <a:stretch>
                          <a:fillRect/>
                        </a:stretch>
                      </p:blipFill>
                      <p:spPr>
                        <a:xfrm>
                          <a:off x="1655" y="1026"/>
                          <a:ext cx="232" cy="403"/>
                        </a:xfrm>
                        <a:prstGeom prst="rect">
                          <a:avLst/>
                        </a:prstGeom>
                        <a:noFill/>
                        <a:ln w="38100">
                          <a:noFill/>
                          <a:miter/>
                        </a:ln>
                      </p:spPr>
                    </p:pic>
                  </p:oleObj>
                </mc:Fallback>
              </mc:AlternateContent>
            </a:graphicData>
          </a:graphic>
        </p:graphicFrame>
        <p:sp>
          <p:nvSpPr>
            <p:cNvPr id="46136" name="Line 161"/>
            <p:cNvSpPr/>
            <p:nvPr/>
          </p:nvSpPr>
          <p:spPr>
            <a:xfrm>
              <a:off x="1701" y="1162"/>
              <a:ext cx="227" cy="0"/>
            </a:xfrm>
            <a:prstGeom prst="line">
              <a:avLst/>
            </a:prstGeom>
            <a:ln w="28575" cap="flat" cmpd="sng">
              <a:solidFill>
                <a:srgbClr val="66FFFF"/>
              </a:solidFill>
              <a:prstDash val="solid"/>
              <a:headEnd type="none" w="med" len="med"/>
              <a:tailEnd type="triangle" w="med" len="med"/>
            </a:ln>
          </p:spPr>
        </p:sp>
        <p:sp>
          <p:nvSpPr>
            <p:cNvPr id="46137" name="Line 162"/>
            <p:cNvSpPr/>
            <p:nvPr/>
          </p:nvSpPr>
          <p:spPr>
            <a:xfrm>
              <a:off x="1565" y="1706"/>
              <a:ext cx="227" cy="0"/>
            </a:xfrm>
            <a:prstGeom prst="line">
              <a:avLst/>
            </a:prstGeom>
            <a:ln w="28575" cap="flat" cmpd="sng">
              <a:solidFill>
                <a:srgbClr val="66FFFF"/>
              </a:solidFill>
              <a:prstDash val="solid"/>
              <a:headEnd type="none" w="med" len="med"/>
              <a:tailEnd type="triangle" w="med" len="med"/>
            </a:ln>
          </p:spPr>
        </p:sp>
        <p:sp>
          <p:nvSpPr>
            <p:cNvPr id="46138" name="Rectangle 163"/>
            <p:cNvSpPr/>
            <p:nvPr/>
          </p:nvSpPr>
          <p:spPr>
            <a:xfrm>
              <a:off x="2427" y="1634"/>
              <a:ext cx="317" cy="136"/>
            </a:xfrm>
            <a:prstGeom prst="rect">
              <a:avLst/>
            </a:prstGeom>
            <a:gradFill rotWithShape="1">
              <a:gsLst>
                <a:gs pos="0">
                  <a:srgbClr val="764700"/>
                </a:gs>
                <a:gs pos="50000">
                  <a:srgbClr val="FF9900"/>
                </a:gs>
                <a:gs pos="100000">
                  <a:srgbClr val="764700"/>
                </a:gs>
              </a:gsLst>
              <a:lin ang="5400000" scaled="1"/>
              <a:tileRect/>
            </a:gradFill>
            <a:ln w="28575">
              <a:noFill/>
            </a:ln>
          </p:spPr>
          <p:txBody>
            <a:bodyPr wrap="none" anchor="ctr" anchorCtr="0"/>
            <a:p>
              <a:endParaRPr lang="zh-CN" altLang="en-US" dirty="0">
                <a:latin typeface="楷体_GB2312" pitchFamily="49" charset="-122"/>
              </a:endParaRPr>
            </a:p>
          </p:txBody>
        </p:sp>
        <p:sp>
          <p:nvSpPr>
            <p:cNvPr id="46139" name="Rectangle 164"/>
            <p:cNvSpPr/>
            <p:nvPr/>
          </p:nvSpPr>
          <p:spPr>
            <a:xfrm>
              <a:off x="1021" y="1326"/>
              <a:ext cx="317" cy="136"/>
            </a:xfrm>
            <a:prstGeom prst="rect">
              <a:avLst/>
            </a:prstGeom>
            <a:gradFill rotWithShape="1">
              <a:gsLst>
                <a:gs pos="0">
                  <a:srgbClr val="764700"/>
                </a:gs>
                <a:gs pos="50000">
                  <a:srgbClr val="FF9900"/>
                </a:gs>
                <a:gs pos="100000">
                  <a:srgbClr val="764700"/>
                </a:gs>
              </a:gsLst>
              <a:lin ang="5400000" scaled="1"/>
              <a:tileRect/>
            </a:gradFill>
            <a:ln w="28575">
              <a:noFill/>
            </a:ln>
          </p:spPr>
          <p:txBody>
            <a:bodyPr wrap="none" anchor="ctr" anchorCtr="0"/>
            <a:p>
              <a:endParaRPr lang="zh-CN" altLang="en-US" dirty="0">
                <a:latin typeface="楷体_GB2312" pitchFamily="49" charset="-122"/>
              </a:endParaRPr>
            </a:p>
          </p:txBody>
        </p:sp>
        <p:grpSp>
          <p:nvGrpSpPr>
            <p:cNvPr id="46140" name="Group 165"/>
            <p:cNvGrpSpPr/>
            <p:nvPr/>
          </p:nvGrpSpPr>
          <p:grpSpPr>
            <a:xfrm rot="5400000">
              <a:off x="2032" y="1121"/>
              <a:ext cx="240" cy="93"/>
              <a:chOff x="3787" y="2478"/>
              <a:chExt cx="240" cy="93"/>
            </a:xfrm>
          </p:grpSpPr>
          <p:sp>
            <p:nvSpPr>
              <p:cNvPr id="46146" name="Line 166"/>
              <p:cNvSpPr/>
              <p:nvPr/>
            </p:nvSpPr>
            <p:spPr>
              <a:xfrm flipV="1">
                <a:off x="3787" y="2568"/>
                <a:ext cx="240" cy="3"/>
              </a:xfrm>
              <a:prstGeom prst="line">
                <a:avLst/>
              </a:prstGeom>
              <a:ln w="57150" cap="flat" cmpd="sng">
                <a:solidFill>
                  <a:srgbClr val="FF9900"/>
                </a:solidFill>
                <a:prstDash val="solid"/>
                <a:headEnd type="none" w="med" len="med"/>
                <a:tailEnd type="none" w="med" len="med"/>
              </a:ln>
            </p:spPr>
          </p:sp>
          <p:sp>
            <p:nvSpPr>
              <p:cNvPr id="46147" name="Line 167"/>
              <p:cNvSpPr/>
              <p:nvPr/>
            </p:nvSpPr>
            <p:spPr>
              <a:xfrm>
                <a:off x="3787" y="2478"/>
                <a:ext cx="240" cy="1"/>
              </a:xfrm>
              <a:prstGeom prst="line">
                <a:avLst/>
              </a:prstGeom>
              <a:ln w="57150" cap="flat" cmpd="sng">
                <a:solidFill>
                  <a:srgbClr val="FF9900"/>
                </a:solidFill>
                <a:prstDash val="solid"/>
                <a:headEnd type="none" w="med" len="med"/>
                <a:tailEnd type="none" w="med" len="med"/>
              </a:ln>
            </p:spPr>
          </p:sp>
        </p:grpSp>
        <p:grpSp>
          <p:nvGrpSpPr>
            <p:cNvPr id="46141" name="Group 208"/>
            <p:cNvGrpSpPr/>
            <p:nvPr/>
          </p:nvGrpSpPr>
          <p:grpSpPr>
            <a:xfrm rot="5400000">
              <a:off x="1994" y="1456"/>
              <a:ext cx="91" cy="408"/>
              <a:chOff x="1565" y="2614"/>
              <a:chExt cx="90" cy="486"/>
            </a:xfrm>
          </p:grpSpPr>
          <p:sp>
            <p:nvSpPr>
              <p:cNvPr id="46142" name="Arc 209"/>
              <p:cNvSpPr/>
              <p:nvPr/>
            </p:nvSpPr>
            <p:spPr>
              <a:xfrm flipH="1" flipV="1">
                <a:off x="1565" y="2860"/>
                <a:ext cx="90" cy="116"/>
              </a:xfrm>
              <a:custGeom>
                <a:avLst/>
                <a:gdLst>
                  <a:gd name="txL" fmla="*/ 0 w 22723"/>
                  <a:gd name="txT" fmla="*/ 0 h 43200"/>
                  <a:gd name="txR" fmla="*/ 22723 w 22723"/>
                  <a:gd name="txB" fmla="*/ 43200 h 43200"/>
                </a:gdLst>
                <a:ahLst/>
                <a:cxnLst>
                  <a:cxn ang="0">
                    <a:pos x="1122" y="0"/>
                  </a:cxn>
                  <a:cxn ang="0">
                    <a:pos x="22723" y="21600"/>
                  </a:cxn>
                  <a:cxn ang="0">
                    <a:pos x="1123" y="43200"/>
                  </a:cxn>
                  <a:cxn ang="0">
                    <a:pos x="0" y="43170"/>
                  </a:cxn>
                  <a:cxn ang="0">
                    <a:pos x="1122" y="0"/>
                  </a:cxn>
                  <a:cxn ang="0">
                    <a:pos x="22723" y="21600"/>
                  </a:cxn>
                  <a:cxn ang="0">
                    <a:pos x="1123" y="43200"/>
                  </a:cxn>
                  <a:cxn ang="0">
                    <a:pos x="0" y="43170"/>
                  </a:cxn>
                  <a:cxn ang="0">
                    <a:pos x="1123" y="21600"/>
                  </a:cxn>
                </a:cxnLst>
                <a:rect l="txL" t="txT" r="txR" b="txB"/>
                <a:pathLst>
                  <a:path w="22723" h="43200" fill="none">
                    <a:moveTo>
                      <a:pt x="1122" y="0"/>
                    </a:moveTo>
                    <a:cubicBezTo>
                      <a:pt x="13052" y="0"/>
                      <a:pt x="22723" y="9670"/>
                      <a:pt x="22723" y="21600"/>
                    </a:cubicBezTo>
                    <a:cubicBezTo>
                      <a:pt x="22723" y="33529"/>
                      <a:pt x="13052" y="43200"/>
                      <a:pt x="1123" y="43200"/>
                    </a:cubicBezTo>
                    <a:cubicBezTo>
                      <a:pt x="748" y="43200"/>
                      <a:pt x="374" y="43190"/>
                      <a:pt x="0" y="43170"/>
                    </a:cubicBezTo>
                  </a:path>
                  <a:path w="22723" h="43200" stroke="0">
                    <a:moveTo>
                      <a:pt x="1122" y="0"/>
                    </a:moveTo>
                    <a:cubicBezTo>
                      <a:pt x="13052" y="0"/>
                      <a:pt x="22723" y="9670"/>
                      <a:pt x="22723" y="21600"/>
                    </a:cubicBezTo>
                    <a:cubicBezTo>
                      <a:pt x="22723" y="33529"/>
                      <a:pt x="13052" y="43200"/>
                      <a:pt x="1123" y="43200"/>
                    </a:cubicBezTo>
                    <a:cubicBezTo>
                      <a:pt x="748" y="43200"/>
                      <a:pt x="374" y="43190"/>
                      <a:pt x="0" y="43170"/>
                    </a:cubicBezTo>
                    <a:lnTo>
                      <a:pt x="1123" y="21600"/>
                    </a:lnTo>
                    <a:close/>
                  </a:path>
                </a:pathLst>
              </a:custGeom>
              <a:noFill/>
              <a:ln w="28575" cap="flat" cmpd="sng">
                <a:solidFill>
                  <a:srgbClr val="FF9900"/>
                </a:solidFill>
                <a:prstDash val="solid"/>
                <a:round/>
                <a:headEnd type="none" w="med" len="med"/>
                <a:tailEnd type="none" w="med" len="med"/>
              </a:ln>
            </p:spPr>
            <p:txBody>
              <a:bodyPr wrap="none" anchor="ctr" anchorCtr="0"/>
              <a:p>
                <a:endParaRPr lang="zh-CN" altLang="en-US" dirty="0">
                  <a:latin typeface="楷体_GB2312" pitchFamily="49" charset="-122"/>
                </a:endParaRPr>
              </a:p>
            </p:txBody>
          </p:sp>
          <p:sp>
            <p:nvSpPr>
              <p:cNvPr id="46143" name="Arc 210"/>
              <p:cNvSpPr/>
              <p:nvPr/>
            </p:nvSpPr>
            <p:spPr>
              <a:xfrm flipH="1" flipV="1">
                <a:off x="1565" y="2737"/>
                <a:ext cx="90" cy="116"/>
              </a:xfrm>
              <a:custGeom>
                <a:avLst/>
                <a:gdLst>
                  <a:gd name="txL" fmla="*/ 0 w 22723"/>
                  <a:gd name="txT" fmla="*/ 0 h 43200"/>
                  <a:gd name="txR" fmla="*/ 22723 w 22723"/>
                  <a:gd name="txB" fmla="*/ 43200 h 43200"/>
                </a:gdLst>
                <a:ahLst/>
                <a:cxnLst>
                  <a:cxn ang="0">
                    <a:pos x="1122" y="0"/>
                  </a:cxn>
                  <a:cxn ang="0">
                    <a:pos x="22723" y="21600"/>
                  </a:cxn>
                  <a:cxn ang="0">
                    <a:pos x="1123" y="43200"/>
                  </a:cxn>
                  <a:cxn ang="0">
                    <a:pos x="0" y="43170"/>
                  </a:cxn>
                  <a:cxn ang="0">
                    <a:pos x="1122" y="0"/>
                  </a:cxn>
                  <a:cxn ang="0">
                    <a:pos x="22723" y="21600"/>
                  </a:cxn>
                  <a:cxn ang="0">
                    <a:pos x="1123" y="43200"/>
                  </a:cxn>
                  <a:cxn ang="0">
                    <a:pos x="0" y="43170"/>
                  </a:cxn>
                  <a:cxn ang="0">
                    <a:pos x="1123" y="21600"/>
                  </a:cxn>
                </a:cxnLst>
                <a:rect l="txL" t="txT" r="txR" b="txB"/>
                <a:pathLst>
                  <a:path w="22723" h="43200" fill="none">
                    <a:moveTo>
                      <a:pt x="1122" y="0"/>
                    </a:moveTo>
                    <a:cubicBezTo>
                      <a:pt x="13052" y="0"/>
                      <a:pt x="22723" y="9670"/>
                      <a:pt x="22723" y="21600"/>
                    </a:cubicBezTo>
                    <a:cubicBezTo>
                      <a:pt x="22723" y="33529"/>
                      <a:pt x="13052" y="43200"/>
                      <a:pt x="1123" y="43200"/>
                    </a:cubicBezTo>
                    <a:cubicBezTo>
                      <a:pt x="748" y="43200"/>
                      <a:pt x="374" y="43190"/>
                      <a:pt x="0" y="43170"/>
                    </a:cubicBezTo>
                  </a:path>
                  <a:path w="22723" h="43200" stroke="0">
                    <a:moveTo>
                      <a:pt x="1122" y="0"/>
                    </a:moveTo>
                    <a:cubicBezTo>
                      <a:pt x="13052" y="0"/>
                      <a:pt x="22723" y="9670"/>
                      <a:pt x="22723" y="21600"/>
                    </a:cubicBezTo>
                    <a:cubicBezTo>
                      <a:pt x="22723" y="33529"/>
                      <a:pt x="13052" y="43200"/>
                      <a:pt x="1123" y="43200"/>
                    </a:cubicBezTo>
                    <a:cubicBezTo>
                      <a:pt x="748" y="43200"/>
                      <a:pt x="374" y="43190"/>
                      <a:pt x="0" y="43170"/>
                    </a:cubicBezTo>
                    <a:lnTo>
                      <a:pt x="1123" y="21600"/>
                    </a:lnTo>
                    <a:close/>
                  </a:path>
                </a:pathLst>
              </a:custGeom>
              <a:noFill/>
              <a:ln w="28575" cap="flat" cmpd="sng">
                <a:solidFill>
                  <a:srgbClr val="FF9900"/>
                </a:solidFill>
                <a:prstDash val="solid"/>
                <a:round/>
                <a:headEnd type="none" w="med" len="med"/>
                <a:tailEnd type="none" w="med" len="med"/>
              </a:ln>
            </p:spPr>
            <p:txBody>
              <a:bodyPr wrap="none" anchor="ctr" anchorCtr="0"/>
              <a:p>
                <a:endParaRPr lang="zh-CN" altLang="en-US" dirty="0">
                  <a:latin typeface="楷体_GB2312" pitchFamily="49" charset="-122"/>
                </a:endParaRPr>
              </a:p>
            </p:txBody>
          </p:sp>
          <p:sp>
            <p:nvSpPr>
              <p:cNvPr id="46144" name="Arc 211"/>
              <p:cNvSpPr/>
              <p:nvPr/>
            </p:nvSpPr>
            <p:spPr>
              <a:xfrm flipH="1" flipV="1">
                <a:off x="1565" y="2614"/>
                <a:ext cx="90" cy="116"/>
              </a:xfrm>
              <a:custGeom>
                <a:avLst/>
                <a:gdLst>
                  <a:gd name="txL" fmla="*/ 0 w 22723"/>
                  <a:gd name="txT" fmla="*/ 0 h 43200"/>
                  <a:gd name="txR" fmla="*/ 22723 w 22723"/>
                  <a:gd name="txB" fmla="*/ 43200 h 43200"/>
                </a:gdLst>
                <a:ahLst/>
                <a:cxnLst>
                  <a:cxn ang="0">
                    <a:pos x="1122" y="0"/>
                  </a:cxn>
                  <a:cxn ang="0">
                    <a:pos x="22723" y="21600"/>
                  </a:cxn>
                  <a:cxn ang="0">
                    <a:pos x="1123" y="43200"/>
                  </a:cxn>
                  <a:cxn ang="0">
                    <a:pos x="0" y="43170"/>
                  </a:cxn>
                  <a:cxn ang="0">
                    <a:pos x="1122" y="0"/>
                  </a:cxn>
                  <a:cxn ang="0">
                    <a:pos x="22723" y="21600"/>
                  </a:cxn>
                  <a:cxn ang="0">
                    <a:pos x="1123" y="43200"/>
                  </a:cxn>
                  <a:cxn ang="0">
                    <a:pos x="0" y="43170"/>
                  </a:cxn>
                  <a:cxn ang="0">
                    <a:pos x="1123" y="21600"/>
                  </a:cxn>
                </a:cxnLst>
                <a:rect l="txL" t="txT" r="txR" b="txB"/>
                <a:pathLst>
                  <a:path w="22723" h="43200" fill="none">
                    <a:moveTo>
                      <a:pt x="1122" y="0"/>
                    </a:moveTo>
                    <a:cubicBezTo>
                      <a:pt x="13052" y="0"/>
                      <a:pt x="22723" y="9670"/>
                      <a:pt x="22723" y="21600"/>
                    </a:cubicBezTo>
                    <a:cubicBezTo>
                      <a:pt x="22723" y="33529"/>
                      <a:pt x="13052" y="43200"/>
                      <a:pt x="1123" y="43200"/>
                    </a:cubicBezTo>
                    <a:cubicBezTo>
                      <a:pt x="748" y="43200"/>
                      <a:pt x="374" y="43190"/>
                      <a:pt x="0" y="43170"/>
                    </a:cubicBezTo>
                  </a:path>
                  <a:path w="22723" h="43200" stroke="0">
                    <a:moveTo>
                      <a:pt x="1122" y="0"/>
                    </a:moveTo>
                    <a:cubicBezTo>
                      <a:pt x="13052" y="0"/>
                      <a:pt x="22723" y="9670"/>
                      <a:pt x="22723" y="21600"/>
                    </a:cubicBezTo>
                    <a:cubicBezTo>
                      <a:pt x="22723" y="33529"/>
                      <a:pt x="13052" y="43200"/>
                      <a:pt x="1123" y="43200"/>
                    </a:cubicBezTo>
                    <a:cubicBezTo>
                      <a:pt x="748" y="43200"/>
                      <a:pt x="374" y="43190"/>
                      <a:pt x="0" y="43170"/>
                    </a:cubicBezTo>
                    <a:lnTo>
                      <a:pt x="1123" y="21600"/>
                    </a:lnTo>
                    <a:close/>
                  </a:path>
                </a:pathLst>
              </a:custGeom>
              <a:noFill/>
              <a:ln w="28575" cap="flat" cmpd="sng">
                <a:solidFill>
                  <a:srgbClr val="FF9900"/>
                </a:solidFill>
                <a:prstDash val="solid"/>
                <a:round/>
                <a:headEnd type="none" w="med" len="med"/>
                <a:tailEnd type="none" w="med" len="med"/>
              </a:ln>
            </p:spPr>
            <p:txBody>
              <a:bodyPr wrap="none" anchor="ctr" anchorCtr="0"/>
              <a:p>
                <a:endParaRPr lang="zh-CN" altLang="en-US" dirty="0">
                  <a:latin typeface="楷体_GB2312" pitchFamily="49" charset="-122"/>
                </a:endParaRPr>
              </a:p>
            </p:txBody>
          </p:sp>
          <p:sp>
            <p:nvSpPr>
              <p:cNvPr id="46145" name="Arc 212"/>
              <p:cNvSpPr/>
              <p:nvPr/>
            </p:nvSpPr>
            <p:spPr>
              <a:xfrm flipH="1" flipV="1">
                <a:off x="1565" y="2984"/>
                <a:ext cx="90" cy="116"/>
              </a:xfrm>
              <a:custGeom>
                <a:avLst/>
                <a:gdLst>
                  <a:gd name="txL" fmla="*/ 0 w 22723"/>
                  <a:gd name="txT" fmla="*/ 0 h 43200"/>
                  <a:gd name="txR" fmla="*/ 22723 w 22723"/>
                  <a:gd name="txB" fmla="*/ 43200 h 43200"/>
                </a:gdLst>
                <a:ahLst/>
                <a:cxnLst>
                  <a:cxn ang="0">
                    <a:pos x="1122" y="0"/>
                  </a:cxn>
                  <a:cxn ang="0">
                    <a:pos x="22723" y="21600"/>
                  </a:cxn>
                  <a:cxn ang="0">
                    <a:pos x="1123" y="43200"/>
                  </a:cxn>
                  <a:cxn ang="0">
                    <a:pos x="0" y="43170"/>
                  </a:cxn>
                  <a:cxn ang="0">
                    <a:pos x="1122" y="0"/>
                  </a:cxn>
                  <a:cxn ang="0">
                    <a:pos x="22723" y="21600"/>
                  </a:cxn>
                  <a:cxn ang="0">
                    <a:pos x="1123" y="43200"/>
                  </a:cxn>
                  <a:cxn ang="0">
                    <a:pos x="0" y="43170"/>
                  </a:cxn>
                  <a:cxn ang="0">
                    <a:pos x="1123" y="21600"/>
                  </a:cxn>
                </a:cxnLst>
                <a:rect l="txL" t="txT" r="txR" b="txB"/>
                <a:pathLst>
                  <a:path w="22723" h="43200" fill="none">
                    <a:moveTo>
                      <a:pt x="1122" y="0"/>
                    </a:moveTo>
                    <a:cubicBezTo>
                      <a:pt x="13052" y="0"/>
                      <a:pt x="22723" y="9670"/>
                      <a:pt x="22723" y="21600"/>
                    </a:cubicBezTo>
                    <a:cubicBezTo>
                      <a:pt x="22723" y="33529"/>
                      <a:pt x="13052" y="43200"/>
                      <a:pt x="1123" y="43200"/>
                    </a:cubicBezTo>
                    <a:cubicBezTo>
                      <a:pt x="748" y="43200"/>
                      <a:pt x="374" y="43190"/>
                      <a:pt x="0" y="43170"/>
                    </a:cubicBezTo>
                  </a:path>
                  <a:path w="22723" h="43200" stroke="0">
                    <a:moveTo>
                      <a:pt x="1122" y="0"/>
                    </a:moveTo>
                    <a:cubicBezTo>
                      <a:pt x="13052" y="0"/>
                      <a:pt x="22723" y="9670"/>
                      <a:pt x="22723" y="21600"/>
                    </a:cubicBezTo>
                    <a:cubicBezTo>
                      <a:pt x="22723" y="33529"/>
                      <a:pt x="13052" y="43200"/>
                      <a:pt x="1123" y="43200"/>
                    </a:cubicBezTo>
                    <a:cubicBezTo>
                      <a:pt x="748" y="43200"/>
                      <a:pt x="374" y="43190"/>
                      <a:pt x="0" y="43170"/>
                    </a:cubicBezTo>
                    <a:lnTo>
                      <a:pt x="1123" y="21600"/>
                    </a:lnTo>
                    <a:close/>
                  </a:path>
                </a:pathLst>
              </a:custGeom>
              <a:noFill/>
              <a:ln w="28575" cap="flat" cmpd="sng">
                <a:solidFill>
                  <a:srgbClr val="FF9900"/>
                </a:solidFill>
                <a:prstDash val="solid"/>
                <a:round/>
                <a:headEnd type="none" w="med" len="med"/>
                <a:tailEnd type="none" w="med" len="med"/>
              </a:ln>
            </p:spPr>
            <p:txBody>
              <a:bodyPr wrap="none" anchor="ctr" anchorCtr="0"/>
              <a:p>
                <a:endParaRPr lang="zh-CN" altLang="en-US" dirty="0">
                  <a:latin typeface="楷体_GB2312" pitchFamily="49" charset="-122"/>
                </a:endParaRPr>
              </a:p>
            </p:txBody>
          </p:sp>
        </p:grpSp>
      </p:grpSp>
      <p:grpSp>
        <p:nvGrpSpPr>
          <p:cNvPr id="15" name="Group 218"/>
          <p:cNvGrpSpPr/>
          <p:nvPr/>
        </p:nvGrpSpPr>
        <p:grpSpPr>
          <a:xfrm>
            <a:off x="900113" y="3716338"/>
            <a:ext cx="8086725" cy="577850"/>
            <a:chOff x="567" y="2341"/>
            <a:chExt cx="5094" cy="364"/>
          </a:xfrm>
        </p:grpSpPr>
        <p:graphicFrame>
          <p:nvGraphicFramePr>
            <p:cNvPr id="46087" name="Object 172"/>
            <p:cNvGraphicFramePr/>
            <p:nvPr/>
          </p:nvGraphicFramePr>
          <p:xfrm>
            <a:off x="567" y="2341"/>
            <a:ext cx="5094" cy="364"/>
          </p:xfrm>
          <a:graphic>
            <a:graphicData uri="http://schemas.openxmlformats.org/presentationml/2006/ole">
              <mc:AlternateContent xmlns:mc="http://schemas.openxmlformats.org/markup-compatibility/2006">
                <mc:Choice xmlns:v="urn:schemas-microsoft-com:vml" Requires="v">
                  <p:oleObj spid="_x0000_s3389" name="" r:id="rId38" imgW="3911600" imgH="279400" progId="Equation.3">
                    <p:embed/>
                  </p:oleObj>
                </mc:Choice>
                <mc:Fallback>
                  <p:oleObj name="" r:id="rId38" imgW="3911600" imgH="279400" progId="Equation.3">
                    <p:embed/>
                    <p:pic>
                      <p:nvPicPr>
                        <p:cNvPr id="0" name="图片 3388"/>
                        <p:cNvPicPr/>
                        <p:nvPr/>
                      </p:nvPicPr>
                      <p:blipFill>
                        <a:blip r:embed="rId39">
                          <a:clrChange>
                            <a:clrFrom>
                              <a:srgbClr val="000000"/>
                            </a:clrFrom>
                            <a:clrTo>
                              <a:srgbClr val="FFFFFF"/>
                            </a:clrTo>
                          </a:clrChange>
                        </a:blip>
                        <a:stretch>
                          <a:fillRect/>
                        </a:stretch>
                      </p:blipFill>
                      <p:spPr>
                        <a:xfrm>
                          <a:off x="567" y="2341"/>
                          <a:ext cx="5094" cy="364"/>
                        </a:xfrm>
                        <a:prstGeom prst="rect">
                          <a:avLst/>
                        </a:prstGeom>
                        <a:noFill/>
                        <a:ln w="38100">
                          <a:noFill/>
                          <a:miter/>
                        </a:ln>
                      </p:spPr>
                    </p:pic>
                  </p:oleObj>
                </mc:Fallback>
              </mc:AlternateContent>
            </a:graphicData>
          </a:graphic>
        </p:graphicFrame>
        <p:sp>
          <p:nvSpPr>
            <p:cNvPr id="46115" name="Line 215"/>
            <p:cNvSpPr/>
            <p:nvPr/>
          </p:nvSpPr>
          <p:spPr>
            <a:xfrm>
              <a:off x="2789" y="2659"/>
              <a:ext cx="409" cy="0"/>
            </a:xfrm>
            <a:prstGeom prst="line">
              <a:avLst/>
            </a:prstGeom>
            <a:ln w="9525" cap="flat" cmpd="sng">
              <a:solidFill>
                <a:schemeClr val="bg1"/>
              </a:solidFill>
              <a:prstDash val="solid"/>
              <a:headEnd type="none" w="med" len="med"/>
              <a:tailEnd type="none" w="med" len="med"/>
            </a:ln>
          </p:spPr>
        </p:sp>
        <p:sp>
          <p:nvSpPr>
            <p:cNvPr id="46116" name="Line 217"/>
            <p:cNvSpPr/>
            <p:nvPr/>
          </p:nvSpPr>
          <p:spPr>
            <a:xfrm>
              <a:off x="3941" y="2659"/>
              <a:ext cx="363" cy="0"/>
            </a:xfrm>
            <a:prstGeom prst="line">
              <a:avLst/>
            </a:prstGeom>
            <a:ln w="9525" cap="flat" cmpd="sng">
              <a:solidFill>
                <a:schemeClr val="bg1"/>
              </a:solidFill>
              <a:prstDash val="solid"/>
              <a:headEnd type="none" w="med" len="med"/>
              <a:tailEnd type="none" w="med" len="med"/>
            </a:ln>
          </p:spPr>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5" presetClass="entr" presetSubtype="0" fill="hold" grpId="0" nodeType="withEffect">
                                  <p:stCondLst>
                                    <p:cond delay="0"/>
                                  </p:stCondLst>
                                  <p:childTnLst>
                                    <p:set>
                                      <p:cBhvr>
                                        <p:cTn id="6" dur="1" fill="hold">
                                          <p:stCondLst>
                                            <p:cond delay="0"/>
                                          </p:stCondLst>
                                        </p:cTn>
                                        <p:tgtEl>
                                          <p:spTgt spid="35842"/>
                                        </p:tgtEl>
                                        <p:attrNameLst>
                                          <p:attrName>style.visibility</p:attrName>
                                        </p:attrNameLst>
                                      </p:cBhvr>
                                      <p:to>
                                        <p:strVal val="visible"/>
                                      </p:to>
                                    </p:set>
                                    <p:anim calcmode="lin" valueType="num">
                                      <p:cBhvr>
                                        <p:cTn id="7" dur="1000" fill="hold"/>
                                        <p:tgtEl>
                                          <p:spTgt spid="35842"/>
                                        </p:tgtEl>
                                        <p:attrNameLst>
                                          <p:attrName>ppt_w</p:attrName>
                                        </p:attrNameLst>
                                      </p:cBhvr>
                                      <p:tavLst>
                                        <p:tav tm="0">
                                          <p:val>
                                            <p:fltVal val="0.000000"/>
                                          </p:val>
                                        </p:tav>
                                        <p:tav tm="100000">
                                          <p:val>
                                            <p:strVal val="#ppt_w"/>
                                          </p:val>
                                        </p:tav>
                                      </p:tavLst>
                                    </p:anim>
                                    <p:anim calcmode="lin" valueType="num">
                                      <p:cBhvr>
                                        <p:cTn id="8" dur="1000" fill="hold"/>
                                        <p:tgtEl>
                                          <p:spTgt spid="35842"/>
                                        </p:tgtEl>
                                        <p:attrNameLst>
                                          <p:attrName>ppt_h</p:attrName>
                                        </p:attrNameLst>
                                      </p:cBhvr>
                                      <p:tavLst>
                                        <p:tav tm="0">
                                          <p:val>
                                            <p:fltVal val="0.000000"/>
                                          </p:val>
                                        </p:tav>
                                        <p:tav tm="100000">
                                          <p:val>
                                            <p:strVal val="#ppt_h"/>
                                          </p:val>
                                        </p:tav>
                                      </p:tavLst>
                                    </p:anim>
                                    <p:anim calcmode="lin" valueType="num">
                                      <p:cBhvr>
                                        <p:cTn id="9" dur="1000" fill="hold"/>
                                        <p:tgtEl>
                                          <p:spTgt spid="35842"/>
                                        </p:tgtEl>
                                        <p:attrNameLst>
                                          <p:attrName>ppt_x</p:attrName>
                                        </p:attrNameLst>
                                      </p:cBhvr>
                                      <p:tavLst>
                                        <p:tav tm="0" fmla="#ppt_x+(cos(-2*pi*(1-$))*-#ppt_x-sin(-2*pi*(1-$))*(1-#ppt_y))*(1-$)">
                                          <p:val>
                                            <p:fltVal val="0.000000"/>
                                          </p:val>
                                        </p:tav>
                                        <p:tav tm="100000">
                                          <p:val>
                                            <p:fltVal val="1.000000"/>
                                          </p:val>
                                        </p:tav>
                                      </p:tavLst>
                                    </p:anim>
                                    <p:anim calcmode="lin" valueType="num">
                                      <p:cBhvr>
                                        <p:cTn id="10" dur="1000" fill="hold"/>
                                        <p:tgtEl>
                                          <p:spTgt spid="35842"/>
                                        </p:tgtEl>
                                        <p:attrNameLst>
                                          <p:attrName>ppt_y</p:attrName>
                                        </p:attrNameLst>
                                      </p:cBhvr>
                                      <p:tavLst>
                                        <p:tav tm="0" fmla="#ppt_y+(sin(-2*pi*(1-$))*-#ppt_x+cos(-2*pi*(1-$))*(1-#ppt_y))*(1-$)">
                                          <p:val>
                                            <p:fltVal val="0.000000"/>
                                          </p:val>
                                        </p:tav>
                                        <p:tav tm="100000">
                                          <p:val>
                                            <p:fltVal val="1.000000"/>
                                          </p:val>
                                        </p:tav>
                                      </p:tavLst>
                                    </p:anim>
                                  </p:childTnLst>
                                </p:cTn>
                              </p:par>
                            </p:childTnLst>
                          </p:cTn>
                        </p:par>
                        <p:par>
                          <p:cTn id="11" fill="hold">
                            <p:stCondLst>
                              <p:cond delay="1000"/>
                            </p:stCondLst>
                            <p:childTnLst>
                              <p:par>
                                <p:cTn id="12" presetID="3" presetClass="entr" presetSubtype="10" fill="hold" nodeType="afterEffect">
                                  <p:stCondLst>
                                    <p:cond delay="0"/>
                                  </p:stCondLst>
                                  <p:childTnLst>
                                    <p:set>
                                      <p:cBhvr>
                                        <p:cTn id="13" dur="1" fill="hold">
                                          <p:stCondLst>
                                            <p:cond delay="0"/>
                                          </p:stCondLst>
                                        </p:cTn>
                                        <p:tgtEl>
                                          <p:spTgt spid="12"/>
                                        </p:tgtEl>
                                        <p:attrNameLst>
                                          <p:attrName>style.visibility</p:attrName>
                                        </p:attrNameLst>
                                      </p:cBhvr>
                                      <p:to>
                                        <p:strVal val="visible"/>
                                      </p:to>
                                    </p:set>
                                    <p:animEffect transition="in" filter="blinds(horizontal)">
                                      <p:cBhvr>
                                        <p:cTn id="14" dur="500"/>
                                        <p:tgtEl>
                                          <p:spTgt spid="12"/>
                                        </p:tgtEl>
                                      </p:cBhvr>
                                    </p:animEffect>
                                  </p:childTnLst>
                                </p:cTn>
                              </p:par>
                            </p:childTnLst>
                          </p:cTn>
                        </p:par>
                        <p:par>
                          <p:cTn id="15" fill="hold">
                            <p:stCondLst>
                              <p:cond delay="1500"/>
                            </p:stCondLst>
                            <p:childTnLst>
                              <p:par>
                                <p:cTn id="16" presetID="3" presetClass="entr" presetSubtype="10" fill="hold" grpId="0" nodeType="afterEffect">
                                  <p:stCondLst>
                                    <p:cond delay="0"/>
                                  </p:stCondLst>
                                  <p:childTnLst>
                                    <p:set>
                                      <p:cBhvr>
                                        <p:cTn id="17" dur="1" fill="hold">
                                          <p:stCondLst>
                                            <p:cond delay="0"/>
                                          </p:stCondLst>
                                        </p:cTn>
                                        <p:tgtEl>
                                          <p:spTgt spid="35843"/>
                                        </p:tgtEl>
                                        <p:attrNameLst>
                                          <p:attrName>style.visibility</p:attrName>
                                        </p:attrNameLst>
                                      </p:cBhvr>
                                      <p:to>
                                        <p:strVal val="visible"/>
                                      </p:to>
                                    </p:set>
                                    <p:animEffect transition="in" filter="blinds(horizontal)">
                                      <p:cBhvr>
                                        <p:cTn id="18" dur="500"/>
                                        <p:tgtEl>
                                          <p:spTgt spid="35843"/>
                                        </p:tgtEl>
                                      </p:cBhvr>
                                    </p:animEffect>
                                  </p:childTnLst>
                                </p:cTn>
                              </p:par>
                            </p:childTnLst>
                          </p:cTn>
                        </p:par>
                        <p:par>
                          <p:cTn id="19" fill="hold">
                            <p:stCondLst>
                              <p:cond delay="2000"/>
                            </p:stCondLst>
                            <p:childTnLst>
                              <p:par>
                                <p:cTn id="20" presetID="2" presetClass="entr" presetSubtype="2" fill="hold" nodeType="afterEffect">
                                  <p:stCondLst>
                                    <p:cond delay="0"/>
                                  </p:stCondLst>
                                  <p:childTnLst>
                                    <p:set>
                                      <p:cBhvr>
                                        <p:cTn id="21" dur="1" fill="hold">
                                          <p:stCondLst>
                                            <p:cond delay="0"/>
                                          </p:stCondLst>
                                        </p:cTn>
                                        <p:tgtEl>
                                          <p:spTgt spid="35844"/>
                                        </p:tgtEl>
                                        <p:attrNameLst>
                                          <p:attrName>style.visibility</p:attrName>
                                        </p:attrNameLst>
                                      </p:cBhvr>
                                      <p:to>
                                        <p:strVal val="visible"/>
                                      </p:to>
                                    </p:set>
                                    <p:anim calcmode="lin" valueType="num">
                                      <p:cBhvr additive="base">
                                        <p:cTn id="22" dur="500" fill="hold"/>
                                        <p:tgtEl>
                                          <p:spTgt spid="35844"/>
                                        </p:tgtEl>
                                        <p:attrNameLst>
                                          <p:attrName>ppt_x</p:attrName>
                                        </p:attrNameLst>
                                      </p:cBhvr>
                                      <p:tavLst>
                                        <p:tav tm="0">
                                          <p:val>
                                            <p:strVal val="1+#ppt_w/2"/>
                                          </p:val>
                                        </p:tav>
                                        <p:tav tm="100000">
                                          <p:val>
                                            <p:strVal val="#ppt_x"/>
                                          </p:val>
                                        </p:tav>
                                      </p:tavLst>
                                    </p:anim>
                                    <p:anim calcmode="lin" valueType="num">
                                      <p:cBhvr additive="base">
                                        <p:cTn id="23" dur="500" fill="hold"/>
                                        <p:tgtEl>
                                          <p:spTgt spid="35844"/>
                                        </p:tgtEl>
                                        <p:attrNameLst>
                                          <p:attrName>ppt_y</p:attrName>
                                        </p:attrNameLst>
                                      </p:cBhvr>
                                      <p:tavLst>
                                        <p:tav tm="0">
                                          <p:val>
                                            <p:strVal val="#ppt_y"/>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15" presetClass="entr" presetSubtype="0" fill="hold" grpId="0" nodeType="clickEffect">
                                  <p:stCondLst>
                                    <p:cond delay="0"/>
                                  </p:stCondLst>
                                  <p:childTnLst>
                                    <p:set>
                                      <p:cBhvr>
                                        <p:cTn id="27" dur="1" fill="hold">
                                          <p:stCondLst>
                                            <p:cond delay="0"/>
                                          </p:stCondLst>
                                        </p:cTn>
                                        <p:tgtEl>
                                          <p:spTgt spid="35891"/>
                                        </p:tgtEl>
                                        <p:attrNameLst>
                                          <p:attrName>style.visibility</p:attrName>
                                        </p:attrNameLst>
                                      </p:cBhvr>
                                      <p:to>
                                        <p:strVal val="visible"/>
                                      </p:to>
                                    </p:set>
                                    <p:anim calcmode="lin" valueType="num">
                                      <p:cBhvr>
                                        <p:cTn id="28" dur="1000" fill="hold"/>
                                        <p:tgtEl>
                                          <p:spTgt spid="35891"/>
                                        </p:tgtEl>
                                        <p:attrNameLst>
                                          <p:attrName>ppt_w</p:attrName>
                                        </p:attrNameLst>
                                      </p:cBhvr>
                                      <p:tavLst>
                                        <p:tav tm="0">
                                          <p:val>
                                            <p:fltVal val="0.000000"/>
                                          </p:val>
                                        </p:tav>
                                        <p:tav tm="100000">
                                          <p:val>
                                            <p:strVal val="#ppt_w"/>
                                          </p:val>
                                        </p:tav>
                                      </p:tavLst>
                                    </p:anim>
                                    <p:anim calcmode="lin" valueType="num">
                                      <p:cBhvr>
                                        <p:cTn id="29" dur="1000" fill="hold"/>
                                        <p:tgtEl>
                                          <p:spTgt spid="35891"/>
                                        </p:tgtEl>
                                        <p:attrNameLst>
                                          <p:attrName>ppt_h</p:attrName>
                                        </p:attrNameLst>
                                      </p:cBhvr>
                                      <p:tavLst>
                                        <p:tav tm="0">
                                          <p:val>
                                            <p:fltVal val="0.000000"/>
                                          </p:val>
                                        </p:tav>
                                        <p:tav tm="100000">
                                          <p:val>
                                            <p:strVal val="#ppt_h"/>
                                          </p:val>
                                        </p:tav>
                                      </p:tavLst>
                                    </p:anim>
                                    <p:anim calcmode="lin" valueType="num">
                                      <p:cBhvr>
                                        <p:cTn id="30" dur="1000" fill="hold"/>
                                        <p:tgtEl>
                                          <p:spTgt spid="35891"/>
                                        </p:tgtEl>
                                        <p:attrNameLst>
                                          <p:attrName>ppt_x</p:attrName>
                                        </p:attrNameLst>
                                      </p:cBhvr>
                                      <p:tavLst>
                                        <p:tav tm="0" fmla="#ppt_x+(cos(-2*pi*(1-$))*-#ppt_x-sin(-2*pi*(1-$))*(1-#ppt_y))*(1-$)">
                                          <p:val>
                                            <p:fltVal val="0.000000"/>
                                          </p:val>
                                        </p:tav>
                                        <p:tav tm="100000">
                                          <p:val>
                                            <p:fltVal val="1.000000"/>
                                          </p:val>
                                        </p:tav>
                                      </p:tavLst>
                                    </p:anim>
                                    <p:anim calcmode="lin" valueType="num">
                                      <p:cBhvr>
                                        <p:cTn id="31" dur="1000" fill="hold"/>
                                        <p:tgtEl>
                                          <p:spTgt spid="35891"/>
                                        </p:tgtEl>
                                        <p:attrNameLst>
                                          <p:attrName>ppt_y</p:attrName>
                                        </p:attrNameLst>
                                      </p:cBhvr>
                                      <p:tavLst>
                                        <p:tav tm="0" fmla="#ppt_y+(sin(-2*pi*(1-$))*-#ppt_x+cos(-2*pi*(1-$))*(1-#ppt_y))*(1-$)">
                                          <p:val>
                                            <p:fltVal val="0.000000"/>
                                          </p:val>
                                        </p:tav>
                                        <p:tav tm="100000">
                                          <p:val>
                                            <p:fltVal val="1.000000"/>
                                          </p:val>
                                        </p:tav>
                                      </p:tavLst>
                                    </p:anim>
                                  </p:childTnLst>
                                </p:cTn>
                              </p:par>
                            </p:childTnLst>
                          </p:cTn>
                        </p:par>
                      </p:childTnLst>
                    </p:cTn>
                  </p:par>
                  <p:par>
                    <p:cTn id="32" fill="hold">
                      <p:stCondLst>
                        <p:cond delay="indefinite"/>
                      </p:stCondLst>
                      <p:childTnLst>
                        <p:par>
                          <p:cTn id="33" fill="hold">
                            <p:stCondLst>
                              <p:cond delay="0"/>
                            </p:stCondLst>
                            <p:childTnLst>
                              <p:par>
                                <p:cTn id="34" presetID="22" presetClass="entr" presetSubtype="8" fill="hold" nodeType="clickEffect">
                                  <p:stCondLst>
                                    <p:cond delay="0"/>
                                  </p:stCondLst>
                                  <p:childTnLst>
                                    <p:set>
                                      <p:cBhvr>
                                        <p:cTn id="35" dur="1" fill="hold">
                                          <p:stCondLst>
                                            <p:cond delay="0"/>
                                          </p:stCondLst>
                                        </p:cTn>
                                        <p:tgtEl>
                                          <p:spTgt spid="4"/>
                                        </p:tgtEl>
                                        <p:attrNameLst>
                                          <p:attrName>style.visibility</p:attrName>
                                        </p:attrNameLst>
                                      </p:cBhvr>
                                      <p:to>
                                        <p:strVal val="visible"/>
                                      </p:to>
                                    </p:set>
                                    <p:animEffect transition="in" filter="wipe(left)">
                                      <p:cBhvr>
                                        <p:cTn id="36" dur="2000"/>
                                        <p:tgtEl>
                                          <p:spTgt spid="4"/>
                                        </p:tgtEl>
                                      </p:cBhvr>
                                    </p:animEffect>
                                  </p:childTnLst>
                                </p:cTn>
                              </p:par>
                            </p:childTnLst>
                          </p:cTn>
                        </p:par>
                      </p:childTnLst>
                    </p:cTn>
                  </p:par>
                  <p:par>
                    <p:cTn id="37" fill="hold">
                      <p:stCondLst>
                        <p:cond delay="indefinite"/>
                      </p:stCondLst>
                      <p:childTnLst>
                        <p:par>
                          <p:cTn id="38" fill="hold">
                            <p:stCondLst>
                              <p:cond delay="0"/>
                            </p:stCondLst>
                            <p:childTnLst>
                              <p:par>
                                <p:cTn id="39" presetID="22" presetClass="entr" presetSubtype="8" fill="hold" nodeType="clickEffect">
                                  <p:stCondLst>
                                    <p:cond delay="0"/>
                                  </p:stCondLst>
                                  <p:childTnLst>
                                    <p:set>
                                      <p:cBhvr>
                                        <p:cTn id="40" dur="1" fill="hold">
                                          <p:stCondLst>
                                            <p:cond delay="0"/>
                                          </p:stCondLst>
                                        </p:cTn>
                                        <p:tgtEl>
                                          <p:spTgt spid="5"/>
                                        </p:tgtEl>
                                        <p:attrNameLst>
                                          <p:attrName>style.visibility</p:attrName>
                                        </p:attrNameLst>
                                      </p:cBhvr>
                                      <p:to>
                                        <p:strVal val="visible"/>
                                      </p:to>
                                    </p:set>
                                    <p:animEffect transition="in" filter="wipe(left)">
                                      <p:cBhvr>
                                        <p:cTn id="41" dur="2000"/>
                                        <p:tgtEl>
                                          <p:spTgt spid="5"/>
                                        </p:tgtEl>
                                      </p:cBhvr>
                                    </p:animEffect>
                                  </p:childTnLst>
                                </p:cTn>
                              </p:par>
                            </p:childTnLst>
                          </p:cTn>
                        </p:par>
                      </p:childTnLst>
                    </p:cTn>
                  </p:par>
                  <p:par>
                    <p:cTn id="42" fill="hold">
                      <p:stCondLst>
                        <p:cond delay="indefinite"/>
                      </p:stCondLst>
                      <p:childTnLst>
                        <p:par>
                          <p:cTn id="43" fill="hold">
                            <p:stCondLst>
                              <p:cond delay="0"/>
                            </p:stCondLst>
                            <p:childTnLst>
                              <p:par>
                                <p:cTn id="44" presetID="22" presetClass="entr" presetSubtype="4" fill="hold" nodeType="clickEffect">
                                  <p:stCondLst>
                                    <p:cond delay="0"/>
                                  </p:stCondLst>
                                  <p:childTnLst>
                                    <p:set>
                                      <p:cBhvr>
                                        <p:cTn id="45" dur="1" fill="hold">
                                          <p:stCondLst>
                                            <p:cond delay="0"/>
                                          </p:stCondLst>
                                        </p:cTn>
                                        <p:tgtEl>
                                          <p:spTgt spid="7"/>
                                        </p:tgtEl>
                                        <p:attrNameLst>
                                          <p:attrName>style.visibility</p:attrName>
                                        </p:attrNameLst>
                                      </p:cBhvr>
                                      <p:to>
                                        <p:strVal val="visible"/>
                                      </p:to>
                                    </p:set>
                                    <p:animEffect transition="in" filter="wipe(down)">
                                      <p:cBhvr>
                                        <p:cTn id="46" dur="2000"/>
                                        <p:tgtEl>
                                          <p:spTgt spid="7"/>
                                        </p:tgtEl>
                                      </p:cBhvr>
                                    </p:animEffect>
                                  </p:childTnLst>
                                </p:cTn>
                              </p:par>
                            </p:childTnLst>
                          </p:cTn>
                        </p:par>
                      </p:childTnLst>
                    </p:cTn>
                  </p:par>
                  <p:par>
                    <p:cTn id="47" fill="hold">
                      <p:stCondLst>
                        <p:cond delay="indefinite"/>
                      </p:stCondLst>
                      <p:childTnLst>
                        <p:par>
                          <p:cTn id="48" fill="hold">
                            <p:stCondLst>
                              <p:cond delay="0"/>
                            </p:stCondLst>
                            <p:childTnLst>
                              <p:par>
                                <p:cTn id="49" presetID="22" presetClass="entr" presetSubtype="4" fill="hold" nodeType="clickEffect">
                                  <p:stCondLst>
                                    <p:cond delay="0"/>
                                  </p:stCondLst>
                                  <p:childTnLst>
                                    <p:set>
                                      <p:cBhvr>
                                        <p:cTn id="50" dur="1" fill="hold">
                                          <p:stCondLst>
                                            <p:cond delay="0"/>
                                          </p:stCondLst>
                                        </p:cTn>
                                        <p:tgtEl>
                                          <p:spTgt spid="6"/>
                                        </p:tgtEl>
                                        <p:attrNameLst>
                                          <p:attrName>style.visibility</p:attrName>
                                        </p:attrNameLst>
                                      </p:cBhvr>
                                      <p:to>
                                        <p:strVal val="visible"/>
                                      </p:to>
                                    </p:set>
                                    <p:animEffect transition="in" filter="wipe(down)">
                                      <p:cBhvr>
                                        <p:cTn id="51" dur="2000"/>
                                        <p:tgtEl>
                                          <p:spTgt spid="6"/>
                                        </p:tgtEl>
                                      </p:cBhvr>
                                    </p:animEffect>
                                  </p:childTnLst>
                                </p:cTn>
                              </p:par>
                            </p:childTnLst>
                          </p:cTn>
                        </p:par>
                      </p:childTnLst>
                    </p:cTn>
                  </p:par>
                  <p:par>
                    <p:cTn id="52" fill="hold">
                      <p:stCondLst>
                        <p:cond delay="indefinite"/>
                      </p:stCondLst>
                      <p:childTnLst>
                        <p:par>
                          <p:cTn id="53" fill="hold">
                            <p:stCondLst>
                              <p:cond delay="0"/>
                            </p:stCondLst>
                            <p:childTnLst>
                              <p:par>
                                <p:cTn id="54" presetID="22" presetClass="entr" presetSubtype="4" fill="hold" nodeType="clickEffect">
                                  <p:stCondLst>
                                    <p:cond delay="0"/>
                                  </p:stCondLst>
                                  <p:childTnLst>
                                    <p:set>
                                      <p:cBhvr>
                                        <p:cTn id="55" dur="1" fill="hold">
                                          <p:stCondLst>
                                            <p:cond delay="0"/>
                                          </p:stCondLst>
                                        </p:cTn>
                                        <p:tgtEl>
                                          <p:spTgt spid="8"/>
                                        </p:tgtEl>
                                        <p:attrNameLst>
                                          <p:attrName>style.visibility</p:attrName>
                                        </p:attrNameLst>
                                      </p:cBhvr>
                                      <p:to>
                                        <p:strVal val="visible"/>
                                      </p:to>
                                    </p:set>
                                    <p:animEffect transition="in" filter="wipe(down)">
                                      <p:cBhvr>
                                        <p:cTn id="56" dur="2000"/>
                                        <p:tgtEl>
                                          <p:spTgt spid="8"/>
                                        </p:tgtEl>
                                      </p:cBhvr>
                                    </p:animEffect>
                                  </p:childTnLst>
                                </p:cTn>
                              </p:par>
                            </p:childTnLst>
                          </p:cTn>
                        </p:par>
                      </p:childTnLst>
                    </p:cTn>
                  </p:par>
                  <p:par>
                    <p:cTn id="57" fill="hold">
                      <p:stCondLst>
                        <p:cond delay="indefinite"/>
                      </p:stCondLst>
                      <p:childTnLst>
                        <p:par>
                          <p:cTn id="58" fill="hold">
                            <p:stCondLst>
                              <p:cond delay="0"/>
                            </p:stCondLst>
                            <p:childTnLst>
                              <p:par>
                                <p:cTn id="59" presetID="22" presetClass="entr" presetSubtype="4" fill="hold" nodeType="clickEffect">
                                  <p:stCondLst>
                                    <p:cond delay="0"/>
                                  </p:stCondLst>
                                  <p:childTnLst>
                                    <p:set>
                                      <p:cBhvr>
                                        <p:cTn id="60" dur="1" fill="hold">
                                          <p:stCondLst>
                                            <p:cond delay="0"/>
                                          </p:stCondLst>
                                        </p:cTn>
                                        <p:tgtEl>
                                          <p:spTgt spid="10"/>
                                        </p:tgtEl>
                                        <p:attrNameLst>
                                          <p:attrName>style.visibility</p:attrName>
                                        </p:attrNameLst>
                                      </p:cBhvr>
                                      <p:to>
                                        <p:strVal val="visible"/>
                                      </p:to>
                                    </p:set>
                                    <p:animEffect transition="in" filter="wipe(down)">
                                      <p:cBhvr>
                                        <p:cTn id="61" dur="500"/>
                                        <p:tgtEl>
                                          <p:spTgt spid="10"/>
                                        </p:tgtEl>
                                      </p:cBhvr>
                                    </p:animEffect>
                                  </p:childTnLst>
                                </p:cTn>
                              </p:par>
                            </p:childTnLst>
                          </p:cTn>
                        </p:par>
                      </p:childTnLst>
                    </p:cTn>
                  </p:par>
                  <p:par>
                    <p:cTn id="62" fill="hold">
                      <p:stCondLst>
                        <p:cond delay="indefinite"/>
                      </p:stCondLst>
                      <p:childTnLst>
                        <p:par>
                          <p:cTn id="63" fill="hold">
                            <p:stCondLst>
                              <p:cond delay="0"/>
                            </p:stCondLst>
                            <p:childTnLst>
                              <p:par>
                                <p:cTn id="64" presetID="2" presetClass="entr" presetSubtype="2" fill="hold" nodeType="clickEffect">
                                  <p:stCondLst>
                                    <p:cond delay="0"/>
                                  </p:stCondLst>
                                  <p:childTnLst>
                                    <p:set>
                                      <p:cBhvr>
                                        <p:cTn id="65" dur="1" fill="hold">
                                          <p:stCondLst>
                                            <p:cond delay="0"/>
                                          </p:stCondLst>
                                        </p:cTn>
                                        <p:tgtEl>
                                          <p:spTgt spid="36041"/>
                                        </p:tgtEl>
                                        <p:attrNameLst>
                                          <p:attrName>style.visibility</p:attrName>
                                        </p:attrNameLst>
                                      </p:cBhvr>
                                      <p:to>
                                        <p:strVal val="visible"/>
                                      </p:to>
                                    </p:set>
                                    <p:anim calcmode="lin" valueType="num">
                                      <p:cBhvr additive="base">
                                        <p:cTn id="66" dur="500" fill="hold"/>
                                        <p:tgtEl>
                                          <p:spTgt spid="36041"/>
                                        </p:tgtEl>
                                        <p:attrNameLst>
                                          <p:attrName>ppt_x</p:attrName>
                                        </p:attrNameLst>
                                      </p:cBhvr>
                                      <p:tavLst>
                                        <p:tav tm="0">
                                          <p:val>
                                            <p:strVal val="1+#ppt_w/2"/>
                                          </p:val>
                                        </p:tav>
                                        <p:tav tm="100000">
                                          <p:val>
                                            <p:strVal val="#ppt_x"/>
                                          </p:val>
                                        </p:tav>
                                      </p:tavLst>
                                    </p:anim>
                                    <p:anim calcmode="lin" valueType="num">
                                      <p:cBhvr additive="base">
                                        <p:cTn id="67" dur="500" fill="hold"/>
                                        <p:tgtEl>
                                          <p:spTgt spid="36041"/>
                                        </p:tgtEl>
                                        <p:attrNameLst>
                                          <p:attrName>ppt_y</p:attrName>
                                        </p:attrNameLst>
                                      </p:cBhvr>
                                      <p:tavLst>
                                        <p:tav tm="0">
                                          <p:val>
                                            <p:strVal val="#ppt_y"/>
                                          </p:val>
                                        </p:tav>
                                        <p:tav tm="100000">
                                          <p:val>
                                            <p:strVal val="#ppt_y"/>
                                          </p:val>
                                        </p:tav>
                                      </p:tavLst>
                                    </p:anim>
                                  </p:childTnLst>
                                </p:cTn>
                              </p:par>
                            </p:childTnLst>
                          </p:cTn>
                        </p:par>
                      </p:childTnLst>
                    </p:cTn>
                  </p:par>
                  <p:par>
                    <p:cTn id="68" fill="hold">
                      <p:stCondLst>
                        <p:cond delay="indefinite"/>
                      </p:stCondLst>
                      <p:childTnLst>
                        <p:par>
                          <p:cTn id="69" fill="hold">
                            <p:stCondLst>
                              <p:cond delay="0"/>
                            </p:stCondLst>
                            <p:childTnLst>
                              <p:par>
                                <p:cTn id="70" presetID="22" presetClass="entr" presetSubtype="8" fill="hold" nodeType="clickEffect">
                                  <p:stCondLst>
                                    <p:cond delay="0"/>
                                  </p:stCondLst>
                                  <p:childTnLst>
                                    <p:set>
                                      <p:cBhvr>
                                        <p:cTn id="71" dur="1" fill="hold">
                                          <p:stCondLst>
                                            <p:cond delay="0"/>
                                          </p:stCondLst>
                                        </p:cTn>
                                        <p:tgtEl>
                                          <p:spTgt spid="15"/>
                                        </p:tgtEl>
                                        <p:attrNameLst>
                                          <p:attrName>style.visibility</p:attrName>
                                        </p:attrNameLst>
                                      </p:cBhvr>
                                      <p:to>
                                        <p:strVal val="visible"/>
                                      </p:to>
                                    </p:set>
                                    <p:animEffect transition="in" filter="wipe(left)">
                                      <p:cBhvr>
                                        <p:cTn id="72" dur="1000"/>
                                        <p:tgtEl>
                                          <p:spTgt spid="15"/>
                                        </p:tgtEl>
                                      </p:cBhvr>
                                    </p:animEffect>
                                  </p:childTnLst>
                                </p:cTn>
                              </p:par>
                            </p:childTnLst>
                          </p:cTn>
                        </p:par>
                      </p:childTnLst>
                    </p:cTn>
                  </p:par>
                  <p:par>
                    <p:cTn id="73" fill="hold">
                      <p:stCondLst>
                        <p:cond delay="indefinite"/>
                      </p:stCondLst>
                      <p:childTnLst>
                        <p:par>
                          <p:cTn id="74" fill="hold">
                            <p:stCondLst>
                              <p:cond delay="0"/>
                            </p:stCondLst>
                            <p:childTnLst>
                              <p:par>
                                <p:cTn id="75" presetID="22" presetClass="entr" presetSubtype="1" fill="hold" nodeType="clickEffect">
                                  <p:stCondLst>
                                    <p:cond delay="0"/>
                                  </p:stCondLst>
                                  <p:childTnLst>
                                    <p:set>
                                      <p:cBhvr>
                                        <p:cTn id="76" dur="1" fill="hold">
                                          <p:stCondLst>
                                            <p:cond delay="0"/>
                                          </p:stCondLst>
                                        </p:cTn>
                                        <p:tgtEl>
                                          <p:spTgt spid="36013"/>
                                        </p:tgtEl>
                                        <p:attrNameLst>
                                          <p:attrName>style.visibility</p:attrName>
                                        </p:attrNameLst>
                                      </p:cBhvr>
                                      <p:to>
                                        <p:strVal val="visible"/>
                                      </p:to>
                                    </p:set>
                                    <p:animEffect transition="in" filter="wipe(up)">
                                      <p:cBhvr>
                                        <p:cTn id="77" dur="2000"/>
                                        <p:tgtEl>
                                          <p:spTgt spid="36013"/>
                                        </p:tgtEl>
                                      </p:cBhvr>
                                    </p:animEffect>
                                  </p:childTnLst>
                                </p:cTn>
                              </p:par>
                            </p:childTnLst>
                          </p:cTn>
                        </p:par>
                      </p:childTnLst>
                    </p:cTn>
                  </p:par>
                  <p:par>
                    <p:cTn id="78" fill="hold">
                      <p:stCondLst>
                        <p:cond delay="indefinite"/>
                      </p:stCondLst>
                      <p:childTnLst>
                        <p:par>
                          <p:cTn id="79" fill="hold">
                            <p:stCondLst>
                              <p:cond delay="0"/>
                            </p:stCondLst>
                            <p:childTnLst>
                              <p:par>
                                <p:cTn id="80" presetID="22" presetClass="entr" presetSubtype="1" fill="hold" nodeType="clickEffect">
                                  <p:stCondLst>
                                    <p:cond delay="0"/>
                                  </p:stCondLst>
                                  <p:childTnLst>
                                    <p:set>
                                      <p:cBhvr>
                                        <p:cTn id="81" dur="1" fill="hold">
                                          <p:stCondLst>
                                            <p:cond delay="0"/>
                                          </p:stCondLst>
                                        </p:cTn>
                                        <p:tgtEl>
                                          <p:spTgt spid="36014"/>
                                        </p:tgtEl>
                                        <p:attrNameLst>
                                          <p:attrName>style.visibility</p:attrName>
                                        </p:attrNameLst>
                                      </p:cBhvr>
                                      <p:to>
                                        <p:strVal val="visible"/>
                                      </p:to>
                                    </p:set>
                                    <p:animEffect transition="in" filter="wipe(up)">
                                      <p:cBhvr>
                                        <p:cTn id="82" dur="2000"/>
                                        <p:tgtEl>
                                          <p:spTgt spid="36014"/>
                                        </p:tgtEl>
                                      </p:cBhvr>
                                    </p:animEffect>
                                  </p:childTnLst>
                                </p:cTn>
                              </p:par>
                            </p:childTnLst>
                          </p:cTn>
                        </p:par>
                      </p:childTnLst>
                    </p:cTn>
                  </p:par>
                  <p:par>
                    <p:cTn id="83" fill="hold">
                      <p:stCondLst>
                        <p:cond delay="indefinite"/>
                      </p:stCondLst>
                      <p:childTnLst>
                        <p:par>
                          <p:cTn id="84" fill="hold">
                            <p:stCondLst>
                              <p:cond delay="0"/>
                            </p:stCondLst>
                            <p:childTnLst>
                              <p:par>
                                <p:cTn id="85" presetID="22" presetClass="entr" presetSubtype="1" fill="hold" nodeType="clickEffect">
                                  <p:stCondLst>
                                    <p:cond delay="0"/>
                                  </p:stCondLst>
                                  <p:childTnLst>
                                    <p:set>
                                      <p:cBhvr>
                                        <p:cTn id="86" dur="1" fill="hold">
                                          <p:stCondLst>
                                            <p:cond delay="0"/>
                                          </p:stCondLst>
                                        </p:cTn>
                                        <p:tgtEl>
                                          <p:spTgt spid="36015"/>
                                        </p:tgtEl>
                                        <p:attrNameLst>
                                          <p:attrName>style.visibility</p:attrName>
                                        </p:attrNameLst>
                                      </p:cBhvr>
                                      <p:to>
                                        <p:strVal val="visible"/>
                                      </p:to>
                                    </p:set>
                                    <p:animEffect transition="in" filter="wipe(up)">
                                      <p:cBhvr>
                                        <p:cTn id="87" dur="2000"/>
                                        <p:tgtEl>
                                          <p:spTgt spid="360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5842" grpId="0"/>
      <p:bldP spid="35843" grpId="0"/>
      <p:bldP spid="35891" grpId="0" animBg="1"/>
    </p:bld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3828" name="Text Box 36"/>
          <p:cNvSpPr txBox="1"/>
          <p:nvPr/>
        </p:nvSpPr>
        <p:spPr>
          <a:xfrm>
            <a:off x="323850" y="476250"/>
            <a:ext cx="1439863" cy="579438"/>
          </a:xfrm>
          <a:prstGeom prst="rect">
            <a:avLst/>
          </a:prstGeom>
          <a:noFill/>
          <a:ln w="9525">
            <a:noFill/>
          </a:ln>
        </p:spPr>
        <p:txBody>
          <a:bodyPr>
            <a:spAutoFit/>
          </a:bodyPr>
          <a:p>
            <a:pPr>
              <a:spcBef>
                <a:spcPct val="50000"/>
              </a:spcBef>
            </a:pPr>
            <a:r>
              <a:rPr lang="zh-CN" altLang="en-US" sz="3200" dirty="0">
                <a:solidFill>
                  <a:schemeClr val="bg1"/>
                </a:solidFill>
                <a:latin typeface="Times New Roman" panose="02020603050405020304" pitchFamily="18" charset="0"/>
                <a:ea typeface="宋体" panose="02010600030101010101" pitchFamily="2" charset="-122"/>
              </a:rPr>
              <a:t>例</a:t>
            </a:r>
            <a:r>
              <a:rPr lang="en-US" altLang="zh-CN" sz="3200" b="0" dirty="0">
                <a:solidFill>
                  <a:schemeClr val="bg1"/>
                </a:solidFill>
                <a:latin typeface="Times New Roman" panose="02020603050405020304" pitchFamily="18" charset="0"/>
                <a:ea typeface="宋体" panose="02010600030101010101" pitchFamily="2" charset="-122"/>
              </a:rPr>
              <a:t>3-11</a:t>
            </a:r>
            <a:endParaRPr lang="en-US" altLang="zh-CN" sz="3200" b="0" dirty="0">
              <a:solidFill>
                <a:schemeClr val="bg1"/>
              </a:solidFill>
              <a:latin typeface="Times New Roman" panose="02020603050405020304" pitchFamily="18" charset="0"/>
              <a:ea typeface="宋体" panose="02010600030101010101" pitchFamily="2" charset="-122"/>
            </a:endParaRPr>
          </a:p>
        </p:txBody>
      </p:sp>
      <p:sp>
        <p:nvSpPr>
          <p:cNvPr id="33829" name="Text Box 37"/>
          <p:cNvSpPr txBox="1"/>
          <p:nvPr/>
        </p:nvSpPr>
        <p:spPr>
          <a:xfrm>
            <a:off x="1619250" y="468313"/>
            <a:ext cx="7272338" cy="519112"/>
          </a:xfrm>
          <a:prstGeom prst="rect">
            <a:avLst/>
          </a:prstGeom>
          <a:noFill/>
          <a:ln w="9525">
            <a:noFill/>
          </a:ln>
        </p:spPr>
        <p:txBody>
          <a:bodyPr>
            <a:spAutoFit/>
          </a:bodyPr>
          <a:p>
            <a:r>
              <a:rPr lang="zh-CN" altLang="en-US" dirty="0">
                <a:latin typeface="楷体_GB2312" pitchFamily="49" charset="-122"/>
              </a:rPr>
              <a:t>求</a:t>
            </a:r>
            <a:r>
              <a:rPr lang="en-US" altLang="zh-CN" b="0" i="1" dirty="0">
                <a:solidFill>
                  <a:schemeClr val="bg1"/>
                </a:solidFill>
                <a:latin typeface="Times New Roman" panose="02020603050405020304" pitchFamily="18" charset="0"/>
              </a:rPr>
              <a:t>RL</a:t>
            </a:r>
            <a:r>
              <a:rPr lang="zh-CN" altLang="en-US" dirty="0">
                <a:latin typeface="楷体_GB2312" pitchFamily="49" charset="-122"/>
              </a:rPr>
              <a:t>串联电路在正弦输入下的零状态响应。</a:t>
            </a:r>
            <a:endParaRPr lang="zh-CN" altLang="en-US" dirty="0">
              <a:latin typeface="楷体_GB2312" pitchFamily="49" charset="-122"/>
            </a:endParaRPr>
          </a:p>
        </p:txBody>
      </p:sp>
      <p:sp>
        <p:nvSpPr>
          <p:cNvPr id="33836" name="Text Box 44"/>
          <p:cNvSpPr txBox="1"/>
          <p:nvPr/>
        </p:nvSpPr>
        <p:spPr>
          <a:xfrm>
            <a:off x="395288" y="1557338"/>
            <a:ext cx="542925" cy="519112"/>
          </a:xfrm>
          <a:prstGeom prst="rect">
            <a:avLst/>
          </a:prstGeom>
          <a:solidFill>
            <a:srgbClr val="990033"/>
          </a:solidFill>
          <a:ln w="9525">
            <a:noFill/>
          </a:ln>
        </p:spPr>
        <p:txBody>
          <a:bodyPr wrap="none">
            <a:spAutoFit/>
          </a:bodyPr>
          <a:p>
            <a:pPr>
              <a:spcBef>
                <a:spcPct val="50000"/>
              </a:spcBef>
            </a:pPr>
            <a:r>
              <a:rPr lang="zh-CN" altLang="en-US" dirty="0">
                <a:solidFill>
                  <a:schemeClr val="bg1"/>
                </a:solidFill>
                <a:latin typeface="Times New Roman" panose="02020603050405020304" pitchFamily="18" charset="0"/>
                <a:ea typeface="宋体" panose="02010600030101010101" pitchFamily="2" charset="-122"/>
              </a:rPr>
              <a:t>解</a:t>
            </a:r>
            <a:endParaRPr lang="zh-CN" altLang="en-US" dirty="0">
              <a:solidFill>
                <a:schemeClr val="bg1"/>
              </a:solidFill>
              <a:latin typeface="Times New Roman" panose="02020603050405020304" pitchFamily="18" charset="0"/>
              <a:ea typeface="宋体" panose="02010600030101010101" pitchFamily="2" charset="-122"/>
            </a:endParaRPr>
          </a:p>
        </p:txBody>
      </p:sp>
      <p:graphicFrame>
        <p:nvGraphicFramePr>
          <p:cNvPr id="33837" name="Object 45"/>
          <p:cNvGraphicFramePr/>
          <p:nvPr/>
        </p:nvGraphicFramePr>
        <p:xfrm>
          <a:off x="1835150" y="908050"/>
          <a:ext cx="4357688" cy="584200"/>
        </p:xfrm>
        <a:graphic>
          <a:graphicData uri="http://schemas.openxmlformats.org/presentationml/2006/ole">
            <mc:AlternateContent xmlns:mc="http://schemas.openxmlformats.org/markup-compatibility/2006">
              <mc:Choice xmlns:v="urn:schemas-microsoft-com:vml" Requires="v">
                <p:oleObj spid="_x0000_s3393" name="" r:id="rId1" imgW="2082800" imgH="279400" progId="Equation.3">
                  <p:embed/>
                </p:oleObj>
              </mc:Choice>
              <mc:Fallback>
                <p:oleObj name="" r:id="rId1" imgW="2082800" imgH="279400" progId="Equation.3">
                  <p:embed/>
                  <p:pic>
                    <p:nvPicPr>
                      <p:cNvPr id="0" name="图片 3392"/>
                      <p:cNvPicPr/>
                      <p:nvPr/>
                    </p:nvPicPr>
                    <p:blipFill>
                      <a:blip r:embed="rId2">
                        <a:clrChange>
                          <a:clrFrom>
                            <a:srgbClr val="000000"/>
                          </a:clrFrom>
                          <a:clrTo>
                            <a:srgbClr val="FFFF00"/>
                          </a:clrTo>
                        </a:clrChange>
                      </a:blip>
                      <a:stretch>
                        <a:fillRect/>
                      </a:stretch>
                    </p:blipFill>
                    <p:spPr>
                      <a:xfrm>
                        <a:off x="1835150" y="908050"/>
                        <a:ext cx="4357688" cy="584200"/>
                      </a:xfrm>
                      <a:prstGeom prst="rect">
                        <a:avLst/>
                      </a:prstGeom>
                      <a:noFill/>
                      <a:ln w="38100">
                        <a:noFill/>
                        <a:miter/>
                      </a:ln>
                    </p:spPr>
                  </p:pic>
                </p:oleObj>
              </mc:Fallback>
            </mc:AlternateContent>
          </a:graphicData>
        </a:graphic>
      </p:graphicFrame>
      <p:sp>
        <p:nvSpPr>
          <p:cNvPr id="33838" name="Text Box 46"/>
          <p:cNvSpPr txBox="1"/>
          <p:nvPr/>
        </p:nvSpPr>
        <p:spPr>
          <a:xfrm>
            <a:off x="1187450" y="1628775"/>
            <a:ext cx="3744913" cy="519113"/>
          </a:xfrm>
          <a:prstGeom prst="rect">
            <a:avLst/>
          </a:prstGeom>
          <a:noFill/>
          <a:ln w="9525">
            <a:noFill/>
          </a:ln>
        </p:spPr>
        <p:txBody>
          <a:bodyPr>
            <a:spAutoFit/>
          </a:bodyPr>
          <a:p>
            <a:r>
              <a:rPr lang="zh-CN" altLang="en-US" dirty="0">
                <a:latin typeface="Times New Roman" panose="02020603050405020304" pitchFamily="18" charset="0"/>
              </a:rPr>
              <a:t>应用三要素法</a:t>
            </a:r>
            <a:endParaRPr lang="zh-CN" altLang="en-US" dirty="0">
              <a:latin typeface="Arial" panose="020B0604020202020204" pitchFamily="34" charset="0"/>
            </a:endParaRPr>
          </a:p>
        </p:txBody>
      </p:sp>
      <p:graphicFrame>
        <p:nvGraphicFramePr>
          <p:cNvPr id="33839" name="Object 47"/>
          <p:cNvGraphicFramePr/>
          <p:nvPr/>
        </p:nvGraphicFramePr>
        <p:xfrm>
          <a:off x="755650" y="2276475"/>
          <a:ext cx="2754313" cy="523875"/>
        </p:xfrm>
        <a:graphic>
          <a:graphicData uri="http://schemas.openxmlformats.org/presentationml/2006/ole">
            <mc:AlternateContent xmlns:mc="http://schemas.openxmlformats.org/markup-compatibility/2006">
              <mc:Choice xmlns:v="urn:schemas-microsoft-com:vml" Requires="v">
                <p:oleObj spid="_x0000_s3392" name="" r:id="rId3" imgW="1269365" imgH="241300" progId="Equation.3">
                  <p:embed/>
                </p:oleObj>
              </mc:Choice>
              <mc:Fallback>
                <p:oleObj name="" r:id="rId3" imgW="1269365" imgH="241300" progId="Equation.3">
                  <p:embed/>
                  <p:pic>
                    <p:nvPicPr>
                      <p:cNvPr id="0" name="图片 3391"/>
                      <p:cNvPicPr/>
                      <p:nvPr/>
                    </p:nvPicPr>
                    <p:blipFill>
                      <a:blip r:embed="rId4">
                        <a:clrChange>
                          <a:clrFrom>
                            <a:srgbClr val="000000"/>
                          </a:clrFrom>
                          <a:clrTo>
                            <a:srgbClr val="FFFFFF"/>
                          </a:clrTo>
                        </a:clrChange>
                      </a:blip>
                      <a:stretch>
                        <a:fillRect/>
                      </a:stretch>
                    </p:blipFill>
                    <p:spPr>
                      <a:xfrm>
                        <a:off x="755650" y="2276475"/>
                        <a:ext cx="2754313" cy="523875"/>
                      </a:xfrm>
                      <a:prstGeom prst="rect">
                        <a:avLst/>
                      </a:prstGeom>
                      <a:noFill/>
                      <a:ln w="38100">
                        <a:noFill/>
                        <a:miter/>
                      </a:ln>
                    </p:spPr>
                  </p:pic>
                </p:oleObj>
              </mc:Fallback>
            </mc:AlternateContent>
          </a:graphicData>
        </a:graphic>
      </p:graphicFrame>
      <p:graphicFrame>
        <p:nvGraphicFramePr>
          <p:cNvPr id="33841" name="Object 49"/>
          <p:cNvGraphicFramePr/>
          <p:nvPr/>
        </p:nvGraphicFramePr>
        <p:xfrm>
          <a:off x="3995738" y="2276475"/>
          <a:ext cx="1295400" cy="523875"/>
        </p:xfrm>
        <a:graphic>
          <a:graphicData uri="http://schemas.openxmlformats.org/presentationml/2006/ole">
            <mc:AlternateContent xmlns:mc="http://schemas.openxmlformats.org/markup-compatibility/2006">
              <mc:Choice xmlns:v="urn:schemas-microsoft-com:vml" Requires="v">
                <p:oleObj spid="_x0000_s3395" name="" r:id="rId5" imgW="596900" imgH="241300" progId="Equation.3">
                  <p:embed/>
                </p:oleObj>
              </mc:Choice>
              <mc:Fallback>
                <p:oleObj name="" r:id="rId5" imgW="596900" imgH="241300" progId="Equation.3">
                  <p:embed/>
                  <p:pic>
                    <p:nvPicPr>
                      <p:cNvPr id="0" name="图片 3394"/>
                      <p:cNvPicPr/>
                      <p:nvPr/>
                    </p:nvPicPr>
                    <p:blipFill>
                      <a:blip r:embed="rId6">
                        <a:clrChange>
                          <a:clrFrom>
                            <a:srgbClr val="000000"/>
                          </a:clrFrom>
                          <a:clrTo>
                            <a:srgbClr val="FFFFFF"/>
                          </a:clrTo>
                        </a:clrChange>
                      </a:blip>
                      <a:stretch>
                        <a:fillRect/>
                      </a:stretch>
                    </p:blipFill>
                    <p:spPr>
                      <a:xfrm>
                        <a:off x="3995738" y="2276475"/>
                        <a:ext cx="1295400" cy="523875"/>
                      </a:xfrm>
                      <a:prstGeom prst="rect">
                        <a:avLst/>
                      </a:prstGeom>
                      <a:noFill/>
                      <a:ln w="38100">
                        <a:noFill/>
                        <a:miter/>
                      </a:ln>
                    </p:spPr>
                  </p:pic>
                </p:oleObj>
              </mc:Fallback>
            </mc:AlternateContent>
          </a:graphicData>
        </a:graphic>
      </p:graphicFrame>
      <p:sp>
        <p:nvSpPr>
          <p:cNvPr id="33842" name="Text Box 50"/>
          <p:cNvSpPr txBox="1"/>
          <p:nvPr/>
        </p:nvSpPr>
        <p:spPr>
          <a:xfrm>
            <a:off x="611188" y="2924175"/>
            <a:ext cx="3960812" cy="519113"/>
          </a:xfrm>
          <a:prstGeom prst="rect">
            <a:avLst/>
          </a:prstGeom>
          <a:noFill/>
          <a:ln w="9525">
            <a:noFill/>
          </a:ln>
        </p:spPr>
        <p:txBody>
          <a:bodyPr>
            <a:spAutoFit/>
          </a:bodyPr>
          <a:p>
            <a:r>
              <a:rPr lang="zh-CN" altLang="en-US" dirty="0">
                <a:latin typeface="Times New Roman" panose="02020603050405020304" pitchFamily="18" charset="0"/>
              </a:rPr>
              <a:t>用相量法求正弦稳态解</a:t>
            </a:r>
            <a:endParaRPr lang="zh-CN" altLang="en-US" dirty="0">
              <a:latin typeface="Arial" panose="020B0604020202020204" pitchFamily="34" charset="0"/>
            </a:endParaRPr>
          </a:p>
        </p:txBody>
      </p:sp>
      <p:graphicFrame>
        <p:nvGraphicFramePr>
          <p:cNvPr id="33843" name="Object 51"/>
          <p:cNvGraphicFramePr/>
          <p:nvPr/>
        </p:nvGraphicFramePr>
        <p:xfrm>
          <a:off x="539750" y="4437063"/>
          <a:ext cx="6356350" cy="928687"/>
        </p:xfrm>
        <a:graphic>
          <a:graphicData uri="http://schemas.openxmlformats.org/presentationml/2006/ole">
            <mc:AlternateContent xmlns:mc="http://schemas.openxmlformats.org/markup-compatibility/2006">
              <mc:Choice xmlns:v="urn:schemas-microsoft-com:vml" Requires="v">
                <p:oleObj spid="_x0000_s3394" name="" r:id="rId7" imgW="2475230" imgH="393700" progId="Equation.3">
                  <p:embed/>
                </p:oleObj>
              </mc:Choice>
              <mc:Fallback>
                <p:oleObj name="" r:id="rId7" imgW="2475230" imgH="393700" progId="Equation.3">
                  <p:embed/>
                  <p:pic>
                    <p:nvPicPr>
                      <p:cNvPr id="0" name="图片 3393"/>
                      <p:cNvPicPr/>
                      <p:nvPr/>
                    </p:nvPicPr>
                    <p:blipFill>
                      <a:blip r:embed="rId8">
                        <a:clrChange>
                          <a:clrFrom>
                            <a:srgbClr val="000000"/>
                          </a:clrFrom>
                          <a:clrTo>
                            <a:srgbClr val="FFFFFF"/>
                          </a:clrTo>
                        </a:clrChange>
                      </a:blip>
                      <a:stretch>
                        <a:fillRect/>
                      </a:stretch>
                    </p:blipFill>
                    <p:spPr>
                      <a:xfrm>
                        <a:off x="539750" y="4437063"/>
                        <a:ext cx="6356350" cy="928687"/>
                      </a:xfrm>
                      <a:prstGeom prst="rect">
                        <a:avLst/>
                      </a:prstGeom>
                      <a:noFill/>
                      <a:ln w="38100">
                        <a:noFill/>
                        <a:miter/>
                      </a:ln>
                    </p:spPr>
                  </p:pic>
                </p:oleObj>
              </mc:Fallback>
            </mc:AlternateContent>
          </a:graphicData>
        </a:graphic>
      </p:graphicFrame>
      <p:graphicFrame>
        <p:nvGraphicFramePr>
          <p:cNvPr id="33844" name="Object 52"/>
          <p:cNvGraphicFramePr/>
          <p:nvPr/>
        </p:nvGraphicFramePr>
        <p:xfrm>
          <a:off x="628650" y="5300663"/>
          <a:ext cx="5654675" cy="828675"/>
        </p:xfrm>
        <a:graphic>
          <a:graphicData uri="http://schemas.openxmlformats.org/presentationml/2006/ole">
            <mc:AlternateContent xmlns:mc="http://schemas.openxmlformats.org/markup-compatibility/2006">
              <mc:Choice xmlns:v="urn:schemas-microsoft-com:vml" Requires="v">
                <p:oleObj spid="_x0000_s3396" name="" r:id="rId9" imgW="2423795" imgH="355600" progId="Equation.3">
                  <p:embed/>
                </p:oleObj>
              </mc:Choice>
              <mc:Fallback>
                <p:oleObj name="" r:id="rId9" imgW="2423795" imgH="355600" progId="Equation.3">
                  <p:embed/>
                  <p:pic>
                    <p:nvPicPr>
                      <p:cNvPr id="0" name="图片 3395"/>
                      <p:cNvPicPr/>
                      <p:nvPr/>
                    </p:nvPicPr>
                    <p:blipFill>
                      <a:blip r:embed="rId10">
                        <a:clrChange>
                          <a:clrFrom>
                            <a:srgbClr val="000000"/>
                          </a:clrFrom>
                          <a:clrTo>
                            <a:srgbClr val="FFFFFF"/>
                          </a:clrTo>
                        </a:clrChange>
                      </a:blip>
                      <a:stretch>
                        <a:fillRect/>
                      </a:stretch>
                    </p:blipFill>
                    <p:spPr>
                      <a:xfrm>
                        <a:off x="628650" y="5300663"/>
                        <a:ext cx="5654675" cy="828675"/>
                      </a:xfrm>
                      <a:prstGeom prst="rect">
                        <a:avLst/>
                      </a:prstGeom>
                      <a:noFill/>
                      <a:ln w="38100">
                        <a:noFill/>
                        <a:miter/>
                      </a:ln>
                    </p:spPr>
                  </p:pic>
                </p:oleObj>
              </mc:Fallback>
            </mc:AlternateContent>
          </a:graphicData>
        </a:graphic>
      </p:graphicFrame>
      <p:grpSp>
        <p:nvGrpSpPr>
          <p:cNvPr id="47120" name="Group 58"/>
          <p:cNvGrpSpPr/>
          <p:nvPr/>
        </p:nvGrpSpPr>
        <p:grpSpPr>
          <a:xfrm>
            <a:off x="8316913" y="6446838"/>
            <a:ext cx="792162" cy="366712"/>
            <a:chOff x="5193" y="4020"/>
            <a:chExt cx="499" cy="231"/>
          </a:xfrm>
        </p:grpSpPr>
        <p:pic>
          <p:nvPicPr>
            <p:cNvPr id="47155" name="Picture 59" descr="78900"/>
            <p:cNvPicPr>
              <a:picLocks noChangeAspect="1"/>
            </p:cNvPicPr>
            <p:nvPr/>
          </p:nvPicPr>
          <p:blipFill>
            <a:blip r:embed="rId11"/>
            <a:stretch>
              <a:fillRect/>
            </a:stretch>
          </p:blipFill>
          <p:spPr>
            <a:xfrm>
              <a:off x="5193" y="4066"/>
              <a:ext cx="499" cy="181"/>
            </a:xfrm>
            <a:prstGeom prst="rect">
              <a:avLst/>
            </a:prstGeom>
            <a:noFill/>
            <a:ln w="9525">
              <a:noFill/>
            </a:ln>
          </p:spPr>
        </p:pic>
        <p:sp>
          <p:nvSpPr>
            <p:cNvPr id="47156" name="Text Box 60">
              <a:hlinkClick r:id="" action="ppaction://hlinkshowjump?jump=nextslide"/>
            </p:cNvPr>
            <p:cNvSpPr txBox="1"/>
            <p:nvPr/>
          </p:nvSpPr>
          <p:spPr>
            <a:xfrm>
              <a:off x="5216" y="4020"/>
              <a:ext cx="476" cy="231"/>
            </a:xfrm>
            <a:prstGeom prst="rect">
              <a:avLst/>
            </a:prstGeom>
            <a:noFill/>
            <a:ln w="9525">
              <a:noFill/>
            </a:ln>
          </p:spPr>
          <p:txBody>
            <a:bodyPr wrap="none">
              <a:spAutoFit/>
            </a:bodyPr>
            <a:p>
              <a:pPr>
                <a:spcBef>
                  <a:spcPct val="50000"/>
                </a:spcBef>
              </a:pPr>
              <a:r>
                <a:rPr lang="zh-CN" altLang="en-US" sz="1800" b="0" dirty="0">
                  <a:solidFill>
                    <a:schemeClr val="bg1"/>
                  </a:solidFill>
                  <a:latin typeface="隶书" panose="02010509060101010101" pitchFamily="49" charset="-122"/>
                  <a:ea typeface="隶书" panose="02010509060101010101" pitchFamily="49" charset="-122"/>
                </a:rPr>
                <a:t>下 页</a:t>
              </a:r>
              <a:endParaRPr lang="zh-CN" altLang="en-US" sz="1800" b="0" dirty="0">
                <a:solidFill>
                  <a:schemeClr val="bg1"/>
                </a:solidFill>
                <a:latin typeface="隶书" panose="02010509060101010101" pitchFamily="49" charset="-122"/>
                <a:ea typeface="隶书" panose="02010509060101010101" pitchFamily="49" charset="-122"/>
              </a:endParaRPr>
            </a:p>
          </p:txBody>
        </p:sp>
      </p:grpSp>
      <p:grpSp>
        <p:nvGrpSpPr>
          <p:cNvPr id="47121" name="Group 61"/>
          <p:cNvGrpSpPr/>
          <p:nvPr/>
        </p:nvGrpSpPr>
        <p:grpSpPr>
          <a:xfrm>
            <a:off x="7453313" y="6446838"/>
            <a:ext cx="792162" cy="366712"/>
            <a:chOff x="4649" y="4020"/>
            <a:chExt cx="499" cy="231"/>
          </a:xfrm>
        </p:grpSpPr>
        <p:pic>
          <p:nvPicPr>
            <p:cNvPr id="47153" name="Picture 62" descr="78900"/>
            <p:cNvPicPr>
              <a:picLocks noChangeAspect="1"/>
            </p:cNvPicPr>
            <p:nvPr/>
          </p:nvPicPr>
          <p:blipFill>
            <a:blip r:embed="rId11"/>
            <a:stretch>
              <a:fillRect/>
            </a:stretch>
          </p:blipFill>
          <p:spPr>
            <a:xfrm>
              <a:off x="4649" y="4066"/>
              <a:ext cx="499" cy="181"/>
            </a:xfrm>
            <a:prstGeom prst="rect">
              <a:avLst/>
            </a:prstGeom>
            <a:noFill/>
            <a:ln w="9525">
              <a:noFill/>
            </a:ln>
          </p:spPr>
        </p:pic>
        <p:sp>
          <p:nvSpPr>
            <p:cNvPr id="47154" name="Text Box 63">
              <a:hlinkClick r:id="" action="ppaction://hlinkshowjump?jump=previousslide"/>
            </p:cNvPr>
            <p:cNvSpPr txBox="1"/>
            <p:nvPr/>
          </p:nvSpPr>
          <p:spPr>
            <a:xfrm>
              <a:off x="4672" y="4020"/>
              <a:ext cx="476" cy="231"/>
            </a:xfrm>
            <a:prstGeom prst="rect">
              <a:avLst/>
            </a:prstGeom>
            <a:noFill/>
            <a:ln w="9525">
              <a:noFill/>
            </a:ln>
          </p:spPr>
          <p:txBody>
            <a:bodyPr wrap="none">
              <a:spAutoFit/>
            </a:bodyPr>
            <a:p>
              <a:pPr>
                <a:spcBef>
                  <a:spcPct val="50000"/>
                </a:spcBef>
              </a:pPr>
              <a:r>
                <a:rPr lang="zh-CN" altLang="en-US" sz="1800" b="0" dirty="0">
                  <a:solidFill>
                    <a:schemeClr val="bg1"/>
                  </a:solidFill>
                  <a:latin typeface="隶书" panose="02010509060101010101" pitchFamily="49" charset="-122"/>
                  <a:ea typeface="隶书" panose="02010509060101010101" pitchFamily="49" charset="-122"/>
                </a:rPr>
                <a:t>上 页</a:t>
              </a:r>
              <a:endParaRPr lang="zh-CN" altLang="en-US" sz="1800" b="0" dirty="0">
                <a:solidFill>
                  <a:schemeClr val="bg1"/>
                </a:solidFill>
                <a:latin typeface="隶书" panose="02010509060101010101" pitchFamily="49" charset="-122"/>
                <a:ea typeface="隶书" panose="02010509060101010101" pitchFamily="49" charset="-122"/>
              </a:endParaRPr>
            </a:p>
          </p:txBody>
        </p:sp>
      </p:grpSp>
      <p:grpSp>
        <p:nvGrpSpPr>
          <p:cNvPr id="47122" name="Group 95"/>
          <p:cNvGrpSpPr/>
          <p:nvPr/>
        </p:nvGrpSpPr>
        <p:grpSpPr>
          <a:xfrm>
            <a:off x="6588125" y="6446838"/>
            <a:ext cx="792163" cy="366712"/>
            <a:chOff x="4649" y="4020"/>
            <a:chExt cx="499" cy="231"/>
          </a:xfrm>
        </p:grpSpPr>
        <p:pic>
          <p:nvPicPr>
            <p:cNvPr id="47151" name="Picture 96" descr="78900"/>
            <p:cNvPicPr>
              <a:picLocks noChangeAspect="1"/>
            </p:cNvPicPr>
            <p:nvPr/>
          </p:nvPicPr>
          <p:blipFill>
            <a:blip r:embed="rId11"/>
            <a:stretch>
              <a:fillRect/>
            </a:stretch>
          </p:blipFill>
          <p:spPr>
            <a:xfrm>
              <a:off x="4649" y="4066"/>
              <a:ext cx="499" cy="181"/>
            </a:xfrm>
            <a:prstGeom prst="rect">
              <a:avLst/>
            </a:prstGeom>
            <a:noFill/>
            <a:ln w="9525">
              <a:noFill/>
            </a:ln>
          </p:spPr>
        </p:pic>
        <p:sp>
          <p:nvSpPr>
            <p:cNvPr id="47152" name="Text Box 97">
              <a:hlinkClick r:id="" action="ppaction://hlinkshowjump?jump=firstslide"/>
            </p:cNvPr>
            <p:cNvSpPr txBox="1"/>
            <p:nvPr/>
          </p:nvSpPr>
          <p:spPr>
            <a:xfrm>
              <a:off x="4672" y="4020"/>
              <a:ext cx="476" cy="231"/>
            </a:xfrm>
            <a:prstGeom prst="rect">
              <a:avLst/>
            </a:prstGeom>
            <a:noFill/>
            <a:ln w="9525">
              <a:noFill/>
            </a:ln>
          </p:spPr>
          <p:txBody>
            <a:bodyPr wrap="none">
              <a:spAutoFit/>
            </a:bodyPr>
            <a:p>
              <a:pPr>
                <a:spcBef>
                  <a:spcPct val="50000"/>
                </a:spcBef>
              </a:pPr>
              <a:r>
                <a:rPr lang="zh-CN" altLang="en-US" sz="1800" b="0" dirty="0">
                  <a:solidFill>
                    <a:schemeClr val="bg1"/>
                  </a:solidFill>
                  <a:latin typeface="隶书" panose="02010509060101010101" pitchFamily="49" charset="-122"/>
                  <a:ea typeface="隶书" panose="02010509060101010101" pitchFamily="49" charset="-122"/>
                </a:rPr>
                <a:t>返 回</a:t>
              </a:r>
              <a:endParaRPr lang="zh-CN" altLang="en-US" sz="1800" b="0" dirty="0">
                <a:solidFill>
                  <a:schemeClr val="bg1"/>
                </a:solidFill>
                <a:latin typeface="隶书" panose="02010509060101010101" pitchFamily="49" charset="-122"/>
                <a:ea typeface="隶书" panose="02010509060101010101" pitchFamily="49" charset="-122"/>
              </a:endParaRPr>
            </a:p>
          </p:txBody>
        </p:sp>
      </p:grpSp>
      <p:grpSp>
        <p:nvGrpSpPr>
          <p:cNvPr id="5" name="Group 103"/>
          <p:cNvGrpSpPr/>
          <p:nvPr/>
        </p:nvGrpSpPr>
        <p:grpSpPr>
          <a:xfrm>
            <a:off x="5724525" y="1484313"/>
            <a:ext cx="3046413" cy="1873250"/>
            <a:chOff x="3606" y="935"/>
            <a:chExt cx="1919" cy="1180"/>
          </a:xfrm>
        </p:grpSpPr>
        <p:sp>
          <p:nvSpPr>
            <p:cNvPr id="47129" name="Line 91"/>
            <p:cNvSpPr/>
            <p:nvPr/>
          </p:nvSpPr>
          <p:spPr>
            <a:xfrm flipH="1">
              <a:off x="5103" y="1752"/>
              <a:ext cx="0" cy="362"/>
            </a:xfrm>
            <a:prstGeom prst="line">
              <a:avLst/>
            </a:prstGeom>
            <a:ln w="28575" cap="flat" cmpd="sng">
              <a:solidFill>
                <a:srgbClr val="FFCC00"/>
              </a:solidFill>
              <a:prstDash val="solid"/>
              <a:headEnd type="none" w="med" len="med"/>
              <a:tailEnd type="none" w="med" len="med"/>
            </a:ln>
          </p:spPr>
        </p:sp>
        <p:sp>
          <p:nvSpPr>
            <p:cNvPr id="47130" name="Oval 68"/>
            <p:cNvSpPr/>
            <p:nvPr/>
          </p:nvSpPr>
          <p:spPr>
            <a:xfrm>
              <a:off x="3606" y="1389"/>
              <a:ext cx="363" cy="363"/>
            </a:xfrm>
            <a:prstGeom prst="ellipse">
              <a:avLst/>
            </a:prstGeom>
            <a:gradFill rotWithShape="1">
              <a:gsLst>
                <a:gs pos="0">
                  <a:srgbClr val="0099FF"/>
                </a:gs>
                <a:gs pos="100000">
                  <a:srgbClr val="004776"/>
                </a:gs>
              </a:gsLst>
              <a:path path="shape">
                <a:fillToRect l="50000" t="50000" r="50000" b="50000"/>
              </a:path>
              <a:tileRect/>
            </a:gradFill>
            <a:ln w="38100" cap="flat" cmpd="sng">
              <a:solidFill>
                <a:srgbClr val="FF9900"/>
              </a:solidFill>
              <a:prstDash val="solid"/>
              <a:headEnd type="none" w="med" len="med"/>
              <a:tailEnd type="none" w="med" len="med"/>
            </a:ln>
          </p:spPr>
          <p:txBody>
            <a:bodyPr wrap="none" anchor="ctr" anchorCtr="0"/>
            <a:p>
              <a:endParaRPr lang="zh-CN" altLang="en-US" dirty="0">
                <a:latin typeface="楷体_GB2312" pitchFamily="49" charset="-122"/>
              </a:endParaRPr>
            </a:p>
          </p:txBody>
        </p:sp>
        <p:sp>
          <p:nvSpPr>
            <p:cNvPr id="47131" name="Line 69"/>
            <p:cNvSpPr/>
            <p:nvPr/>
          </p:nvSpPr>
          <p:spPr>
            <a:xfrm>
              <a:off x="3788" y="2115"/>
              <a:ext cx="1315" cy="0"/>
            </a:xfrm>
            <a:prstGeom prst="line">
              <a:avLst/>
            </a:prstGeom>
            <a:ln w="28575" cap="flat" cmpd="sng">
              <a:solidFill>
                <a:srgbClr val="FFCC00"/>
              </a:solidFill>
              <a:prstDash val="solid"/>
              <a:headEnd type="none" w="med" len="med"/>
              <a:tailEnd type="none" w="med" len="med"/>
            </a:ln>
          </p:spPr>
        </p:sp>
        <p:sp>
          <p:nvSpPr>
            <p:cNvPr id="47132" name="Text Box 70"/>
            <p:cNvSpPr txBox="1"/>
            <p:nvPr/>
          </p:nvSpPr>
          <p:spPr>
            <a:xfrm>
              <a:off x="4831" y="1344"/>
              <a:ext cx="241" cy="327"/>
            </a:xfrm>
            <a:prstGeom prst="rect">
              <a:avLst/>
            </a:prstGeom>
            <a:noFill/>
            <a:ln w="28575">
              <a:noFill/>
            </a:ln>
          </p:spPr>
          <p:txBody>
            <a:bodyPr wrap="none" anchor="ctr" anchorCtr="0">
              <a:spAutoFit/>
            </a:bodyPr>
            <a:p>
              <a:pPr algn="ctr"/>
              <a:r>
                <a:rPr lang="en-US" altLang="zh-CN" b="0" i="1" dirty="0">
                  <a:solidFill>
                    <a:schemeClr val="bg1"/>
                  </a:solidFill>
                  <a:latin typeface="Times New Roman" panose="02020603050405020304" pitchFamily="18" charset="0"/>
                  <a:ea typeface="宋体" panose="02010600030101010101" pitchFamily="2" charset="-122"/>
                </a:rPr>
                <a:t>L</a:t>
              </a:r>
              <a:endParaRPr lang="en-US" altLang="zh-CN" b="0" i="1" dirty="0">
                <a:latin typeface="Arial" panose="020B0604020202020204" pitchFamily="34" charset="0"/>
                <a:ea typeface="仿宋_GB2312" pitchFamily="49" charset="-122"/>
                <a:sym typeface="Symbol" panose="05050102010706020507" pitchFamily="18" charset="2"/>
              </a:endParaRPr>
            </a:p>
          </p:txBody>
        </p:sp>
        <p:sp>
          <p:nvSpPr>
            <p:cNvPr id="47133" name="Text Box 71"/>
            <p:cNvSpPr txBox="1"/>
            <p:nvPr/>
          </p:nvSpPr>
          <p:spPr>
            <a:xfrm>
              <a:off x="3833" y="1072"/>
              <a:ext cx="267" cy="327"/>
            </a:xfrm>
            <a:prstGeom prst="rect">
              <a:avLst/>
            </a:prstGeom>
            <a:noFill/>
            <a:ln w="28575">
              <a:noFill/>
            </a:ln>
          </p:spPr>
          <p:txBody>
            <a:bodyPr wrap="none" anchor="ctr" anchorCtr="0">
              <a:spAutoFit/>
            </a:bodyPr>
            <a:p>
              <a:pPr algn="ctr"/>
              <a:r>
                <a:rPr lang="en-US" altLang="zh-CN" b="0" i="1" dirty="0">
                  <a:solidFill>
                    <a:schemeClr val="bg1"/>
                  </a:solidFill>
                  <a:latin typeface="Times New Roman" panose="02020603050405020304" pitchFamily="18" charset="0"/>
                  <a:ea typeface="宋体" panose="02010600030101010101" pitchFamily="2" charset="-122"/>
                </a:rPr>
                <a:t>+</a:t>
              </a:r>
              <a:endParaRPr lang="en-US" altLang="zh-CN" b="0" i="1" dirty="0">
                <a:latin typeface="Arial" panose="020B0604020202020204" pitchFamily="34" charset="0"/>
                <a:ea typeface="仿宋_GB2312" pitchFamily="49" charset="-122"/>
              </a:endParaRPr>
            </a:p>
          </p:txBody>
        </p:sp>
        <p:sp>
          <p:nvSpPr>
            <p:cNvPr id="47134" name="Text Box 72"/>
            <p:cNvSpPr txBox="1"/>
            <p:nvPr/>
          </p:nvSpPr>
          <p:spPr>
            <a:xfrm>
              <a:off x="3788" y="1707"/>
              <a:ext cx="228" cy="327"/>
            </a:xfrm>
            <a:prstGeom prst="rect">
              <a:avLst/>
            </a:prstGeom>
            <a:noFill/>
            <a:ln w="28575">
              <a:noFill/>
            </a:ln>
          </p:spPr>
          <p:txBody>
            <a:bodyPr wrap="none" anchor="ctr" anchorCtr="0">
              <a:spAutoFit/>
            </a:bodyPr>
            <a:p>
              <a:pPr algn="ctr"/>
              <a:r>
                <a:rPr lang="en-US" altLang="zh-CN" b="0" i="1" dirty="0">
                  <a:solidFill>
                    <a:schemeClr val="bg1"/>
                  </a:solidFill>
                  <a:latin typeface="Times New Roman" panose="02020603050405020304" pitchFamily="18" charset="0"/>
                  <a:ea typeface="宋体" panose="02010600030101010101" pitchFamily="2" charset="-122"/>
                </a:rPr>
                <a:t>_</a:t>
              </a:r>
              <a:endParaRPr lang="en-US" altLang="zh-CN" b="0" i="1" dirty="0">
                <a:latin typeface="Arial" panose="020B0604020202020204" pitchFamily="34" charset="0"/>
                <a:ea typeface="仿宋_GB2312" pitchFamily="49" charset="-122"/>
              </a:endParaRPr>
            </a:p>
          </p:txBody>
        </p:sp>
        <p:graphicFrame>
          <p:nvGraphicFramePr>
            <p:cNvPr id="47112" name="Object 73"/>
            <p:cNvGraphicFramePr/>
            <p:nvPr/>
          </p:nvGraphicFramePr>
          <p:xfrm>
            <a:off x="3979" y="1344"/>
            <a:ext cx="306" cy="417"/>
          </p:xfrm>
          <a:graphic>
            <a:graphicData uri="http://schemas.openxmlformats.org/presentationml/2006/ole">
              <mc:AlternateContent xmlns:mc="http://schemas.openxmlformats.org/markup-compatibility/2006">
                <mc:Choice xmlns:v="urn:schemas-microsoft-com:vml" Requires="v">
                  <p:oleObj spid="_x0000_s3390" name="" r:id="rId12" imgW="177800" imgH="240665" progId="Equation.3">
                    <p:embed/>
                  </p:oleObj>
                </mc:Choice>
                <mc:Fallback>
                  <p:oleObj name="" r:id="rId12" imgW="177800" imgH="240665" progId="Equation.3">
                    <p:embed/>
                    <p:pic>
                      <p:nvPicPr>
                        <p:cNvPr id="0" name="图片 3389"/>
                        <p:cNvPicPr/>
                        <p:nvPr/>
                      </p:nvPicPr>
                      <p:blipFill>
                        <a:blip r:embed="rId13">
                          <a:clrChange>
                            <a:clrFrom>
                              <a:srgbClr val="000000"/>
                            </a:clrFrom>
                            <a:clrTo>
                              <a:srgbClr val="FFFFFF"/>
                            </a:clrTo>
                          </a:clrChange>
                        </a:blip>
                        <a:stretch>
                          <a:fillRect/>
                        </a:stretch>
                      </p:blipFill>
                      <p:spPr>
                        <a:xfrm>
                          <a:off x="3979" y="1344"/>
                          <a:ext cx="306" cy="417"/>
                        </a:xfrm>
                        <a:prstGeom prst="rect">
                          <a:avLst/>
                        </a:prstGeom>
                        <a:noFill/>
                        <a:ln w="38100">
                          <a:noFill/>
                          <a:miter/>
                        </a:ln>
                      </p:spPr>
                    </p:pic>
                  </p:oleObj>
                </mc:Fallback>
              </mc:AlternateContent>
            </a:graphicData>
          </a:graphic>
        </p:graphicFrame>
        <p:graphicFrame>
          <p:nvGraphicFramePr>
            <p:cNvPr id="47113" name="Object 74"/>
            <p:cNvGraphicFramePr/>
            <p:nvPr/>
          </p:nvGraphicFramePr>
          <p:xfrm>
            <a:off x="5239" y="1389"/>
            <a:ext cx="286" cy="364"/>
          </p:xfrm>
          <a:graphic>
            <a:graphicData uri="http://schemas.openxmlformats.org/presentationml/2006/ole">
              <mc:AlternateContent xmlns:mc="http://schemas.openxmlformats.org/markup-compatibility/2006">
                <mc:Choice xmlns:v="urn:schemas-microsoft-com:vml" Requires="v">
                  <p:oleObj spid="_x0000_s3391" name="" r:id="rId14" imgW="190500" imgH="241300" progId="Equation.3">
                    <p:embed/>
                  </p:oleObj>
                </mc:Choice>
                <mc:Fallback>
                  <p:oleObj name="" r:id="rId14" imgW="190500" imgH="241300" progId="Equation.3">
                    <p:embed/>
                    <p:pic>
                      <p:nvPicPr>
                        <p:cNvPr id="0" name="图片 3390"/>
                        <p:cNvPicPr/>
                        <p:nvPr/>
                      </p:nvPicPr>
                      <p:blipFill>
                        <a:blip r:embed="rId15">
                          <a:clrChange>
                            <a:clrFrom>
                              <a:srgbClr val="000000"/>
                            </a:clrFrom>
                            <a:clrTo>
                              <a:srgbClr val="FFFFFF"/>
                            </a:clrTo>
                          </a:clrChange>
                        </a:blip>
                        <a:stretch>
                          <a:fillRect/>
                        </a:stretch>
                      </p:blipFill>
                      <p:spPr>
                        <a:xfrm>
                          <a:off x="5239" y="1389"/>
                          <a:ext cx="286" cy="364"/>
                        </a:xfrm>
                        <a:prstGeom prst="rect">
                          <a:avLst/>
                        </a:prstGeom>
                        <a:noFill/>
                        <a:ln w="38100">
                          <a:noFill/>
                          <a:miter/>
                        </a:ln>
                      </p:spPr>
                    </p:pic>
                  </p:oleObj>
                </mc:Fallback>
              </mc:AlternateContent>
            </a:graphicData>
          </a:graphic>
        </p:graphicFrame>
        <p:sp>
          <p:nvSpPr>
            <p:cNvPr id="47135" name="Text Box 75"/>
            <p:cNvSpPr txBox="1"/>
            <p:nvPr/>
          </p:nvSpPr>
          <p:spPr>
            <a:xfrm>
              <a:off x="5148" y="1072"/>
              <a:ext cx="267" cy="327"/>
            </a:xfrm>
            <a:prstGeom prst="rect">
              <a:avLst/>
            </a:prstGeom>
            <a:noFill/>
            <a:ln w="28575">
              <a:noFill/>
            </a:ln>
          </p:spPr>
          <p:txBody>
            <a:bodyPr wrap="none" anchor="ctr" anchorCtr="0">
              <a:spAutoFit/>
            </a:bodyPr>
            <a:p>
              <a:pPr algn="ctr"/>
              <a:r>
                <a:rPr lang="en-US" altLang="zh-CN" b="0" i="1" dirty="0">
                  <a:solidFill>
                    <a:schemeClr val="bg1"/>
                  </a:solidFill>
                  <a:latin typeface="Times New Roman" panose="02020603050405020304" pitchFamily="18" charset="0"/>
                  <a:ea typeface="宋体" panose="02010600030101010101" pitchFamily="2" charset="-122"/>
                </a:rPr>
                <a:t>+</a:t>
              </a:r>
              <a:endParaRPr lang="en-US" altLang="zh-CN" b="0" i="1" dirty="0">
                <a:latin typeface="Arial" panose="020B0604020202020204" pitchFamily="34" charset="0"/>
                <a:ea typeface="仿宋_GB2312" pitchFamily="49" charset="-122"/>
              </a:endParaRPr>
            </a:p>
          </p:txBody>
        </p:sp>
        <p:sp>
          <p:nvSpPr>
            <p:cNvPr id="47136" name="Text Box 76"/>
            <p:cNvSpPr txBox="1"/>
            <p:nvPr/>
          </p:nvSpPr>
          <p:spPr>
            <a:xfrm>
              <a:off x="5148" y="1661"/>
              <a:ext cx="228" cy="327"/>
            </a:xfrm>
            <a:prstGeom prst="rect">
              <a:avLst/>
            </a:prstGeom>
            <a:noFill/>
            <a:ln w="28575">
              <a:noFill/>
            </a:ln>
          </p:spPr>
          <p:txBody>
            <a:bodyPr wrap="none" anchor="ctr" anchorCtr="0">
              <a:spAutoFit/>
            </a:bodyPr>
            <a:p>
              <a:pPr algn="ctr"/>
              <a:r>
                <a:rPr lang="en-US" altLang="zh-CN" b="0" i="1" dirty="0">
                  <a:solidFill>
                    <a:schemeClr val="bg1"/>
                  </a:solidFill>
                  <a:latin typeface="Times New Roman" panose="02020603050405020304" pitchFamily="18" charset="0"/>
                  <a:ea typeface="宋体" panose="02010600030101010101" pitchFamily="2" charset="-122"/>
                </a:rPr>
                <a:t>_</a:t>
              </a:r>
              <a:endParaRPr lang="en-US" altLang="zh-CN" b="0" i="1" dirty="0">
                <a:latin typeface="Arial" panose="020B0604020202020204" pitchFamily="34" charset="0"/>
                <a:ea typeface="仿宋_GB2312" pitchFamily="49" charset="-122"/>
              </a:endParaRPr>
            </a:p>
          </p:txBody>
        </p:sp>
        <p:sp>
          <p:nvSpPr>
            <p:cNvPr id="47137" name="Line 77"/>
            <p:cNvSpPr/>
            <p:nvPr/>
          </p:nvSpPr>
          <p:spPr>
            <a:xfrm>
              <a:off x="3788" y="1072"/>
              <a:ext cx="0" cy="1043"/>
            </a:xfrm>
            <a:prstGeom prst="line">
              <a:avLst/>
            </a:prstGeom>
            <a:ln w="28575" cap="flat" cmpd="sng">
              <a:solidFill>
                <a:srgbClr val="FFCC00"/>
              </a:solidFill>
              <a:prstDash val="solid"/>
              <a:headEnd type="none" w="med" len="med"/>
              <a:tailEnd type="none" w="med" len="med"/>
            </a:ln>
          </p:spPr>
        </p:sp>
        <p:sp>
          <p:nvSpPr>
            <p:cNvPr id="47138" name="Line 78"/>
            <p:cNvSpPr/>
            <p:nvPr/>
          </p:nvSpPr>
          <p:spPr>
            <a:xfrm flipH="1">
              <a:off x="5103" y="1072"/>
              <a:ext cx="0" cy="317"/>
            </a:xfrm>
            <a:prstGeom prst="line">
              <a:avLst/>
            </a:prstGeom>
            <a:ln w="28575" cap="flat" cmpd="sng">
              <a:solidFill>
                <a:srgbClr val="FFCC00"/>
              </a:solidFill>
              <a:prstDash val="solid"/>
              <a:headEnd type="none" w="med" len="med"/>
              <a:tailEnd type="none" w="med" len="med"/>
            </a:ln>
          </p:spPr>
        </p:sp>
        <p:graphicFrame>
          <p:nvGraphicFramePr>
            <p:cNvPr id="47114" name="Object 79"/>
            <p:cNvGraphicFramePr/>
            <p:nvPr/>
          </p:nvGraphicFramePr>
          <p:xfrm>
            <a:off x="4876" y="1706"/>
            <a:ext cx="209" cy="362"/>
          </p:xfrm>
          <a:graphic>
            <a:graphicData uri="http://schemas.openxmlformats.org/presentationml/2006/ole">
              <mc:AlternateContent xmlns:mc="http://schemas.openxmlformats.org/markup-compatibility/2006">
                <mc:Choice xmlns:v="urn:schemas-microsoft-com:vml" Requires="v">
                  <p:oleObj spid="_x0000_s3397" name="" r:id="rId16" imgW="139700" imgH="241300" progId="Equation.3">
                    <p:embed/>
                  </p:oleObj>
                </mc:Choice>
                <mc:Fallback>
                  <p:oleObj name="" r:id="rId16" imgW="139700" imgH="241300" progId="Equation.3">
                    <p:embed/>
                    <p:pic>
                      <p:nvPicPr>
                        <p:cNvPr id="0" name="图片 3396"/>
                        <p:cNvPicPr/>
                        <p:nvPr/>
                      </p:nvPicPr>
                      <p:blipFill>
                        <a:blip r:embed="rId17">
                          <a:clrChange>
                            <a:clrFrom>
                              <a:srgbClr val="000000"/>
                            </a:clrFrom>
                            <a:clrTo>
                              <a:srgbClr val="FFFFFF"/>
                            </a:clrTo>
                          </a:clrChange>
                        </a:blip>
                        <a:stretch>
                          <a:fillRect/>
                        </a:stretch>
                      </p:blipFill>
                      <p:spPr>
                        <a:xfrm>
                          <a:off x="4876" y="1706"/>
                          <a:ext cx="209" cy="362"/>
                        </a:xfrm>
                        <a:prstGeom prst="rect">
                          <a:avLst/>
                        </a:prstGeom>
                        <a:noFill/>
                        <a:ln w="38100">
                          <a:noFill/>
                          <a:miter/>
                        </a:ln>
                      </p:spPr>
                    </p:pic>
                  </p:oleObj>
                </mc:Fallback>
              </mc:AlternateContent>
            </a:graphicData>
          </a:graphic>
        </p:graphicFrame>
        <p:sp>
          <p:nvSpPr>
            <p:cNvPr id="47139" name="Line 80"/>
            <p:cNvSpPr/>
            <p:nvPr/>
          </p:nvSpPr>
          <p:spPr>
            <a:xfrm flipH="1">
              <a:off x="5103" y="1788"/>
              <a:ext cx="0" cy="273"/>
            </a:xfrm>
            <a:prstGeom prst="line">
              <a:avLst/>
            </a:prstGeom>
            <a:ln w="28575" cap="flat" cmpd="sng">
              <a:solidFill>
                <a:srgbClr val="66FFFF"/>
              </a:solidFill>
              <a:prstDash val="solid"/>
              <a:headEnd type="none" w="med" len="med"/>
              <a:tailEnd type="triangle" w="med" len="med"/>
            </a:ln>
          </p:spPr>
        </p:sp>
        <p:sp>
          <p:nvSpPr>
            <p:cNvPr id="47140" name="Text Box 81"/>
            <p:cNvSpPr txBox="1"/>
            <p:nvPr/>
          </p:nvSpPr>
          <p:spPr>
            <a:xfrm>
              <a:off x="4513" y="1117"/>
              <a:ext cx="253" cy="327"/>
            </a:xfrm>
            <a:prstGeom prst="rect">
              <a:avLst/>
            </a:prstGeom>
            <a:noFill/>
            <a:ln w="28575">
              <a:noFill/>
            </a:ln>
          </p:spPr>
          <p:txBody>
            <a:bodyPr wrap="none" anchor="ctr" anchorCtr="0">
              <a:spAutoFit/>
            </a:bodyPr>
            <a:p>
              <a:pPr algn="ctr"/>
              <a:r>
                <a:rPr lang="en-US" altLang="zh-CN" b="0" i="1" dirty="0">
                  <a:solidFill>
                    <a:schemeClr val="bg1"/>
                  </a:solidFill>
                  <a:latin typeface="Times New Roman" panose="02020603050405020304" pitchFamily="18" charset="0"/>
                  <a:ea typeface="宋体" panose="02010600030101010101" pitchFamily="2" charset="-122"/>
                </a:rPr>
                <a:t>R</a:t>
              </a:r>
              <a:endParaRPr lang="en-US" altLang="zh-CN" b="0" i="1" dirty="0">
                <a:latin typeface="Arial" panose="020B0604020202020204" pitchFamily="34" charset="0"/>
                <a:ea typeface="仿宋_GB2312" pitchFamily="49" charset="-122"/>
              </a:endParaRPr>
            </a:p>
          </p:txBody>
        </p:sp>
        <p:sp>
          <p:nvSpPr>
            <p:cNvPr id="47141" name="Line 82"/>
            <p:cNvSpPr/>
            <p:nvPr/>
          </p:nvSpPr>
          <p:spPr>
            <a:xfrm>
              <a:off x="3788" y="1072"/>
              <a:ext cx="317" cy="0"/>
            </a:xfrm>
            <a:prstGeom prst="line">
              <a:avLst/>
            </a:prstGeom>
            <a:ln w="28575" cap="flat" cmpd="sng">
              <a:solidFill>
                <a:srgbClr val="FFCC00"/>
              </a:solidFill>
              <a:prstDash val="solid"/>
              <a:headEnd type="none" w="med" len="med"/>
              <a:tailEnd type="none" w="med" len="med"/>
            </a:ln>
          </p:spPr>
        </p:sp>
        <p:sp>
          <p:nvSpPr>
            <p:cNvPr id="47142" name="Line 83"/>
            <p:cNvSpPr/>
            <p:nvPr/>
          </p:nvSpPr>
          <p:spPr>
            <a:xfrm>
              <a:off x="4332" y="1072"/>
              <a:ext cx="771" cy="0"/>
            </a:xfrm>
            <a:prstGeom prst="line">
              <a:avLst/>
            </a:prstGeom>
            <a:ln w="28575" cap="flat" cmpd="sng">
              <a:solidFill>
                <a:srgbClr val="FFCC00"/>
              </a:solidFill>
              <a:prstDash val="solid"/>
              <a:headEnd type="none" w="med" len="med"/>
              <a:tailEnd type="none" w="med" len="med"/>
            </a:ln>
          </p:spPr>
        </p:sp>
        <p:sp>
          <p:nvSpPr>
            <p:cNvPr id="47143" name="Line 84"/>
            <p:cNvSpPr/>
            <p:nvPr/>
          </p:nvSpPr>
          <p:spPr>
            <a:xfrm flipV="1">
              <a:off x="4105" y="1071"/>
              <a:ext cx="227" cy="136"/>
            </a:xfrm>
            <a:prstGeom prst="line">
              <a:avLst/>
            </a:prstGeom>
            <a:ln w="38100" cap="flat" cmpd="sng">
              <a:solidFill>
                <a:srgbClr val="FFCC00"/>
              </a:solidFill>
              <a:prstDash val="solid"/>
              <a:headEnd type="none" w="med" len="med"/>
              <a:tailEnd type="none" w="med" len="med"/>
            </a:ln>
          </p:spPr>
        </p:sp>
        <p:sp>
          <p:nvSpPr>
            <p:cNvPr id="47144" name="Line 85"/>
            <p:cNvSpPr/>
            <p:nvPr/>
          </p:nvSpPr>
          <p:spPr>
            <a:xfrm flipH="1" flipV="1">
              <a:off x="4150" y="935"/>
              <a:ext cx="136" cy="272"/>
            </a:xfrm>
            <a:prstGeom prst="line">
              <a:avLst/>
            </a:prstGeom>
            <a:ln w="38100" cap="flat" cmpd="sng">
              <a:solidFill>
                <a:srgbClr val="FF3300"/>
              </a:solidFill>
              <a:prstDash val="solid"/>
              <a:headEnd type="none" w="med" len="med"/>
              <a:tailEnd type="triangle" w="med" len="med"/>
            </a:ln>
          </p:spPr>
        </p:sp>
        <p:sp>
          <p:nvSpPr>
            <p:cNvPr id="47145" name="Rectangle 86"/>
            <p:cNvSpPr/>
            <p:nvPr/>
          </p:nvSpPr>
          <p:spPr>
            <a:xfrm>
              <a:off x="4468" y="1008"/>
              <a:ext cx="317" cy="136"/>
            </a:xfrm>
            <a:prstGeom prst="rect">
              <a:avLst/>
            </a:prstGeom>
            <a:gradFill rotWithShape="1">
              <a:gsLst>
                <a:gs pos="0">
                  <a:srgbClr val="764700"/>
                </a:gs>
                <a:gs pos="50000">
                  <a:srgbClr val="FF9900"/>
                </a:gs>
                <a:gs pos="100000">
                  <a:srgbClr val="764700"/>
                </a:gs>
              </a:gsLst>
              <a:lin ang="5400000" scaled="1"/>
              <a:tileRect/>
            </a:gradFill>
            <a:ln w="28575">
              <a:noFill/>
            </a:ln>
          </p:spPr>
          <p:txBody>
            <a:bodyPr wrap="none" anchor="ctr" anchorCtr="0"/>
            <a:p>
              <a:endParaRPr lang="zh-CN" altLang="en-US" dirty="0">
                <a:latin typeface="楷体_GB2312" pitchFamily="49" charset="-122"/>
              </a:endParaRPr>
            </a:p>
          </p:txBody>
        </p:sp>
        <p:grpSp>
          <p:nvGrpSpPr>
            <p:cNvPr id="47146" name="Group 98"/>
            <p:cNvGrpSpPr/>
            <p:nvPr/>
          </p:nvGrpSpPr>
          <p:grpSpPr>
            <a:xfrm rot="10800000">
              <a:off x="5103" y="1389"/>
              <a:ext cx="90" cy="363"/>
              <a:chOff x="1565" y="2614"/>
              <a:chExt cx="90" cy="486"/>
            </a:xfrm>
          </p:grpSpPr>
          <p:sp>
            <p:nvSpPr>
              <p:cNvPr id="47147" name="Arc 99"/>
              <p:cNvSpPr/>
              <p:nvPr/>
            </p:nvSpPr>
            <p:spPr>
              <a:xfrm flipH="1" flipV="1">
                <a:off x="1565" y="2860"/>
                <a:ext cx="90" cy="116"/>
              </a:xfrm>
              <a:custGeom>
                <a:avLst/>
                <a:gdLst>
                  <a:gd name="txL" fmla="*/ 0 w 22723"/>
                  <a:gd name="txT" fmla="*/ 0 h 43200"/>
                  <a:gd name="txR" fmla="*/ 22723 w 22723"/>
                  <a:gd name="txB" fmla="*/ 43200 h 43200"/>
                </a:gdLst>
                <a:ahLst/>
                <a:cxnLst>
                  <a:cxn ang="0">
                    <a:pos x="1122" y="0"/>
                  </a:cxn>
                  <a:cxn ang="0">
                    <a:pos x="22723" y="21600"/>
                  </a:cxn>
                  <a:cxn ang="0">
                    <a:pos x="1123" y="43200"/>
                  </a:cxn>
                  <a:cxn ang="0">
                    <a:pos x="0" y="43170"/>
                  </a:cxn>
                  <a:cxn ang="0">
                    <a:pos x="1122" y="0"/>
                  </a:cxn>
                  <a:cxn ang="0">
                    <a:pos x="22723" y="21600"/>
                  </a:cxn>
                  <a:cxn ang="0">
                    <a:pos x="1123" y="43200"/>
                  </a:cxn>
                  <a:cxn ang="0">
                    <a:pos x="0" y="43170"/>
                  </a:cxn>
                  <a:cxn ang="0">
                    <a:pos x="1123" y="21600"/>
                  </a:cxn>
                </a:cxnLst>
                <a:rect l="txL" t="txT" r="txR" b="txB"/>
                <a:pathLst>
                  <a:path w="22723" h="43200" fill="none">
                    <a:moveTo>
                      <a:pt x="1122" y="0"/>
                    </a:moveTo>
                    <a:cubicBezTo>
                      <a:pt x="13052" y="0"/>
                      <a:pt x="22723" y="9670"/>
                      <a:pt x="22723" y="21600"/>
                    </a:cubicBezTo>
                    <a:cubicBezTo>
                      <a:pt x="22723" y="33529"/>
                      <a:pt x="13052" y="43200"/>
                      <a:pt x="1123" y="43200"/>
                    </a:cubicBezTo>
                    <a:cubicBezTo>
                      <a:pt x="748" y="43200"/>
                      <a:pt x="374" y="43190"/>
                      <a:pt x="0" y="43170"/>
                    </a:cubicBezTo>
                  </a:path>
                  <a:path w="22723" h="43200" stroke="0">
                    <a:moveTo>
                      <a:pt x="1122" y="0"/>
                    </a:moveTo>
                    <a:cubicBezTo>
                      <a:pt x="13052" y="0"/>
                      <a:pt x="22723" y="9670"/>
                      <a:pt x="22723" y="21600"/>
                    </a:cubicBezTo>
                    <a:cubicBezTo>
                      <a:pt x="22723" y="33529"/>
                      <a:pt x="13052" y="43200"/>
                      <a:pt x="1123" y="43200"/>
                    </a:cubicBezTo>
                    <a:cubicBezTo>
                      <a:pt x="748" y="43200"/>
                      <a:pt x="374" y="43190"/>
                      <a:pt x="0" y="43170"/>
                    </a:cubicBezTo>
                    <a:lnTo>
                      <a:pt x="1123" y="21600"/>
                    </a:lnTo>
                    <a:close/>
                  </a:path>
                </a:pathLst>
              </a:custGeom>
              <a:noFill/>
              <a:ln w="28575" cap="flat" cmpd="sng">
                <a:solidFill>
                  <a:srgbClr val="FF9900"/>
                </a:solidFill>
                <a:prstDash val="solid"/>
                <a:round/>
                <a:headEnd type="none" w="med" len="med"/>
                <a:tailEnd type="none" w="med" len="med"/>
              </a:ln>
            </p:spPr>
            <p:txBody>
              <a:bodyPr wrap="none" anchor="ctr" anchorCtr="0"/>
              <a:p>
                <a:endParaRPr lang="zh-CN" altLang="en-US" dirty="0">
                  <a:latin typeface="楷体_GB2312" pitchFamily="49" charset="-122"/>
                </a:endParaRPr>
              </a:p>
            </p:txBody>
          </p:sp>
          <p:sp>
            <p:nvSpPr>
              <p:cNvPr id="47148" name="Arc 100"/>
              <p:cNvSpPr/>
              <p:nvPr/>
            </p:nvSpPr>
            <p:spPr>
              <a:xfrm flipH="1" flipV="1">
                <a:off x="1565" y="2737"/>
                <a:ext cx="90" cy="116"/>
              </a:xfrm>
              <a:custGeom>
                <a:avLst/>
                <a:gdLst>
                  <a:gd name="txL" fmla="*/ 0 w 22723"/>
                  <a:gd name="txT" fmla="*/ 0 h 43200"/>
                  <a:gd name="txR" fmla="*/ 22723 w 22723"/>
                  <a:gd name="txB" fmla="*/ 43200 h 43200"/>
                </a:gdLst>
                <a:ahLst/>
                <a:cxnLst>
                  <a:cxn ang="0">
                    <a:pos x="1122" y="0"/>
                  </a:cxn>
                  <a:cxn ang="0">
                    <a:pos x="22723" y="21600"/>
                  </a:cxn>
                  <a:cxn ang="0">
                    <a:pos x="1123" y="43200"/>
                  </a:cxn>
                  <a:cxn ang="0">
                    <a:pos x="0" y="43170"/>
                  </a:cxn>
                  <a:cxn ang="0">
                    <a:pos x="1122" y="0"/>
                  </a:cxn>
                  <a:cxn ang="0">
                    <a:pos x="22723" y="21600"/>
                  </a:cxn>
                  <a:cxn ang="0">
                    <a:pos x="1123" y="43200"/>
                  </a:cxn>
                  <a:cxn ang="0">
                    <a:pos x="0" y="43170"/>
                  </a:cxn>
                  <a:cxn ang="0">
                    <a:pos x="1123" y="21600"/>
                  </a:cxn>
                </a:cxnLst>
                <a:rect l="txL" t="txT" r="txR" b="txB"/>
                <a:pathLst>
                  <a:path w="22723" h="43200" fill="none">
                    <a:moveTo>
                      <a:pt x="1122" y="0"/>
                    </a:moveTo>
                    <a:cubicBezTo>
                      <a:pt x="13052" y="0"/>
                      <a:pt x="22723" y="9670"/>
                      <a:pt x="22723" y="21600"/>
                    </a:cubicBezTo>
                    <a:cubicBezTo>
                      <a:pt x="22723" y="33529"/>
                      <a:pt x="13052" y="43200"/>
                      <a:pt x="1123" y="43200"/>
                    </a:cubicBezTo>
                    <a:cubicBezTo>
                      <a:pt x="748" y="43200"/>
                      <a:pt x="374" y="43190"/>
                      <a:pt x="0" y="43170"/>
                    </a:cubicBezTo>
                  </a:path>
                  <a:path w="22723" h="43200" stroke="0">
                    <a:moveTo>
                      <a:pt x="1122" y="0"/>
                    </a:moveTo>
                    <a:cubicBezTo>
                      <a:pt x="13052" y="0"/>
                      <a:pt x="22723" y="9670"/>
                      <a:pt x="22723" y="21600"/>
                    </a:cubicBezTo>
                    <a:cubicBezTo>
                      <a:pt x="22723" y="33529"/>
                      <a:pt x="13052" y="43200"/>
                      <a:pt x="1123" y="43200"/>
                    </a:cubicBezTo>
                    <a:cubicBezTo>
                      <a:pt x="748" y="43200"/>
                      <a:pt x="374" y="43190"/>
                      <a:pt x="0" y="43170"/>
                    </a:cubicBezTo>
                    <a:lnTo>
                      <a:pt x="1123" y="21600"/>
                    </a:lnTo>
                    <a:close/>
                  </a:path>
                </a:pathLst>
              </a:custGeom>
              <a:noFill/>
              <a:ln w="28575" cap="flat" cmpd="sng">
                <a:solidFill>
                  <a:srgbClr val="FF9900"/>
                </a:solidFill>
                <a:prstDash val="solid"/>
                <a:round/>
                <a:headEnd type="none" w="med" len="med"/>
                <a:tailEnd type="none" w="med" len="med"/>
              </a:ln>
            </p:spPr>
            <p:txBody>
              <a:bodyPr wrap="none" anchor="ctr" anchorCtr="0"/>
              <a:p>
                <a:endParaRPr lang="zh-CN" altLang="en-US" dirty="0">
                  <a:latin typeface="楷体_GB2312" pitchFamily="49" charset="-122"/>
                </a:endParaRPr>
              </a:p>
            </p:txBody>
          </p:sp>
          <p:sp>
            <p:nvSpPr>
              <p:cNvPr id="47149" name="Arc 101"/>
              <p:cNvSpPr/>
              <p:nvPr/>
            </p:nvSpPr>
            <p:spPr>
              <a:xfrm flipH="1" flipV="1">
                <a:off x="1565" y="2614"/>
                <a:ext cx="90" cy="116"/>
              </a:xfrm>
              <a:custGeom>
                <a:avLst/>
                <a:gdLst>
                  <a:gd name="txL" fmla="*/ 0 w 22723"/>
                  <a:gd name="txT" fmla="*/ 0 h 43200"/>
                  <a:gd name="txR" fmla="*/ 22723 w 22723"/>
                  <a:gd name="txB" fmla="*/ 43200 h 43200"/>
                </a:gdLst>
                <a:ahLst/>
                <a:cxnLst>
                  <a:cxn ang="0">
                    <a:pos x="1122" y="0"/>
                  </a:cxn>
                  <a:cxn ang="0">
                    <a:pos x="22723" y="21600"/>
                  </a:cxn>
                  <a:cxn ang="0">
                    <a:pos x="1123" y="43200"/>
                  </a:cxn>
                  <a:cxn ang="0">
                    <a:pos x="0" y="43170"/>
                  </a:cxn>
                  <a:cxn ang="0">
                    <a:pos x="1122" y="0"/>
                  </a:cxn>
                  <a:cxn ang="0">
                    <a:pos x="22723" y="21600"/>
                  </a:cxn>
                  <a:cxn ang="0">
                    <a:pos x="1123" y="43200"/>
                  </a:cxn>
                  <a:cxn ang="0">
                    <a:pos x="0" y="43170"/>
                  </a:cxn>
                  <a:cxn ang="0">
                    <a:pos x="1123" y="21600"/>
                  </a:cxn>
                </a:cxnLst>
                <a:rect l="txL" t="txT" r="txR" b="txB"/>
                <a:pathLst>
                  <a:path w="22723" h="43200" fill="none">
                    <a:moveTo>
                      <a:pt x="1122" y="0"/>
                    </a:moveTo>
                    <a:cubicBezTo>
                      <a:pt x="13052" y="0"/>
                      <a:pt x="22723" y="9670"/>
                      <a:pt x="22723" y="21600"/>
                    </a:cubicBezTo>
                    <a:cubicBezTo>
                      <a:pt x="22723" y="33529"/>
                      <a:pt x="13052" y="43200"/>
                      <a:pt x="1123" y="43200"/>
                    </a:cubicBezTo>
                    <a:cubicBezTo>
                      <a:pt x="748" y="43200"/>
                      <a:pt x="374" y="43190"/>
                      <a:pt x="0" y="43170"/>
                    </a:cubicBezTo>
                  </a:path>
                  <a:path w="22723" h="43200" stroke="0">
                    <a:moveTo>
                      <a:pt x="1122" y="0"/>
                    </a:moveTo>
                    <a:cubicBezTo>
                      <a:pt x="13052" y="0"/>
                      <a:pt x="22723" y="9670"/>
                      <a:pt x="22723" y="21600"/>
                    </a:cubicBezTo>
                    <a:cubicBezTo>
                      <a:pt x="22723" y="33529"/>
                      <a:pt x="13052" y="43200"/>
                      <a:pt x="1123" y="43200"/>
                    </a:cubicBezTo>
                    <a:cubicBezTo>
                      <a:pt x="748" y="43200"/>
                      <a:pt x="374" y="43190"/>
                      <a:pt x="0" y="43170"/>
                    </a:cubicBezTo>
                    <a:lnTo>
                      <a:pt x="1123" y="21600"/>
                    </a:lnTo>
                    <a:close/>
                  </a:path>
                </a:pathLst>
              </a:custGeom>
              <a:noFill/>
              <a:ln w="28575" cap="flat" cmpd="sng">
                <a:solidFill>
                  <a:srgbClr val="FF9900"/>
                </a:solidFill>
                <a:prstDash val="solid"/>
                <a:round/>
                <a:headEnd type="none" w="med" len="med"/>
                <a:tailEnd type="none" w="med" len="med"/>
              </a:ln>
            </p:spPr>
            <p:txBody>
              <a:bodyPr wrap="none" anchor="ctr" anchorCtr="0"/>
              <a:p>
                <a:endParaRPr lang="zh-CN" altLang="en-US" dirty="0">
                  <a:latin typeface="楷体_GB2312" pitchFamily="49" charset="-122"/>
                </a:endParaRPr>
              </a:p>
            </p:txBody>
          </p:sp>
          <p:sp>
            <p:nvSpPr>
              <p:cNvPr id="47150" name="Arc 102"/>
              <p:cNvSpPr/>
              <p:nvPr/>
            </p:nvSpPr>
            <p:spPr>
              <a:xfrm flipH="1" flipV="1">
                <a:off x="1565" y="2984"/>
                <a:ext cx="90" cy="116"/>
              </a:xfrm>
              <a:custGeom>
                <a:avLst/>
                <a:gdLst>
                  <a:gd name="txL" fmla="*/ 0 w 22723"/>
                  <a:gd name="txT" fmla="*/ 0 h 43200"/>
                  <a:gd name="txR" fmla="*/ 22723 w 22723"/>
                  <a:gd name="txB" fmla="*/ 43200 h 43200"/>
                </a:gdLst>
                <a:ahLst/>
                <a:cxnLst>
                  <a:cxn ang="0">
                    <a:pos x="1122" y="0"/>
                  </a:cxn>
                  <a:cxn ang="0">
                    <a:pos x="22723" y="21600"/>
                  </a:cxn>
                  <a:cxn ang="0">
                    <a:pos x="1123" y="43200"/>
                  </a:cxn>
                  <a:cxn ang="0">
                    <a:pos x="0" y="43170"/>
                  </a:cxn>
                  <a:cxn ang="0">
                    <a:pos x="1122" y="0"/>
                  </a:cxn>
                  <a:cxn ang="0">
                    <a:pos x="22723" y="21600"/>
                  </a:cxn>
                  <a:cxn ang="0">
                    <a:pos x="1123" y="43200"/>
                  </a:cxn>
                  <a:cxn ang="0">
                    <a:pos x="0" y="43170"/>
                  </a:cxn>
                  <a:cxn ang="0">
                    <a:pos x="1123" y="21600"/>
                  </a:cxn>
                </a:cxnLst>
                <a:rect l="txL" t="txT" r="txR" b="txB"/>
                <a:pathLst>
                  <a:path w="22723" h="43200" fill="none">
                    <a:moveTo>
                      <a:pt x="1122" y="0"/>
                    </a:moveTo>
                    <a:cubicBezTo>
                      <a:pt x="13052" y="0"/>
                      <a:pt x="22723" y="9670"/>
                      <a:pt x="22723" y="21600"/>
                    </a:cubicBezTo>
                    <a:cubicBezTo>
                      <a:pt x="22723" y="33529"/>
                      <a:pt x="13052" y="43200"/>
                      <a:pt x="1123" y="43200"/>
                    </a:cubicBezTo>
                    <a:cubicBezTo>
                      <a:pt x="748" y="43200"/>
                      <a:pt x="374" y="43190"/>
                      <a:pt x="0" y="43170"/>
                    </a:cubicBezTo>
                  </a:path>
                  <a:path w="22723" h="43200" stroke="0">
                    <a:moveTo>
                      <a:pt x="1122" y="0"/>
                    </a:moveTo>
                    <a:cubicBezTo>
                      <a:pt x="13052" y="0"/>
                      <a:pt x="22723" y="9670"/>
                      <a:pt x="22723" y="21600"/>
                    </a:cubicBezTo>
                    <a:cubicBezTo>
                      <a:pt x="22723" y="33529"/>
                      <a:pt x="13052" y="43200"/>
                      <a:pt x="1123" y="43200"/>
                    </a:cubicBezTo>
                    <a:cubicBezTo>
                      <a:pt x="748" y="43200"/>
                      <a:pt x="374" y="43190"/>
                      <a:pt x="0" y="43170"/>
                    </a:cubicBezTo>
                    <a:lnTo>
                      <a:pt x="1123" y="21600"/>
                    </a:lnTo>
                    <a:close/>
                  </a:path>
                </a:pathLst>
              </a:custGeom>
              <a:noFill/>
              <a:ln w="28575" cap="flat" cmpd="sng">
                <a:solidFill>
                  <a:srgbClr val="FF9900"/>
                </a:solidFill>
                <a:prstDash val="solid"/>
                <a:round/>
                <a:headEnd type="none" w="med" len="med"/>
                <a:tailEnd type="none" w="med" len="med"/>
              </a:ln>
            </p:spPr>
            <p:txBody>
              <a:bodyPr wrap="none" anchor="ctr" anchorCtr="0"/>
              <a:p>
                <a:endParaRPr lang="zh-CN" altLang="en-US" dirty="0">
                  <a:latin typeface="楷体_GB2312" pitchFamily="49" charset="-122"/>
                </a:endParaRPr>
              </a:p>
            </p:txBody>
          </p:sp>
        </p:grpSp>
      </p:grpSp>
      <p:grpSp>
        <p:nvGrpSpPr>
          <p:cNvPr id="7" name="Group 109"/>
          <p:cNvGrpSpPr/>
          <p:nvPr/>
        </p:nvGrpSpPr>
        <p:grpSpPr>
          <a:xfrm>
            <a:off x="827088" y="3429000"/>
            <a:ext cx="6469062" cy="1158875"/>
            <a:chOff x="521" y="2160"/>
            <a:chExt cx="4075" cy="730"/>
          </a:xfrm>
        </p:grpSpPr>
        <p:graphicFrame>
          <p:nvGraphicFramePr>
            <p:cNvPr id="47111" name="Object 48"/>
            <p:cNvGraphicFramePr/>
            <p:nvPr/>
          </p:nvGraphicFramePr>
          <p:xfrm>
            <a:off x="521" y="2160"/>
            <a:ext cx="4075" cy="730"/>
          </p:xfrm>
          <a:graphic>
            <a:graphicData uri="http://schemas.openxmlformats.org/presentationml/2006/ole">
              <mc:AlternateContent xmlns:mc="http://schemas.openxmlformats.org/markup-compatibility/2006">
                <mc:Choice xmlns:v="urn:schemas-microsoft-com:vml" Requires="v">
                  <p:oleObj spid="_x0000_s3399" name="" r:id="rId18" imgW="2983230" imgH="533400" progId="Equation.3">
                    <p:embed/>
                  </p:oleObj>
                </mc:Choice>
                <mc:Fallback>
                  <p:oleObj name="" r:id="rId18" imgW="2983230" imgH="533400" progId="Equation.3">
                    <p:embed/>
                    <p:pic>
                      <p:nvPicPr>
                        <p:cNvPr id="0" name="图片 3398"/>
                        <p:cNvPicPr/>
                        <p:nvPr/>
                      </p:nvPicPr>
                      <p:blipFill>
                        <a:blip r:embed="rId19">
                          <a:clrChange>
                            <a:clrFrom>
                              <a:srgbClr val="000000"/>
                            </a:clrFrom>
                            <a:clrTo>
                              <a:srgbClr val="FFFFFF"/>
                            </a:clrTo>
                          </a:clrChange>
                        </a:blip>
                        <a:stretch>
                          <a:fillRect/>
                        </a:stretch>
                      </p:blipFill>
                      <p:spPr>
                        <a:xfrm>
                          <a:off x="521" y="2160"/>
                          <a:ext cx="4075" cy="730"/>
                        </a:xfrm>
                        <a:prstGeom prst="rect">
                          <a:avLst/>
                        </a:prstGeom>
                        <a:noFill/>
                        <a:ln w="38100">
                          <a:noFill/>
                          <a:miter/>
                        </a:ln>
                      </p:spPr>
                    </p:pic>
                  </p:oleObj>
                </mc:Fallback>
              </mc:AlternateContent>
            </a:graphicData>
          </a:graphic>
        </p:graphicFrame>
        <p:sp>
          <p:nvSpPr>
            <p:cNvPr id="47125" name="Line 104"/>
            <p:cNvSpPr/>
            <p:nvPr/>
          </p:nvSpPr>
          <p:spPr>
            <a:xfrm>
              <a:off x="3198" y="2659"/>
              <a:ext cx="726" cy="0"/>
            </a:xfrm>
            <a:prstGeom prst="line">
              <a:avLst/>
            </a:prstGeom>
            <a:ln w="9525" cap="flat" cmpd="sng">
              <a:solidFill>
                <a:schemeClr val="bg1"/>
              </a:solidFill>
              <a:prstDash val="solid"/>
              <a:headEnd type="none" w="med" len="med"/>
              <a:tailEnd type="none" w="med" len="med"/>
            </a:ln>
          </p:spPr>
        </p:sp>
        <p:sp>
          <p:nvSpPr>
            <p:cNvPr id="47126" name="Line 105"/>
            <p:cNvSpPr/>
            <p:nvPr/>
          </p:nvSpPr>
          <p:spPr>
            <a:xfrm>
              <a:off x="4286" y="2659"/>
              <a:ext cx="272" cy="0"/>
            </a:xfrm>
            <a:prstGeom prst="line">
              <a:avLst/>
            </a:prstGeom>
            <a:ln w="9525" cap="flat" cmpd="sng">
              <a:solidFill>
                <a:schemeClr val="bg1"/>
              </a:solidFill>
              <a:prstDash val="solid"/>
              <a:headEnd type="none" w="med" len="med"/>
              <a:tailEnd type="none" w="med" len="med"/>
            </a:ln>
          </p:spPr>
        </p:sp>
        <p:sp>
          <p:nvSpPr>
            <p:cNvPr id="47127" name="Line 107"/>
            <p:cNvSpPr/>
            <p:nvPr/>
          </p:nvSpPr>
          <p:spPr>
            <a:xfrm flipV="1">
              <a:off x="3198" y="2341"/>
              <a:ext cx="91" cy="318"/>
            </a:xfrm>
            <a:prstGeom prst="line">
              <a:avLst/>
            </a:prstGeom>
            <a:ln w="9525" cap="flat" cmpd="sng">
              <a:solidFill>
                <a:schemeClr val="bg1"/>
              </a:solidFill>
              <a:prstDash val="solid"/>
              <a:headEnd type="none" w="med" len="med"/>
              <a:tailEnd type="none" w="med" len="med"/>
            </a:ln>
          </p:spPr>
        </p:sp>
        <p:sp>
          <p:nvSpPr>
            <p:cNvPr id="47128" name="Line 108"/>
            <p:cNvSpPr/>
            <p:nvPr/>
          </p:nvSpPr>
          <p:spPr>
            <a:xfrm flipV="1">
              <a:off x="4286" y="2387"/>
              <a:ext cx="91" cy="272"/>
            </a:xfrm>
            <a:prstGeom prst="line">
              <a:avLst/>
            </a:prstGeom>
            <a:ln w="9525" cap="flat" cmpd="sng">
              <a:solidFill>
                <a:schemeClr val="bg1"/>
              </a:solidFill>
              <a:prstDash val="solid"/>
              <a:headEnd type="none" w="med" len="med"/>
              <a:tailEnd type="none" w="med" len="med"/>
            </a:ln>
          </p:spPr>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5" presetClass="entr" presetSubtype="0" fill="hold" grpId="0" nodeType="withEffect">
                                  <p:stCondLst>
                                    <p:cond delay="0"/>
                                  </p:stCondLst>
                                  <p:childTnLst>
                                    <p:set>
                                      <p:cBhvr>
                                        <p:cTn id="6" dur="1" fill="hold">
                                          <p:stCondLst>
                                            <p:cond delay="0"/>
                                          </p:stCondLst>
                                        </p:cTn>
                                        <p:tgtEl>
                                          <p:spTgt spid="33828"/>
                                        </p:tgtEl>
                                        <p:attrNameLst>
                                          <p:attrName>style.visibility</p:attrName>
                                        </p:attrNameLst>
                                      </p:cBhvr>
                                      <p:to>
                                        <p:strVal val="visible"/>
                                      </p:to>
                                    </p:set>
                                    <p:anim calcmode="lin" valueType="num">
                                      <p:cBhvr>
                                        <p:cTn id="7" dur="1000" fill="hold"/>
                                        <p:tgtEl>
                                          <p:spTgt spid="33828"/>
                                        </p:tgtEl>
                                        <p:attrNameLst>
                                          <p:attrName>ppt_w</p:attrName>
                                        </p:attrNameLst>
                                      </p:cBhvr>
                                      <p:tavLst>
                                        <p:tav tm="0">
                                          <p:val>
                                            <p:fltVal val="0.000000"/>
                                          </p:val>
                                        </p:tav>
                                        <p:tav tm="100000">
                                          <p:val>
                                            <p:strVal val="#ppt_w"/>
                                          </p:val>
                                        </p:tav>
                                      </p:tavLst>
                                    </p:anim>
                                    <p:anim calcmode="lin" valueType="num">
                                      <p:cBhvr>
                                        <p:cTn id="8" dur="1000" fill="hold"/>
                                        <p:tgtEl>
                                          <p:spTgt spid="33828"/>
                                        </p:tgtEl>
                                        <p:attrNameLst>
                                          <p:attrName>ppt_h</p:attrName>
                                        </p:attrNameLst>
                                      </p:cBhvr>
                                      <p:tavLst>
                                        <p:tav tm="0">
                                          <p:val>
                                            <p:fltVal val="0.000000"/>
                                          </p:val>
                                        </p:tav>
                                        <p:tav tm="100000">
                                          <p:val>
                                            <p:strVal val="#ppt_h"/>
                                          </p:val>
                                        </p:tav>
                                      </p:tavLst>
                                    </p:anim>
                                    <p:anim calcmode="lin" valueType="num">
                                      <p:cBhvr>
                                        <p:cTn id="9" dur="1000" fill="hold"/>
                                        <p:tgtEl>
                                          <p:spTgt spid="33828"/>
                                        </p:tgtEl>
                                        <p:attrNameLst>
                                          <p:attrName>ppt_x</p:attrName>
                                        </p:attrNameLst>
                                      </p:cBhvr>
                                      <p:tavLst>
                                        <p:tav tm="0" fmla="#ppt_x+(cos(-2*pi*(1-$))*-#ppt_x-sin(-2*pi*(1-$))*(1-#ppt_y))*(1-$)">
                                          <p:val>
                                            <p:fltVal val="0.000000"/>
                                          </p:val>
                                        </p:tav>
                                        <p:tav tm="100000">
                                          <p:val>
                                            <p:fltVal val="1.000000"/>
                                          </p:val>
                                        </p:tav>
                                      </p:tavLst>
                                    </p:anim>
                                    <p:anim calcmode="lin" valueType="num">
                                      <p:cBhvr>
                                        <p:cTn id="10" dur="1000" fill="hold"/>
                                        <p:tgtEl>
                                          <p:spTgt spid="33828"/>
                                        </p:tgtEl>
                                        <p:attrNameLst>
                                          <p:attrName>ppt_y</p:attrName>
                                        </p:attrNameLst>
                                      </p:cBhvr>
                                      <p:tavLst>
                                        <p:tav tm="0" fmla="#ppt_y+(sin(-2*pi*(1-$))*-#ppt_x+cos(-2*pi*(1-$))*(1-#ppt_y))*(1-$)">
                                          <p:val>
                                            <p:fltVal val="0.000000"/>
                                          </p:val>
                                        </p:tav>
                                        <p:tav tm="100000">
                                          <p:val>
                                            <p:fltVal val="1.000000"/>
                                          </p:val>
                                        </p:tav>
                                      </p:tavLst>
                                    </p:anim>
                                  </p:childTnLst>
                                </p:cTn>
                              </p:par>
                            </p:childTnLst>
                          </p:cTn>
                        </p:par>
                        <p:par>
                          <p:cTn id="11" fill="hold">
                            <p:stCondLst>
                              <p:cond delay="1000"/>
                            </p:stCondLst>
                            <p:childTnLst>
                              <p:par>
                                <p:cTn id="12" presetID="3" presetClass="entr" presetSubtype="10" fill="hold" nodeType="afterEffect">
                                  <p:stCondLst>
                                    <p:cond delay="0"/>
                                  </p:stCondLst>
                                  <p:childTnLst>
                                    <p:set>
                                      <p:cBhvr>
                                        <p:cTn id="13" dur="1" fill="hold">
                                          <p:stCondLst>
                                            <p:cond delay="0"/>
                                          </p:stCondLst>
                                        </p:cTn>
                                        <p:tgtEl>
                                          <p:spTgt spid="5"/>
                                        </p:tgtEl>
                                        <p:attrNameLst>
                                          <p:attrName>style.visibility</p:attrName>
                                        </p:attrNameLst>
                                      </p:cBhvr>
                                      <p:to>
                                        <p:strVal val="visible"/>
                                      </p:to>
                                    </p:set>
                                    <p:animEffect transition="in" filter="blinds(horizontal)">
                                      <p:cBhvr>
                                        <p:cTn id="14" dur="500"/>
                                        <p:tgtEl>
                                          <p:spTgt spid="5"/>
                                        </p:tgtEl>
                                      </p:cBhvr>
                                    </p:animEffect>
                                  </p:childTnLst>
                                </p:cTn>
                              </p:par>
                            </p:childTnLst>
                          </p:cTn>
                        </p:par>
                        <p:par>
                          <p:cTn id="15" fill="hold">
                            <p:stCondLst>
                              <p:cond delay="1500"/>
                            </p:stCondLst>
                            <p:childTnLst>
                              <p:par>
                                <p:cTn id="16" presetID="55" presetClass="entr" presetSubtype="0" fill="hold" grpId="0" nodeType="afterEffect">
                                  <p:stCondLst>
                                    <p:cond delay="0"/>
                                  </p:stCondLst>
                                  <p:childTnLst>
                                    <p:set>
                                      <p:cBhvr>
                                        <p:cTn id="17" dur="1" fill="hold">
                                          <p:stCondLst>
                                            <p:cond delay="0"/>
                                          </p:stCondLst>
                                        </p:cTn>
                                        <p:tgtEl>
                                          <p:spTgt spid="33829"/>
                                        </p:tgtEl>
                                        <p:attrNameLst>
                                          <p:attrName>style.visibility</p:attrName>
                                        </p:attrNameLst>
                                      </p:cBhvr>
                                      <p:to>
                                        <p:strVal val="visible"/>
                                      </p:to>
                                    </p:set>
                                    <p:anim calcmode="lin" valueType="num">
                                      <p:cBhvr>
                                        <p:cTn id="18" dur="1000" fill="hold"/>
                                        <p:tgtEl>
                                          <p:spTgt spid="33829"/>
                                        </p:tgtEl>
                                        <p:attrNameLst>
                                          <p:attrName>ppt_w</p:attrName>
                                        </p:attrNameLst>
                                      </p:cBhvr>
                                      <p:tavLst>
                                        <p:tav tm="0">
                                          <p:val>
                                            <p:strVal val="#ppt_w*0.70"/>
                                          </p:val>
                                        </p:tav>
                                        <p:tav tm="100000">
                                          <p:val>
                                            <p:strVal val="#ppt_w"/>
                                          </p:val>
                                        </p:tav>
                                      </p:tavLst>
                                    </p:anim>
                                    <p:anim calcmode="lin" valueType="num">
                                      <p:cBhvr>
                                        <p:cTn id="19" dur="1000" fill="hold"/>
                                        <p:tgtEl>
                                          <p:spTgt spid="33829"/>
                                        </p:tgtEl>
                                        <p:attrNameLst>
                                          <p:attrName>ppt_h</p:attrName>
                                        </p:attrNameLst>
                                      </p:cBhvr>
                                      <p:tavLst>
                                        <p:tav tm="0">
                                          <p:val>
                                            <p:strVal val="#ppt_h"/>
                                          </p:val>
                                        </p:tav>
                                        <p:tav tm="100000">
                                          <p:val>
                                            <p:strVal val="#ppt_h"/>
                                          </p:val>
                                        </p:tav>
                                      </p:tavLst>
                                    </p:anim>
                                    <p:animEffect transition="in" filter="fade">
                                      <p:cBhvr>
                                        <p:cTn id="20" dur="1000"/>
                                        <p:tgtEl>
                                          <p:spTgt spid="33829"/>
                                        </p:tgtEl>
                                      </p:cBhvr>
                                    </p:animEffect>
                                  </p:childTnLst>
                                </p:cTn>
                              </p:par>
                            </p:childTnLst>
                          </p:cTn>
                        </p:par>
                        <p:par>
                          <p:cTn id="21" fill="hold">
                            <p:stCondLst>
                              <p:cond delay="2500"/>
                            </p:stCondLst>
                            <p:childTnLst>
                              <p:par>
                                <p:cTn id="22" presetID="22" presetClass="entr" presetSubtype="1" fill="hold" nodeType="afterEffect">
                                  <p:stCondLst>
                                    <p:cond delay="0"/>
                                  </p:stCondLst>
                                  <p:childTnLst>
                                    <p:set>
                                      <p:cBhvr>
                                        <p:cTn id="23" dur="1" fill="hold">
                                          <p:stCondLst>
                                            <p:cond delay="0"/>
                                          </p:stCondLst>
                                        </p:cTn>
                                        <p:tgtEl>
                                          <p:spTgt spid="33837"/>
                                        </p:tgtEl>
                                        <p:attrNameLst>
                                          <p:attrName>style.visibility</p:attrName>
                                        </p:attrNameLst>
                                      </p:cBhvr>
                                      <p:to>
                                        <p:strVal val="visible"/>
                                      </p:to>
                                    </p:set>
                                    <p:animEffect transition="in" filter="wipe(up)">
                                      <p:cBhvr>
                                        <p:cTn id="24" dur="2000"/>
                                        <p:tgtEl>
                                          <p:spTgt spid="33837"/>
                                        </p:tgtEl>
                                      </p:cBhvr>
                                    </p:animEffect>
                                  </p:childTnLst>
                                </p:cTn>
                              </p:par>
                            </p:childTnLst>
                          </p:cTn>
                        </p:par>
                      </p:childTnLst>
                    </p:cTn>
                  </p:par>
                  <p:par>
                    <p:cTn id="25" fill="hold">
                      <p:stCondLst>
                        <p:cond delay="indefinite"/>
                      </p:stCondLst>
                      <p:childTnLst>
                        <p:par>
                          <p:cTn id="26" fill="hold">
                            <p:stCondLst>
                              <p:cond delay="0"/>
                            </p:stCondLst>
                            <p:childTnLst>
                              <p:par>
                                <p:cTn id="27" presetID="15" presetClass="entr" presetSubtype="0" fill="hold" grpId="0" nodeType="clickEffect">
                                  <p:stCondLst>
                                    <p:cond delay="0"/>
                                  </p:stCondLst>
                                  <p:childTnLst>
                                    <p:set>
                                      <p:cBhvr>
                                        <p:cTn id="28" dur="1" fill="hold">
                                          <p:stCondLst>
                                            <p:cond delay="0"/>
                                          </p:stCondLst>
                                        </p:cTn>
                                        <p:tgtEl>
                                          <p:spTgt spid="33836"/>
                                        </p:tgtEl>
                                        <p:attrNameLst>
                                          <p:attrName>style.visibility</p:attrName>
                                        </p:attrNameLst>
                                      </p:cBhvr>
                                      <p:to>
                                        <p:strVal val="visible"/>
                                      </p:to>
                                    </p:set>
                                    <p:anim calcmode="lin" valueType="num">
                                      <p:cBhvr>
                                        <p:cTn id="29" dur="1000" fill="hold"/>
                                        <p:tgtEl>
                                          <p:spTgt spid="33836"/>
                                        </p:tgtEl>
                                        <p:attrNameLst>
                                          <p:attrName>ppt_w</p:attrName>
                                        </p:attrNameLst>
                                      </p:cBhvr>
                                      <p:tavLst>
                                        <p:tav tm="0">
                                          <p:val>
                                            <p:fltVal val="0.000000"/>
                                          </p:val>
                                        </p:tav>
                                        <p:tav tm="100000">
                                          <p:val>
                                            <p:strVal val="#ppt_w"/>
                                          </p:val>
                                        </p:tav>
                                      </p:tavLst>
                                    </p:anim>
                                    <p:anim calcmode="lin" valueType="num">
                                      <p:cBhvr>
                                        <p:cTn id="30" dur="1000" fill="hold"/>
                                        <p:tgtEl>
                                          <p:spTgt spid="33836"/>
                                        </p:tgtEl>
                                        <p:attrNameLst>
                                          <p:attrName>ppt_h</p:attrName>
                                        </p:attrNameLst>
                                      </p:cBhvr>
                                      <p:tavLst>
                                        <p:tav tm="0">
                                          <p:val>
                                            <p:fltVal val="0.000000"/>
                                          </p:val>
                                        </p:tav>
                                        <p:tav tm="100000">
                                          <p:val>
                                            <p:strVal val="#ppt_h"/>
                                          </p:val>
                                        </p:tav>
                                      </p:tavLst>
                                    </p:anim>
                                    <p:anim calcmode="lin" valueType="num">
                                      <p:cBhvr>
                                        <p:cTn id="31" dur="1000" fill="hold"/>
                                        <p:tgtEl>
                                          <p:spTgt spid="33836"/>
                                        </p:tgtEl>
                                        <p:attrNameLst>
                                          <p:attrName>ppt_x</p:attrName>
                                        </p:attrNameLst>
                                      </p:cBhvr>
                                      <p:tavLst>
                                        <p:tav tm="0" fmla="#ppt_x+(cos(-2*pi*(1-$))*-#ppt_x-sin(-2*pi*(1-$))*(1-#ppt_y))*(1-$)">
                                          <p:val>
                                            <p:fltVal val="0.000000"/>
                                          </p:val>
                                        </p:tav>
                                        <p:tav tm="100000">
                                          <p:val>
                                            <p:fltVal val="1.000000"/>
                                          </p:val>
                                        </p:tav>
                                      </p:tavLst>
                                    </p:anim>
                                    <p:anim calcmode="lin" valueType="num">
                                      <p:cBhvr>
                                        <p:cTn id="32" dur="1000" fill="hold"/>
                                        <p:tgtEl>
                                          <p:spTgt spid="33836"/>
                                        </p:tgtEl>
                                        <p:attrNameLst>
                                          <p:attrName>ppt_y</p:attrName>
                                        </p:attrNameLst>
                                      </p:cBhvr>
                                      <p:tavLst>
                                        <p:tav tm="0" fmla="#ppt_y+(sin(-2*pi*(1-$))*-#ppt_x+cos(-2*pi*(1-$))*(1-#ppt_y))*(1-$)">
                                          <p:val>
                                            <p:fltVal val="0.000000"/>
                                          </p:val>
                                        </p:tav>
                                        <p:tav tm="100000">
                                          <p:val>
                                            <p:fltVal val="1.000000"/>
                                          </p:val>
                                        </p:tav>
                                      </p:tavLst>
                                    </p:anim>
                                  </p:childTnLst>
                                </p:cTn>
                              </p:par>
                            </p:childTnLst>
                          </p:cTn>
                        </p:par>
                        <p:par>
                          <p:cTn id="33" fill="hold">
                            <p:stCondLst>
                              <p:cond delay="1000"/>
                            </p:stCondLst>
                            <p:childTnLst>
                              <p:par>
                                <p:cTn id="34" presetID="12" presetClass="entr" presetSubtype="1" fill="hold" grpId="0" nodeType="afterEffect">
                                  <p:stCondLst>
                                    <p:cond delay="0"/>
                                  </p:stCondLst>
                                  <p:childTnLst>
                                    <p:set>
                                      <p:cBhvr>
                                        <p:cTn id="35" dur="1" fill="hold">
                                          <p:stCondLst>
                                            <p:cond delay="0"/>
                                          </p:stCondLst>
                                        </p:cTn>
                                        <p:tgtEl>
                                          <p:spTgt spid="33838"/>
                                        </p:tgtEl>
                                        <p:attrNameLst>
                                          <p:attrName>style.visibility</p:attrName>
                                        </p:attrNameLst>
                                      </p:cBhvr>
                                      <p:to>
                                        <p:strVal val="visible"/>
                                      </p:to>
                                    </p:set>
                                    <p:animEffect transition="in" filter="slide(fromTop)">
                                      <p:cBhvr>
                                        <p:cTn id="36" dur="500"/>
                                        <p:tgtEl>
                                          <p:spTgt spid="33838"/>
                                        </p:tgtEl>
                                      </p:cBhvr>
                                    </p:animEffect>
                                  </p:childTnLst>
                                </p:cTn>
                              </p:par>
                            </p:childTnLst>
                          </p:cTn>
                        </p:par>
                      </p:childTnLst>
                    </p:cTn>
                  </p:par>
                  <p:par>
                    <p:cTn id="37" fill="hold">
                      <p:stCondLst>
                        <p:cond delay="indefinite"/>
                      </p:stCondLst>
                      <p:childTnLst>
                        <p:par>
                          <p:cTn id="38" fill="hold">
                            <p:stCondLst>
                              <p:cond delay="0"/>
                            </p:stCondLst>
                            <p:childTnLst>
                              <p:par>
                                <p:cTn id="39" presetID="22" presetClass="entr" presetSubtype="1" fill="hold" nodeType="clickEffect">
                                  <p:stCondLst>
                                    <p:cond delay="0"/>
                                  </p:stCondLst>
                                  <p:childTnLst>
                                    <p:set>
                                      <p:cBhvr>
                                        <p:cTn id="40" dur="1" fill="hold">
                                          <p:stCondLst>
                                            <p:cond delay="0"/>
                                          </p:stCondLst>
                                        </p:cTn>
                                        <p:tgtEl>
                                          <p:spTgt spid="33839"/>
                                        </p:tgtEl>
                                        <p:attrNameLst>
                                          <p:attrName>style.visibility</p:attrName>
                                        </p:attrNameLst>
                                      </p:cBhvr>
                                      <p:to>
                                        <p:strVal val="visible"/>
                                      </p:to>
                                    </p:set>
                                    <p:animEffect transition="in" filter="wipe(up)">
                                      <p:cBhvr>
                                        <p:cTn id="41" dur="2000"/>
                                        <p:tgtEl>
                                          <p:spTgt spid="33839"/>
                                        </p:tgtEl>
                                      </p:cBhvr>
                                    </p:animEffect>
                                  </p:childTnLst>
                                </p:cTn>
                              </p:par>
                            </p:childTnLst>
                          </p:cTn>
                        </p:par>
                      </p:childTnLst>
                    </p:cTn>
                  </p:par>
                  <p:par>
                    <p:cTn id="42" fill="hold">
                      <p:stCondLst>
                        <p:cond delay="indefinite"/>
                      </p:stCondLst>
                      <p:childTnLst>
                        <p:par>
                          <p:cTn id="43" fill="hold">
                            <p:stCondLst>
                              <p:cond delay="0"/>
                            </p:stCondLst>
                            <p:childTnLst>
                              <p:par>
                                <p:cTn id="44" presetID="22" presetClass="entr" presetSubtype="1" fill="hold" nodeType="clickEffect">
                                  <p:stCondLst>
                                    <p:cond delay="0"/>
                                  </p:stCondLst>
                                  <p:childTnLst>
                                    <p:set>
                                      <p:cBhvr>
                                        <p:cTn id="45" dur="1" fill="hold">
                                          <p:stCondLst>
                                            <p:cond delay="0"/>
                                          </p:stCondLst>
                                        </p:cTn>
                                        <p:tgtEl>
                                          <p:spTgt spid="33841"/>
                                        </p:tgtEl>
                                        <p:attrNameLst>
                                          <p:attrName>style.visibility</p:attrName>
                                        </p:attrNameLst>
                                      </p:cBhvr>
                                      <p:to>
                                        <p:strVal val="visible"/>
                                      </p:to>
                                    </p:set>
                                    <p:animEffect transition="in" filter="wipe(up)">
                                      <p:cBhvr>
                                        <p:cTn id="46" dur="2000"/>
                                        <p:tgtEl>
                                          <p:spTgt spid="33841"/>
                                        </p:tgtEl>
                                      </p:cBhvr>
                                    </p:animEffect>
                                  </p:childTnLst>
                                </p:cTn>
                              </p:par>
                            </p:childTnLst>
                          </p:cTn>
                        </p:par>
                      </p:childTnLst>
                    </p:cTn>
                  </p:par>
                  <p:par>
                    <p:cTn id="47" fill="hold">
                      <p:stCondLst>
                        <p:cond delay="indefinite"/>
                      </p:stCondLst>
                      <p:childTnLst>
                        <p:par>
                          <p:cTn id="48" fill="hold">
                            <p:stCondLst>
                              <p:cond delay="0"/>
                            </p:stCondLst>
                            <p:childTnLst>
                              <p:par>
                                <p:cTn id="49" presetID="22" presetClass="entr" presetSubtype="8" fill="hold" grpId="0" nodeType="clickEffect">
                                  <p:stCondLst>
                                    <p:cond delay="0"/>
                                  </p:stCondLst>
                                  <p:childTnLst>
                                    <p:set>
                                      <p:cBhvr>
                                        <p:cTn id="50" dur="1" fill="hold">
                                          <p:stCondLst>
                                            <p:cond delay="0"/>
                                          </p:stCondLst>
                                        </p:cTn>
                                        <p:tgtEl>
                                          <p:spTgt spid="33842"/>
                                        </p:tgtEl>
                                        <p:attrNameLst>
                                          <p:attrName>style.visibility</p:attrName>
                                        </p:attrNameLst>
                                      </p:cBhvr>
                                      <p:to>
                                        <p:strVal val="visible"/>
                                      </p:to>
                                    </p:set>
                                    <p:animEffect transition="in" filter="wipe(left)">
                                      <p:cBhvr>
                                        <p:cTn id="51" dur="500"/>
                                        <p:tgtEl>
                                          <p:spTgt spid="33842"/>
                                        </p:tgtEl>
                                      </p:cBhvr>
                                    </p:animEffect>
                                  </p:childTnLst>
                                </p:cTn>
                              </p:par>
                            </p:childTnLst>
                          </p:cTn>
                        </p:par>
                      </p:childTnLst>
                    </p:cTn>
                  </p:par>
                  <p:par>
                    <p:cTn id="52" fill="hold">
                      <p:stCondLst>
                        <p:cond delay="indefinite"/>
                      </p:stCondLst>
                      <p:childTnLst>
                        <p:par>
                          <p:cTn id="53" fill="hold">
                            <p:stCondLst>
                              <p:cond delay="0"/>
                            </p:stCondLst>
                            <p:childTnLst>
                              <p:par>
                                <p:cTn id="54" presetID="22" presetClass="entr" presetSubtype="8" fill="hold" nodeType="clickEffect">
                                  <p:stCondLst>
                                    <p:cond delay="0"/>
                                  </p:stCondLst>
                                  <p:childTnLst>
                                    <p:set>
                                      <p:cBhvr>
                                        <p:cTn id="55" dur="1" fill="hold">
                                          <p:stCondLst>
                                            <p:cond delay="0"/>
                                          </p:stCondLst>
                                        </p:cTn>
                                        <p:tgtEl>
                                          <p:spTgt spid="7"/>
                                        </p:tgtEl>
                                        <p:attrNameLst>
                                          <p:attrName>style.visibility</p:attrName>
                                        </p:attrNameLst>
                                      </p:cBhvr>
                                      <p:to>
                                        <p:strVal val="visible"/>
                                      </p:to>
                                    </p:set>
                                    <p:animEffect transition="in" filter="wipe(left)">
                                      <p:cBhvr>
                                        <p:cTn id="56" dur="1000"/>
                                        <p:tgtEl>
                                          <p:spTgt spid="7"/>
                                        </p:tgtEl>
                                      </p:cBhvr>
                                    </p:animEffect>
                                  </p:childTnLst>
                                </p:cTn>
                              </p:par>
                            </p:childTnLst>
                          </p:cTn>
                        </p:par>
                      </p:childTnLst>
                    </p:cTn>
                  </p:par>
                  <p:par>
                    <p:cTn id="57" fill="hold">
                      <p:stCondLst>
                        <p:cond delay="indefinite"/>
                      </p:stCondLst>
                      <p:childTnLst>
                        <p:par>
                          <p:cTn id="58" fill="hold">
                            <p:stCondLst>
                              <p:cond delay="0"/>
                            </p:stCondLst>
                            <p:childTnLst>
                              <p:par>
                                <p:cTn id="59" presetID="22" presetClass="entr" presetSubtype="8" fill="hold" nodeType="clickEffect">
                                  <p:stCondLst>
                                    <p:cond delay="0"/>
                                  </p:stCondLst>
                                  <p:childTnLst>
                                    <p:set>
                                      <p:cBhvr>
                                        <p:cTn id="60" dur="1" fill="hold">
                                          <p:stCondLst>
                                            <p:cond delay="0"/>
                                          </p:stCondLst>
                                        </p:cTn>
                                        <p:tgtEl>
                                          <p:spTgt spid="33843"/>
                                        </p:tgtEl>
                                        <p:attrNameLst>
                                          <p:attrName>style.visibility</p:attrName>
                                        </p:attrNameLst>
                                      </p:cBhvr>
                                      <p:to>
                                        <p:strVal val="visible"/>
                                      </p:to>
                                    </p:set>
                                    <p:animEffect transition="in" filter="wipe(left)">
                                      <p:cBhvr>
                                        <p:cTn id="61" dur="2000"/>
                                        <p:tgtEl>
                                          <p:spTgt spid="33843"/>
                                        </p:tgtEl>
                                      </p:cBhvr>
                                    </p:animEffect>
                                  </p:childTnLst>
                                </p:cTn>
                              </p:par>
                            </p:childTnLst>
                          </p:cTn>
                        </p:par>
                      </p:childTnLst>
                    </p:cTn>
                  </p:par>
                  <p:par>
                    <p:cTn id="62" fill="hold">
                      <p:stCondLst>
                        <p:cond delay="indefinite"/>
                      </p:stCondLst>
                      <p:childTnLst>
                        <p:par>
                          <p:cTn id="63" fill="hold">
                            <p:stCondLst>
                              <p:cond delay="0"/>
                            </p:stCondLst>
                            <p:childTnLst>
                              <p:par>
                                <p:cTn id="64" presetID="22" presetClass="entr" presetSubtype="8" fill="hold" nodeType="clickEffect">
                                  <p:stCondLst>
                                    <p:cond delay="0"/>
                                  </p:stCondLst>
                                  <p:childTnLst>
                                    <p:set>
                                      <p:cBhvr>
                                        <p:cTn id="65" dur="1" fill="hold">
                                          <p:stCondLst>
                                            <p:cond delay="0"/>
                                          </p:stCondLst>
                                        </p:cTn>
                                        <p:tgtEl>
                                          <p:spTgt spid="33844"/>
                                        </p:tgtEl>
                                        <p:attrNameLst>
                                          <p:attrName>style.visibility</p:attrName>
                                        </p:attrNameLst>
                                      </p:cBhvr>
                                      <p:to>
                                        <p:strVal val="visible"/>
                                      </p:to>
                                    </p:set>
                                    <p:animEffect transition="in" filter="wipe(left)">
                                      <p:cBhvr>
                                        <p:cTn id="66" dur="2000"/>
                                        <p:tgtEl>
                                          <p:spTgt spid="3384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3828" grpId="0"/>
      <p:bldP spid="33829" grpId="0"/>
      <p:bldP spid="33836" grpId="0" animBg="1"/>
      <p:bldP spid="33838" grpId="0"/>
      <p:bldP spid="33842" grpId="0"/>
    </p:bld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graphicFrame>
        <p:nvGraphicFramePr>
          <p:cNvPr id="88102" name="Object 38"/>
          <p:cNvGraphicFramePr/>
          <p:nvPr/>
        </p:nvGraphicFramePr>
        <p:xfrm>
          <a:off x="1343025" y="549275"/>
          <a:ext cx="5400675" cy="792163"/>
        </p:xfrm>
        <a:graphic>
          <a:graphicData uri="http://schemas.openxmlformats.org/presentationml/2006/ole">
            <mc:AlternateContent xmlns:mc="http://schemas.openxmlformats.org/markup-compatibility/2006">
              <mc:Choice xmlns:v="urn:schemas-microsoft-com:vml" Requires="v">
                <p:oleObj spid="_x0000_s3400" name="" r:id="rId1" imgW="2423795" imgH="355600" progId="Equation.3">
                  <p:embed/>
                </p:oleObj>
              </mc:Choice>
              <mc:Fallback>
                <p:oleObj name="" r:id="rId1" imgW="2423795" imgH="355600" progId="Equation.3">
                  <p:embed/>
                  <p:pic>
                    <p:nvPicPr>
                      <p:cNvPr id="0" name="图片 3399"/>
                      <p:cNvPicPr/>
                      <p:nvPr/>
                    </p:nvPicPr>
                    <p:blipFill>
                      <a:blip r:embed="rId2">
                        <a:clrChange>
                          <a:clrFrom>
                            <a:srgbClr val="000000"/>
                          </a:clrFrom>
                          <a:clrTo>
                            <a:srgbClr val="FFFFFF"/>
                          </a:clrTo>
                        </a:clrChange>
                      </a:blip>
                      <a:stretch>
                        <a:fillRect/>
                      </a:stretch>
                    </p:blipFill>
                    <p:spPr>
                      <a:xfrm>
                        <a:off x="1343025" y="549275"/>
                        <a:ext cx="5400675" cy="792163"/>
                      </a:xfrm>
                      <a:prstGeom prst="rect">
                        <a:avLst/>
                      </a:prstGeom>
                      <a:noFill/>
                      <a:ln w="38100">
                        <a:noFill/>
                        <a:miter/>
                      </a:ln>
                    </p:spPr>
                  </p:pic>
                </p:oleObj>
              </mc:Fallback>
            </mc:AlternateContent>
          </a:graphicData>
        </a:graphic>
      </p:graphicFrame>
      <p:graphicFrame>
        <p:nvGraphicFramePr>
          <p:cNvPr id="88107" name="Object 43"/>
          <p:cNvGraphicFramePr/>
          <p:nvPr/>
        </p:nvGraphicFramePr>
        <p:xfrm>
          <a:off x="1589088" y="2133600"/>
          <a:ext cx="5219700" cy="957263"/>
        </p:xfrm>
        <a:graphic>
          <a:graphicData uri="http://schemas.openxmlformats.org/presentationml/2006/ole">
            <mc:AlternateContent xmlns:mc="http://schemas.openxmlformats.org/markup-compatibility/2006">
              <mc:Choice xmlns:v="urn:schemas-microsoft-com:vml" Requires="v">
                <p:oleObj spid="_x0000_s3398" name="" r:id="rId3" imgW="2424430" imgH="444500" progId="Equation.3">
                  <p:embed/>
                </p:oleObj>
              </mc:Choice>
              <mc:Fallback>
                <p:oleObj name="" r:id="rId3" imgW="2424430" imgH="444500" progId="Equation.3">
                  <p:embed/>
                  <p:pic>
                    <p:nvPicPr>
                      <p:cNvPr id="0" name="图片 3397"/>
                      <p:cNvPicPr/>
                      <p:nvPr/>
                    </p:nvPicPr>
                    <p:blipFill>
                      <a:blip r:embed="rId4">
                        <a:clrChange>
                          <a:clrFrom>
                            <a:srgbClr val="000000"/>
                          </a:clrFrom>
                          <a:clrTo>
                            <a:srgbClr val="FFFFFF"/>
                          </a:clrTo>
                        </a:clrChange>
                      </a:blip>
                      <a:stretch>
                        <a:fillRect/>
                      </a:stretch>
                    </p:blipFill>
                    <p:spPr>
                      <a:xfrm>
                        <a:off x="1589088" y="2133600"/>
                        <a:ext cx="5219700" cy="957263"/>
                      </a:xfrm>
                      <a:prstGeom prst="rect">
                        <a:avLst/>
                      </a:prstGeom>
                      <a:noFill/>
                      <a:ln w="38100">
                        <a:noFill/>
                        <a:miter/>
                      </a:ln>
                    </p:spPr>
                  </p:pic>
                </p:oleObj>
              </mc:Fallback>
            </mc:AlternateContent>
          </a:graphicData>
        </a:graphic>
      </p:graphicFrame>
      <p:grpSp>
        <p:nvGrpSpPr>
          <p:cNvPr id="2" name="Group 70"/>
          <p:cNvGrpSpPr/>
          <p:nvPr/>
        </p:nvGrpSpPr>
        <p:grpSpPr>
          <a:xfrm>
            <a:off x="1403350" y="3573463"/>
            <a:ext cx="4025900" cy="2036762"/>
            <a:chOff x="1442" y="1220"/>
            <a:chExt cx="1999" cy="1329"/>
          </a:xfrm>
        </p:grpSpPr>
        <p:sp>
          <p:nvSpPr>
            <p:cNvPr id="48147" name="Freeform 45"/>
            <p:cNvSpPr/>
            <p:nvPr/>
          </p:nvSpPr>
          <p:spPr>
            <a:xfrm>
              <a:off x="1768" y="1752"/>
              <a:ext cx="118" cy="274"/>
            </a:xfrm>
            <a:custGeom>
              <a:avLst/>
              <a:gdLst>
                <a:gd name="txL" fmla="*/ 0 w 118"/>
                <a:gd name="txT" fmla="*/ 0 h 274"/>
                <a:gd name="txR" fmla="*/ 118 w 118"/>
                <a:gd name="txB" fmla="*/ 274 h 274"/>
              </a:gdLst>
              <a:ahLst/>
              <a:cxnLst>
                <a:cxn ang="0">
                  <a:pos x="0" y="274"/>
                </a:cxn>
                <a:cxn ang="0">
                  <a:pos x="13" y="240"/>
                </a:cxn>
                <a:cxn ang="0">
                  <a:pos x="29" y="200"/>
                </a:cxn>
                <a:cxn ang="0">
                  <a:pos x="59" y="127"/>
                </a:cxn>
                <a:cxn ang="0">
                  <a:pos x="75" y="90"/>
                </a:cxn>
                <a:cxn ang="0">
                  <a:pos x="89" y="56"/>
                </a:cxn>
                <a:cxn ang="0">
                  <a:pos x="105" y="27"/>
                </a:cxn>
                <a:cxn ang="0">
                  <a:pos x="118" y="0"/>
                </a:cxn>
              </a:cxnLst>
              <a:rect l="txL" t="txT" r="txR" b="txB"/>
              <a:pathLst>
                <a:path w="118" h="274">
                  <a:moveTo>
                    <a:pt x="0" y="274"/>
                  </a:moveTo>
                  <a:lnTo>
                    <a:pt x="13" y="240"/>
                  </a:lnTo>
                  <a:lnTo>
                    <a:pt x="29" y="200"/>
                  </a:lnTo>
                  <a:lnTo>
                    <a:pt x="59" y="127"/>
                  </a:lnTo>
                  <a:lnTo>
                    <a:pt x="75" y="90"/>
                  </a:lnTo>
                  <a:lnTo>
                    <a:pt x="89" y="56"/>
                  </a:lnTo>
                  <a:lnTo>
                    <a:pt x="105" y="27"/>
                  </a:lnTo>
                  <a:lnTo>
                    <a:pt x="118" y="0"/>
                  </a:lnTo>
                </a:path>
              </a:pathLst>
            </a:custGeom>
            <a:noFill/>
            <a:ln w="38100" cap="flat" cmpd="sng">
              <a:solidFill>
                <a:srgbClr val="FF0000"/>
              </a:solidFill>
              <a:prstDash val="solid"/>
              <a:round/>
              <a:headEnd type="none" w="med" len="med"/>
              <a:tailEnd type="none" w="med" len="med"/>
            </a:ln>
          </p:spPr>
          <p:txBody>
            <a:bodyPr/>
            <a:p>
              <a:endParaRPr lang="zh-CN" altLang="en-US" dirty="0">
                <a:latin typeface="楷体_GB2312" pitchFamily="49" charset="-122"/>
              </a:endParaRPr>
            </a:p>
          </p:txBody>
        </p:sp>
        <p:sp>
          <p:nvSpPr>
            <p:cNvPr id="48148" name="Freeform 46"/>
            <p:cNvSpPr/>
            <p:nvPr/>
          </p:nvSpPr>
          <p:spPr>
            <a:xfrm>
              <a:off x="1886" y="1639"/>
              <a:ext cx="116" cy="113"/>
            </a:xfrm>
            <a:custGeom>
              <a:avLst/>
              <a:gdLst>
                <a:gd name="txL" fmla="*/ 0 w 116"/>
                <a:gd name="txT" fmla="*/ 0 h 113"/>
                <a:gd name="txR" fmla="*/ 116 w 116"/>
                <a:gd name="txB" fmla="*/ 113 h 113"/>
              </a:gdLst>
              <a:ahLst/>
              <a:cxnLst>
                <a:cxn ang="0">
                  <a:pos x="0" y="113"/>
                </a:cxn>
                <a:cxn ang="0">
                  <a:pos x="14" y="88"/>
                </a:cxn>
                <a:cxn ang="0">
                  <a:pos x="30" y="69"/>
                </a:cxn>
                <a:cxn ang="0">
                  <a:pos x="44" y="49"/>
                </a:cxn>
                <a:cxn ang="0">
                  <a:pos x="57" y="32"/>
                </a:cxn>
                <a:cxn ang="0">
                  <a:pos x="73" y="20"/>
                </a:cxn>
                <a:cxn ang="0">
                  <a:pos x="87" y="8"/>
                </a:cxn>
                <a:cxn ang="0">
                  <a:pos x="103" y="3"/>
                </a:cxn>
                <a:cxn ang="0">
                  <a:pos x="116" y="0"/>
                </a:cxn>
              </a:cxnLst>
              <a:rect l="txL" t="txT" r="txR" b="txB"/>
              <a:pathLst>
                <a:path w="116" h="113">
                  <a:moveTo>
                    <a:pt x="0" y="113"/>
                  </a:moveTo>
                  <a:lnTo>
                    <a:pt x="14" y="88"/>
                  </a:lnTo>
                  <a:lnTo>
                    <a:pt x="30" y="69"/>
                  </a:lnTo>
                  <a:lnTo>
                    <a:pt x="44" y="49"/>
                  </a:lnTo>
                  <a:lnTo>
                    <a:pt x="57" y="32"/>
                  </a:lnTo>
                  <a:lnTo>
                    <a:pt x="73" y="20"/>
                  </a:lnTo>
                  <a:lnTo>
                    <a:pt x="87" y="8"/>
                  </a:lnTo>
                  <a:lnTo>
                    <a:pt x="103" y="3"/>
                  </a:lnTo>
                  <a:lnTo>
                    <a:pt x="116" y="0"/>
                  </a:lnTo>
                </a:path>
              </a:pathLst>
            </a:custGeom>
            <a:noFill/>
            <a:ln w="38100" cap="flat" cmpd="sng">
              <a:solidFill>
                <a:srgbClr val="FF0000"/>
              </a:solidFill>
              <a:prstDash val="solid"/>
              <a:round/>
              <a:headEnd type="none" w="med" len="med"/>
              <a:tailEnd type="none" w="med" len="med"/>
            </a:ln>
          </p:spPr>
          <p:txBody>
            <a:bodyPr/>
            <a:p>
              <a:endParaRPr lang="zh-CN" altLang="en-US" dirty="0">
                <a:latin typeface="楷体_GB2312" pitchFamily="49" charset="-122"/>
              </a:endParaRPr>
            </a:p>
          </p:txBody>
        </p:sp>
        <p:sp>
          <p:nvSpPr>
            <p:cNvPr id="48149" name="Freeform 47"/>
            <p:cNvSpPr/>
            <p:nvPr/>
          </p:nvSpPr>
          <p:spPr>
            <a:xfrm>
              <a:off x="2002" y="1639"/>
              <a:ext cx="119" cy="113"/>
            </a:xfrm>
            <a:custGeom>
              <a:avLst/>
              <a:gdLst>
                <a:gd name="txL" fmla="*/ 0 w 119"/>
                <a:gd name="txT" fmla="*/ 0 h 113"/>
                <a:gd name="txR" fmla="*/ 119 w 119"/>
                <a:gd name="txB" fmla="*/ 113 h 113"/>
              </a:gdLst>
              <a:ahLst/>
              <a:cxnLst>
                <a:cxn ang="0">
                  <a:pos x="0" y="0"/>
                </a:cxn>
                <a:cxn ang="0">
                  <a:pos x="14" y="3"/>
                </a:cxn>
                <a:cxn ang="0">
                  <a:pos x="30" y="8"/>
                </a:cxn>
                <a:cxn ang="0">
                  <a:pos x="44" y="20"/>
                </a:cxn>
                <a:cxn ang="0">
                  <a:pos x="60" y="32"/>
                </a:cxn>
                <a:cxn ang="0">
                  <a:pos x="76" y="49"/>
                </a:cxn>
                <a:cxn ang="0">
                  <a:pos x="90" y="69"/>
                </a:cxn>
                <a:cxn ang="0">
                  <a:pos x="106" y="88"/>
                </a:cxn>
                <a:cxn ang="0">
                  <a:pos x="119" y="113"/>
                </a:cxn>
              </a:cxnLst>
              <a:rect l="txL" t="txT" r="txR" b="txB"/>
              <a:pathLst>
                <a:path w="119" h="113">
                  <a:moveTo>
                    <a:pt x="0" y="0"/>
                  </a:moveTo>
                  <a:lnTo>
                    <a:pt x="14" y="3"/>
                  </a:lnTo>
                  <a:lnTo>
                    <a:pt x="30" y="8"/>
                  </a:lnTo>
                  <a:lnTo>
                    <a:pt x="44" y="20"/>
                  </a:lnTo>
                  <a:lnTo>
                    <a:pt x="60" y="32"/>
                  </a:lnTo>
                  <a:lnTo>
                    <a:pt x="76" y="49"/>
                  </a:lnTo>
                  <a:lnTo>
                    <a:pt x="90" y="69"/>
                  </a:lnTo>
                  <a:lnTo>
                    <a:pt x="106" y="88"/>
                  </a:lnTo>
                  <a:lnTo>
                    <a:pt x="119" y="113"/>
                  </a:lnTo>
                </a:path>
              </a:pathLst>
            </a:custGeom>
            <a:noFill/>
            <a:ln w="38100" cap="flat" cmpd="sng">
              <a:solidFill>
                <a:srgbClr val="FF0000"/>
              </a:solidFill>
              <a:prstDash val="solid"/>
              <a:round/>
              <a:headEnd type="none" w="med" len="med"/>
              <a:tailEnd type="none" w="med" len="med"/>
            </a:ln>
          </p:spPr>
          <p:txBody>
            <a:bodyPr/>
            <a:p>
              <a:endParaRPr lang="zh-CN" altLang="en-US" dirty="0">
                <a:latin typeface="楷体_GB2312" pitchFamily="49" charset="-122"/>
              </a:endParaRPr>
            </a:p>
          </p:txBody>
        </p:sp>
        <p:sp>
          <p:nvSpPr>
            <p:cNvPr id="48150" name="Freeform 48"/>
            <p:cNvSpPr/>
            <p:nvPr/>
          </p:nvSpPr>
          <p:spPr>
            <a:xfrm>
              <a:off x="2121" y="1752"/>
              <a:ext cx="116" cy="274"/>
            </a:xfrm>
            <a:custGeom>
              <a:avLst/>
              <a:gdLst>
                <a:gd name="txL" fmla="*/ 0 w 116"/>
                <a:gd name="txT" fmla="*/ 0 h 274"/>
                <a:gd name="txR" fmla="*/ 116 w 116"/>
                <a:gd name="txB" fmla="*/ 274 h 274"/>
              </a:gdLst>
              <a:ahLst/>
              <a:cxnLst>
                <a:cxn ang="0">
                  <a:pos x="0" y="0"/>
                </a:cxn>
                <a:cxn ang="0">
                  <a:pos x="14" y="27"/>
                </a:cxn>
                <a:cxn ang="0">
                  <a:pos x="30" y="56"/>
                </a:cxn>
                <a:cxn ang="0">
                  <a:pos x="43" y="90"/>
                </a:cxn>
                <a:cxn ang="0">
                  <a:pos x="57" y="127"/>
                </a:cxn>
                <a:cxn ang="0">
                  <a:pos x="87" y="203"/>
                </a:cxn>
                <a:cxn ang="0">
                  <a:pos x="103" y="240"/>
                </a:cxn>
                <a:cxn ang="0">
                  <a:pos x="116" y="274"/>
                </a:cxn>
              </a:cxnLst>
              <a:rect l="txL" t="txT" r="txR" b="txB"/>
              <a:pathLst>
                <a:path w="116" h="274">
                  <a:moveTo>
                    <a:pt x="0" y="0"/>
                  </a:moveTo>
                  <a:lnTo>
                    <a:pt x="14" y="27"/>
                  </a:lnTo>
                  <a:lnTo>
                    <a:pt x="30" y="56"/>
                  </a:lnTo>
                  <a:lnTo>
                    <a:pt x="43" y="90"/>
                  </a:lnTo>
                  <a:lnTo>
                    <a:pt x="57" y="127"/>
                  </a:lnTo>
                  <a:lnTo>
                    <a:pt x="87" y="203"/>
                  </a:lnTo>
                  <a:lnTo>
                    <a:pt x="103" y="240"/>
                  </a:lnTo>
                  <a:lnTo>
                    <a:pt x="116" y="274"/>
                  </a:lnTo>
                </a:path>
              </a:pathLst>
            </a:custGeom>
            <a:noFill/>
            <a:ln w="38100" cap="flat" cmpd="sng">
              <a:solidFill>
                <a:srgbClr val="FF0000"/>
              </a:solidFill>
              <a:prstDash val="solid"/>
              <a:round/>
              <a:headEnd type="none" w="med" len="med"/>
              <a:tailEnd type="none" w="med" len="med"/>
            </a:ln>
          </p:spPr>
          <p:txBody>
            <a:bodyPr/>
            <a:p>
              <a:endParaRPr lang="zh-CN" altLang="en-US" dirty="0">
                <a:latin typeface="楷体_GB2312" pitchFamily="49" charset="-122"/>
              </a:endParaRPr>
            </a:p>
          </p:txBody>
        </p:sp>
        <p:sp>
          <p:nvSpPr>
            <p:cNvPr id="48151" name="Freeform 49"/>
            <p:cNvSpPr/>
            <p:nvPr/>
          </p:nvSpPr>
          <p:spPr>
            <a:xfrm>
              <a:off x="2237" y="2026"/>
              <a:ext cx="119" cy="271"/>
            </a:xfrm>
            <a:custGeom>
              <a:avLst/>
              <a:gdLst>
                <a:gd name="txL" fmla="*/ 0 w 119"/>
                <a:gd name="txT" fmla="*/ 0 h 271"/>
                <a:gd name="txR" fmla="*/ 119 w 119"/>
                <a:gd name="txB" fmla="*/ 271 h 271"/>
              </a:gdLst>
              <a:ahLst/>
              <a:cxnLst>
                <a:cxn ang="0">
                  <a:pos x="0" y="0"/>
                </a:cxn>
                <a:cxn ang="0">
                  <a:pos x="14" y="34"/>
                </a:cxn>
                <a:cxn ang="0">
                  <a:pos x="30" y="71"/>
                </a:cxn>
                <a:cxn ang="0">
                  <a:pos x="60" y="146"/>
                </a:cxn>
                <a:cxn ang="0">
                  <a:pos x="76" y="181"/>
                </a:cxn>
                <a:cxn ang="0">
                  <a:pos x="89" y="215"/>
                </a:cxn>
                <a:cxn ang="0">
                  <a:pos x="106" y="244"/>
                </a:cxn>
                <a:cxn ang="0">
                  <a:pos x="119" y="271"/>
                </a:cxn>
              </a:cxnLst>
              <a:rect l="txL" t="txT" r="txR" b="txB"/>
              <a:pathLst>
                <a:path w="119" h="271">
                  <a:moveTo>
                    <a:pt x="0" y="0"/>
                  </a:moveTo>
                  <a:lnTo>
                    <a:pt x="14" y="34"/>
                  </a:lnTo>
                  <a:lnTo>
                    <a:pt x="30" y="71"/>
                  </a:lnTo>
                  <a:lnTo>
                    <a:pt x="60" y="146"/>
                  </a:lnTo>
                  <a:lnTo>
                    <a:pt x="76" y="181"/>
                  </a:lnTo>
                  <a:lnTo>
                    <a:pt x="89" y="215"/>
                  </a:lnTo>
                  <a:lnTo>
                    <a:pt x="106" y="244"/>
                  </a:lnTo>
                  <a:lnTo>
                    <a:pt x="119" y="271"/>
                  </a:lnTo>
                </a:path>
              </a:pathLst>
            </a:custGeom>
            <a:noFill/>
            <a:ln w="38100" cap="flat" cmpd="sng">
              <a:solidFill>
                <a:srgbClr val="FF0000"/>
              </a:solidFill>
              <a:prstDash val="solid"/>
              <a:round/>
              <a:headEnd type="none" w="med" len="med"/>
              <a:tailEnd type="none" w="med" len="med"/>
            </a:ln>
          </p:spPr>
          <p:txBody>
            <a:bodyPr/>
            <a:p>
              <a:endParaRPr lang="zh-CN" altLang="en-US" dirty="0">
                <a:latin typeface="楷体_GB2312" pitchFamily="49" charset="-122"/>
              </a:endParaRPr>
            </a:p>
          </p:txBody>
        </p:sp>
        <p:sp>
          <p:nvSpPr>
            <p:cNvPr id="48152" name="Freeform 50"/>
            <p:cNvSpPr/>
            <p:nvPr/>
          </p:nvSpPr>
          <p:spPr>
            <a:xfrm>
              <a:off x="2356" y="2297"/>
              <a:ext cx="116" cy="115"/>
            </a:xfrm>
            <a:custGeom>
              <a:avLst/>
              <a:gdLst>
                <a:gd name="txL" fmla="*/ 0 w 116"/>
                <a:gd name="txT" fmla="*/ 0 h 115"/>
                <a:gd name="txR" fmla="*/ 116 w 116"/>
                <a:gd name="txB" fmla="*/ 115 h 115"/>
              </a:gdLst>
              <a:ahLst/>
              <a:cxnLst>
                <a:cxn ang="0">
                  <a:pos x="0" y="0"/>
                </a:cxn>
                <a:cxn ang="0">
                  <a:pos x="14" y="25"/>
                </a:cxn>
                <a:cxn ang="0">
                  <a:pos x="30" y="44"/>
                </a:cxn>
                <a:cxn ang="0">
                  <a:pos x="43" y="64"/>
                </a:cxn>
                <a:cxn ang="0">
                  <a:pos x="57" y="81"/>
                </a:cxn>
                <a:cxn ang="0">
                  <a:pos x="73" y="96"/>
                </a:cxn>
                <a:cxn ang="0">
                  <a:pos x="87" y="105"/>
                </a:cxn>
                <a:cxn ang="0">
                  <a:pos x="103" y="113"/>
                </a:cxn>
                <a:cxn ang="0">
                  <a:pos x="116" y="115"/>
                </a:cxn>
              </a:cxnLst>
              <a:rect l="txL" t="txT" r="txR" b="txB"/>
              <a:pathLst>
                <a:path w="116" h="115">
                  <a:moveTo>
                    <a:pt x="0" y="0"/>
                  </a:moveTo>
                  <a:lnTo>
                    <a:pt x="14" y="25"/>
                  </a:lnTo>
                  <a:lnTo>
                    <a:pt x="30" y="44"/>
                  </a:lnTo>
                  <a:lnTo>
                    <a:pt x="43" y="64"/>
                  </a:lnTo>
                  <a:lnTo>
                    <a:pt x="57" y="81"/>
                  </a:lnTo>
                  <a:lnTo>
                    <a:pt x="73" y="96"/>
                  </a:lnTo>
                  <a:lnTo>
                    <a:pt x="87" y="105"/>
                  </a:lnTo>
                  <a:lnTo>
                    <a:pt x="103" y="113"/>
                  </a:lnTo>
                  <a:lnTo>
                    <a:pt x="116" y="115"/>
                  </a:lnTo>
                </a:path>
              </a:pathLst>
            </a:custGeom>
            <a:noFill/>
            <a:ln w="38100" cap="flat" cmpd="sng">
              <a:solidFill>
                <a:srgbClr val="FF0000"/>
              </a:solidFill>
              <a:prstDash val="solid"/>
              <a:round/>
              <a:headEnd type="none" w="med" len="med"/>
              <a:tailEnd type="none" w="med" len="med"/>
            </a:ln>
          </p:spPr>
          <p:txBody>
            <a:bodyPr/>
            <a:p>
              <a:endParaRPr lang="zh-CN" altLang="en-US" dirty="0">
                <a:latin typeface="楷体_GB2312" pitchFamily="49" charset="-122"/>
              </a:endParaRPr>
            </a:p>
          </p:txBody>
        </p:sp>
        <p:sp>
          <p:nvSpPr>
            <p:cNvPr id="48153" name="Freeform 51"/>
            <p:cNvSpPr/>
            <p:nvPr/>
          </p:nvSpPr>
          <p:spPr>
            <a:xfrm>
              <a:off x="2472" y="2297"/>
              <a:ext cx="119" cy="115"/>
            </a:xfrm>
            <a:custGeom>
              <a:avLst/>
              <a:gdLst>
                <a:gd name="txL" fmla="*/ 0 w 119"/>
                <a:gd name="txT" fmla="*/ 0 h 115"/>
                <a:gd name="txR" fmla="*/ 119 w 119"/>
                <a:gd name="txB" fmla="*/ 115 h 115"/>
              </a:gdLst>
              <a:ahLst/>
              <a:cxnLst>
                <a:cxn ang="0">
                  <a:pos x="0" y="115"/>
                </a:cxn>
                <a:cxn ang="0">
                  <a:pos x="14" y="113"/>
                </a:cxn>
                <a:cxn ang="0">
                  <a:pos x="30" y="105"/>
                </a:cxn>
                <a:cxn ang="0">
                  <a:pos x="43" y="96"/>
                </a:cxn>
                <a:cxn ang="0">
                  <a:pos x="60" y="81"/>
                </a:cxn>
                <a:cxn ang="0">
                  <a:pos x="76" y="64"/>
                </a:cxn>
                <a:cxn ang="0">
                  <a:pos x="89" y="44"/>
                </a:cxn>
                <a:cxn ang="0">
                  <a:pos x="106" y="25"/>
                </a:cxn>
                <a:cxn ang="0">
                  <a:pos x="119" y="0"/>
                </a:cxn>
              </a:cxnLst>
              <a:rect l="txL" t="txT" r="txR" b="txB"/>
              <a:pathLst>
                <a:path w="119" h="115">
                  <a:moveTo>
                    <a:pt x="0" y="115"/>
                  </a:moveTo>
                  <a:lnTo>
                    <a:pt x="14" y="113"/>
                  </a:lnTo>
                  <a:lnTo>
                    <a:pt x="30" y="105"/>
                  </a:lnTo>
                  <a:lnTo>
                    <a:pt x="43" y="96"/>
                  </a:lnTo>
                  <a:lnTo>
                    <a:pt x="60" y="81"/>
                  </a:lnTo>
                  <a:lnTo>
                    <a:pt x="76" y="64"/>
                  </a:lnTo>
                  <a:lnTo>
                    <a:pt x="89" y="44"/>
                  </a:lnTo>
                  <a:lnTo>
                    <a:pt x="106" y="25"/>
                  </a:lnTo>
                  <a:lnTo>
                    <a:pt x="119" y="0"/>
                  </a:lnTo>
                </a:path>
              </a:pathLst>
            </a:custGeom>
            <a:noFill/>
            <a:ln w="38100" cap="flat" cmpd="sng">
              <a:solidFill>
                <a:srgbClr val="FF0000"/>
              </a:solidFill>
              <a:prstDash val="solid"/>
              <a:round/>
              <a:headEnd type="none" w="med" len="med"/>
              <a:tailEnd type="none" w="med" len="med"/>
            </a:ln>
          </p:spPr>
          <p:txBody>
            <a:bodyPr/>
            <a:p>
              <a:endParaRPr lang="zh-CN" altLang="en-US" dirty="0">
                <a:latin typeface="楷体_GB2312" pitchFamily="49" charset="-122"/>
              </a:endParaRPr>
            </a:p>
          </p:txBody>
        </p:sp>
        <p:sp>
          <p:nvSpPr>
            <p:cNvPr id="48154" name="Freeform 52"/>
            <p:cNvSpPr/>
            <p:nvPr/>
          </p:nvSpPr>
          <p:spPr>
            <a:xfrm>
              <a:off x="2591" y="2026"/>
              <a:ext cx="116" cy="271"/>
            </a:xfrm>
            <a:custGeom>
              <a:avLst/>
              <a:gdLst>
                <a:gd name="txL" fmla="*/ 0 w 116"/>
                <a:gd name="txT" fmla="*/ 0 h 271"/>
                <a:gd name="txR" fmla="*/ 116 w 116"/>
                <a:gd name="txB" fmla="*/ 271 h 271"/>
              </a:gdLst>
              <a:ahLst/>
              <a:cxnLst>
                <a:cxn ang="0">
                  <a:pos x="0" y="271"/>
                </a:cxn>
                <a:cxn ang="0">
                  <a:pos x="14" y="244"/>
                </a:cxn>
                <a:cxn ang="0">
                  <a:pos x="30" y="215"/>
                </a:cxn>
                <a:cxn ang="0">
                  <a:pos x="43" y="181"/>
                </a:cxn>
                <a:cxn ang="0">
                  <a:pos x="57" y="146"/>
                </a:cxn>
                <a:cxn ang="0">
                  <a:pos x="86" y="71"/>
                </a:cxn>
                <a:cxn ang="0">
                  <a:pos x="103" y="34"/>
                </a:cxn>
                <a:cxn ang="0">
                  <a:pos x="116" y="0"/>
                </a:cxn>
              </a:cxnLst>
              <a:rect l="txL" t="txT" r="txR" b="txB"/>
              <a:pathLst>
                <a:path w="116" h="271">
                  <a:moveTo>
                    <a:pt x="0" y="271"/>
                  </a:moveTo>
                  <a:lnTo>
                    <a:pt x="14" y="244"/>
                  </a:lnTo>
                  <a:lnTo>
                    <a:pt x="30" y="215"/>
                  </a:lnTo>
                  <a:lnTo>
                    <a:pt x="43" y="181"/>
                  </a:lnTo>
                  <a:lnTo>
                    <a:pt x="57" y="146"/>
                  </a:lnTo>
                  <a:lnTo>
                    <a:pt x="86" y="71"/>
                  </a:lnTo>
                  <a:lnTo>
                    <a:pt x="103" y="34"/>
                  </a:lnTo>
                  <a:lnTo>
                    <a:pt x="116" y="0"/>
                  </a:lnTo>
                </a:path>
              </a:pathLst>
            </a:custGeom>
            <a:noFill/>
            <a:ln w="38100" cap="flat" cmpd="sng">
              <a:solidFill>
                <a:srgbClr val="FF0000"/>
              </a:solidFill>
              <a:prstDash val="solid"/>
              <a:round/>
              <a:headEnd type="none" w="med" len="med"/>
              <a:tailEnd type="none" w="med" len="med"/>
            </a:ln>
          </p:spPr>
          <p:txBody>
            <a:bodyPr/>
            <a:p>
              <a:endParaRPr lang="zh-CN" altLang="en-US" dirty="0">
                <a:latin typeface="楷体_GB2312" pitchFamily="49" charset="-122"/>
              </a:endParaRPr>
            </a:p>
          </p:txBody>
        </p:sp>
        <p:sp>
          <p:nvSpPr>
            <p:cNvPr id="48155" name="Freeform 53"/>
            <p:cNvSpPr/>
            <p:nvPr/>
          </p:nvSpPr>
          <p:spPr>
            <a:xfrm>
              <a:off x="2707" y="1752"/>
              <a:ext cx="119" cy="274"/>
            </a:xfrm>
            <a:custGeom>
              <a:avLst/>
              <a:gdLst>
                <a:gd name="txL" fmla="*/ 0 w 119"/>
                <a:gd name="txT" fmla="*/ 0 h 274"/>
                <a:gd name="txR" fmla="*/ 119 w 119"/>
                <a:gd name="txB" fmla="*/ 274 h 274"/>
              </a:gdLst>
              <a:ahLst/>
              <a:cxnLst>
                <a:cxn ang="0">
                  <a:pos x="0" y="274"/>
                </a:cxn>
                <a:cxn ang="0">
                  <a:pos x="14" y="240"/>
                </a:cxn>
                <a:cxn ang="0">
                  <a:pos x="30" y="203"/>
                </a:cxn>
                <a:cxn ang="0">
                  <a:pos x="60" y="127"/>
                </a:cxn>
                <a:cxn ang="0">
                  <a:pos x="76" y="90"/>
                </a:cxn>
                <a:cxn ang="0">
                  <a:pos x="89" y="56"/>
                </a:cxn>
                <a:cxn ang="0">
                  <a:pos x="105" y="27"/>
                </a:cxn>
                <a:cxn ang="0">
                  <a:pos x="119" y="0"/>
                </a:cxn>
              </a:cxnLst>
              <a:rect l="txL" t="txT" r="txR" b="txB"/>
              <a:pathLst>
                <a:path w="119" h="274">
                  <a:moveTo>
                    <a:pt x="0" y="274"/>
                  </a:moveTo>
                  <a:lnTo>
                    <a:pt x="14" y="240"/>
                  </a:lnTo>
                  <a:lnTo>
                    <a:pt x="30" y="203"/>
                  </a:lnTo>
                  <a:lnTo>
                    <a:pt x="60" y="127"/>
                  </a:lnTo>
                  <a:lnTo>
                    <a:pt x="76" y="90"/>
                  </a:lnTo>
                  <a:lnTo>
                    <a:pt x="89" y="56"/>
                  </a:lnTo>
                  <a:lnTo>
                    <a:pt x="105" y="27"/>
                  </a:lnTo>
                  <a:lnTo>
                    <a:pt x="119" y="0"/>
                  </a:lnTo>
                </a:path>
              </a:pathLst>
            </a:custGeom>
            <a:noFill/>
            <a:ln w="38100" cap="flat" cmpd="sng">
              <a:solidFill>
                <a:srgbClr val="FF0000"/>
              </a:solidFill>
              <a:prstDash val="solid"/>
              <a:round/>
              <a:headEnd type="none" w="med" len="med"/>
              <a:tailEnd type="none" w="med" len="med"/>
            </a:ln>
          </p:spPr>
          <p:txBody>
            <a:bodyPr/>
            <a:p>
              <a:endParaRPr lang="zh-CN" altLang="en-US" dirty="0">
                <a:latin typeface="楷体_GB2312" pitchFamily="49" charset="-122"/>
              </a:endParaRPr>
            </a:p>
          </p:txBody>
        </p:sp>
        <p:sp>
          <p:nvSpPr>
            <p:cNvPr id="48156" name="Freeform 54"/>
            <p:cNvSpPr/>
            <p:nvPr/>
          </p:nvSpPr>
          <p:spPr>
            <a:xfrm>
              <a:off x="2826" y="1639"/>
              <a:ext cx="116" cy="113"/>
            </a:xfrm>
            <a:custGeom>
              <a:avLst/>
              <a:gdLst>
                <a:gd name="txL" fmla="*/ 0 w 116"/>
                <a:gd name="txT" fmla="*/ 0 h 113"/>
                <a:gd name="txR" fmla="*/ 116 w 116"/>
                <a:gd name="txB" fmla="*/ 113 h 113"/>
              </a:gdLst>
              <a:ahLst/>
              <a:cxnLst>
                <a:cxn ang="0">
                  <a:pos x="0" y="113"/>
                </a:cxn>
                <a:cxn ang="0">
                  <a:pos x="13" y="88"/>
                </a:cxn>
                <a:cxn ang="0">
                  <a:pos x="30" y="69"/>
                </a:cxn>
                <a:cxn ang="0">
                  <a:pos x="43" y="49"/>
                </a:cxn>
                <a:cxn ang="0">
                  <a:pos x="57" y="32"/>
                </a:cxn>
                <a:cxn ang="0">
                  <a:pos x="73" y="20"/>
                </a:cxn>
                <a:cxn ang="0">
                  <a:pos x="86" y="8"/>
                </a:cxn>
                <a:cxn ang="0">
                  <a:pos x="103" y="3"/>
                </a:cxn>
                <a:cxn ang="0">
                  <a:pos x="116" y="0"/>
                </a:cxn>
              </a:cxnLst>
              <a:rect l="txL" t="txT" r="txR" b="txB"/>
              <a:pathLst>
                <a:path w="116" h="113">
                  <a:moveTo>
                    <a:pt x="0" y="113"/>
                  </a:moveTo>
                  <a:lnTo>
                    <a:pt x="13" y="88"/>
                  </a:lnTo>
                  <a:lnTo>
                    <a:pt x="30" y="69"/>
                  </a:lnTo>
                  <a:lnTo>
                    <a:pt x="43" y="49"/>
                  </a:lnTo>
                  <a:lnTo>
                    <a:pt x="57" y="32"/>
                  </a:lnTo>
                  <a:lnTo>
                    <a:pt x="73" y="20"/>
                  </a:lnTo>
                  <a:lnTo>
                    <a:pt x="86" y="8"/>
                  </a:lnTo>
                  <a:lnTo>
                    <a:pt x="103" y="3"/>
                  </a:lnTo>
                  <a:lnTo>
                    <a:pt x="116" y="0"/>
                  </a:lnTo>
                </a:path>
              </a:pathLst>
            </a:custGeom>
            <a:noFill/>
            <a:ln w="38100" cap="flat" cmpd="sng">
              <a:solidFill>
                <a:srgbClr val="FF0000"/>
              </a:solidFill>
              <a:prstDash val="solid"/>
              <a:round/>
              <a:headEnd type="none" w="med" len="med"/>
              <a:tailEnd type="none" w="med" len="med"/>
            </a:ln>
          </p:spPr>
          <p:txBody>
            <a:bodyPr/>
            <a:p>
              <a:endParaRPr lang="zh-CN" altLang="en-US" dirty="0">
                <a:latin typeface="楷体_GB2312" pitchFamily="49" charset="-122"/>
              </a:endParaRPr>
            </a:p>
          </p:txBody>
        </p:sp>
        <p:sp>
          <p:nvSpPr>
            <p:cNvPr id="48157" name="Freeform 55"/>
            <p:cNvSpPr/>
            <p:nvPr/>
          </p:nvSpPr>
          <p:spPr>
            <a:xfrm>
              <a:off x="2942" y="1639"/>
              <a:ext cx="119" cy="113"/>
            </a:xfrm>
            <a:custGeom>
              <a:avLst/>
              <a:gdLst>
                <a:gd name="txL" fmla="*/ 0 w 119"/>
                <a:gd name="txT" fmla="*/ 0 h 113"/>
                <a:gd name="txR" fmla="*/ 119 w 119"/>
                <a:gd name="txB" fmla="*/ 113 h 113"/>
              </a:gdLst>
              <a:ahLst/>
              <a:cxnLst>
                <a:cxn ang="0">
                  <a:pos x="0" y="0"/>
                </a:cxn>
                <a:cxn ang="0">
                  <a:pos x="14" y="3"/>
                </a:cxn>
                <a:cxn ang="0">
                  <a:pos x="30" y="8"/>
                </a:cxn>
                <a:cxn ang="0">
                  <a:pos x="43" y="20"/>
                </a:cxn>
                <a:cxn ang="0">
                  <a:pos x="59" y="32"/>
                </a:cxn>
                <a:cxn ang="0">
                  <a:pos x="76" y="49"/>
                </a:cxn>
                <a:cxn ang="0">
                  <a:pos x="89" y="69"/>
                </a:cxn>
                <a:cxn ang="0">
                  <a:pos x="105" y="88"/>
                </a:cxn>
                <a:cxn ang="0">
                  <a:pos x="119" y="113"/>
                </a:cxn>
              </a:cxnLst>
              <a:rect l="txL" t="txT" r="txR" b="txB"/>
              <a:pathLst>
                <a:path w="119" h="113">
                  <a:moveTo>
                    <a:pt x="0" y="0"/>
                  </a:moveTo>
                  <a:lnTo>
                    <a:pt x="14" y="3"/>
                  </a:lnTo>
                  <a:lnTo>
                    <a:pt x="30" y="8"/>
                  </a:lnTo>
                  <a:lnTo>
                    <a:pt x="43" y="20"/>
                  </a:lnTo>
                  <a:lnTo>
                    <a:pt x="59" y="32"/>
                  </a:lnTo>
                  <a:lnTo>
                    <a:pt x="76" y="49"/>
                  </a:lnTo>
                  <a:lnTo>
                    <a:pt x="89" y="69"/>
                  </a:lnTo>
                  <a:lnTo>
                    <a:pt x="105" y="88"/>
                  </a:lnTo>
                  <a:lnTo>
                    <a:pt x="119" y="113"/>
                  </a:lnTo>
                </a:path>
              </a:pathLst>
            </a:custGeom>
            <a:noFill/>
            <a:ln w="38100" cap="flat" cmpd="sng">
              <a:solidFill>
                <a:srgbClr val="FF0000"/>
              </a:solidFill>
              <a:prstDash val="solid"/>
              <a:round/>
              <a:headEnd type="none" w="med" len="med"/>
              <a:tailEnd type="none" w="med" len="med"/>
            </a:ln>
          </p:spPr>
          <p:txBody>
            <a:bodyPr/>
            <a:p>
              <a:endParaRPr lang="zh-CN" altLang="en-US" dirty="0">
                <a:latin typeface="楷体_GB2312" pitchFamily="49" charset="-122"/>
              </a:endParaRPr>
            </a:p>
          </p:txBody>
        </p:sp>
        <p:sp>
          <p:nvSpPr>
            <p:cNvPr id="48158" name="Freeform 56"/>
            <p:cNvSpPr/>
            <p:nvPr/>
          </p:nvSpPr>
          <p:spPr>
            <a:xfrm>
              <a:off x="3061" y="1752"/>
              <a:ext cx="116" cy="274"/>
            </a:xfrm>
            <a:custGeom>
              <a:avLst/>
              <a:gdLst>
                <a:gd name="txL" fmla="*/ 0 w 116"/>
                <a:gd name="txT" fmla="*/ 0 h 274"/>
                <a:gd name="txR" fmla="*/ 116 w 116"/>
                <a:gd name="txB" fmla="*/ 274 h 274"/>
              </a:gdLst>
              <a:ahLst/>
              <a:cxnLst>
                <a:cxn ang="0">
                  <a:pos x="0" y="0"/>
                </a:cxn>
                <a:cxn ang="0">
                  <a:pos x="13" y="27"/>
                </a:cxn>
                <a:cxn ang="0">
                  <a:pos x="30" y="56"/>
                </a:cxn>
                <a:cxn ang="0">
                  <a:pos x="43" y="90"/>
                </a:cxn>
                <a:cxn ang="0">
                  <a:pos x="57" y="127"/>
                </a:cxn>
                <a:cxn ang="0">
                  <a:pos x="86" y="203"/>
                </a:cxn>
                <a:cxn ang="0">
                  <a:pos x="102" y="240"/>
                </a:cxn>
                <a:cxn ang="0">
                  <a:pos x="116" y="274"/>
                </a:cxn>
              </a:cxnLst>
              <a:rect l="txL" t="txT" r="txR" b="txB"/>
              <a:pathLst>
                <a:path w="116" h="274">
                  <a:moveTo>
                    <a:pt x="0" y="0"/>
                  </a:moveTo>
                  <a:lnTo>
                    <a:pt x="13" y="27"/>
                  </a:lnTo>
                  <a:lnTo>
                    <a:pt x="30" y="56"/>
                  </a:lnTo>
                  <a:lnTo>
                    <a:pt x="43" y="90"/>
                  </a:lnTo>
                  <a:lnTo>
                    <a:pt x="57" y="127"/>
                  </a:lnTo>
                  <a:lnTo>
                    <a:pt x="86" y="203"/>
                  </a:lnTo>
                  <a:lnTo>
                    <a:pt x="102" y="240"/>
                  </a:lnTo>
                  <a:lnTo>
                    <a:pt x="116" y="274"/>
                  </a:lnTo>
                </a:path>
              </a:pathLst>
            </a:custGeom>
            <a:noFill/>
            <a:ln w="38100" cap="flat" cmpd="sng">
              <a:solidFill>
                <a:srgbClr val="FF0000"/>
              </a:solidFill>
              <a:prstDash val="solid"/>
              <a:round/>
              <a:headEnd type="none" w="med" len="med"/>
              <a:tailEnd type="none" w="med" len="med"/>
            </a:ln>
          </p:spPr>
          <p:txBody>
            <a:bodyPr/>
            <a:p>
              <a:endParaRPr lang="zh-CN" altLang="en-US" dirty="0">
                <a:latin typeface="楷体_GB2312" pitchFamily="49" charset="-122"/>
              </a:endParaRPr>
            </a:p>
          </p:txBody>
        </p:sp>
        <p:sp>
          <p:nvSpPr>
            <p:cNvPr id="48159" name="Line 57"/>
            <p:cNvSpPr/>
            <p:nvPr/>
          </p:nvSpPr>
          <p:spPr>
            <a:xfrm>
              <a:off x="3177" y="2026"/>
              <a:ext cx="119" cy="271"/>
            </a:xfrm>
            <a:prstGeom prst="line">
              <a:avLst/>
            </a:prstGeom>
            <a:ln w="38100" cap="flat" cmpd="sng">
              <a:solidFill>
                <a:srgbClr val="FF0000"/>
              </a:solidFill>
              <a:prstDash val="solid"/>
              <a:headEnd type="none" w="med" len="med"/>
              <a:tailEnd type="none" w="med" len="med"/>
            </a:ln>
          </p:spPr>
        </p:sp>
        <p:sp>
          <p:nvSpPr>
            <p:cNvPr id="48160" name="Line 58"/>
            <p:cNvSpPr/>
            <p:nvPr/>
          </p:nvSpPr>
          <p:spPr>
            <a:xfrm>
              <a:off x="1442" y="2019"/>
              <a:ext cx="1968" cy="0"/>
            </a:xfrm>
            <a:prstGeom prst="line">
              <a:avLst/>
            </a:prstGeom>
            <a:ln w="38100" cap="flat" cmpd="sng">
              <a:solidFill>
                <a:srgbClr val="FFFF00"/>
              </a:solidFill>
              <a:prstDash val="solid"/>
              <a:headEnd type="none" w="med" len="med"/>
              <a:tailEnd type="stealth" w="sm" len="med"/>
            </a:ln>
          </p:spPr>
        </p:sp>
        <p:sp>
          <p:nvSpPr>
            <p:cNvPr id="48161" name="Line 59"/>
            <p:cNvSpPr/>
            <p:nvPr/>
          </p:nvSpPr>
          <p:spPr>
            <a:xfrm flipV="1">
              <a:off x="1778" y="1349"/>
              <a:ext cx="0" cy="1200"/>
            </a:xfrm>
            <a:prstGeom prst="line">
              <a:avLst/>
            </a:prstGeom>
            <a:ln w="38100" cap="flat" cmpd="sng">
              <a:solidFill>
                <a:srgbClr val="FFFF00"/>
              </a:solidFill>
              <a:prstDash val="solid"/>
              <a:headEnd type="none" w="med" len="med"/>
              <a:tailEnd type="stealth" w="sm" len="med"/>
            </a:ln>
          </p:spPr>
        </p:sp>
        <p:sp>
          <p:nvSpPr>
            <p:cNvPr id="48162" name="Text Box 60"/>
            <p:cNvSpPr txBox="1"/>
            <p:nvPr/>
          </p:nvSpPr>
          <p:spPr>
            <a:xfrm>
              <a:off x="3301" y="1940"/>
              <a:ext cx="140" cy="339"/>
            </a:xfrm>
            <a:prstGeom prst="rect">
              <a:avLst/>
            </a:prstGeom>
            <a:noFill/>
            <a:ln w="38100">
              <a:noFill/>
            </a:ln>
          </p:spPr>
          <p:txBody>
            <a:bodyPr wrap="none">
              <a:spAutoFit/>
            </a:bodyPr>
            <a:p>
              <a:r>
                <a:rPr lang="en-US" altLang="zh-CN" b="0" i="1" dirty="0">
                  <a:solidFill>
                    <a:schemeClr val="bg1"/>
                  </a:solidFill>
                  <a:latin typeface="Times New Roman" panose="02020603050405020304" pitchFamily="18" charset="0"/>
                  <a:ea typeface="宋体" panose="02010600030101010101" pitchFamily="2" charset="-122"/>
                </a:rPr>
                <a:t>t</a:t>
              </a:r>
              <a:endParaRPr lang="en-US" altLang="zh-CN" b="0" dirty="0">
                <a:solidFill>
                  <a:schemeClr val="bg1"/>
                </a:solidFill>
                <a:latin typeface="Times New Roman" panose="02020603050405020304" pitchFamily="18" charset="0"/>
                <a:ea typeface="宋体" panose="02010600030101010101" pitchFamily="2" charset="-122"/>
              </a:endParaRPr>
            </a:p>
          </p:txBody>
        </p:sp>
        <p:sp>
          <p:nvSpPr>
            <p:cNvPr id="48163" name="Text Box 61"/>
            <p:cNvSpPr txBox="1"/>
            <p:nvPr/>
          </p:nvSpPr>
          <p:spPr>
            <a:xfrm>
              <a:off x="1561" y="1220"/>
              <a:ext cx="140" cy="339"/>
            </a:xfrm>
            <a:prstGeom prst="rect">
              <a:avLst/>
            </a:prstGeom>
            <a:noFill/>
            <a:ln w="38100">
              <a:noFill/>
            </a:ln>
          </p:spPr>
          <p:txBody>
            <a:bodyPr wrap="none">
              <a:spAutoFit/>
            </a:bodyPr>
            <a:p>
              <a:r>
                <a:rPr lang="en-US" altLang="zh-CN" b="0" i="1" dirty="0">
                  <a:solidFill>
                    <a:schemeClr val="bg1"/>
                  </a:solidFill>
                  <a:latin typeface="Times New Roman" panose="02020603050405020304" pitchFamily="18" charset="0"/>
                  <a:ea typeface="宋体" panose="02010600030101010101" pitchFamily="2" charset="-122"/>
                </a:rPr>
                <a:t>i</a:t>
              </a:r>
              <a:endParaRPr lang="en-US" altLang="zh-CN" b="0" dirty="0">
                <a:solidFill>
                  <a:schemeClr val="bg1"/>
                </a:solidFill>
                <a:latin typeface="Times New Roman" panose="02020603050405020304" pitchFamily="18" charset="0"/>
                <a:ea typeface="宋体" panose="02010600030101010101" pitchFamily="2" charset="-122"/>
              </a:endParaRPr>
            </a:p>
          </p:txBody>
        </p:sp>
        <p:sp>
          <p:nvSpPr>
            <p:cNvPr id="48164" name="Text Box 62"/>
            <p:cNvSpPr txBox="1"/>
            <p:nvPr/>
          </p:nvSpPr>
          <p:spPr>
            <a:xfrm>
              <a:off x="1519" y="2056"/>
              <a:ext cx="183" cy="259"/>
            </a:xfrm>
            <a:prstGeom prst="rect">
              <a:avLst/>
            </a:prstGeom>
            <a:noFill/>
            <a:ln w="38100">
              <a:noFill/>
            </a:ln>
          </p:spPr>
          <p:txBody>
            <a:bodyPr wrap="none">
              <a:spAutoFit/>
            </a:bodyPr>
            <a:p>
              <a:pPr>
                <a:spcBef>
                  <a:spcPct val="50000"/>
                </a:spcBef>
              </a:pPr>
              <a:r>
                <a:rPr lang="en-US" altLang="zh-CN" sz="2000" b="0" i="1" dirty="0">
                  <a:solidFill>
                    <a:schemeClr val="bg1"/>
                  </a:solidFill>
                  <a:latin typeface="Times New Roman" panose="02020603050405020304" pitchFamily="18" charset="0"/>
                  <a:ea typeface="宋体" panose="02010600030101010101" pitchFamily="2" charset="-122"/>
                </a:rPr>
                <a:t>O</a:t>
              </a:r>
              <a:endParaRPr lang="en-US" altLang="zh-CN" sz="2000" b="0" i="1" dirty="0">
                <a:solidFill>
                  <a:schemeClr val="bg1"/>
                </a:solidFill>
                <a:latin typeface="Times New Roman" panose="02020603050405020304" pitchFamily="18" charset="0"/>
                <a:ea typeface="宋体" panose="02010600030101010101" pitchFamily="2" charset="-122"/>
              </a:endParaRPr>
            </a:p>
          </p:txBody>
        </p:sp>
      </p:grpSp>
      <p:sp>
        <p:nvSpPr>
          <p:cNvPr id="88135" name="AutoShape 71" descr="羊皮纸"/>
          <p:cNvSpPr/>
          <p:nvPr/>
        </p:nvSpPr>
        <p:spPr>
          <a:xfrm>
            <a:off x="5364163" y="3357563"/>
            <a:ext cx="3384550" cy="576262"/>
          </a:xfrm>
          <a:prstGeom prst="wedgeRoundRectCallout">
            <a:avLst>
              <a:gd name="adj1" fmla="val -62148"/>
              <a:gd name="adj2" fmla="val 148069"/>
              <a:gd name="adj3" fmla="val 16667"/>
            </a:avLst>
          </a:prstGeom>
          <a:blipFill rotWithShape="1">
            <a:blip r:embed="rId5"/>
          </a:blipFill>
          <a:ln w="9525">
            <a:noFill/>
          </a:ln>
        </p:spPr>
        <p:txBody>
          <a:bodyPr/>
          <a:p>
            <a:pPr algn="ctr"/>
            <a:r>
              <a:rPr lang="zh-CN" altLang="en-US" dirty="0">
                <a:solidFill>
                  <a:schemeClr val="tx1"/>
                </a:solidFill>
                <a:latin typeface="Arial" panose="020B0604020202020204" pitchFamily="34" charset="0"/>
              </a:rPr>
              <a:t>直接进入稳定状态</a:t>
            </a:r>
            <a:endParaRPr lang="zh-CN" altLang="en-US" dirty="0">
              <a:solidFill>
                <a:schemeClr val="tx1"/>
              </a:solidFill>
              <a:latin typeface="Arial" panose="020B0604020202020204" pitchFamily="34" charset="0"/>
            </a:endParaRPr>
          </a:p>
        </p:txBody>
      </p:sp>
      <p:grpSp>
        <p:nvGrpSpPr>
          <p:cNvPr id="48134" name="Group 74"/>
          <p:cNvGrpSpPr/>
          <p:nvPr/>
        </p:nvGrpSpPr>
        <p:grpSpPr>
          <a:xfrm>
            <a:off x="8316913" y="6446838"/>
            <a:ext cx="792162" cy="366712"/>
            <a:chOff x="5193" y="4020"/>
            <a:chExt cx="499" cy="231"/>
          </a:xfrm>
        </p:grpSpPr>
        <p:pic>
          <p:nvPicPr>
            <p:cNvPr id="48145" name="Picture 75" descr="78900"/>
            <p:cNvPicPr>
              <a:picLocks noChangeAspect="1"/>
            </p:cNvPicPr>
            <p:nvPr/>
          </p:nvPicPr>
          <p:blipFill>
            <a:blip r:embed="rId6"/>
            <a:stretch>
              <a:fillRect/>
            </a:stretch>
          </p:blipFill>
          <p:spPr>
            <a:xfrm>
              <a:off x="5193" y="4066"/>
              <a:ext cx="499" cy="181"/>
            </a:xfrm>
            <a:prstGeom prst="rect">
              <a:avLst/>
            </a:prstGeom>
            <a:noFill/>
            <a:ln w="9525">
              <a:noFill/>
            </a:ln>
          </p:spPr>
        </p:pic>
        <p:sp>
          <p:nvSpPr>
            <p:cNvPr id="48146" name="Text Box 76">
              <a:hlinkClick r:id="" action="ppaction://hlinkshowjump?jump=nextslide"/>
            </p:cNvPr>
            <p:cNvSpPr txBox="1"/>
            <p:nvPr/>
          </p:nvSpPr>
          <p:spPr>
            <a:xfrm>
              <a:off x="5216" y="4020"/>
              <a:ext cx="476" cy="231"/>
            </a:xfrm>
            <a:prstGeom prst="rect">
              <a:avLst/>
            </a:prstGeom>
            <a:noFill/>
            <a:ln w="9525">
              <a:noFill/>
            </a:ln>
          </p:spPr>
          <p:txBody>
            <a:bodyPr wrap="none">
              <a:spAutoFit/>
            </a:bodyPr>
            <a:p>
              <a:pPr>
                <a:spcBef>
                  <a:spcPct val="50000"/>
                </a:spcBef>
              </a:pPr>
              <a:r>
                <a:rPr lang="zh-CN" altLang="en-US" sz="1800" b="0" dirty="0">
                  <a:solidFill>
                    <a:schemeClr val="bg1"/>
                  </a:solidFill>
                  <a:latin typeface="隶书" panose="02010509060101010101" pitchFamily="49" charset="-122"/>
                  <a:ea typeface="隶书" panose="02010509060101010101" pitchFamily="49" charset="-122"/>
                </a:rPr>
                <a:t>下 页</a:t>
              </a:r>
              <a:endParaRPr lang="zh-CN" altLang="en-US" sz="1800" b="0" dirty="0">
                <a:solidFill>
                  <a:schemeClr val="bg1"/>
                </a:solidFill>
                <a:latin typeface="隶书" panose="02010509060101010101" pitchFamily="49" charset="-122"/>
                <a:ea typeface="隶书" panose="02010509060101010101" pitchFamily="49" charset="-122"/>
              </a:endParaRPr>
            </a:p>
          </p:txBody>
        </p:sp>
      </p:grpSp>
      <p:grpSp>
        <p:nvGrpSpPr>
          <p:cNvPr id="48135" name="Group 77"/>
          <p:cNvGrpSpPr/>
          <p:nvPr/>
        </p:nvGrpSpPr>
        <p:grpSpPr>
          <a:xfrm>
            <a:off x="7453313" y="6446838"/>
            <a:ext cx="792162" cy="366712"/>
            <a:chOff x="4649" y="4020"/>
            <a:chExt cx="499" cy="231"/>
          </a:xfrm>
        </p:grpSpPr>
        <p:pic>
          <p:nvPicPr>
            <p:cNvPr id="48143" name="Picture 78" descr="78900"/>
            <p:cNvPicPr>
              <a:picLocks noChangeAspect="1"/>
            </p:cNvPicPr>
            <p:nvPr/>
          </p:nvPicPr>
          <p:blipFill>
            <a:blip r:embed="rId6"/>
            <a:stretch>
              <a:fillRect/>
            </a:stretch>
          </p:blipFill>
          <p:spPr>
            <a:xfrm>
              <a:off x="4649" y="4066"/>
              <a:ext cx="499" cy="181"/>
            </a:xfrm>
            <a:prstGeom prst="rect">
              <a:avLst/>
            </a:prstGeom>
            <a:noFill/>
            <a:ln w="9525">
              <a:noFill/>
            </a:ln>
          </p:spPr>
        </p:pic>
        <p:sp>
          <p:nvSpPr>
            <p:cNvPr id="48144" name="Text Box 79">
              <a:hlinkClick r:id="" action="ppaction://hlinkshowjump?jump=previousslide"/>
            </p:cNvPr>
            <p:cNvSpPr txBox="1"/>
            <p:nvPr/>
          </p:nvSpPr>
          <p:spPr>
            <a:xfrm>
              <a:off x="4672" y="4020"/>
              <a:ext cx="476" cy="231"/>
            </a:xfrm>
            <a:prstGeom prst="rect">
              <a:avLst/>
            </a:prstGeom>
            <a:noFill/>
            <a:ln w="9525">
              <a:noFill/>
            </a:ln>
          </p:spPr>
          <p:txBody>
            <a:bodyPr wrap="none">
              <a:spAutoFit/>
            </a:bodyPr>
            <a:p>
              <a:pPr>
                <a:spcBef>
                  <a:spcPct val="50000"/>
                </a:spcBef>
              </a:pPr>
              <a:r>
                <a:rPr lang="zh-CN" altLang="en-US" sz="1800" b="0" dirty="0">
                  <a:solidFill>
                    <a:schemeClr val="bg1"/>
                  </a:solidFill>
                  <a:latin typeface="隶书" panose="02010509060101010101" pitchFamily="49" charset="-122"/>
                  <a:ea typeface="隶书" panose="02010509060101010101" pitchFamily="49" charset="-122"/>
                </a:rPr>
                <a:t>上 页</a:t>
              </a:r>
              <a:endParaRPr lang="zh-CN" altLang="en-US" sz="1800" b="0" dirty="0">
                <a:solidFill>
                  <a:schemeClr val="bg1"/>
                </a:solidFill>
                <a:latin typeface="隶书" panose="02010509060101010101" pitchFamily="49" charset="-122"/>
                <a:ea typeface="隶书" panose="02010509060101010101" pitchFamily="49" charset="-122"/>
              </a:endParaRPr>
            </a:p>
          </p:txBody>
        </p:sp>
      </p:grpSp>
      <p:sp>
        <p:nvSpPr>
          <p:cNvPr id="88147" name="Text Box 83"/>
          <p:cNvSpPr txBox="1"/>
          <p:nvPr/>
        </p:nvSpPr>
        <p:spPr>
          <a:xfrm>
            <a:off x="2195513" y="1484313"/>
            <a:ext cx="4752975" cy="519112"/>
          </a:xfrm>
          <a:prstGeom prst="rect">
            <a:avLst/>
          </a:prstGeom>
          <a:noFill/>
          <a:ln w="9525">
            <a:noFill/>
          </a:ln>
        </p:spPr>
        <p:txBody>
          <a:bodyPr>
            <a:spAutoFit/>
          </a:bodyPr>
          <a:p>
            <a:r>
              <a:rPr lang="zh-CN" altLang="en-US" dirty="0">
                <a:latin typeface="Times New Roman" panose="02020603050405020304" pitchFamily="18" charset="0"/>
              </a:rPr>
              <a:t>过渡过程与接入时刻有关。</a:t>
            </a:r>
            <a:endParaRPr lang="zh-CN" altLang="en-US" dirty="0">
              <a:latin typeface="Arial" panose="020B0604020202020204" pitchFamily="34" charset="0"/>
            </a:endParaRPr>
          </a:p>
        </p:txBody>
      </p:sp>
      <p:grpSp>
        <p:nvGrpSpPr>
          <p:cNvPr id="5" name="Group 84"/>
          <p:cNvGrpSpPr/>
          <p:nvPr/>
        </p:nvGrpSpPr>
        <p:grpSpPr>
          <a:xfrm>
            <a:off x="395288" y="1341438"/>
            <a:ext cx="1644650" cy="850900"/>
            <a:chOff x="385" y="3022"/>
            <a:chExt cx="1036" cy="536"/>
          </a:xfrm>
        </p:grpSpPr>
        <p:pic>
          <p:nvPicPr>
            <p:cNvPr id="48141" name="Picture 85" descr="123"/>
            <p:cNvPicPr>
              <a:picLocks noChangeAspect="1"/>
            </p:cNvPicPr>
            <p:nvPr/>
          </p:nvPicPr>
          <p:blipFill>
            <a:blip r:embed="rId7"/>
            <a:stretch>
              <a:fillRect/>
            </a:stretch>
          </p:blipFill>
          <p:spPr>
            <a:xfrm>
              <a:off x="385" y="3022"/>
              <a:ext cx="590" cy="536"/>
            </a:xfrm>
            <a:prstGeom prst="rect">
              <a:avLst/>
            </a:prstGeom>
            <a:noFill/>
            <a:ln w="9525">
              <a:noFill/>
            </a:ln>
          </p:spPr>
        </p:pic>
        <p:sp>
          <p:nvSpPr>
            <p:cNvPr id="48142" name="Text Box 86"/>
            <p:cNvSpPr txBox="1"/>
            <p:nvPr/>
          </p:nvSpPr>
          <p:spPr>
            <a:xfrm>
              <a:off x="793" y="3125"/>
              <a:ext cx="628" cy="365"/>
            </a:xfrm>
            <a:prstGeom prst="rect">
              <a:avLst/>
            </a:prstGeom>
            <a:noFill/>
            <a:ln w="9525">
              <a:noFill/>
            </a:ln>
          </p:spPr>
          <p:txBody>
            <a:bodyPr wrap="none">
              <a:spAutoFit/>
            </a:bodyPr>
            <a:p>
              <a:r>
                <a:rPr lang="zh-CN" altLang="en-US" sz="3200" b="0" dirty="0">
                  <a:solidFill>
                    <a:srgbClr val="FA7748"/>
                  </a:solidFill>
                  <a:latin typeface="Times New Roman" panose="02020603050405020304" pitchFamily="18" charset="0"/>
                  <a:ea typeface="华文行楷" panose="02010800040101010101" pitchFamily="2" charset="-122"/>
                </a:rPr>
                <a:t>注意</a:t>
              </a:r>
              <a:endParaRPr lang="zh-CN" altLang="en-US" sz="3200" b="0" dirty="0">
                <a:solidFill>
                  <a:srgbClr val="FA7748"/>
                </a:solidFill>
                <a:latin typeface="Times New Roman" panose="02020603050405020304" pitchFamily="18" charset="0"/>
                <a:ea typeface="华文行楷" panose="02010800040101010101" pitchFamily="2" charset="-122"/>
              </a:endParaRPr>
            </a:p>
          </p:txBody>
        </p:sp>
      </p:grpSp>
      <p:grpSp>
        <p:nvGrpSpPr>
          <p:cNvPr id="48138" name="Group 90"/>
          <p:cNvGrpSpPr/>
          <p:nvPr/>
        </p:nvGrpSpPr>
        <p:grpSpPr>
          <a:xfrm>
            <a:off x="6588125" y="6446838"/>
            <a:ext cx="792163" cy="366712"/>
            <a:chOff x="4649" y="4020"/>
            <a:chExt cx="499" cy="231"/>
          </a:xfrm>
        </p:grpSpPr>
        <p:pic>
          <p:nvPicPr>
            <p:cNvPr id="48139" name="Picture 91" descr="78900"/>
            <p:cNvPicPr>
              <a:picLocks noChangeAspect="1"/>
            </p:cNvPicPr>
            <p:nvPr/>
          </p:nvPicPr>
          <p:blipFill>
            <a:blip r:embed="rId6"/>
            <a:stretch>
              <a:fillRect/>
            </a:stretch>
          </p:blipFill>
          <p:spPr>
            <a:xfrm>
              <a:off x="4649" y="4066"/>
              <a:ext cx="499" cy="181"/>
            </a:xfrm>
            <a:prstGeom prst="rect">
              <a:avLst/>
            </a:prstGeom>
            <a:noFill/>
            <a:ln w="9525">
              <a:noFill/>
            </a:ln>
          </p:spPr>
        </p:pic>
        <p:sp>
          <p:nvSpPr>
            <p:cNvPr id="48140" name="Text Box 92">
              <a:hlinkClick r:id="" action="ppaction://hlinkshowjump?jump=firstslide"/>
            </p:cNvPr>
            <p:cNvSpPr txBox="1"/>
            <p:nvPr/>
          </p:nvSpPr>
          <p:spPr>
            <a:xfrm>
              <a:off x="4672" y="4020"/>
              <a:ext cx="476" cy="231"/>
            </a:xfrm>
            <a:prstGeom prst="rect">
              <a:avLst/>
            </a:prstGeom>
            <a:noFill/>
            <a:ln w="9525">
              <a:noFill/>
            </a:ln>
          </p:spPr>
          <p:txBody>
            <a:bodyPr wrap="none">
              <a:spAutoFit/>
            </a:bodyPr>
            <a:p>
              <a:pPr>
                <a:spcBef>
                  <a:spcPct val="50000"/>
                </a:spcBef>
              </a:pPr>
              <a:r>
                <a:rPr lang="zh-CN" altLang="en-US" sz="1800" b="0" dirty="0">
                  <a:solidFill>
                    <a:schemeClr val="bg1"/>
                  </a:solidFill>
                  <a:latin typeface="隶书" panose="02010509060101010101" pitchFamily="49" charset="-122"/>
                  <a:ea typeface="隶书" panose="02010509060101010101" pitchFamily="49" charset="-122"/>
                </a:rPr>
                <a:t>返 回</a:t>
              </a:r>
              <a:endParaRPr lang="zh-CN" altLang="en-US" sz="1800" b="0" dirty="0">
                <a:solidFill>
                  <a:schemeClr val="bg1"/>
                </a:solidFill>
                <a:latin typeface="隶书" panose="02010509060101010101" pitchFamily="49" charset="-122"/>
                <a:ea typeface="隶书" panose="02010509060101010101" pitchFamily="49" charset="-122"/>
              </a:endParaRP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withEffect">
                                  <p:stCondLst>
                                    <p:cond delay="0"/>
                                  </p:stCondLst>
                                  <p:childTnLst>
                                    <p:set>
                                      <p:cBhvr>
                                        <p:cTn id="6" dur="1" fill="hold">
                                          <p:stCondLst>
                                            <p:cond delay="0"/>
                                          </p:stCondLst>
                                        </p:cTn>
                                        <p:tgtEl>
                                          <p:spTgt spid="88102"/>
                                        </p:tgtEl>
                                        <p:attrNameLst>
                                          <p:attrName>style.visibility</p:attrName>
                                        </p:attrNameLst>
                                      </p:cBhvr>
                                      <p:to>
                                        <p:strVal val="visible"/>
                                      </p:to>
                                    </p:set>
                                    <p:animEffect transition="in" filter="wipe(left)">
                                      <p:cBhvr>
                                        <p:cTn id="7" dur="2000"/>
                                        <p:tgtEl>
                                          <p:spTgt spid="88102"/>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5"/>
                                        </p:tgtEl>
                                        <p:attrNameLst>
                                          <p:attrName>style.visibility</p:attrName>
                                        </p:attrNameLst>
                                      </p:cBhvr>
                                      <p:to>
                                        <p:strVal val="visible"/>
                                      </p:to>
                                    </p:set>
                                    <p:animEffect transition="in" filter="blinds(horizontal)">
                                      <p:cBhvr>
                                        <p:cTn id="12" dur="500"/>
                                        <p:tgtEl>
                                          <p:spTgt spid="5"/>
                                        </p:tgtEl>
                                      </p:cBhvr>
                                    </p:animEffect>
                                  </p:childTnLst>
                                </p:cTn>
                              </p:par>
                            </p:childTnLst>
                          </p:cTn>
                        </p:par>
                        <p:par>
                          <p:cTn id="13" fill="hold">
                            <p:stCondLst>
                              <p:cond delay="500"/>
                            </p:stCondLst>
                            <p:childTnLst>
                              <p:par>
                                <p:cTn id="14" presetID="22" presetClass="entr" presetSubtype="8" fill="hold" grpId="0" nodeType="afterEffect">
                                  <p:stCondLst>
                                    <p:cond delay="0"/>
                                  </p:stCondLst>
                                  <p:childTnLst>
                                    <p:set>
                                      <p:cBhvr>
                                        <p:cTn id="15" dur="1" fill="hold">
                                          <p:stCondLst>
                                            <p:cond delay="0"/>
                                          </p:stCondLst>
                                        </p:cTn>
                                        <p:tgtEl>
                                          <p:spTgt spid="88147"/>
                                        </p:tgtEl>
                                        <p:attrNameLst>
                                          <p:attrName>style.visibility</p:attrName>
                                        </p:attrNameLst>
                                      </p:cBhvr>
                                      <p:to>
                                        <p:strVal val="visible"/>
                                      </p:to>
                                    </p:set>
                                    <p:animEffect transition="in" filter="wipe(left)">
                                      <p:cBhvr>
                                        <p:cTn id="16" dur="1000"/>
                                        <p:tgtEl>
                                          <p:spTgt spid="88147"/>
                                        </p:tgtEl>
                                      </p:cBhvr>
                                    </p:animEffect>
                                  </p:childTnLst>
                                </p:cTn>
                              </p:par>
                            </p:childTnLst>
                          </p:cTn>
                        </p:par>
                      </p:childTnLst>
                    </p:cTn>
                  </p:par>
                  <p:par>
                    <p:cTn id="17" fill="hold">
                      <p:stCondLst>
                        <p:cond delay="indefinite"/>
                      </p:stCondLst>
                      <p:childTnLst>
                        <p:par>
                          <p:cTn id="18" fill="hold">
                            <p:stCondLst>
                              <p:cond delay="0"/>
                            </p:stCondLst>
                            <p:childTnLst>
                              <p:par>
                                <p:cTn id="19" presetID="22" presetClass="entr" presetSubtype="8" fill="hold" nodeType="clickEffect">
                                  <p:stCondLst>
                                    <p:cond delay="0"/>
                                  </p:stCondLst>
                                  <p:childTnLst>
                                    <p:set>
                                      <p:cBhvr>
                                        <p:cTn id="20" dur="1" fill="hold">
                                          <p:stCondLst>
                                            <p:cond delay="0"/>
                                          </p:stCondLst>
                                        </p:cTn>
                                        <p:tgtEl>
                                          <p:spTgt spid="88107"/>
                                        </p:tgtEl>
                                        <p:attrNameLst>
                                          <p:attrName>style.visibility</p:attrName>
                                        </p:attrNameLst>
                                      </p:cBhvr>
                                      <p:to>
                                        <p:strVal val="visible"/>
                                      </p:to>
                                    </p:set>
                                    <p:animEffect transition="in" filter="wipe(left)">
                                      <p:cBhvr>
                                        <p:cTn id="21" dur="2000"/>
                                        <p:tgtEl>
                                          <p:spTgt spid="88107"/>
                                        </p:tgtEl>
                                      </p:cBhvr>
                                    </p:animEffect>
                                  </p:childTnLst>
                                </p:cTn>
                              </p:par>
                            </p:childTnLst>
                          </p:cTn>
                        </p:par>
                      </p:childTnLst>
                    </p:cTn>
                  </p:par>
                  <p:par>
                    <p:cTn id="22" fill="hold">
                      <p:stCondLst>
                        <p:cond delay="indefinite"/>
                      </p:stCondLst>
                      <p:childTnLst>
                        <p:par>
                          <p:cTn id="23" fill="hold">
                            <p:stCondLst>
                              <p:cond delay="0"/>
                            </p:stCondLst>
                            <p:childTnLst>
                              <p:par>
                                <p:cTn id="24" presetID="22" presetClass="entr" presetSubtype="8" fill="hold" nodeType="clickEffect">
                                  <p:stCondLst>
                                    <p:cond delay="0"/>
                                  </p:stCondLst>
                                  <p:childTnLst>
                                    <p:set>
                                      <p:cBhvr>
                                        <p:cTn id="25" dur="1" fill="hold">
                                          <p:stCondLst>
                                            <p:cond delay="0"/>
                                          </p:stCondLst>
                                        </p:cTn>
                                        <p:tgtEl>
                                          <p:spTgt spid="2"/>
                                        </p:tgtEl>
                                        <p:attrNameLst>
                                          <p:attrName>style.visibility</p:attrName>
                                        </p:attrNameLst>
                                      </p:cBhvr>
                                      <p:to>
                                        <p:strVal val="visible"/>
                                      </p:to>
                                    </p:set>
                                    <p:animEffect transition="in" filter="wipe(left)">
                                      <p:cBhvr>
                                        <p:cTn id="26" dur="1000"/>
                                        <p:tgtEl>
                                          <p:spTgt spid="2"/>
                                        </p:tgtEl>
                                      </p:cBhvr>
                                    </p:animEffect>
                                  </p:childTnLst>
                                </p:cTn>
                              </p:par>
                            </p:childTnLst>
                          </p:cTn>
                        </p:par>
                        <p:par>
                          <p:cTn id="27" fill="hold">
                            <p:stCondLst>
                              <p:cond delay="1000"/>
                            </p:stCondLst>
                            <p:childTnLst>
                              <p:par>
                                <p:cTn id="28" presetID="20" presetClass="entr" presetSubtype="0" fill="hold" grpId="0" nodeType="afterEffect">
                                  <p:stCondLst>
                                    <p:cond delay="0"/>
                                  </p:stCondLst>
                                  <p:childTnLst>
                                    <p:set>
                                      <p:cBhvr>
                                        <p:cTn id="29" dur="1" fill="hold">
                                          <p:stCondLst>
                                            <p:cond delay="0"/>
                                          </p:stCondLst>
                                        </p:cTn>
                                        <p:tgtEl>
                                          <p:spTgt spid="88135"/>
                                        </p:tgtEl>
                                        <p:attrNameLst>
                                          <p:attrName>style.visibility</p:attrName>
                                        </p:attrNameLst>
                                      </p:cBhvr>
                                      <p:to>
                                        <p:strVal val="visible"/>
                                      </p:to>
                                    </p:set>
                                    <p:animEffect transition="in" filter="wedge">
                                      <p:cBhvr>
                                        <p:cTn id="30" dur="2000"/>
                                        <p:tgtEl>
                                          <p:spTgt spid="881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8135" grpId="0" animBg="1"/>
      <p:bldP spid="88147" grpId="0"/>
    </p:bld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9114" name="AutoShape 26" descr="羊皮纸"/>
          <p:cNvSpPr/>
          <p:nvPr/>
        </p:nvSpPr>
        <p:spPr>
          <a:xfrm>
            <a:off x="5435600" y="4292600"/>
            <a:ext cx="2881313" cy="1008063"/>
          </a:xfrm>
          <a:prstGeom prst="wedgeRoundRectCallout">
            <a:avLst>
              <a:gd name="adj1" fmla="val -106472"/>
              <a:gd name="adj2" fmla="val -108111"/>
              <a:gd name="adj3" fmla="val 16667"/>
            </a:avLst>
          </a:prstGeom>
          <a:blipFill rotWithShape="1">
            <a:blip r:embed="rId1"/>
          </a:blipFill>
          <a:ln w="9525">
            <a:noFill/>
          </a:ln>
        </p:spPr>
        <p:txBody>
          <a:bodyPr/>
          <a:p>
            <a:pPr algn="ctr"/>
            <a:r>
              <a:rPr lang="zh-CN" altLang="en-US" dirty="0">
                <a:solidFill>
                  <a:schemeClr val="tx1"/>
                </a:solidFill>
                <a:latin typeface="Arial" panose="020B0604020202020204" pitchFamily="34" charset="0"/>
              </a:rPr>
              <a:t>出现瞬时电流大于稳态电流现象</a:t>
            </a:r>
            <a:endParaRPr lang="zh-CN" altLang="en-US" dirty="0">
              <a:solidFill>
                <a:schemeClr val="tx1"/>
              </a:solidFill>
              <a:latin typeface="Arial" panose="020B0604020202020204" pitchFamily="34" charset="0"/>
            </a:endParaRPr>
          </a:p>
        </p:txBody>
      </p:sp>
      <p:sp>
        <p:nvSpPr>
          <p:cNvPr id="89116" name="Freeform 28"/>
          <p:cNvSpPr/>
          <p:nvPr/>
        </p:nvSpPr>
        <p:spPr>
          <a:xfrm>
            <a:off x="2627313" y="3284538"/>
            <a:ext cx="2952750" cy="504825"/>
          </a:xfrm>
          <a:custGeom>
            <a:avLst/>
            <a:gdLst>
              <a:gd name="txL" fmla="*/ 0 w 1860"/>
              <a:gd name="txT" fmla="*/ 0 h 454"/>
              <a:gd name="txR" fmla="*/ 1860 w 1860"/>
              <a:gd name="txB" fmla="*/ 454 h 454"/>
            </a:gdLst>
            <a:ahLst/>
            <a:cxnLst>
              <a:cxn ang="0">
                <a:pos x="0" y="454"/>
              </a:cxn>
              <a:cxn ang="0">
                <a:pos x="317" y="318"/>
              </a:cxn>
              <a:cxn ang="0">
                <a:pos x="680" y="182"/>
              </a:cxn>
              <a:cxn ang="0">
                <a:pos x="1088" y="91"/>
              </a:cxn>
              <a:cxn ang="0">
                <a:pos x="1406" y="46"/>
              </a:cxn>
              <a:cxn ang="0">
                <a:pos x="1860" y="0"/>
              </a:cxn>
            </a:cxnLst>
            <a:rect l="txL" t="txT" r="txR" b="txB"/>
            <a:pathLst>
              <a:path w="1860" h="454">
                <a:moveTo>
                  <a:pt x="0" y="454"/>
                </a:moveTo>
                <a:cubicBezTo>
                  <a:pt x="102" y="408"/>
                  <a:pt x="204" y="363"/>
                  <a:pt x="317" y="318"/>
                </a:cubicBezTo>
                <a:cubicBezTo>
                  <a:pt x="430" y="273"/>
                  <a:pt x="552" y="220"/>
                  <a:pt x="680" y="182"/>
                </a:cubicBezTo>
                <a:cubicBezTo>
                  <a:pt x="808" y="144"/>
                  <a:pt x="967" y="114"/>
                  <a:pt x="1088" y="91"/>
                </a:cubicBezTo>
                <a:cubicBezTo>
                  <a:pt x="1209" y="68"/>
                  <a:pt x="1277" y="61"/>
                  <a:pt x="1406" y="46"/>
                </a:cubicBezTo>
                <a:cubicBezTo>
                  <a:pt x="1535" y="31"/>
                  <a:pt x="1784" y="8"/>
                  <a:pt x="1860" y="0"/>
                </a:cubicBezTo>
              </a:path>
            </a:pathLst>
          </a:custGeom>
          <a:noFill/>
          <a:ln w="28575" cap="flat" cmpd="sng">
            <a:solidFill>
              <a:srgbClr val="66FFFF"/>
            </a:solidFill>
            <a:prstDash val="dash"/>
            <a:round/>
            <a:headEnd type="none" w="med" len="med"/>
            <a:tailEnd type="none" w="med" len="med"/>
          </a:ln>
        </p:spPr>
        <p:txBody>
          <a:bodyPr/>
          <a:p>
            <a:endParaRPr lang="zh-CN" altLang="en-US" dirty="0">
              <a:latin typeface="楷体_GB2312" pitchFamily="49" charset="-122"/>
            </a:endParaRPr>
          </a:p>
        </p:txBody>
      </p:sp>
      <p:grpSp>
        <p:nvGrpSpPr>
          <p:cNvPr id="2" name="Group 46"/>
          <p:cNvGrpSpPr/>
          <p:nvPr/>
        </p:nvGrpSpPr>
        <p:grpSpPr>
          <a:xfrm>
            <a:off x="1547813" y="1916113"/>
            <a:ext cx="4230687" cy="2376487"/>
            <a:chOff x="793" y="436"/>
            <a:chExt cx="2665" cy="1497"/>
          </a:xfrm>
        </p:grpSpPr>
        <p:sp>
          <p:nvSpPr>
            <p:cNvPr id="49168" name="Freeform 8"/>
            <p:cNvSpPr/>
            <p:nvPr/>
          </p:nvSpPr>
          <p:spPr>
            <a:xfrm>
              <a:off x="1207" y="918"/>
              <a:ext cx="149" cy="264"/>
            </a:xfrm>
            <a:custGeom>
              <a:avLst/>
              <a:gdLst>
                <a:gd name="txL" fmla="*/ 0 w 118"/>
                <a:gd name="txT" fmla="*/ 0 h 274"/>
                <a:gd name="txR" fmla="*/ 118 w 118"/>
                <a:gd name="txB" fmla="*/ 274 h 274"/>
              </a:gdLst>
              <a:ahLst/>
              <a:cxnLst>
                <a:cxn ang="0">
                  <a:pos x="0" y="274"/>
                </a:cxn>
                <a:cxn ang="0">
                  <a:pos x="13" y="240"/>
                </a:cxn>
                <a:cxn ang="0">
                  <a:pos x="29" y="200"/>
                </a:cxn>
                <a:cxn ang="0">
                  <a:pos x="59" y="127"/>
                </a:cxn>
                <a:cxn ang="0">
                  <a:pos x="75" y="90"/>
                </a:cxn>
                <a:cxn ang="0">
                  <a:pos x="89" y="56"/>
                </a:cxn>
                <a:cxn ang="0">
                  <a:pos x="105" y="27"/>
                </a:cxn>
                <a:cxn ang="0">
                  <a:pos x="118" y="0"/>
                </a:cxn>
              </a:cxnLst>
              <a:rect l="txL" t="txT" r="txR" b="txB"/>
              <a:pathLst>
                <a:path w="118" h="274">
                  <a:moveTo>
                    <a:pt x="0" y="274"/>
                  </a:moveTo>
                  <a:lnTo>
                    <a:pt x="13" y="240"/>
                  </a:lnTo>
                  <a:lnTo>
                    <a:pt x="29" y="200"/>
                  </a:lnTo>
                  <a:lnTo>
                    <a:pt x="59" y="127"/>
                  </a:lnTo>
                  <a:lnTo>
                    <a:pt x="75" y="90"/>
                  </a:lnTo>
                  <a:lnTo>
                    <a:pt x="89" y="56"/>
                  </a:lnTo>
                  <a:lnTo>
                    <a:pt x="105" y="27"/>
                  </a:lnTo>
                  <a:lnTo>
                    <a:pt x="118" y="0"/>
                  </a:lnTo>
                </a:path>
              </a:pathLst>
            </a:custGeom>
            <a:noFill/>
            <a:ln w="28575" cap="flat" cmpd="sng">
              <a:solidFill>
                <a:srgbClr val="FF0000"/>
              </a:solidFill>
              <a:prstDash val="solid"/>
              <a:round/>
              <a:headEnd type="none" w="med" len="med"/>
              <a:tailEnd type="none" w="med" len="med"/>
            </a:ln>
          </p:spPr>
          <p:txBody>
            <a:bodyPr/>
            <a:p>
              <a:endParaRPr lang="zh-CN" altLang="en-US" dirty="0">
                <a:latin typeface="楷体_GB2312" pitchFamily="49" charset="-122"/>
              </a:endParaRPr>
            </a:p>
          </p:txBody>
        </p:sp>
        <p:sp>
          <p:nvSpPr>
            <p:cNvPr id="49169" name="Freeform 9"/>
            <p:cNvSpPr/>
            <p:nvPr/>
          </p:nvSpPr>
          <p:spPr>
            <a:xfrm>
              <a:off x="1356" y="809"/>
              <a:ext cx="147" cy="109"/>
            </a:xfrm>
            <a:custGeom>
              <a:avLst/>
              <a:gdLst>
                <a:gd name="txL" fmla="*/ 0 w 116"/>
                <a:gd name="txT" fmla="*/ 0 h 113"/>
                <a:gd name="txR" fmla="*/ 116 w 116"/>
                <a:gd name="txB" fmla="*/ 113 h 113"/>
              </a:gdLst>
              <a:ahLst/>
              <a:cxnLst>
                <a:cxn ang="0">
                  <a:pos x="0" y="113"/>
                </a:cxn>
                <a:cxn ang="0">
                  <a:pos x="14" y="88"/>
                </a:cxn>
                <a:cxn ang="0">
                  <a:pos x="30" y="69"/>
                </a:cxn>
                <a:cxn ang="0">
                  <a:pos x="44" y="49"/>
                </a:cxn>
                <a:cxn ang="0">
                  <a:pos x="57" y="32"/>
                </a:cxn>
                <a:cxn ang="0">
                  <a:pos x="73" y="20"/>
                </a:cxn>
                <a:cxn ang="0">
                  <a:pos x="87" y="8"/>
                </a:cxn>
                <a:cxn ang="0">
                  <a:pos x="103" y="3"/>
                </a:cxn>
                <a:cxn ang="0">
                  <a:pos x="116" y="0"/>
                </a:cxn>
              </a:cxnLst>
              <a:rect l="txL" t="txT" r="txR" b="txB"/>
              <a:pathLst>
                <a:path w="116" h="113">
                  <a:moveTo>
                    <a:pt x="0" y="113"/>
                  </a:moveTo>
                  <a:lnTo>
                    <a:pt x="14" y="88"/>
                  </a:lnTo>
                  <a:lnTo>
                    <a:pt x="30" y="69"/>
                  </a:lnTo>
                  <a:lnTo>
                    <a:pt x="44" y="49"/>
                  </a:lnTo>
                  <a:lnTo>
                    <a:pt x="57" y="32"/>
                  </a:lnTo>
                  <a:lnTo>
                    <a:pt x="73" y="20"/>
                  </a:lnTo>
                  <a:lnTo>
                    <a:pt x="87" y="8"/>
                  </a:lnTo>
                  <a:lnTo>
                    <a:pt x="103" y="3"/>
                  </a:lnTo>
                  <a:lnTo>
                    <a:pt x="116" y="0"/>
                  </a:lnTo>
                </a:path>
              </a:pathLst>
            </a:custGeom>
            <a:noFill/>
            <a:ln w="28575" cap="flat" cmpd="sng">
              <a:solidFill>
                <a:srgbClr val="FF0000"/>
              </a:solidFill>
              <a:prstDash val="solid"/>
              <a:round/>
              <a:headEnd type="none" w="med" len="med"/>
              <a:tailEnd type="none" w="med" len="med"/>
            </a:ln>
          </p:spPr>
          <p:txBody>
            <a:bodyPr/>
            <a:p>
              <a:endParaRPr lang="zh-CN" altLang="en-US" dirty="0">
                <a:latin typeface="楷体_GB2312" pitchFamily="49" charset="-122"/>
              </a:endParaRPr>
            </a:p>
          </p:txBody>
        </p:sp>
        <p:sp>
          <p:nvSpPr>
            <p:cNvPr id="49170" name="Freeform 10"/>
            <p:cNvSpPr/>
            <p:nvPr/>
          </p:nvSpPr>
          <p:spPr>
            <a:xfrm>
              <a:off x="1503" y="809"/>
              <a:ext cx="151" cy="109"/>
            </a:xfrm>
            <a:custGeom>
              <a:avLst/>
              <a:gdLst>
                <a:gd name="txL" fmla="*/ 0 w 119"/>
                <a:gd name="txT" fmla="*/ 0 h 113"/>
                <a:gd name="txR" fmla="*/ 119 w 119"/>
                <a:gd name="txB" fmla="*/ 113 h 113"/>
              </a:gdLst>
              <a:ahLst/>
              <a:cxnLst>
                <a:cxn ang="0">
                  <a:pos x="0" y="0"/>
                </a:cxn>
                <a:cxn ang="0">
                  <a:pos x="14" y="3"/>
                </a:cxn>
                <a:cxn ang="0">
                  <a:pos x="30" y="8"/>
                </a:cxn>
                <a:cxn ang="0">
                  <a:pos x="44" y="20"/>
                </a:cxn>
                <a:cxn ang="0">
                  <a:pos x="60" y="32"/>
                </a:cxn>
                <a:cxn ang="0">
                  <a:pos x="76" y="49"/>
                </a:cxn>
                <a:cxn ang="0">
                  <a:pos x="90" y="69"/>
                </a:cxn>
                <a:cxn ang="0">
                  <a:pos x="106" y="88"/>
                </a:cxn>
                <a:cxn ang="0">
                  <a:pos x="119" y="113"/>
                </a:cxn>
              </a:cxnLst>
              <a:rect l="txL" t="txT" r="txR" b="txB"/>
              <a:pathLst>
                <a:path w="119" h="113">
                  <a:moveTo>
                    <a:pt x="0" y="0"/>
                  </a:moveTo>
                  <a:lnTo>
                    <a:pt x="14" y="3"/>
                  </a:lnTo>
                  <a:lnTo>
                    <a:pt x="30" y="8"/>
                  </a:lnTo>
                  <a:lnTo>
                    <a:pt x="44" y="20"/>
                  </a:lnTo>
                  <a:lnTo>
                    <a:pt x="60" y="32"/>
                  </a:lnTo>
                  <a:lnTo>
                    <a:pt x="76" y="49"/>
                  </a:lnTo>
                  <a:lnTo>
                    <a:pt x="90" y="69"/>
                  </a:lnTo>
                  <a:lnTo>
                    <a:pt x="106" y="88"/>
                  </a:lnTo>
                  <a:lnTo>
                    <a:pt x="119" y="113"/>
                  </a:lnTo>
                </a:path>
              </a:pathLst>
            </a:custGeom>
            <a:noFill/>
            <a:ln w="28575" cap="flat" cmpd="sng">
              <a:solidFill>
                <a:srgbClr val="FF0000"/>
              </a:solidFill>
              <a:prstDash val="solid"/>
              <a:round/>
              <a:headEnd type="none" w="med" len="med"/>
              <a:tailEnd type="none" w="med" len="med"/>
            </a:ln>
          </p:spPr>
          <p:txBody>
            <a:bodyPr/>
            <a:p>
              <a:endParaRPr lang="zh-CN" altLang="en-US" dirty="0">
                <a:latin typeface="楷体_GB2312" pitchFamily="49" charset="-122"/>
              </a:endParaRPr>
            </a:p>
          </p:txBody>
        </p:sp>
        <p:sp>
          <p:nvSpPr>
            <p:cNvPr id="49171" name="Freeform 11"/>
            <p:cNvSpPr/>
            <p:nvPr/>
          </p:nvSpPr>
          <p:spPr>
            <a:xfrm>
              <a:off x="1654" y="918"/>
              <a:ext cx="147" cy="264"/>
            </a:xfrm>
            <a:custGeom>
              <a:avLst/>
              <a:gdLst>
                <a:gd name="txL" fmla="*/ 0 w 116"/>
                <a:gd name="txT" fmla="*/ 0 h 274"/>
                <a:gd name="txR" fmla="*/ 116 w 116"/>
                <a:gd name="txB" fmla="*/ 274 h 274"/>
              </a:gdLst>
              <a:ahLst/>
              <a:cxnLst>
                <a:cxn ang="0">
                  <a:pos x="0" y="0"/>
                </a:cxn>
                <a:cxn ang="0">
                  <a:pos x="14" y="27"/>
                </a:cxn>
                <a:cxn ang="0">
                  <a:pos x="30" y="56"/>
                </a:cxn>
                <a:cxn ang="0">
                  <a:pos x="43" y="90"/>
                </a:cxn>
                <a:cxn ang="0">
                  <a:pos x="57" y="127"/>
                </a:cxn>
                <a:cxn ang="0">
                  <a:pos x="87" y="203"/>
                </a:cxn>
                <a:cxn ang="0">
                  <a:pos x="103" y="240"/>
                </a:cxn>
                <a:cxn ang="0">
                  <a:pos x="116" y="274"/>
                </a:cxn>
              </a:cxnLst>
              <a:rect l="txL" t="txT" r="txR" b="txB"/>
              <a:pathLst>
                <a:path w="116" h="274">
                  <a:moveTo>
                    <a:pt x="0" y="0"/>
                  </a:moveTo>
                  <a:lnTo>
                    <a:pt x="14" y="27"/>
                  </a:lnTo>
                  <a:lnTo>
                    <a:pt x="30" y="56"/>
                  </a:lnTo>
                  <a:lnTo>
                    <a:pt x="43" y="90"/>
                  </a:lnTo>
                  <a:lnTo>
                    <a:pt x="57" y="127"/>
                  </a:lnTo>
                  <a:lnTo>
                    <a:pt x="87" y="203"/>
                  </a:lnTo>
                  <a:lnTo>
                    <a:pt x="103" y="240"/>
                  </a:lnTo>
                  <a:lnTo>
                    <a:pt x="116" y="274"/>
                  </a:lnTo>
                </a:path>
              </a:pathLst>
            </a:custGeom>
            <a:noFill/>
            <a:ln w="28575" cap="flat" cmpd="sng">
              <a:solidFill>
                <a:srgbClr val="FF0000"/>
              </a:solidFill>
              <a:prstDash val="solid"/>
              <a:round/>
              <a:headEnd type="none" w="med" len="med"/>
              <a:tailEnd type="none" w="med" len="med"/>
            </a:ln>
          </p:spPr>
          <p:txBody>
            <a:bodyPr/>
            <a:p>
              <a:endParaRPr lang="zh-CN" altLang="en-US" dirty="0">
                <a:latin typeface="楷体_GB2312" pitchFamily="49" charset="-122"/>
              </a:endParaRPr>
            </a:p>
          </p:txBody>
        </p:sp>
        <p:sp>
          <p:nvSpPr>
            <p:cNvPr id="49172" name="Freeform 12"/>
            <p:cNvSpPr/>
            <p:nvPr/>
          </p:nvSpPr>
          <p:spPr>
            <a:xfrm>
              <a:off x="1801" y="1182"/>
              <a:ext cx="151" cy="262"/>
            </a:xfrm>
            <a:custGeom>
              <a:avLst/>
              <a:gdLst>
                <a:gd name="txL" fmla="*/ 0 w 119"/>
                <a:gd name="txT" fmla="*/ 0 h 271"/>
                <a:gd name="txR" fmla="*/ 119 w 119"/>
                <a:gd name="txB" fmla="*/ 271 h 271"/>
              </a:gdLst>
              <a:ahLst/>
              <a:cxnLst>
                <a:cxn ang="0">
                  <a:pos x="0" y="0"/>
                </a:cxn>
                <a:cxn ang="0">
                  <a:pos x="14" y="34"/>
                </a:cxn>
                <a:cxn ang="0">
                  <a:pos x="30" y="71"/>
                </a:cxn>
                <a:cxn ang="0">
                  <a:pos x="60" y="146"/>
                </a:cxn>
                <a:cxn ang="0">
                  <a:pos x="76" y="181"/>
                </a:cxn>
                <a:cxn ang="0">
                  <a:pos x="89" y="215"/>
                </a:cxn>
                <a:cxn ang="0">
                  <a:pos x="106" y="244"/>
                </a:cxn>
                <a:cxn ang="0">
                  <a:pos x="119" y="271"/>
                </a:cxn>
              </a:cxnLst>
              <a:rect l="txL" t="txT" r="txR" b="txB"/>
              <a:pathLst>
                <a:path w="119" h="271">
                  <a:moveTo>
                    <a:pt x="0" y="0"/>
                  </a:moveTo>
                  <a:lnTo>
                    <a:pt x="14" y="34"/>
                  </a:lnTo>
                  <a:lnTo>
                    <a:pt x="30" y="71"/>
                  </a:lnTo>
                  <a:lnTo>
                    <a:pt x="60" y="146"/>
                  </a:lnTo>
                  <a:lnTo>
                    <a:pt x="76" y="181"/>
                  </a:lnTo>
                  <a:lnTo>
                    <a:pt x="89" y="215"/>
                  </a:lnTo>
                  <a:lnTo>
                    <a:pt x="106" y="244"/>
                  </a:lnTo>
                  <a:lnTo>
                    <a:pt x="119" y="271"/>
                  </a:lnTo>
                </a:path>
              </a:pathLst>
            </a:custGeom>
            <a:noFill/>
            <a:ln w="28575" cap="flat" cmpd="sng">
              <a:solidFill>
                <a:srgbClr val="FF0000"/>
              </a:solidFill>
              <a:prstDash val="solid"/>
              <a:round/>
              <a:headEnd type="none" w="med" len="med"/>
              <a:tailEnd type="none" w="med" len="med"/>
            </a:ln>
          </p:spPr>
          <p:txBody>
            <a:bodyPr/>
            <a:p>
              <a:endParaRPr lang="zh-CN" altLang="en-US" dirty="0">
                <a:latin typeface="楷体_GB2312" pitchFamily="49" charset="-122"/>
              </a:endParaRPr>
            </a:p>
          </p:txBody>
        </p:sp>
        <p:sp>
          <p:nvSpPr>
            <p:cNvPr id="49173" name="Freeform 13"/>
            <p:cNvSpPr/>
            <p:nvPr/>
          </p:nvSpPr>
          <p:spPr>
            <a:xfrm>
              <a:off x="1952" y="1444"/>
              <a:ext cx="147" cy="111"/>
            </a:xfrm>
            <a:custGeom>
              <a:avLst/>
              <a:gdLst>
                <a:gd name="txL" fmla="*/ 0 w 116"/>
                <a:gd name="txT" fmla="*/ 0 h 115"/>
                <a:gd name="txR" fmla="*/ 116 w 116"/>
                <a:gd name="txB" fmla="*/ 115 h 115"/>
              </a:gdLst>
              <a:ahLst/>
              <a:cxnLst>
                <a:cxn ang="0">
                  <a:pos x="0" y="0"/>
                </a:cxn>
                <a:cxn ang="0">
                  <a:pos x="14" y="25"/>
                </a:cxn>
                <a:cxn ang="0">
                  <a:pos x="30" y="44"/>
                </a:cxn>
                <a:cxn ang="0">
                  <a:pos x="43" y="64"/>
                </a:cxn>
                <a:cxn ang="0">
                  <a:pos x="57" y="81"/>
                </a:cxn>
                <a:cxn ang="0">
                  <a:pos x="73" y="96"/>
                </a:cxn>
                <a:cxn ang="0">
                  <a:pos x="87" y="105"/>
                </a:cxn>
                <a:cxn ang="0">
                  <a:pos x="103" y="113"/>
                </a:cxn>
                <a:cxn ang="0">
                  <a:pos x="116" y="115"/>
                </a:cxn>
              </a:cxnLst>
              <a:rect l="txL" t="txT" r="txR" b="txB"/>
              <a:pathLst>
                <a:path w="116" h="115">
                  <a:moveTo>
                    <a:pt x="0" y="0"/>
                  </a:moveTo>
                  <a:lnTo>
                    <a:pt x="14" y="25"/>
                  </a:lnTo>
                  <a:lnTo>
                    <a:pt x="30" y="44"/>
                  </a:lnTo>
                  <a:lnTo>
                    <a:pt x="43" y="64"/>
                  </a:lnTo>
                  <a:lnTo>
                    <a:pt x="57" y="81"/>
                  </a:lnTo>
                  <a:lnTo>
                    <a:pt x="73" y="96"/>
                  </a:lnTo>
                  <a:lnTo>
                    <a:pt x="87" y="105"/>
                  </a:lnTo>
                  <a:lnTo>
                    <a:pt x="103" y="113"/>
                  </a:lnTo>
                  <a:lnTo>
                    <a:pt x="116" y="115"/>
                  </a:lnTo>
                </a:path>
              </a:pathLst>
            </a:custGeom>
            <a:noFill/>
            <a:ln w="28575" cap="flat" cmpd="sng">
              <a:solidFill>
                <a:srgbClr val="FF0000"/>
              </a:solidFill>
              <a:prstDash val="solid"/>
              <a:round/>
              <a:headEnd type="none" w="med" len="med"/>
              <a:tailEnd type="none" w="med" len="med"/>
            </a:ln>
          </p:spPr>
          <p:txBody>
            <a:bodyPr/>
            <a:p>
              <a:endParaRPr lang="zh-CN" altLang="en-US" dirty="0">
                <a:latin typeface="楷体_GB2312" pitchFamily="49" charset="-122"/>
              </a:endParaRPr>
            </a:p>
          </p:txBody>
        </p:sp>
        <p:sp>
          <p:nvSpPr>
            <p:cNvPr id="49174" name="Freeform 14"/>
            <p:cNvSpPr/>
            <p:nvPr/>
          </p:nvSpPr>
          <p:spPr>
            <a:xfrm>
              <a:off x="2099" y="1444"/>
              <a:ext cx="151" cy="111"/>
            </a:xfrm>
            <a:custGeom>
              <a:avLst/>
              <a:gdLst>
                <a:gd name="txL" fmla="*/ 0 w 119"/>
                <a:gd name="txT" fmla="*/ 0 h 115"/>
                <a:gd name="txR" fmla="*/ 119 w 119"/>
                <a:gd name="txB" fmla="*/ 115 h 115"/>
              </a:gdLst>
              <a:ahLst/>
              <a:cxnLst>
                <a:cxn ang="0">
                  <a:pos x="0" y="115"/>
                </a:cxn>
                <a:cxn ang="0">
                  <a:pos x="14" y="113"/>
                </a:cxn>
                <a:cxn ang="0">
                  <a:pos x="30" y="105"/>
                </a:cxn>
                <a:cxn ang="0">
                  <a:pos x="43" y="96"/>
                </a:cxn>
                <a:cxn ang="0">
                  <a:pos x="60" y="81"/>
                </a:cxn>
                <a:cxn ang="0">
                  <a:pos x="76" y="64"/>
                </a:cxn>
                <a:cxn ang="0">
                  <a:pos x="89" y="44"/>
                </a:cxn>
                <a:cxn ang="0">
                  <a:pos x="106" y="25"/>
                </a:cxn>
                <a:cxn ang="0">
                  <a:pos x="119" y="0"/>
                </a:cxn>
              </a:cxnLst>
              <a:rect l="txL" t="txT" r="txR" b="txB"/>
              <a:pathLst>
                <a:path w="119" h="115">
                  <a:moveTo>
                    <a:pt x="0" y="115"/>
                  </a:moveTo>
                  <a:lnTo>
                    <a:pt x="14" y="113"/>
                  </a:lnTo>
                  <a:lnTo>
                    <a:pt x="30" y="105"/>
                  </a:lnTo>
                  <a:lnTo>
                    <a:pt x="43" y="96"/>
                  </a:lnTo>
                  <a:lnTo>
                    <a:pt x="60" y="81"/>
                  </a:lnTo>
                  <a:lnTo>
                    <a:pt x="76" y="64"/>
                  </a:lnTo>
                  <a:lnTo>
                    <a:pt x="89" y="44"/>
                  </a:lnTo>
                  <a:lnTo>
                    <a:pt x="106" y="25"/>
                  </a:lnTo>
                  <a:lnTo>
                    <a:pt x="119" y="0"/>
                  </a:lnTo>
                </a:path>
              </a:pathLst>
            </a:custGeom>
            <a:noFill/>
            <a:ln w="28575" cap="flat" cmpd="sng">
              <a:solidFill>
                <a:srgbClr val="FF0000"/>
              </a:solidFill>
              <a:prstDash val="solid"/>
              <a:round/>
              <a:headEnd type="none" w="med" len="med"/>
              <a:tailEnd type="none" w="med" len="med"/>
            </a:ln>
          </p:spPr>
          <p:txBody>
            <a:bodyPr/>
            <a:p>
              <a:endParaRPr lang="zh-CN" altLang="en-US" dirty="0">
                <a:latin typeface="楷体_GB2312" pitchFamily="49" charset="-122"/>
              </a:endParaRPr>
            </a:p>
          </p:txBody>
        </p:sp>
        <p:sp>
          <p:nvSpPr>
            <p:cNvPr id="49175" name="Freeform 15"/>
            <p:cNvSpPr/>
            <p:nvPr/>
          </p:nvSpPr>
          <p:spPr>
            <a:xfrm>
              <a:off x="2250" y="1182"/>
              <a:ext cx="148" cy="262"/>
            </a:xfrm>
            <a:custGeom>
              <a:avLst/>
              <a:gdLst>
                <a:gd name="txL" fmla="*/ 0 w 116"/>
                <a:gd name="txT" fmla="*/ 0 h 271"/>
                <a:gd name="txR" fmla="*/ 116 w 116"/>
                <a:gd name="txB" fmla="*/ 271 h 271"/>
              </a:gdLst>
              <a:ahLst/>
              <a:cxnLst>
                <a:cxn ang="0">
                  <a:pos x="0" y="271"/>
                </a:cxn>
                <a:cxn ang="0">
                  <a:pos x="14" y="244"/>
                </a:cxn>
                <a:cxn ang="0">
                  <a:pos x="30" y="215"/>
                </a:cxn>
                <a:cxn ang="0">
                  <a:pos x="43" y="181"/>
                </a:cxn>
                <a:cxn ang="0">
                  <a:pos x="57" y="146"/>
                </a:cxn>
                <a:cxn ang="0">
                  <a:pos x="86" y="71"/>
                </a:cxn>
                <a:cxn ang="0">
                  <a:pos x="103" y="34"/>
                </a:cxn>
                <a:cxn ang="0">
                  <a:pos x="116" y="0"/>
                </a:cxn>
              </a:cxnLst>
              <a:rect l="txL" t="txT" r="txR" b="txB"/>
              <a:pathLst>
                <a:path w="116" h="271">
                  <a:moveTo>
                    <a:pt x="0" y="271"/>
                  </a:moveTo>
                  <a:lnTo>
                    <a:pt x="14" y="244"/>
                  </a:lnTo>
                  <a:lnTo>
                    <a:pt x="30" y="215"/>
                  </a:lnTo>
                  <a:lnTo>
                    <a:pt x="43" y="181"/>
                  </a:lnTo>
                  <a:lnTo>
                    <a:pt x="57" y="146"/>
                  </a:lnTo>
                  <a:lnTo>
                    <a:pt x="86" y="71"/>
                  </a:lnTo>
                  <a:lnTo>
                    <a:pt x="103" y="34"/>
                  </a:lnTo>
                  <a:lnTo>
                    <a:pt x="116" y="0"/>
                  </a:lnTo>
                </a:path>
              </a:pathLst>
            </a:custGeom>
            <a:noFill/>
            <a:ln w="28575" cap="flat" cmpd="sng">
              <a:solidFill>
                <a:srgbClr val="FF0000"/>
              </a:solidFill>
              <a:prstDash val="solid"/>
              <a:round/>
              <a:headEnd type="none" w="med" len="med"/>
              <a:tailEnd type="none" w="med" len="med"/>
            </a:ln>
          </p:spPr>
          <p:txBody>
            <a:bodyPr/>
            <a:p>
              <a:endParaRPr lang="zh-CN" altLang="en-US" dirty="0">
                <a:latin typeface="楷体_GB2312" pitchFamily="49" charset="-122"/>
              </a:endParaRPr>
            </a:p>
          </p:txBody>
        </p:sp>
        <p:sp>
          <p:nvSpPr>
            <p:cNvPr id="49176" name="Freeform 16"/>
            <p:cNvSpPr/>
            <p:nvPr/>
          </p:nvSpPr>
          <p:spPr>
            <a:xfrm>
              <a:off x="2398" y="918"/>
              <a:ext cx="151" cy="264"/>
            </a:xfrm>
            <a:custGeom>
              <a:avLst/>
              <a:gdLst>
                <a:gd name="txL" fmla="*/ 0 w 119"/>
                <a:gd name="txT" fmla="*/ 0 h 274"/>
                <a:gd name="txR" fmla="*/ 119 w 119"/>
                <a:gd name="txB" fmla="*/ 274 h 274"/>
              </a:gdLst>
              <a:ahLst/>
              <a:cxnLst>
                <a:cxn ang="0">
                  <a:pos x="0" y="274"/>
                </a:cxn>
                <a:cxn ang="0">
                  <a:pos x="14" y="240"/>
                </a:cxn>
                <a:cxn ang="0">
                  <a:pos x="30" y="203"/>
                </a:cxn>
                <a:cxn ang="0">
                  <a:pos x="60" y="127"/>
                </a:cxn>
                <a:cxn ang="0">
                  <a:pos x="76" y="90"/>
                </a:cxn>
                <a:cxn ang="0">
                  <a:pos x="89" y="56"/>
                </a:cxn>
                <a:cxn ang="0">
                  <a:pos x="105" y="27"/>
                </a:cxn>
                <a:cxn ang="0">
                  <a:pos x="119" y="0"/>
                </a:cxn>
              </a:cxnLst>
              <a:rect l="txL" t="txT" r="txR" b="txB"/>
              <a:pathLst>
                <a:path w="119" h="274">
                  <a:moveTo>
                    <a:pt x="0" y="274"/>
                  </a:moveTo>
                  <a:lnTo>
                    <a:pt x="14" y="240"/>
                  </a:lnTo>
                  <a:lnTo>
                    <a:pt x="30" y="203"/>
                  </a:lnTo>
                  <a:lnTo>
                    <a:pt x="60" y="127"/>
                  </a:lnTo>
                  <a:lnTo>
                    <a:pt x="76" y="90"/>
                  </a:lnTo>
                  <a:lnTo>
                    <a:pt x="89" y="56"/>
                  </a:lnTo>
                  <a:lnTo>
                    <a:pt x="105" y="27"/>
                  </a:lnTo>
                  <a:lnTo>
                    <a:pt x="119" y="0"/>
                  </a:lnTo>
                </a:path>
              </a:pathLst>
            </a:custGeom>
            <a:noFill/>
            <a:ln w="28575" cap="flat" cmpd="sng">
              <a:solidFill>
                <a:srgbClr val="FF0000"/>
              </a:solidFill>
              <a:prstDash val="solid"/>
              <a:round/>
              <a:headEnd type="none" w="med" len="med"/>
              <a:tailEnd type="none" w="med" len="med"/>
            </a:ln>
          </p:spPr>
          <p:txBody>
            <a:bodyPr/>
            <a:p>
              <a:endParaRPr lang="zh-CN" altLang="en-US" dirty="0">
                <a:latin typeface="楷体_GB2312" pitchFamily="49" charset="-122"/>
              </a:endParaRPr>
            </a:p>
          </p:txBody>
        </p:sp>
        <p:sp>
          <p:nvSpPr>
            <p:cNvPr id="49177" name="Freeform 17"/>
            <p:cNvSpPr/>
            <p:nvPr/>
          </p:nvSpPr>
          <p:spPr>
            <a:xfrm>
              <a:off x="2549" y="809"/>
              <a:ext cx="147" cy="109"/>
            </a:xfrm>
            <a:custGeom>
              <a:avLst/>
              <a:gdLst>
                <a:gd name="txL" fmla="*/ 0 w 116"/>
                <a:gd name="txT" fmla="*/ 0 h 113"/>
                <a:gd name="txR" fmla="*/ 116 w 116"/>
                <a:gd name="txB" fmla="*/ 113 h 113"/>
              </a:gdLst>
              <a:ahLst/>
              <a:cxnLst>
                <a:cxn ang="0">
                  <a:pos x="0" y="113"/>
                </a:cxn>
                <a:cxn ang="0">
                  <a:pos x="13" y="88"/>
                </a:cxn>
                <a:cxn ang="0">
                  <a:pos x="30" y="69"/>
                </a:cxn>
                <a:cxn ang="0">
                  <a:pos x="43" y="49"/>
                </a:cxn>
                <a:cxn ang="0">
                  <a:pos x="57" y="32"/>
                </a:cxn>
                <a:cxn ang="0">
                  <a:pos x="73" y="20"/>
                </a:cxn>
                <a:cxn ang="0">
                  <a:pos x="86" y="8"/>
                </a:cxn>
                <a:cxn ang="0">
                  <a:pos x="103" y="3"/>
                </a:cxn>
                <a:cxn ang="0">
                  <a:pos x="116" y="0"/>
                </a:cxn>
              </a:cxnLst>
              <a:rect l="txL" t="txT" r="txR" b="txB"/>
              <a:pathLst>
                <a:path w="116" h="113">
                  <a:moveTo>
                    <a:pt x="0" y="113"/>
                  </a:moveTo>
                  <a:lnTo>
                    <a:pt x="13" y="88"/>
                  </a:lnTo>
                  <a:lnTo>
                    <a:pt x="30" y="69"/>
                  </a:lnTo>
                  <a:lnTo>
                    <a:pt x="43" y="49"/>
                  </a:lnTo>
                  <a:lnTo>
                    <a:pt x="57" y="32"/>
                  </a:lnTo>
                  <a:lnTo>
                    <a:pt x="73" y="20"/>
                  </a:lnTo>
                  <a:lnTo>
                    <a:pt x="86" y="8"/>
                  </a:lnTo>
                  <a:lnTo>
                    <a:pt x="103" y="3"/>
                  </a:lnTo>
                  <a:lnTo>
                    <a:pt x="116" y="0"/>
                  </a:lnTo>
                </a:path>
              </a:pathLst>
            </a:custGeom>
            <a:noFill/>
            <a:ln w="28575" cap="flat" cmpd="sng">
              <a:solidFill>
                <a:srgbClr val="FF0000"/>
              </a:solidFill>
              <a:prstDash val="solid"/>
              <a:round/>
              <a:headEnd type="none" w="med" len="med"/>
              <a:tailEnd type="none" w="med" len="med"/>
            </a:ln>
          </p:spPr>
          <p:txBody>
            <a:bodyPr/>
            <a:p>
              <a:endParaRPr lang="zh-CN" altLang="en-US" dirty="0">
                <a:latin typeface="楷体_GB2312" pitchFamily="49" charset="-122"/>
              </a:endParaRPr>
            </a:p>
          </p:txBody>
        </p:sp>
        <p:sp>
          <p:nvSpPr>
            <p:cNvPr id="49178" name="Freeform 18"/>
            <p:cNvSpPr/>
            <p:nvPr/>
          </p:nvSpPr>
          <p:spPr>
            <a:xfrm>
              <a:off x="2696" y="809"/>
              <a:ext cx="151" cy="109"/>
            </a:xfrm>
            <a:custGeom>
              <a:avLst/>
              <a:gdLst>
                <a:gd name="txL" fmla="*/ 0 w 119"/>
                <a:gd name="txT" fmla="*/ 0 h 113"/>
                <a:gd name="txR" fmla="*/ 119 w 119"/>
                <a:gd name="txB" fmla="*/ 113 h 113"/>
              </a:gdLst>
              <a:ahLst/>
              <a:cxnLst>
                <a:cxn ang="0">
                  <a:pos x="0" y="0"/>
                </a:cxn>
                <a:cxn ang="0">
                  <a:pos x="14" y="3"/>
                </a:cxn>
                <a:cxn ang="0">
                  <a:pos x="30" y="8"/>
                </a:cxn>
                <a:cxn ang="0">
                  <a:pos x="43" y="20"/>
                </a:cxn>
                <a:cxn ang="0">
                  <a:pos x="59" y="32"/>
                </a:cxn>
                <a:cxn ang="0">
                  <a:pos x="76" y="49"/>
                </a:cxn>
                <a:cxn ang="0">
                  <a:pos x="89" y="69"/>
                </a:cxn>
                <a:cxn ang="0">
                  <a:pos x="105" y="88"/>
                </a:cxn>
                <a:cxn ang="0">
                  <a:pos x="119" y="113"/>
                </a:cxn>
              </a:cxnLst>
              <a:rect l="txL" t="txT" r="txR" b="txB"/>
              <a:pathLst>
                <a:path w="119" h="113">
                  <a:moveTo>
                    <a:pt x="0" y="0"/>
                  </a:moveTo>
                  <a:lnTo>
                    <a:pt x="14" y="3"/>
                  </a:lnTo>
                  <a:lnTo>
                    <a:pt x="30" y="8"/>
                  </a:lnTo>
                  <a:lnTo>
                    <a:pt x="43" y="20"/>
                  </a:lnTo>
                  <a:lnTo>
                    <a:pt x="59" y="32"/>
                  </a:lnTo>
                  <a:lnTo>
                    <a:pt x="76" y="49"/>
                  </a:lnTo>
                  <a:lnTo>
                    <a:pt x="89" y="69"/>
                  </a:lnTo>
                  <a:lnTo>
                    <a:pt x="105" y="88"/>
                  </a:lnTo>
                  <a:lnTo>
                    <a:pt x="119" y="113"/>
                  </a:lnTo>
                </a:path>
              </a:pathLst>
            </a:custGeom>
            <a:noFill/>
            <a:ln w="28575" cap="flat" cmpd="sng">
              <a:solidFill>
                <a:srgbClr val="FF0000"/>
              </a:solidFill>
              <a:prstDash val="solid"/>
              <a:round/>
              <a:headEnd type="none" w="med" len="med"/>
              <a:tailEnd type="none" w="med" len="med"/>
            </a:ln>
          </p:spPr>
          <p:txBody>
            <a:bodyPr/>
            <a:p>
              <a:endParaRPr lang="zh-CN" altLang="en-US" dirty="0">
                <a:latin typeface="楷体_GB2312" pitchFamily="49" charset="-122"/>
              </a:endParaRPr>
            </a:p>
          </p:txBody>
        </p:sp>
        <p:sp>
          <p:nvSpPr>
            <p:cNvPr id="49179" name="Freeform 19"/>
            <p:cNvSpPr/>
            <p:nvPr/>
          </p:nvSpPr>
          <p:spPr>
            <a:xfrm>
              <a:off x="2847" y="918"/>
              <a:ext cx="147" cy="264"/>
            </a:xfrm>
            <a:custGeom>
              <a:avLst/>
              <a:gdLst>
                <a:gd name="txL" fmla="*/ 0 w 116"/>
                <a:gd name="txT" fmla="*/ 0 h 274"/>
                <a:gd name="txR" fmla="*/ 116 w 116"/>
                <a:gd name="txB" fmla="*/ 274 h 274"/>
              </a:gdLst>
              <a:ahLst/>
              <a:cxnLst>
                <a:cxn ang="0">
                  <a:pos x="0" y="0"/>
                </a:cxn>
                <a:cxn ang="0">
                  <a:pos x="13" y="27"/>
                </a:cxn>
                <a:cxn ang="0">
                  <a:pos x="30" y="56"/>
                </a:cxn>
                <a:cxn ang="0">
                  <a:pos x="43" y="90"/>
                </a:cxn>
                <a:cxn ang="0">
                  <a:pos x="57" y="127"/>
                </a:cxn>
                <a:cxn ang="0">
                  <a:pos x="86" y="203"/>
                </a:cxn>
                <a:cxn ang="0">
                  <a:pos x="102" y="240"/>
                </a:cxn>
                <a:cxn ang="0">
                  <a:pos x="116" y="274"/>
                </a:cxn>
              </a:cxnLst>
              <a:rect l="txL" t="txT" r="txR" b="txB"/>
              <a:pathLst>
                <a:path w="116" h="274">
                  <a:moveTo>
                    <a:pt x="0" y="0"/>
                  </a:moveTo>
                  <a:lnTo>
                    <a:pt x="13" y="27"/>
                  </a:lnTo>
                  <a:lnTo>
                    <a:pt x="30" y="56"/>
                  </a:lnTo>
                  <a:lnTo>
                    <a:pt x="43" y="90"/>
                  </a:lnTo>
                  <a:lnTo>
                    <a:pt x="57" y="127"/>
                  </a:lnTo>
                  <a:lnTo>
                    <a:pt x="86" y="203"/>
                  </a:lnTo>
                  <a:lnTo>
                    <a:pt x="102" y="240"/>
                  </a:lnTo>
                  <a:lnTo>
                    <a:pt x="116" y="274"/>
                  </a:lnTo>
                </a:path>
              </a:pathLst>
            </a:custGeom>
            <a:noFill/>
            <a:ln w="28575" cap="flat" cmpd="sng">
              <a:solidFill>
                <a:srgbClr val="FF0000"/>
              </a:solidFill>
              <a:prstDash val="solid"/>
              <a:round/>
              <a:headEnd type="none" w="med" len="med"/>
              <a:tailEnd type="none" w="med" len="med"/>
            </a:ln>
          </p:spPr>
          <p:txBody>
            <a:bodyPr/>
            <a:p>
              <a:endParaRPr lang="zh-CN" altLang="en-US" dirty="0">
                <a:latin typeface="楷体_GB2312" pitchFamily="49" charset="-122"/>
              </a:endParaRPr>
            </a:p>
          </p:txBody>
        </p:sp>
        <p:sp>
          <p:nvSpPr>
            <p:cNvPr id="49180" name="Line 20"/>
            <p:cNvSpPr/>
            <p:nvPr/>
          </p:nvSpPr>
          <p:spPr>
            <a:xfrm>
              <a:off x="2994" y="1182"/>
              <a:ext cx="151" cy="262"/>
            </a:xfrm>
            <a:prstGeom prst="line">
              <a:avLst/>
            </a:prstGeom>
            <a:ln w="28575" cap="flat" cmpd="sng">
              <a:solidFill>
                <a:srgbClr val="FF0000"/>
              </a:solidFill>
              <a:prstDash val="solid"/>
              <a:headEnd type="none" w="med" len="med"/>
              <a:tailEnd type="none" w="med" len="med"/>
            </a:ln>
          </p:spPr>
        </p:sp>
        <p:sp>
          <p:nvSpPr>
            <p:cNvPr id="49181" name="Line 21"/>
            <p:cNvSpPr/>
            <p:nvPr/>
          </p:nvSpPr>
          <p:spPr>
            <a:xfrm>
              <a:off x="793" y="1162"/>
              <a:ext cx="2496" cy="0"/>
            </a:xfrm>
            <a:prstGeom prst="line">
              <a:avLst/>
            </a:prstGeom>
            <a:ln w="28575" cap="flat" cmpd="sng">
              <a:solidFill>
                <a:srgbClr val="FFFF00"/>
              </a:solidFill>
              <a:prstDash val="solid"/>
              <a:headEnd type="none" w="med" len="med"/>
              <a:tailEnd type="stealth" w="sm" len="med"/>
            </a:ln>
          </p:spPr>
        </p:sp>
        <p:sp>
          <p:nvSpPr>
            <p:cNvPr id="49182" name="Line 22"/>
            <p:cNvSpPr/>
            <p:nvPr/>
          </p:nvSpPr>
          <p:spPr>
            <a:xfrm flipV="1">
              <a:off x="1474" y="529"/>
              <a:ext cx="18" cy="1404"/>
            </a:xfrm>
            <a:prstGeom prst="line">
              <a:avLst/>
            </a:prstGeom>
            <a:ln w="28575" cap="flat" cmpd="sng">
              <a:solidFill>
                <a:srgbClr val="FFFF00"/>
              </a:solidFill>
              <a:prstDash val="solid"/>
              <a:headEnd type="none" w="med" len="med"/>
              <a:tailEnd type="stealth" w="sm" len="med"/>
            </a:ln>
          </p:spPr>
        </p:sp>
        <p:sp>
          <p:nvSpPr>
            <p:cNvPr id="49183" name="Text Box 23"/>
            <p:cNvSpPr txBox="1"/>
            <p:nvPr/>
          </p:nvSpPr>
          <p:spPr>
            <a:xfrm>
              <a:off x="3288" y="1117"/>
              <a:ext cx="170" cy="288"/>
            </a:xfrm>
            <a:prstGeom prst="rect">
              <a:avLst/>
            </a:prstGeom>
            <a:noFill/>
            <a:ln w="38100">
              <a:noFill/>
            </a:ln>
          </p:spPr>
          <p:txBody>
            <a:bodyPr wrap="none">
              <a:spAutoFit/>
            </a:bodyPr>
            <a:p>
              <a:r>
                <a:rPr lang="en-US" altLang="zh-CN" sz="2400" i="1" dirty="0">
                  <a:solidFill>
                    <a:schemeClr val="bg1"/>
                  </a:solidFill>
                  <a:latin typeface="Times New Roman" panose="02020603050405020304" pitchFamily="18" charset="0"/>
                  <a:ea typeface="宋体" panose="02010600030101010101" pitchFamily="2" charset="-122"/>
                </a:rPr>
                <a:t>t</a:t>
              </a:r>
              <a:endParaRPr lang="en-US" altLang="zh-CN" sz="2400" dirty="0">
                <a:solidFill>
                  <a:schemeClr val="bg1"/>
                </a:solidFill>
                <a:latin typeface="Times New Roman" panose="02020603050405020304" pitchFamily="18" charset="0"/>
                <a:ea typeface="宋体" panose="02010600030101010101" pitchFamily="2" charset="-122"/>
              </a:endParaRPr>
            </a:p>
          </p:txBody>
        </p:sp>
        <p:sp>
          <p:nvSpPr>
            <p:cNvPr id="49184" name="Text Box 24"/>
            <p:cNvSpPr txBox="1"/>
            <p:nvPr/>
          </p:nvSpPr>
          <p:spPr>
            <a:xfrm>
              <a:off x="1217" y="436"/>
              <a:ext cx="169" cy="288"/>
            </a:xfrm>
            <a:prstGeom prst="rect">
              <a:avLst/>
            </a:prstGeom>
            <a:noFill/>
            <a:ln w="38100">
              <a:noFill/>
            </a:ln>
          </p:spPr>
          <p:txBody>
            <a:bodyPr wrap="none">
              <a:spAutoFit/>
            </a:bodyPr>
            <a:p>
              <a:r>
                <a:rPr lang="en-US" altLang="zh-CN" sz="2400" i="1" dirty="0">
                  <a:solidFill>
                    <a:schemeClr val="bg1"/>
                  </a:solidFill>
                  <a:latin typeface="Times New Roman" panose="02020603050405020304" pitchFamily="18" charset="0"/>
                  <a:ea typeface="宋体" panose="02010600030101010101" pitchFamily="2" charset="-122"/>
                </a:rPr>
                <a:t>i</a:t>
              </a:r>
              <a:endParaRPr lang="en-US" altLang="zh-CN" sz="2400" dirty="0">
                <a:solidFill>
                  <a:schemeClr val="bg1"/>
                </a:solidFill>
                <a:latin typeface="Times New Roman" panose="02020603050405020304" pitchFamily="18" charset="0"/>
                <a:ea typeface="宋体" panose="02010600030101010101" pitchFamily="2" charset="-122"/>
              </a:endParaRPr>
            </a:p>
          </p:txBody>
        </p:sp>
        <p:sp>
          <p:nvSpPr>
            <p:cNvPr id="49185" name="Text Box 25"/>
            <p:cNvSpPr txBox="1"/>
            <p:nvPr/>
          </p:nvSpPr>
          <p:spPr>
            <a:xfrm>
              <a:off x="1247" y="1238"/>
              <a:ext cx="232" cy="250"/>
            </a:xfrm>
            <a:prstGeom prst="rect">
              <a:avLst/>
            </a:prstGeom>
            <a:noFill/>
            <a:ln w="38100">
              <a:noFill/>
            </a:ln>
          </p:spPr>
          <p:txBody>
            <a:bodyPr wrap="none">
              <a:spAutoFit/>
            </a:bodyPr>
            <a:p>
              <a:pPr>
                <a:spcBef>
                  <a:spcPct val="50000"/>
                </a:spcBef>
              </a:pPr>
              <a:r>
                <a:rPr lang="en-US" altLang="zh-CN" sz="2000" b="0" i="1" dirty="0">
                  <a:solidFill>
                    <a:schemeClr val="bg1"/>
                  </a:solidFill>
                  <a:latin typeface="Times New Roman" panose="02020603050405020304" pitchFamily="18" charset="0"/>
                  <a:ea typeface="宋体" panose="02010600030101010101" pitchFamily="2" charset="-122"/>
                </a:rPr>
                <a:t>O</a:t>
              </a:r>
              <a:endParaRPr lang="en-US" altLang="zh-CN" sz="2000" b="0" i="1" dirty="0">
                <a:solidFill>
                  <a:schemeClr val="bg1"/>
                </a:solidFill>
                <a:latin typeface="Times New Roman" panose="02020603050405020304" pitchFamily="18" charset="0"/>
                <a:ea typeface="宋体" panose="02010600030101010101" pitchFamily="2" charset="-122"/>
              </a:endParaRPr>
            </a:p>
          </p:txBody>
        </p:sp>
      </p:grpSp>
      <p:sp>
        <p:nvSpPr>
          <p:cNvPr id="89136" name="Freeform 48"/>
          <p:cNvSpPr/>
          <p:nvPr/>
        </p:nvSpPr>
        <p:spPr>
          <a:xfrm>
            <a:off x="2628900" y="2613025"/>
            <a:ext cx="2303463" cy="1547813"/>
          </a:xfrm>
          <a:custGeom>
            <a:avLst/>
            <a:gdLst>
              <a:gd name="txL" fmla="*/ 0 w 1497"/>
              <a:gd name="txT" fmla="*/ 0 h 975"/>
              <a:gd name="txR" fmla="*/ 1497 w 1497"/>
              <a:gd name="txB" fmla="*/ 975 h 975"/>
            </a:gdLst>
            <a:ahLst/>
            <a:cxnLst>
              <a:cxn ang="0">
                <a:pos x="0" y="287"/>
              </a:cxn>
              <a:cxn ang="0">
                <a:pos x="91" y="287"/>
              </a:cxn>
              <a:cxn ang="0">
                <a:pos x="272" y="514"/>
              </a:cxn>
              <a:cxn ang="0">
                <a:pos x="590" y="922"/>
              </a:cxn>
              <a:cxn ang="0">
                <a:pos x="816" y="831"/>
              </a:cxn>
              <a:cxn ang="0">
                <a:pos x="1179" y="106"/>
              </a:cxn>
              <a:cxn ang="0">
                <a:pos x="1406" y="196"/>
              </a:cxn>
              <a:cxn ang="0">
                <a:pos x="1497" y="332"/>
              </a:cxn>
            </a:cxnLst>
            <a:rect l="txL" t="txT" r="txR" b="txB"/>
            <a:pathLst>
              <a:path w="1497" h="975">
                <a:moveTo>
                  <a:pt x="0" y="287"/>
                </a:moveTo>
                <a:cubicBezTo>
                  <a:pt x="23" y="268"/>
                  <a:pt x="46" y="249"/>
                  <a:pt x="91" y="287"/>
                </a:cubicBezTo>
                <a:cubicBezTo>
                  <a:pt x="136" y="325"/>
                  <a:pt x="189" y="408"/>
                  <a:pt x="272" y="514"/>
                </a:cubicBezTo>
                <a:cubicBezTo>
                  <a:pt x="355" y="620"/>
                  <a:pt x="499" y="869"/>
                  <a:pt x="590" y="922"/>
                </a:cubicBezTo>
                <a:cubicBezTo>
                  <a:pt x="681" y="975"/>
                  <a:pt x="718" y="967"/>
                  <a:pt x="816" y="831"/>
                </a:cubicBezTo>
                <a:cubicBezTo>
                  <a:pt x="914" y="695"/>
                  <a:pt x="1081" y="212"/>
                  <a:pt x="1179" y="106"/>
                </a:cubicBezTo>
                <a:cubicBezTo>
                  <a:pt x="1277" y="0"/>
                  <a:pt x="1353" y="158"/>
                  <a:pt x="1406" y="196"/>
                </a:cubicBezTo>
                <a:cubicBezTo>
                  <a:pt x="1459" y="234"/>
                  <a:pt x="1482" y="309"/>
                  <a:pt x="1497" y="332"/>
                </a:cubicBezTo>
              </a:path>
            </a:pathLst>
          </a:custGeom>
          <a:noFill/>
          <a:ln w="28575" cap="flat" cmpd="sng">
            <a:solidFill>
              <a:srgbClr val="FF9900"/>
            </a:solidFill>
            <a:prstDash val="solid"/>
            <a:round/>
            <a:headEnd type="none" w="med" len="med"/>
            <a:tailEnd type="none" w="med" len="med"/>
          </a:ln>
        </p:spPr>
        <p:txBody>
          <a:bodyPr/>
          <a:p>
            <a:endParaRPr lang="zh-CN" altLang="en-US" dirty="0">
              <a:latin typeface="楷体_GB2312" pitchFamily="49" charset="-122"/>
            </a:endParaRPr>
          </a:p>
        </p:txBody>
      </p:sp>
      <p:grpSp>
        <p:nvGrpSpPr>
          <p:cNvPr id="49159" name="Group 50"/>
          <p:cNvGrpSpPr/>
          <p:nvPr/>
        </p:nvGrpSpPr>
        <p:grpSpPr>
          <a:xfrm>
            <a:off x="8316913" y="6446838"/>
            <a:ext cx="792162" cy="366712"/>
            <a:chOff x="5193" y="4020"/>
            <a:chExt cx="499" cy="231"/>
          </a:xfrm>
        </p:grpSpPr>
        <p:pic>
          <p:nvPicPr>
            <p:cNvPr id="49166" name="Picture 51" descr="78900"/>
            <p:cNvPicPr>
              <a:picLocks noChangeAspect="1"/>
            </p:cNvPicPr>
            <p:nvPr/>
          </p:nvPicPr>
          <p:blipFill>
            <a:blip r:embed="rId2"/>
            <a:stretch>
              <a:fillRect/>
            </a:stretch>
          </p:blipFill>
          <p:spPr>
            <a:xfrm>
              <a:off x="5193" y="4066"/>
              <a:ext cx="499" cy="181"/>
            </a:xfrm>
            <a:prstGeom prst="rect">
              <a:avLst/>
            </a:prstGeom>
            <a:noFill/>
            <a:ln w="9525">
              <a:noFill/>
            </a:ln>
          </p:spPr>
        </p:pic>
        <p:sp>
          <p:nvSpPr>
            <p:cNvPr id="49167" name="Text Box 52">
              <a:hlinkClick r:id="" action="ppaction://hlinkshowjump?jump=nextslide"/>
            </p:cNvPr>
            <p:cNvSpPr txBox="1"/>
            <p:nvPr/>
          </p:nvSpPr>
          <p:spPr>
            <a:xfrm>
              <a:off x="5216" y="4020"/>
              <a:ext cx="476" cy="231"/>
            </a:xfrm>
            <a:prstGeom prst="rect">
              <a:avLst/>
            </a:prstGeom>
            <a:noFill/>
            <a:ln w="9525">
              <a:noFill/>
            </a:ln>
          </p:spPr>
          <p:txBody>
            <a:bodyPr wrap="none">
              <a:spAutoFit/>
            </a:bodyPr>
            <a:p>
              <a:pPr>
                <a:spcBef>
                  <a:spcPct val="50000"/>
                </a:spcBef>
              </a:pPr>
              <a:r>
                <a:rPr lang="zh-CN" altLang="en-US" sz="1800" b="0" dirty="0">
                  <a:solidFill>
                    <a:schemeClr val="bg1"/>
                  </a:solidFill>
                  <a:latin typeface="隶书" panose="02010509060101010101" pitchFamily="49" charset="-122"/>
                  <a:ea typeface="隶书" panose="02010509060101010101" pitchFamily="49" charset="-122"/>
                </a:rPr>
                <a:t>下 页</a:t>
              </a:r>
              <a:endParaRPr lang="zh-CN" altLang="en-US" sz="1800" b="0" dirty="0">
                <a:solidFill>
                  <a:schemeClr val="bg1"/>
                </a:solidFill>
                <a:latin typeface="隶书" panose="02010509060101010101" pitchFamily="49" charset="-122"/>
                <a:ea typeface="隶书" panose="02010509060101010101" pitchFamily="49" charset="-122"/>
              </a:endParaRPr>
            </a:p>
          </p:txBody>
        </p:sp>
      </p:grpSp>
      <p:grpSp>
        <p:nvGrpSpPr>
          <p:cNvPr id="49160" name="Group 53"/>
          <p:cNvGrpSpPr/>
          <p:nvPr/>
        </p:nvGrpSpPr>
        <p:grpSpPr>
          <a:xfrm>
            <a:off x="7453313" y="6446838"/>
            <a:ext cx="792162" cy="366712"/>
            <a:chOff x="4649" y="4020"/>
            <a:chExt cx="499" cy="231"/>
          </a:xfrm>
        </p:grpSpPr>
        <p:pic>
          <p:nvPicPr>
            <p:cNvPr id="49164" name="Picture 54" descr="78900"/>
            <p:cNvPicPr>
              <a:picLocks noChangeAspect="1"/>
            </p:cNvPicPr>
            <p:nvPr/>
          </p:nvPicPr>
          <p:blipFill>
            <a:blip r:embed="rId2"/>
            <a:stretch>
              <a:fillRect/>
            </a:stretch>
          </p:blipFill>
          <p:spPr>
            <a:xfrm>
              <a:off x="4649" y="4066"/>
              <a:ext cx="499" cy="181"/>
            </a:xfrm>
            <a:prstGeom prst="rect">
              <a:avLst/>
            </a:prstGeom>
            <a:noFill/>
            <a:ln w="9525">
              <a:noFill/>
            </a:ln>
          </p:spPr>
        </p:pic>
        <p:sp>
          <p:nvSpPr>
            <p:cNvPr id="49165" name="Text Box 55">
              <a:hlinkClick r:id="" action="ppaction://hlinkshowjump?jump=previousslide"/>
            </p:cNvPr>
            <p:cNvSpPr txBox="1"/>
            <p:nvPr/>
          </p:nvSpPr>
          <p:spPr>
            <a:xfrm>
              <a:off x="4672" y="4020"/>
              <a:ext cx="476" cy="231"/>
            </a:xfrm>
            <a:prstGeom prst="rect">
              <a:avLst/>
            </a:prstGeom>
            <a:noFill/>
            <a:ln w="9525">
              <a:noFill/>
            </a:ln>
          </p:spPr>
          <p:txBody>
            <a:bodyPr wrap="none">
              <a:spAutoFit/>
            </a:bodyPr>
            <a:p>
              <a:pPr>
                <a:spcBef>
                  <a:spcPct val="50000"/>
                </a:spcBef>
              </a:pPr>
              <a:r>
                <a:rPr lang="zh-CN" altLang="en-US" sz="1800" b="0" dirty="0">
                  <a:solidFill>
                    <a:schemeClr val="bg1"/>
                  </a:solidFill>
                  <a:latin typeface="隶书" panose="02010509060101010101" pitchFamily="49" charset="-122"/>
                  <a:ea typeface="隶书" panose="02010509060101010101" pitchFamily="49" charset="-122"/>
                </a:rPr>
                <a:t>上 页</a:t>
              </a:r>
              <a:endParaRPr lang="zh-CN" altLang="en-US" sz="1800" b="0" dirty="0">
                <a:solidFill>
                  <a:schemeClr val="bg1"/>
                </a:solidFill>
                <a:latin typeface="隶书" panose="02010509060101010101" pitchFamily="49" charset="-122"/>
                <a:ea typeface="隶书" panose="02010509060101010101" pitchFamily="49" charset="-122"/>
              </a:endParaRPr>
            </a:p>
          </p:txBody>
        </p:sp>
      </p:grpSp>
      <p:graphicFrame>
        <p:nvGraphicFramePr>
          <p:cNvPr id="89147" name="Object 59"/>
          <p:cNvGraphicFramePr/>
          <p:nvPr/>
        </p:nvGraphicFramePr>
        <p:xfrm>
          <a:off x="1158875" y="765175"/>
          <a:ext cx="5491163" cy="766763"/>
        </p:xfrm>
        <a:graphic>
          <a:graphicData uri="http://schemas.openxmlformats.org/presentationml/2006/ole">
            <mc:AlternateContent xmlns:mc="http://schemas.openxmlformats.org/markup-compatibility/2006">
              <mc:Choice xmlns:v="urn:schemas-microsoft-com:vml" Requires="v">
                <p:oleObj spid="_x0000_s3403" name="" r:id="rId3" imgW="2436495" imgH="355600" progId="Equation.3">
                  <p:embed/>
                </p:oleObj>
              </mc:Choice>
              <mc:Fallback>
                <p:oleObj name="" r:id="rId3" imgW="2436495" imgH="355600" progId="Equation.3">
                  <p:embed/>
                  <p:pic>
                    <p:nvPicPr>
                      <p:cNvPr id="0" name="图片 3402"/>
                      <p:cNvPicPr/>
                      <p:nvPr/>
                    </p:nvPicPr>
                    <p:blipFill>
                      <a:blip r:embed="rId4">
                        <a:clrChange>
                          <a:clrFrom>
                            <a:srgbClr val="000000"/>
                          </a:clrFrom>
                          <a:clrTo>
                            <a:srgbClr val="FFFFFF"/>
                          </a:clrTo>
                        </a:clrChange>
                      </a:blip>
                      <a:stretch>
                        <a:fillRect/>
                      </a:stretch>
                    </p:blipFill>
                    <p:spPr>
                      <a:xfrm>
                        <a:off x="1158875" y="765175"/>
                        <a:ext cx="5491163" cy="766763"/>
                      </a:xfrm>
                      <a:prstGeom prst="rect">
                        <a:avLst/>
                      </a:prstGeom>
                      <a:noFill/>
                      <a:ln w="38100">
                        <a:noFill/>
                        <a:miter/>
                      </a:ln>
                    </p:spPr>
                  </p:pic>
                </p:oleObj>
              </mc:Fallback>
            </mc:AlternateContent>
          </a:graphicData>
        </a:graphic>
      </p:graphicFrame>
      <p:grpSp>
        <p:nvGrpSpPr>
          <p:cNvPr id="49161" name="Group 63"/>
          <p:cNvGrpSpPr/>
          <p:nvPr/>
        </p:nvGrpSpPr>
        <p:grpSpPr>
          <a:xfrm>
            <a:off x="6588125" y="6446838"/>
            <a:ext cx="792163" cy="366712"/>
            <a:chOff x="4649" y="4020"/>
            <a:chExt cx="499" cy="231"/>
          </a:xfrm>
        </p:grpSpPr>
        <p:pic>
          <p:nvPicPr>
            <p:cNvPr id="49162" name="Picture 64" descr="78900"/>
            <p:cNvPicPr>
              <a:picLocks noChangeAspect="1"/>
            </p:cNvPicPr>
            <p:nvPr/>
          </p:nvPicPr>
          <p:blipFill>
            <a:blip r:embed="rId2"/>
            <a:stretch>
              <a:fillRect/>
            </a:stretch>
          </p:blipFill>
          <p:spPr>
            <a:xfrm>
              <a:off x="4649" y="4066"/>
              <a:ext cx="499" cy="181"/>
            </a:xfrm>
            <a:prstGeom prst="rect">
              <a:avLst/>
            </a:prstGeom>
            <a:noFill/>
            <a:ln w="9525">
              <a:noFill/>
            </a:ln>
          </p:spPr>
        </p:pic>
        <p:sp>
          <p:nvSpPr>
            <p:cNvPr id="49163" name="Text Box 65">
              <a:hlinkClick r:id="" action="ppaction://hlinkshowjump?jump=firstslide"/>
            </p:cNvPr>
            <p:cNvSpPr txBox="1"/>
            <p:nvPr/>
          </p:nvSpPr>
          <p:spPr>
            <a:xfrm>
              <a:off x="4672" y="4020"/>
              <a:ext cx="476" cy="231"/>
            </a:xfrm>
            <a:prstGeom prst="rect">
              <a:avLst/>
            </a:prstGeom>
            <a:noFill/>
            <a:ln w="9525">
              <a:noFill/>
            </a:ln>
          </p:spPr>
          <p:txBody>
            <a:bodyPr wrap="none">
              <a:spAutoFit/>
            </a:bodyPr>
            <a:p>
              <a:pPr>
                <a:spcBef>
                  <a:spcPct val="50000"/>
                </a:spcBef>
              </a:pPr>
              <a:r>
                <a:rPr lang="zh-CN" altLang="en-US" sz="1800" b="0" dirty="0">
                  <a:solidFill>
                    <a:schemeClr val="bg1"/>
                  </a:solidFill>
                  <a:latin typeface="隶书" panose="02010509060101010101" pitchFamily="49" charset="-122"/>
                  <a:ea typeface="隶书" panose="02010509060101010101" pitchFamily="49" charset="-122"/>
                </a:rPr>
                <a:t>返 回</a:t>
              </a:r>
              <a:endParaRPr lang="zh-CN" altLang="en-US" sz="1800" b="0" dirty="0">
                <a:solidFill>
                  <a:schemeClr val="bg1"/>
                </a:solidFill>
                <a:latin typeface="隶书" panose="02010509060101010101" pitchFamily="49" charset="-122"/>
                <a:ea typeface="隶书" panose="02010509060101010101" pitchFamily="49" charset="-122"/>
              </a:endParaRP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withEffect">
                                  <p:stCondLst>
                                    <p:cond delay="0"/>
                                  </p:stCondLst>
                                  <p:childTnLst>
                                    <p:set>
                                      <p:cBhvr>
                                        <p:cTn id="6" dur="1" fill="hold">
                                          <p:stCondLst>
                                            <p:cond delay="0"/>
                                          </p:stCondLst>
                                        </p:cTn>
                                        <p:tgtEl>
                                          <p:spTgt spid="89147"/>
                                        </p:tgtEl>
                                        <p:attrNameLst>
                                          <p:attrName>style.visibility</p:attrName>
                                        </p:attrNameLst>
                                      </p:cBhvr>
                                      <p:to>
                                        <p:strVal val="visible"/>
                                      </p:to>
                                    </p:set>
                                    <p:animEffect transition="in" filter="wipe(left)">
                                      <p:cBhvr>
                                        <p:cTn id="7" dur="2000"/>
                                        <p:tgtEl>
                                          <p:spTgt spid="89147"/>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2"/>
                                        </p:tgtEl>
                                        <p:attrNameLst>
                                          <p:attrName>style.visibility</p:attrName>
                                        </p:attrNameLst>
                                      </p:cBhvr>
                                      <p:to>
                                        <p:strVal val="visible"/>
                                      </p:to>
                                    </p:set>
                                    <p:animEffect transition="in" filter="wipe(left)">
                                      <p:cBhvr>
                                        <p:cTn id="12" dur="1000"/>
                                        <p:tgtEl>
                                          <p:spTgt spid="2"/>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89116"/>
                                        </p:tgtEl>
                                        <p:attrNameLst>
                                          <p:attrName>style.visibility</p:attrName>
                                        </p:attrNameLst>
                                      </p:cBhvr>
                                      <p:to>
                                        <p:strVal val="visible"/>
                                      </p:to>
                                    </p:set>
                                    <p:animEffect transition="in" filter="wipe(left)">
                                      <p:cBhvr>
                                        <p:cTn id="17" dur="1000"/>
                                        <p:tgtEl>
                                          <p:spTgt spid="89116"/>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89136"/>
                                        </p:tgtEl>
                                        <p:attrNameLst>
                                          <p:attrName>style.visibility</p:attrName>
                                        </p:attrNameLst>
                                      </p:cBhvr>
                                      <p:to>
                                        <p:strVal val="visible"/>
                                      </p:to>
                                    </p:set>
                                    <p:animEffect transition="in" filter="wipe(left)">
                                      <p:cBhvr>
                                        <p:cTn id="22" dur="1000"/>
                                        <p:tgtEl>
                                          <p:spTgt spid="89136"/>
                                        </p:tgtEl>
                                      </p:cBhvr>
                                    </p:animEffect>
                                  </p:childTnLst>
                                </p:cTn>
                              </p:par>
                            </p:childTnLst>
                          </p:cTn>
                        </p:par>
                        <p:par>
                          <p:cTn id="23" fill="hold">
                            <p:stCondLst>
                              <p:cond delay="1000"/>
                            </p:stCondLst>
                            <p:childTnLst>
                              <p:par>
                                <p:cTn id="24" presetID="20" presetClass="entr" presetSubtype="0" fill="hold" grpId="0" nodeType="afterEffect">
                                  <p:stCondLst>
                                    <p:cond delay="0"/>
                                  </p:stCondLst>
                                  <p:childTnLst>
                                    <p:set>
                                      <p:cBhvr>
                                        <p:cTn id="25" dur="1" fill="hold">
                                          <p:stCondLst>
                                            <p:cond delay="0"/>
                                          </p:stCondLst>
                                        </p:cTn>
                                        <p:tgtEl>
                                          <p:spTgt spid="89114"/>
                                        </p:tgtEl>
                                        <p:attrNameLst>
                                          <p:attrName>style.visibility</p:attrName>
                                        </p:attrNameLst>
                                      </p:cBhvr>
                                      <p:to>
                                        <p:strVal val="visible"/>
                                      </p:to>
                                    </p:set>
                                    <p:animEffect transition="in" filter="wedge">
                                      <p:cBhvr>
                                        <p:cTn id="26" dur="2000"/>
                                        <p:tgtEl>
                                          <p:spTgt spid="891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9114" grpId="0" animBg="1"/>
      <p:bldP spid="89116" grpId="0" animBg="1"/>
      <p:bldP spid="89136" grpId="0" animBg="1"/>
    </p:bld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4818" name="Text Box 2"/>
          <p:cNvSpPr txBox="1"/>
          <p:nvPr/>
        </p:nvSpPr>
        <p:spPr>
          <a:xfrm>
            <a:off x="1258888" y="333375"/>
            <a:ext cx="6985000" cy="762000"/>
          </a:xfrm>
          <a:prstGeom prst="rect">
            <a:avLst/>
          </a:prstGeom>
          <a:noFill/>
          <a:ln w="12700">
            <a:noFill/>
          </a:ln>
          <a:effectLst>
            <a:prstShdw prst="shdw17" dist="17961" dir="2699999">
              <a:srgbClr val="7A8E99"/>
            </a:prstShdw>
          </a:effectLst>
        </p:spPr>
        <p:txBody>
          <a:bodyPr anchor="ctr" anchorCtr="0">
            <a:spAutoFit/>
          </a:bodyPr>
          <a:p>
            <a:r>
              <a:rPr lang="en-US" altLang="zh-CN" sz="4400" b="0" dirty="0">
                <a:solidFill>
                  <a:schemeClr val="bg1"/>
                </a:solidFill>
                <a:latin typeface="Times New Roman" panose="02020603050405020304" pitchFamily="18" charset="0"/>
              </a:rPr>
              <a:t>9-4</a:t>
            </a:r>
            <a:r>
              <a:rPr lang="en-US" altLang="zh-CN" sz="4400" dirty="0">
                <a:solidFill>
                  <a:schemeClr val="bg1"/>
                </a:solidFill>
                <a:latin typeface="楷体_GB2312" pitchFamily="49" charset="-122"/>
              </a:rPr>
              <a:t>  </a:t>
            </a:r>
            <a:r>
              <a:rPr lang="zh-CN" altLang="en-US" sz="4400" dirty="0">
                <a:solidFill>
                  <a:schemeClr val="bg1"/>
                </a:solidFill>
                <a:latin typeface="楷体_GB2312" pitchFamily="49" charset="-122"/>
              </a:rPr>
              <a:t>正弦稳态电路的功率</a:t>
            </a:r>
            <a:endParaRPr lang="zh-CN" altLang="en-US" sz="4400" dirty="0">
              <a:solidFill>
                <a:schemeClr val="bg1"/>
              </a:solidFill>
              <a:latin typeface="楷体_GB2312" pitchFamily="49" charset="-122"/>
            </a:endParaRPr>
          </a:p>
        </p:txBody>
      </p:sp>
      <p:graphicFrame>
        <p:nvGraphicFramePr>
          <p:cNvPr id="34820" name="Object 4"/>
          <p:cNvGraphicFramePr/>
          <p:nvPr/>
        </p:nvGraphicFramePr>
        <p:xfrm>
          <a:off x="3924300" y="1790700"/>
          <a:ext cx="4462463" cy="1854200"/>
        </p:xfrm>
        <a:graphic>
          <a:graphicData uri="http://schemas.openxmlformats.org/presentationml/2006/ole">
            <mc:AlternateContent xmlns:mc="http://schemas.openxmlformats.org/markup-compatibility/2006">
              <mc:Choice xmlns:v="urn:schemas-microsoft-com:vml" Requires="v">
                <p:oleObj spid="_x0000_s3401" name="" r:id="rId1" imgW="1803400" imgH="749300" progId="Equation.3">
                  <p:embed/>
                </p:oleObj>
              </mc:Choice>
              <mc:Fallback>
                <p:oleObj name="" r:id="rId1" imgW="1803400" imgH="749300" progId="Equation.3">
                  <p:embed/>
                  <p:pic>
                    <p:nvPicPr>
                      <p:cNvPr id="0" name="图片 3400"/>
                      <p:cNvPicPr/>
                      <p:nvPr/>
                    </p:nvPicPr>
                    <p:blipFill>
                      <a:blip r:embed="rId2">
                        <a:clrChange>
                          <a:clrFrom>
                            <a:srgbClr val="000000"/>
                          </a:clrFrom>
                          <a:clrTo>
                            <a:srgbClr val="FFFFFF"/>
                          </a:clrTo>
                        </a:clrChange>
                      </a:blip>
                      <a:stretch>
                        <a:fillRect/>
                      </a:stretch>
                    </p:blipFill>
                    <p:spPr>
                      <a:xfrm>
                        <a:off x="3924300" y="1790700"/>
                        <a:ext cx="4462463" cy="1854200"/>
                      </a:xfrm>
                      <a:prstGeom prst="rect">
                        <a:avLst/>
                      </a:prstGeom>
                      <a:noFill/>
                      <a:ln w="38100">
                        <a:noFill/>
                        <a:miter/>
                      </a:ln>
                    </p:spPr>
                  </p:pic>
                </p:oleObj>
              </mc:Fallback>
            </mc:AlternateContent>
          </a:graphicData>
        </a:graphic>
      </p:graphicFrame>
      <p:sp>
        <p:nvSpPr>
          <p:cNvPr id="34821" name="Text Box 5"/>
          <p:cNvSpPr txBox="1"/>
          <p:nvPr/>
        </p:nvSpPr>
        <p:spPr>
          <a:xfrm>
            <a:off x="831850" y="1196975"/>
            <a:ext cx="2419350" cy="579438"/>
          </a:xfrm>
          <a:prstGeom prst="rect">
            <a:avLst/>
          </a:prstGeom>
          <a:noFill/>
          <a:ln w="12700">
            <a:noFill/>
          </a:ln>
        </p:spPr>
        <p:txBody>
          <a:bodyPr wrap="none" anchor="ctr" anchorCtr="0">
            <a:spAutoFit/>
          </a:bodyPr>
          <a:p>
            <a:pPr algn="ctr"/>
            <a:r>
              <a:rPr lang="en-US" altLang="zh-CN" sz="3200" dirty="0">
                <a:solidFill>
                  <a:schemeClr val="bg1"/>
                </a:solidFill>
                <a:latin typeface="仿宋_GB2312" pitchFamily="49" charset="-122"/>
                <a:ea typeface="仿宋_GB2312" pitchFamily="49" charset="-122"/>
              </a:rPr>
              <a:t>1. </a:t>
            </a:r>
            <a:r>
              <a:rPr lang="zh-CN" altLang="en-US" sz="3200" dirty="0">
                <a:solidFill>
                  <a:schemeClr val="bg1"/>
                </a:solidFill>
                <a:latin typeface="楷体_GB2312" pitchFamily="49" charset="-122"/>
              </a:rPr>
              <a:t>瞬时功率</a:t>
            </a:r>
            <a:endParaRPr lang="zh-CN" altLang="en-US" sz="3200" dirty="0">
              <a:solidFill>
                <a:schemeClr val="bg1"/>
              </a:solidFill>
              <a:latin typeface="Times New Roman" panose="02020603050405020304" pitchFamily="18" charset="0"/>
              <a:ea typeface="宋体" panose="02010600030101010101" pitchFamily="2" charset="-122"/>
            </a:endParaRPr>
          </a:p>
        </p:txBody>
      </p:sp>
      <p:graphicFrame>
        <p:nvGraphicFramePr>
          <p:cNvPr id="34822" name="Object 6"/>
          <p:cNvGraphicFramePr/>
          <p:nvPr/>
        </p:nvGraphicFramePr>
        <p:xfrm>
          <a:off x="1030288" y="3898900"/>
          <a:ext cx="6350000" cy="1543050"/>
        </p:xfrm>
        <a:graphic>
          <a:graphicData uri="http://schemas.openxmlformats.org/presentationml/2006/ole">
            <mc:AlternateContent xmlns:mc="http://schemas.openxmlformats.org/markup-compatibility/2006">
              <mc:Choice xmlns:v="urn:schemas-microsoft-com:vml" Requires="v">
                <p:oleObj spid="_x0000_s3402" name="" r:id="rId3" imgW="2870200" imgH="698500" progId="Equation.3">
                  <p:embed/>
                </p:oleObj>
              </mc:Choice>
              <mc:Fallback>
                <p:oleObj name="" r:id="rId3" imgW="2870200" imgH="698500" progId="Equation.3">
                  <p:embed/>
                  <p:pic>
                    <p:nvPicPr>
                      <p:cNvPr id="0" name="图片 3401"/>
                      <p:cNvPicPr/>
                      <p:nvPr/>
                    </p:nvPicPr>
                    <p:blipFill>
                      <a:blip r:embed="rId4">
                        <a:clrChange>
                          <a:clrFrom>
                            <a:srgbClr val="000000"/>
                          </a:clrFrom>
                          <a:clrTo>
                            <a:srgbClr val="FFFFFF"/>
                          </a:clrTo>
                        </a:clrChange>
                      </a:blip>
                      <a:stretch>
                        <a:fillRect/>
                      </a:stretch>
                    </p:blipFill>
                    <p:spPr>
                      <a:xfrm>
                        <a:off x="1030288" y="3898900"/>
                        <a:ext cx="6350000" cy="1543050"/>
                      </a:xfrm>
                      <a:prstGeom prst="rect">
                        <a:avLst/>
                      </a:prstGeom>
                      <a:noFill/>
                      <a:ln w="38100">
                        <a:noFill/>
                        <a:miter/>
                      </a:ln>
                    </p:spPr>
                  </p:pic>
                </p:oleObj>
              </mc:Fallback>
            </mc:AlternateContent>
          </a:graphicData>
        </a:graphic>
      </p:graphicFrame>
      <p:sp>
        <p:nvSpPr>
          <p:cNvPr id="34834" name="Text Box 18"/>
          <p:cNvSpPr txBox="1"/>
          <p:nvPr/>
        </p:nvSpPr>
        <p:spPr>
          <a:xfrm>
            <a:off x="5435600" y="4437063"/>
            <a:ext cx="3168650" cy="519112"/>
          </a:xfrm>
          <a:prstGeom prst="rect">
            <a:avLst/>
          </a:prstGeom>
          <a:noFill/>
          <a:ln w="9525">
            <a:noFill/>
          </a:ln>
        </p:spPr>
        <p:txBody>
          <a:bodyPr>
            <a:spAutoFit/>
          </a:bodyPr>
          <a:p>
            <a:pPr>
              <a:spcBef>
                <a:spcPct val="50000"/>
              </a:spcBef>
            </a:pPr>
            <a:r>
              <a:rPr lang="zh-CN" altLang="en-US" dirty="0">
                <a:solidFill>
                  <a:srgbClr val="FF9900"/>
                </a:solidFill>
                <a:latin typeface="Times New Roman" panose="02020603050405020304" pitchFamily="18" charset="0"/>
              </a:rPr>
              <a:t>第一种分解方法</a:t>
            </a:r>
            <a:endParaRPr lang="zh-CN" altLang="en-US" dirty="0">
              <a:solidFill>
                <a:srgbClr val="FF9900"/>
              </a:solidFill>
              <a:latin typeface="Times New Roman" panose="02020603050405020304" pitchFamily="18" charset="0"/>
            </a:endParaRPr>
          </a:p>
        </p:txBody>
      </p:sp>
      <p:sp>
        <p:nvSpPr>
          <p:cNvPr id="34835" name="Text Box 19"/>
          <p:cNvSpPr txBox="1"/>
          <p:nvPr/>
        </p:nvSpPr>
        <p:spPr>
          <a:xfrm>
            <a:off x="5219700" y="5516563"/>
            <a:ext cx="2684463" cy="519112"/>
          </a:xfrm>
          <a:prstGeom prst="rect">
            <a:avLst/>
          </a:prstGeom>
          <a:noFill/>
          <a:ln w="9525">
            <a:noFill/>
          </a:ln>
        </p:spPr>
        <p:txBody>
          <a:bodyPr wrap="none">
            <a:spAutoFit/>
          </a:bodyPr>
          <a:p>
            <a:pPr>
              <a:spcBef>
                <a:spcPct val="50000"/>
              </a:spcBef>
            </a:pPr>
            <a:r>
              <a:rPr lang="zh-CN" altLang="en-US" dirty="0">
                <a:solidFill>
                  <a:srgbClr val="FF9900"/>
                </a:solidFill>
                <a:latin typeface="Times New Roman" panose="02020603050405020304" pitchFamily="18" charset="0"/>
              </a:rPr>
              <a:t>第二种分解方法</a:t>
            </a:r>
            <a:endParaRPr lang="zh-CN" altLang="en-US" dirty="0">
              <a:solidFill>
                <a:srgbClr val="FF9900"/>
              </a:solidFill>
              <a:latin typeface="Times New Roman" panose="02020603050405020304" pitchFamily="18" charset="0"/>
            </a:endParaRPr>
          </a:p>
        </p:txBody>
      </p:sp>
      <p:grpSp>
        <p:nvGrpSpPr>
          <p:cNvPr id="50184" name="Group 24"/>
          <p:cNvGrpSpPr/>
          <p:nvPr/>
        </p:nvGrpSpPr>
        <p:grpSpPr>
          <a:xfrm>
            <a:off x="8316913" y="6446838"/>
            <a:ext cx="792162" cy="366712"/>
            <a:chOff x="5193" y="4020"/>
            <a:chExt cx="499" cy="231"/>
          </a:xfrm>
        </p:grpSpPr>
        <p:pic>
          <p:nvPicPr>
            <p:cNvPr id="50202" name="Picture 25" descr="78900"/>
            <p:cNvPicPr>
              <a:picLocks noChangeAspect="1"/>
            </p:cNvPicPr>
            <p:nvPr/>
          </p:nvPicPr>
          <p:blipFill>
            <a:blip r:embed="rId5"/>
            <a:stretch>
              <a:fillRect/>
            </a:stretch>
          </p:blipFill>
          <p:spPr>
            <a:xfrm>
              <a:off x="5193" y="4066"/>
              <a:ext cx="499" cy="181"/>
            </a:xfrm>
            <a:prstGeom prst="rect">
              <a:avLst/>
            </a:prstGeom>
            <a:noFill/>
            <a:ln w="9525">
              <a:noFill/>
            </a:ln>
          </p:spPr>
        </p:pic>
        <p:sp>
          <p:nvSpPr>
            <p:cNvPr id="50203" name="Text Box 26">
              <a:hlinkClick r:id="" action="ppaction://hlinkshowjump?jump=nextslide"/>
            </p:cNvPr>
            <p:cNvSpPr txBox="1"/>
            <p:nvPr/>
          </p:nvSpPr>
          <p:spPr>
            <a:xfrm>
              <a:off x="5216" y="4020"/>
              <a:ext cx="476" cy="231"/>
            </a:xfrm>
            <a:prstGeom prst="rect">
              <a:avLst/>
            </a:prstGeom>
            <a:noFill/>
            <a:ln w="9525">
              <a:noFill/>
            </a:ln>
          </p:spPr>
          <p:txBody>
            <a:bodyPr wrap="none">
              <a:spAutoFit/>
            </a:bodyPr>
            <a:p>
              <a:pPr>
                <a:spcBef>
                  <a:spcPct val="50000"/>
                </a:spcBef>
              </a:pPr>
              <a:r>
                <a:rPr lang="zh-CN" altLang="en-US" sz="1800" b="0" dirty="0">
                  <a:solidFill>
                    <a:schemeClr val="bg1"/>
                  </a:solidFill>
                  <a:latin typeface="隶书" panose="02010509060101010101" pitchFamily="49" charset="-122"/>
                  <a:ea typeface="隶书" panose="02010509060101010101" pitchFamily="49" charset="-122"/>
                </a:rPr>
                <a:t>下 页</a:t>
              </a:r>
              <a:endParaRPr lang="zh-CN" altLang="en-US" sz="1800" b="0" dirty="0">
                <a:solidFill>
                  <a:schemeClr val="bg1"/>
                </a:solidFill>
                <a:latin typeface="隶书" panose="02010509060101010101" pitchFamily="49" charset="-122"/>
                <a:ea typeface="隶书" panose="02010509060101010101" pitchFamily="49" charset="-122"/>
              </a:endParaRPr>
            </a:p>
          </p:txBody>
        </p:sp>
      </p:grpSp>
      <p:grpSp>
        <p:nvGrpSpPr>
          <p:cNvPr id="50185" name="Group 27"/>
          <p:cNvGrpSpPr/>
          <p:nvPr/>
        </p:nvGrpSpPr>
        <p:grpSpPr>
          <a:xfrm>
            <a:off x="7453313" y="6446838"/>
            <a:ext cx="792162" cy="366712"/>
            <a:chOff x="4649" y="4020"/>
            <a:chExt cx="499" cy="231"/>
          </a:xfrm>
        </p:grpSpPr>
        <p:pic>
          <p:nvPicPr>
            <p:cNvPr id="50200" name="Picture 28" descr="78900"/>
            <p:cNvPicPr>
              <a:picLocks noChangeAspect="1"/>
            </p:cNvPicPr>
            <p:nvPr/>
          </p:nvPicPr>
          <p:blipFill>
            <a:blip r:embed="rId5"/>
            <a:stretch>
              <a:fillRect/>
            </a:stretch>
          </p:blipFill>
          <p:spPr>
            <a:xfrm>
              <a:off x="4649" y="4066"/>
              <a:ext cx="499" cy="181"/>
            </a:xfrm>
            <a:prstGeom prst="rect">
              <a:avLst/>
            </a:prstGeom>
            <a:noFill/>
            <a:ln w="9525">
              <a:noFill/>
            </a:ln>
          </p:spPr>
        </p:pic>
        <p:sp>
          <p:nvSpPr>
            <p:cNvPr id="50201" name="Text Box 29">
              <a:hlinkClick r:id="" action="ppaction://hlinkshowjump?jump=previousslide"/>
            </p:cNvPr>
            <p:cNvSpPr txBox="1"/>
            <p:nvPr/>
          </p:nvSpPr>
          <p:spPr>
            <a:xfrm>
              <a:off x="4672" y="4020"/>
              <a:ext cx="476" cy="231"/>
            </a:xfrm>
            <a:prstGeom prst="rect">
              <a:avLst/>
            </a:prstGeom>
            <a:noFill/>
            <a:ln w="9525">
              <a:noFill/>
            </a:ln>
          </p:spPr>
          <p:txBody>
            <a:bodyPr wrap="none">
              <a:spAutoFit/>
            </a:bodyPr>
            <a:p>
              <a:pPr>
                <a:spcBef>
                  <a:spcPct val="50000"/>
                </a:spcBef>
              </a:pPr>
              <a:r>
                <a:rPr lang="zh-CN" altLang="en-US" sz="1800" b="0" dirty="0">
                  <a:solidFill>
                    <a:schemeClr val="bg1"/>
                  </a:solidFill>
                  <a:latin typeface="隶书" panose="02010509060101010101" pitchFamily="49" charset="-122"/>
                  <a:ea typeface="隶书" panose="02010509060101010101" pitchFamily="49" charset="-122"/>
                </a:rPr>
                <a:t>上 页</a:t>
              </a:r>
              <a:endParaRPr lang="zh-CN" altLang="en-US" sz="1800" b="0" dirty="0">
                <a:solidFill>
                  <a:schemeClr val="bg1"/>
                </a:solidFill>
                <a:latin typeface="隶书" panose="02010509060101010101" pitchFamily="49" charset="-122"/>
                <a:ea typeface="隶书" panose="02010509060101010101" pitchFamily="49" charset="-122"/>
              </a:endParaRPr>
            </a:p>
          </p:txBody>
        </p:sp>
      </p:grpSp>
      <p:grpSp>
        <p:nvGrpSpPr>
          <p:cNvPr id="50186" name="Group 36"/>
          <p:cNvGrpSpPr/>
          <p:nvPr/>
        </p:nvGrpSpPr>
        <p:grpSpPr>
          <a:xfrm>
            <a:off x="6588125" y="6446838"/>
            <a:ext cx="792163" cy="366712"/>
            <a:chOff x="4649" y="4020"/>
            <a:chExt cx="499" cy="231"/>
          </a:xfrm>
        </p:grpSpPr>
        <p:pic>
          <p:nvPicPr>
            <p:cNvPr id="50198" name="Picture 37" descr="78900"/>
            <p:cNvPicPr>
              <a:picLocks noChangeAspect="1"/>
            </p:cNvPicPr>
            <p:nvPr/>
          </p:nvPicPr>
          <p:blipFill>
            <a:blip r:embed="rId5"/>
            <a:stretch>
              <a:fillRect/>
            </a:stretch>
          </p:blipFill>
          <p:spPr>
            <a:xfrm>
              <a:off x="4649" y="4066"/>
              <a:ext cx="499" cy="181"/>
            </a:xfrm>
            <a:prstGeom prst="rect">
              <a:avLst/>
            </a:prstGeom>
            <a:noFill/>
            <a:ln w="9525">
              <a:noFill/>
            </a:ln>
          </p:spPr>
        </p:pic>
        <p:sp>
          <p:nvSpPr>
            <p:cNvPr id="50199" name="Text Box 38">
              <a:hlinkClick r:id="" action="ppaction://hlinkshowjump?jump=firstslide"/>
            </p:cNvPr>
            <p:cNvSpPr txBox="1"/>
            <p:nvPr/>
          </p:nvSpPr>
          <p:spPr>
            <a:xfrm>
              <a:off x="4672" y="4020"/>
              <a:ext cx="476" cy="231"/>
            </a:xfrm>
            <a:prstGeom prst="rect">
              <a:avLst/>
            </a:prstGeom>
            <a:noFill/>
            <a:ln w="9525">
              <a:noFill/>
            </a:ln>
          </p:spPr>
          <p:txBody>
            <a:bodyPr wrap="none">
              <a:spAutoFit/>
            </a:bodyPr>
            <a:p>
              <a:pPr>
                <a:spcBef>
                  <a:spcPct val="50000"/>
                </a:spcBef>
              </a:pPr>
              <a:r>
                <a:rPr lang="zh-CN" altLang="en-US" sz="1800" b="0" dirty="0">
                  <a:solidFill>
                    <a:schemeClr val="bg1"/>
                  </a:solidFill>
                  <a:latin typeface="隶书" panose="02010509060101010101" pitchFamily="49" charset="-122"/>
                  <a:ea typeface="隶书" panose="02010509060101010101" pitchFamily="49" charset="-122"/>
                </a:rPr>
                <a:t>返 回</a:t>
              </a:r>
              <a:endParaRPr lang="zh-CN" altLang="en-US" sz="1800" b="0" dirty="0">
                <a:solidFill>
                  <a:schemeClr val="bg1"/>
                </a:solidFill>
                <a:latin typeface="隶书" panose="02010509060101010101" pitchFamily="49" charset="-122"/>
                <a:ea typeface="隶书" panose="02010509060101010101" pitchFamily="49" charset="-122"/>
              </a:endParaRPr>
            </a:p>
          </p:txBody>
        </p:sp>
      </p:grpSp>
      <p:grpSp>
        <p:nvGrpSpPr>
          <p:cNvPr id="5" name="Group 41"/>
          <p:cNvGrpSpPr/>
          <p:nvPr/>
        </p:nvGrpSpPr>
        <p:grpSpPr>
          <a:xfrm>
            <a:off x="684213" y="1844675"/>
            <a:ext cx="2735262" cy="1624013"/>
            <a:chOff x="431" y="1162"/>
            <a:chExt cx="1723" cy="1023"/>
          </a:xfrm>
        </p:grpSpPr>
        <p:sp>
          <p:nvSpPr>
            <p:cNvPr id="50188" name="Freeform 16"/>
            <p:cNvSpPr/>
            <p:nvPr/>
          </p:nvSpPr>
          <p:spPr>
            <a:xfrm>
              <a:off x="807" y="1494"/>
              <a:ext cx="747" cy="2"/>
            </a:xfrm>
            <a:custGeom>
              <a:avLst/>
              <a:gdLst>
                <a:gd name="txL" fmla="*/ 0 w 540"/>
                <a:gd name="txT" fmla="*/ 0 h 2"/>
                <a:gd name="txR" fmla="*/ 540 w 540"/>
                <a:gd name="txB" fmla="*/ 2 h 2"/>
              </a:gdLst>
              <a:ahLst/>
              <a:cxnLst>
                <a:cxn ang="0">
                  <a:pos x="0" y="2"/>
                </a:cxn>
                <a:cxn ang="0">
                  <a:pos x="540" y="0"/>
                </a:cxn>
              </a:cxnLst>
              <a:rect l="txL" t="txT" r="txR" b="txB"/>
              <a:pathLst>
                <a:path w="540" h="2">
                  <a:moveTo>
                    <a:pt x="0" y="2"/>
                  </a:moveTo>
                  <a:lnTo>
                    <a:pt x="540" y="0"/>
                  </a:lnTo>
                </a:path>
              </a:pathLst>
            </a:custGeom>
            <a:noFill/>
            <a:ln w="28575" cap="flat" cmpd="sng">
              <a:solidFill>
                <a:srgbClr val="FFCC00"/>
              </a:solidFill>
              <a:prstDash val="solid"/>
              <a:round/>
              <a:headEnd type="none" w="med" len="med"/>
              <a:tailEnd type="none" w="med" len="med"/>
            </a:ln>
          </p:spPr>
          <p:txBody>
            <a:bodyPr wrap="none" anchor="ctr" anchorCtr="0"/>
            <a:p>
              <a:endParaRPr lang="zh-CN" altLang="en-US" dirty="0">
                <a:latin typeface="楷体_GB2312" pitchFamily="49" charset="-122"/>
              </a:endParaRPr>
            </a:p>
          </p:txBody>
        </p:sp>
        <p:sp>
          <p:nvSpPr>
            <p:cNvPr id="50189" name="Rectangle 8"/>
            <p:cNvSpPr/>
            <p:nvPr/>
          </p:nvSpPr>
          <p:spPr>
            <a:xfrm>
              <a:off x="1557" y="1355"/>
              <a:ext cx="597" cy="830"/>
            </a:xfrm>
            <a:prstGeom prst="rect">
              <a:avLst/>
            </a:prstGeom>
            <a:gradFill rotWithShape="1">
              <a:gsLst>
                <a:gs pos="0">
                  <a:srgbClr val="FF9900"/>
                </a:gs>
                <a:gs pos="100000">
                  <a:srgbClr val="764700"/>
                </a:gs>
              </a:gsLst>
              <a:path path="shape">
                <a:fillToRect l="50000" t="50000" r="50000" b="50000"/>
              </a:path>
              <a:tileRect/>
            </a:gradFill>
            <a:ln w="28575">
              <a:noFill/>
            </a:ln>
          </p:spPr>
          <p:txBody>
            <a:bodyPr wrap="none" anchor="ctr" anchorCtr="0"/>
            <a:p>
              <a:pPr algn="ctr"/>
              <a:r>
                <a:rPr lang="zh-CN" altLang="en-US" dirty="0">
                  <a:solidFill>
                    <a:schemeClr val="bg1"/>
                  </a:solidFill>
                  <a:latin typeface="Times New Roman" panose="02020603050405020304" pitchFamily="18" charset="0"/>
                </a:rPr>
                <a:t>线性</a:t>
              </a:r>
              <a:endParaRPr lang="zh-CN" altLang="en-US" dirty="0">
                <a:solidFill>
                  <a:schemeClr val="bg1"/>
                </a:solidFill>
                <a:latin typeface="Times New Roman" panose="02020603050405020304" pitchFamily="18" charset="0"/>
              </a:endParaRPr>
            </a:p>
            <a:p>
              <a:pPr algn="ctr"/>
              <a:r>
                <a:rPr lang="zh-CN" altLang="en-US" dirty="0">
                  <a:solidFill>
                    <a:schemeClr val="bg1"/>
                  </a:solidFill>
                  <a:latin typeface="Times New Roman" panose="02020603050405020304" pitchFamily="18" charset="0"/>
                </a:rPr>
                <a:t>网络</a:t>
              </a:r>
              <a:endParaRPr lang="zh-CN" altLang="en-US" dirty="0">
                <a:solidFill>
                  <a:schemeClr val="bg1"/>
                </a:solidFill>
                <a:latin typeface="Times New Roman" panose="02020603050405020304" pitchFamily="18" charset="0"/>
              </a:endParaRPr>
            </a:p>
          </p:txBody>
        </p:sp>
        <p:sp>
          <p:nvSpPr>
            <p:cNvPr id="50190" name="Freeform 9"/>
            <p:cNvSpPr/>
            <p:nvPr/>
          </p:nvSpPr>
          <p:spPr>
            <a:xfrm>
              <a:off x="807" y="2047"/>
              <a:ext cx="747" cy="2"/>
            </a:xfrm>
            <a:custGeom>
              <a:avLst/>
              <a:gdLst>
                <a:gd name="txL" fmla="*/ 0 w 540"/>
                <a:gd name="txT" fmla="*/ 0 h 2"/>
                <a:gd name="txR" fmla="*/ 540 w 540"/>
                <a:gd name="txB" fmla="*/ 2 h 2"/>
              </a:gdLst>
              <a:ahLst/>
              <a:cxnLst>
                <a:cxn ang="0">
                  <a:pos x="0" y="2"/>
                </a:cxn>
                <a:cxn ang="0">
                  <a:pos x="540" y="0"/>
                </a:cxn>
              </a:cxnLst>
              <a:rect l="txL" t="txT" r="txR" b="txB"/>
              <a:pathLst>
                <a:path w="540" h="2">
                  <a:moveTo>
                    <a:pt x="0" y="2"/>
                  </a:moveTo>
                  <a:lnTo>
                    <a:pt x="540" y="0"/>
                  </a:lnTo>
                </a:path>
              </a:pathLst>
            </a:custGeom>
            <a:noFill/>
            <a:ln w="28575" cap="flat" cmpd="sng">
              <a:solidFill>
                <a:srgbClr val="FFCC00"/>
              </a:solidFill>
              <a:prstDash val="solid"/>
              <a:round/>
              <a:headEnd type="none" w="med" len="med"/>
              <a:tailEnd type="none" w="med" len="med"/>
            </a:ln>
          </p:spPr>
          <p:txBody>
            <a:bodyPr wrap="none" anchor="ctr" anchorCtr="0"/>
            <a:p>
              <a:endParaRPr lang="zh-CN" altLang="en-US" dirty="0">
                <a:latin typeface="楷体_GB2312" pitchFamily="49" charset="-122"/>
              </a:endParaRPr>
            </a:p>
          </p:txBody>
        </p:sp>
        <p:sp>
          <p:nvSpPr>
            <p:cNvPr id="50191" name="Line 10"/>
            <p:cNvSpPr/>
            <p:nvPr/>
          </p:nvSpPr>
          <p:spPr>
            <a:xfrm>
              <a:off x="884" y="1489"/>
              <a:ext cx="398" cy="0"/>
            </a:xfrm>
            <a:prstGeom prst="line">
              <a:avLst/>
            </a:prstGeom>
            <a:ln w="28575" cap="flat" cmpd="sng">
              <a:solidFill>
                <a:srgbClr val="66FFFF"/>
              </a:solidFill>
              <a:prstDash val="solid"/>
              <a:headEnd type="none" w="med" len="med"/>
              <a:tailEnd type="triangle" w="med" len="med"/>
            </a:ln>
          </p:spPr>
        </p:sp>
        <p:sp>
          <p:nvSpPr>
            <p:cNvPr id="50192" name="Text Box 11"/>
            <p:cNvSpPr txBox="1"/>
            <p:nvPr/>
          </p:nvSpPr>
          <p:spPr>
            <a:xfrm>
              <a:off x="431" y="1321"/>
              <a:ext cx="310" cy="288"/>
            </a:xfrm>
            <a:prstGeom prst="rect">
              <a:avLst/>
            </a:prstGeom>
            <a:noFill/>
            <a:ln w="12700">
              <a:noFill/>
            </a:ln>
          </p:spPr>
          <p:txBody>
            <a:bodyPr anchor="ctr" anchorCtr="0">
              <a:spAutoFit/>
            </a:bodyPr>
            <a:p>
              <a:pPr algn="ctr"/>
              <a:r>
                <a:rPr lang="en-US" altLang="zh-CN" sz="2400" dirty="0">
                  <a:solidFill>
                    <a:schemeClr val="bg1"/>
                  </a:solidFill>
                  <a:latin typeface="Times New Roman" panose="02020603050405020304" pitchFamily="18" charset="0"/>
                  <a:ea typeface="宋体" panose="02010600030101010101" pitchFamily="2" charset="-122"/>
                </a:rPr>
                <a:t>+</a:t>
              </a:r>
              <a:endParaRPr lang="en-US" altLang="zh-CN" sz="2400" dirty="0">
                <a:solidFill>
                  <a:schemeClr val="bg1"/>
                </a:solidFill>
                <a:latin typeface="Times New Roman" panose="02020603050405020304" pitchFamily="18" charset="0"/>
                <a:ea typeface="宋体" panose="02010600030101010101" pitchFamily="2" charset="-122"/>
              </a:endParaRPr>
            </a:p>
          </p:txBody>
        </p:sp>
        <p:sp>
          <p:nvSpPr>
            <p:cNvPr id="50193" name="Text Box 12"/>
            <p:cNvSpPr txBox="1"/>
            <p:nvPr/>
          </p:nvSpPr>
          <p:spPr>
            <a:xfrm>
              <a:off x="434" y="1572"/>
              <a:ext cx="245" cy="365"/>
            </a:xfrm>
            <a:prstGeom prst="rect">
              <a:avLst/>
            </a:prstGeom>
            <a:noFill/>
            <a:ln w="12700">
              <a:noFill/>
            </a:ln>
          </p:spPr>
          <p:txBody>
            <a:bodyPr wrap="none" anchor="ctr" anchorCtr="0">
              <a:spAutoFit/>
            </a:bodyPr>
            <a:p>
              <a:pPr algn="ctr"/>
              <a:r>
                <a:rPr lang="en-US" altLang="zh-CN" sz="3200" b="0" i="1" dirty="0">
                  <a:solidFill>
                    <a:schemeClr val="bg1"/>
                  </a:solidFill>
                  <a:latin typeface="Times New Roman" panose="02020603050405020304" pitchFamily="18" charset="0"/>
                  <a:ea typeface="宋体" panose="02010600030101010101" pitchFamily="2" charset="-122"/>
                </a:rPr>
                <a:t>u</a:t>
              </a:r>
              <a:endParaRPr lang="en-US" altLang="zh-CN" sz="3200" b="0" i="1" dirty="0">
                <a:solidFill>
                  <a:schemeClr val="bg1"/>
                </a:solidFill>
                <a:latin typeface="Times New Roman" panose="02020603050405020304" pitchFamily="18" charset="0"/>
                <a:ea typeface="宋体" panose="02010600030101010101" pitchFamily="2" charset="-122"/>
              </a:endParaRPr>
            </a:p>
          </p:txBody>
        </p:sp>
        <p:sp>
          <p:nvSpPr>
            <p:cNvPr id="50194" name="Text Box 13"/>
            <p:cNvSpPr txBox="1"/>
            <p:nvPr/>
          </p:nvSpPr>
          <p:spPr>
            <a:xfrm>
              <a:off x="975" y="1162"/>
              <a:ext cx="187" cy="365"/>
            </a:xfrm>
            <a:prstGeom prst="rect">
              <a:avLst/>
            </a:prstGeom>
            <a:noFill/>
            <a:ln w="12700">
              <a:noFill/>
            </a:ln>
          </p:spPr>
          <p:txBody>
            <a:bodyPr wrap="none" anchor="ctr" anchorCtr="0">
              <a:spAutoFit/>
            </a:bodyPr>
            <a:p>
              <a:pPr algn="ctr"/>
              <a:r>
                <a:rPr lang="en-US" altLang="zh-CN" sz="3200" b="0" i="1" dirty="0">
                  <a:solidFill>
                    <a:schemeClr val="bg1"/>
                  </a:solidFill>
                  <a:latin typeface="Times New Roman" panose="02020603050405020304" pitchFamily="18" charset="0"/>
                  <a:ea typeface="宋体" panose="02010600030101010101" pitchFamily="2" charset="-122"/>
                </a:rPr>
                <a:t>i</a:t>
              </a:r>
              <a:endParaRPr lang="en-US" altLang="zh-CN" sz="3200" b="0" i="1" dirty="0">
                <a:solidFill>
                  <a:schemeClr val="bg1"/>
                </a:solidFill>
                <a:latin typeface="Times New Roman" panose="02020603050405020304" pitchFamily="18" charset="0"/>
                <a:ea typeface="宋体" panose="02010600030101010101" pitchFamily="2" charset="-122"/>
              </a:endParaRPr>
            </a:p>
          </p:txBody>
        </p:sp>
        <p:sp>
          <p:nvSpPr>
            <p:cNvPr id="50195" name="Text Box 14"/>
            <p:cNvSpPr txBox="1"/>
            <p:nvPr/>
          </p:nvSpPr>
          <p:spPr>
            <a:xfrm>
              <a:off x="448" y="1819"/>
              <a:ext cx="293" cy="288"/>
            </a:xfrm>
            <a:prstGeom prst="rect">
              <a:avLst/>
            </a:prstGeom>
            <a:noFill/>
            <a:ln w="12700">
              <a:noFill/>
            </a:ln>
          </p:spPr>
          <p:txBody>
            <a:bodyPr anchor="ctr" anchorCtr="0">
              <a:spAutoFit/>
            </a:bodyPr>
            <a:p>
              <a:pPr algn="ctr"/>
              <a:r>
                <a:rPr lang="en-US" altLang="zh-CN" sz="2400" dirty="0">
                  <a:solidFill>
                    <a:schemeClr val="bg1"/>
                  </a:solidFill>
                  <a:latin typeface="Times New Roman" panose="02020603050405020304" pitchFamily="18" charset="0"/>
                  <a:ea typeface="宋体" panose="02010600030101010101" pitchFamily="2" charset="-122"/>
                </a:rPr>
                <a:t>_</a:t>
              </a:r>
              <a:endParaRPr lang="en-US" altLang="zh-CN" sz="2400" dirty="0">
                <a:solidFill>
                  <a:schemeClr val="bg1"/>
                </a:solidFill>
                <a:latin typeface="Times New Roman" panose="02020603050405020304" pitchFamily="18" charset="0"/>
                <a:ea typeface="宋体" panose="02010600030101010101" pitchFamily="2" charset="-122"/>
              </a:endParaRPr>
            </a:p>
          </p:txBody>
        </p:sp>
        <p:sp>
          <p:nvSpPr>
            <p:cNvPr id="50196" name="Oval 39"/>
            <p:cNvSpPr/>
            <p:nvPr/>
          </p:nvSpPr>
          <p:spPr>
            <a:xfrm>
              <a:off x="748" y="1462"/>
              <a:ext cx="68" cy="68"/>
            </a:xfrm>
            <a:prstGeom prst="ellipse">
              <a:avLst/>
            </a:prstGeom>
            <a:noFill/>
            <a:ln w="28575" cap="flat" cmpd="sng">
              <a:solidFill>
                <a:srgbClr val="FFCC00"/>
              </a:solidFill>
              <a:prstDash val="solid"/>
              <a:headEnd type="none" w="med" len="med"/>
              <a:tailEnd type="none" w="med" len="med"/>
            </a:ln>
          </p:spPr>
          <p:txBody>
            <a:bodyPr wrap="none" anchor="ctr" anchorCtr="0"/>
            <a:p>
              <a:endParaRPr lang="zh-CN" altLang="en-US" dirty="0">
                <a:latin typeface="楷体_GB2312" pitchFamily="49" charset="-122"/>
              </a:endParaRPr>
            </a:p>
          </p:txBody>
        </p:sp>
        <p:sp>
          <p:nvSpPr>
            <p:cNvPr id="50197" name="Oval 40"/>
            <p:cNvSpPr/>
            <p:nvPr/>
          </p:nvSpPr>
          <p:spPr>
            <a:xfrm>
              <a:off x="748" y="2024"/>
              <a:ext cx="68" cy="68"/>
            </a:xfrm>
            <a:prstGeom prst="ellipse">
              <a:avLst/>
            </a:prstGeom>
            <a:noFill/>
            <a:ln w="28575" cap="flat" cmpd="sng">
              <a:solidFill>
                <a:srgbClr val="FFCC00"/>
              </a:solidFill>
              <a:prstDash val="solid"/>
              <a:headEnd type="none" w="med" len="med"/>
              <a:tailEnd type="none" w="med" len="med"/>
            </a:ln>
          </p:spPr>
          <p:txBody>
            <a:bodyPr wrap="none" anchor="ctr" anchorCtr="0"/>
            <a:p>
              <a:endParaRPr lang="zh-CN" altLang="en-US" dirty="0">
                <a:latin typeface="楷体_GB2312" pitchFamily="49" charset="-122"/>
              </a:endParaRP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9" fill="hold" grpId="0" nodeType="withEffect">
                                  <p:stCondLst>
                                    <p:cond delay="0"/>
                                  </p:stCondLst>
                                  <p:childTnLst>
                                    <p:set>
                                      <p:cBhvr>
                                        <p:cTn id="6" dur="1" fill="hold">
                                          <p:stCondLst>
                                            <p:cond delay="0"/>
                                          </p:stCondLst>
                                        </p:cTn>
                                        <p:tgtEl>
                                          <p:spTgt spid="34818"/>
                                        </p:tgtEl>
                                        <p:attrNameLst>
                                          <p:attrName>style.visibility</p:attrName>
                                        </p:attrNameLst>
                                      </p:cBhvr>
                                      <p:to>
                                        <p:strVal val="visible"/>
                                      </p:to>
                                    </p:set>
                                    <p:anim calcmode="lin" valueType="num">
                                      <p:cBhvr additive="base">
                                        <p:cTn id="7" dur="500" fill="hold"/>
                                        <p:tgtEl>
                                          <p:spTgt spid="34818"/>
                                        </p:tgtEl>
                                        <p:attrNameLst>
                                          <p:attrName>ppt_x</p:attrName>
                                        </p:attrNameLst>
                                      </p:cBhvr>
                                      <p:tavLst>
                                        <p:tav tm="0">
                                          <p:val>
                                            <p:strVal val="0-#ppt_w/2"/>
                                          </p:val>
                                        </p:tav>
                                        <p:tav tm="100000">
                                          <p:val>
                                            <p:strVal val="#ppt_x"/>
                                          </p:val>
                                        </p:tav>
                                      </p:tavLst>
                                    </p:anim>
                                    <p:anim calcmode="lin" valueType="num">
                                      <p:cBhvr additive="base">
                                        <p:cTn id="8" dur="500" fill="hold"/>
                                        <p:tgtEl>
                                          <p:spTgt spid="34818"/>
                                        </p:tgtEl>
                                        <p:attrNameLst>
                                          <p:attrName>ppt_y</p:attrName>
                                        </p:attrNameLst>
                                      </p:cBhvr>
                                      <p:tavLst>
                                        <p:tav tm="0">
                                          <p:val>
                                            <p:strVal val="0-#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34821"/>
                                        </p:tgtEl>
                                        <p:attrNameLst>
                                          <p:attrName>style.visibility</p:attrName>
                                        </p:attrNameLst>
                                      </p:cBhvr>
                                      <p:to>
                                        <p:strVal val="visible"/>
                                      </p:to>
                                    </p:set>
                                    <p:anim calcmode="lin" valueType="num">
                                      <p:cBhvr additive="base">
                                        <p:cTn id="13" dur="500" fill="hold"/>
                                        <p:tgtEl>
                                          <p:spTgt spid="34821"/>
                                        </p:tgtEl>
                                        <p:attrNameLst>
                                          <p:attrName>ppt_x</p:attrName>
                                        </p:attrNameLst>
                                      </p:cBhvr>
                                      <p:tavLst>
                                        <p:tav tm="0">
                                          <p:val>
                                            <p:strVal val="0-#ppt_w/2"/>
                                          </p:val>
                                        </p:tav>
                                        <p:tav tm="100000">
                                          <p:val>
                                            <p:strVal val="#ppt_x"/>
                                          </p:val>
                                        </p:tav>
                                      </p:tavLst>
                                    </p:anim>
                                    <p:anim calcmode="lin" valueType="num">
                                      <p:cBhvr additive="base">
                                        <p:cTn id="14" dur="500" fill="hold"/>
                                        <p:tgtEl>
                                          <p:spTgt spid="34821"/>
                                        </p:tgtEl>
                                        <p:attrNameLst>
                                          <p:attrName>ppt_y</p:attrName>
                                        </p:attrNameLst>
                                      </p:cBhvr>
                                      <p:tavLst>
                                        <p:tav tm="0">
                                          <p:val>
                                            <p:strVal val="#ppt_y"/>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3" presetClass="entr" presetSubtype="10" fill="hold" nodeType="clickEffect">
                                  <p:stCondLst>
                                    <p:cond delay="0"/>
                                  </p:stCondLst>
                                  <p:childTnLst>
                                    <p:set>
                                      <p:cBhvr>
                                        <p:cTn id="18" dur="1" fill="hold">
                                          <p:stCondLst>
                                            <p:cond delay="0"/>
                                          </p:stCondLst>
                                        </p:cTn>
                                        <p:tgtEl>
                                          <p:spTgt spid="5"/>
                                        </p:tgtEl>
                                        <p:attrNameLst>
                                          <p:attrName>style.visibility</p:attrName>
                                        </p:attrNameLst>
                                      </p:cBhvr>
                                      <p:to>
                                        <p:strVal val="visible"/>
                                      </p:to>
                                    </p:set>
                                    <p:animEffect transition="in" filter="blinds(horizontal)">
                                      <p:cBhvr>
                                        <p:cTn id="19" dur="500"/>
                                        <p:tgtEl>
                                          <p:spTgt spid="5"/>
                                        </p:tgtEl>
                                      </p:cBhvr>
                                    </p:animEffect>
                                  </p:childTnLst>
                                </p:cTn>
                              </p:par>
                            </p:childTnLst>
                          </p:cTn>
                        </p:par>
                      </p:childTnLst>
                    </p:cTn>
                  </p:par>
                  <p:par>
                    <p:cTn id="20" fill="hold">
                      <p:stCondLst>
                        <p:cond delay="indefinite"/>
                      </p:stCondLst>
                      <p:childTnLst>
                        <p:par>
                          <p:cTn id="21" fill="hold">
                            <p:stCondLst>
                              <p:cond delay="0"/>
                            </p:stCondLst>
                            <p:childTnLst>
                              <p:par>
                                <p:cTn id="22" presetID="22" presetClass="entr" presetSubtype="1" fill="hold" nodeType="clickEffect">
                                  <p:stCondLst>
                                    <p:cond delay="0"/>
                                  </p:stCondLst>
                                  <p:childTnLst>
                                    <p:set>
                                      <p:cBhvr>
                                        <p:cTn id="23" dur="1" fill="hold">
                                          <p:stCondLst>
                                            <p:cond delay="0"/>
                                          </p:stCondLst>
                                        </p:cTn>
                                        <p:tgtEl>
                                          <p:spTgt spid="34820"/>
                                        </p:tgtEl>
                                        <p:attrNameLst>
                                          <p:attrName>style.visibility</p:attrName>
                                        </p:attrNameLst>
                                      </p:cBhvr>
                                      <p:to>
                                        <p:strVal val="visible"/>
                                      </p:to>
                                    </p:set>
                                    <p:animEffect transition="in" filter="wipe(up)">
                                      <p:cBhvr>
                                        <p:cTn id="24" dur="2000"/>
                                        <p:tgtEl>
                                          <p:spTgt spid="34820"/>
                                        </p:tgtEl>
                                      </p:cBhvr>
                                    </p:animEffect>
                                  </p:childTnLst>
                                </p:cTn>
                              </p:par>
                            </p:childTnLst>
                          </p:cTn>
                        </p:par>
                      </p:childTnLst>
                    </p:cTn>
                  </p:par>
                  <p:par>
                    <p:cTn id="25" fill="hold">
                      <p:stCondLst>
                        <p:cond delay="indefinite"/>
                      </p:stCondLst>
                      <p:childTnLst>
                        <p:par>
                          <p:cTn id="26" fill="hold">
                            <p:stCondLst>
                              <p:cond delay="0"/>
                            </p:stCondLst>
                            <p:childTnLst>
                              <p:par>
                                <p:cTn id="27" presetID="22" presetClass="entr" presetSubtype="1" fill="hold" nodeType="clickEffect">
                                  <p:stCondLst>
                                    <p:cond delay="0"/>
                                  </p:stCondLst>
                                  <p:childTnLst>
                                    <p:set>
                                      <p:cBhvr>
                                        <p:cTn id="28" dur="1" fill="hold">
                                          <p:stCondLst>
                                            <p:cond delay="0"/>
                                          </p:stCondLst>
                                        </p:cTn>
                                        <p:tgtEl>
                                          <p:spTgt spid="34822"/>
                                        </p:tgtEl>
                                        <p:attrNameLst>
                                          <p:attrName>style.visibility</p:attrName>
                                        </p:attrNameLst>
                                      </p:cBhvr>
                                      <p:to>
                                        <p:strVal val="visible"/>
                                      </p:to>
                                    </p:set>
                                    <p:animEffect transition="in" filter="wipe(up)">
                                      <p:cBhvr>
                                        <p:cTn id="29" dur="2000"/>
                                        <p:tgtEl>
                                          <p:spTgt spid="34822"/>
                                        </p:tgtEl>
                                      </p:cBhvr>
                                    </p:animEffect>
                                  </p:childTnLst>
                                </p:cTn>
                              </p:par>
                            </p:childTnLst>
                          </p:cTn>
                        </p:par>
                      </p:childTnLst>
                    </p:cTn>
                  </p:par>
                  <p:par>
                    <p:cTn id="30" fill="hold">
                      <p:stCondLst>
                        <p:cond delay="indefinite"/>
                      </p:stCondLst>
                      <p:childTnLst>
                        <p:par>
                          <p:cTn id="31" fill="hold">
                            <p:stCondLst>
                              <p:cond delay="0"/>
                            </p:stCondLst>
                            <p:childTnLst>
                              <p:par>
                                <p:cTn id="32" presetID="2" presetClass="entr" presetSubtype="2" fill="hold" grpId="0" nodeType="clickEffect">
                                  <p:stCondLst>
                                    <p:cond delay="0"/>
                                  </p:stCondLst>
                                  <p:childTnLst>
                                    <p:set>
                                      <p:cBhvr>
                                        <p:cTn id="33" dur="1" fill="hold">
                                          <p:stCondLst>
                                            <p:cond delay="0"/>
                                          </p:stCondLst>
                                        </p:cTn>
                                        <p:tgtEl>
                                          <p:spTgt spid="34834"/>
                                        </p:tgtEl>
                                        <p:attrNameLst>
                                          <p:attrName>style.visibility</p:attrName>
                                        </p:attrNameLst>
                                      </p:cBhvr>
                                      <p:to>
                                        <p:strVal val="visible"/>
                                      </p:to>
                                    </p:set>
                                    <p:anim calcmode="lin" valueType="num">
                                      <p:cBhvr additive="base">
                                        <p:cTn id="34" dur="500" fill="hold"/>
                                        <p:tgtEl>
                                          <p:spTgt spid="34834"/>
                                        </p:tgtEl>
                                        <p:attrNameLst>
                                          <p:attrName>ppt_x</p:attrName>
                                        </p:attrNameLst>
                                      </p:cBhvr>
                                      <p:tavLst>
                                        <p:tav tm="0">
                                          <p:val>
                                            <p:strVal val="1+#ppt_w/2"/>
                                          </p:val>
                                        </p:tav>
                                        <p:tav tm="100000">
                                          <p:val>
                                            <p:strVal val="#ppt_x"/>
                                          </p:val>
                                        </p:tav>
                                      </p:tavLst>
                                    </p:anim>
                                    <p:anim calcmode="lin" valueType="num">
                                      <p:cBhvr additive="base">
                                        <p:cTn id="35" dur="500" fill="hold"/>
                                        <p:tgtEl>
                                          <p:spTgt spid="34834"/>
                                        </p:tgtEl>
                                        <p:attrNameLst>
                                          <p:attrName>ppt_y</p:attrName>
                                        </p:attrNameLst>
                                      </p:cBhvr>
                                      <p:tavLst>
                                        <p:tav tm="0">
                                          <p:val>
                                            <p:strVal val="#ppt_y"/>
                                          </p:val>
                                        </p:tav>
                                        <p:tav tm="100000">
                                          <p:val>
                                            <p:strVal val="#ppt_y"/>
                                          </p:val>
                                        </p:tav>
                                      </p:tavLst>
                                    </p:anim>
                                  </p:childTnLst>
                                </p:cTn>
                              </p:par>
                            </p:childTnLst>
                          </p:cTn>
                        </p:par>
                      </p:childTnLst>
                    </p:cTn>
                  </p:par>
                  <p:par>
                    <p:cTn id="36" fill="hold">
                      <p:stCondLst>
                        <p:cond delay="indefinite"/>
                      </p:stCondLst>
                      <p:childTnLst>
                        <p:par>
                          <p:cTn id="37" fill="hold">
                            <p:stCondLst>
                              <p:cond delay="0"/>
                            </p:stCondLst>
                            <p:childTnLst>
                              <p:par>
                                <p:cTn id="38" presetID="2" presetClass="entr" presetSubtype="2" fill="hold" grpId="0" nodeType="clickEffect">
                                  <p:stCondLst>
                                    <p:cond delay="0"/>
                                  </p:stCondLst>
                                  <p:childTnLst>
                                    <p:set>
                                      <p:cBhvr>
                                        <p:cTn id="39" dur="1" fill="hold">
                                          <p:stCondLst>
                                            <p:cond delay="0"/>
                                          </p:stCondLst>
                                        </p:cTn>
                                        <p:tgtEl>
                                          <p:spTgt spid="34835"/>
                                        </p:tgtEl>
                                        <p:attrNameLst>
                                          <p:attrName>style.visibility</p:attrName>
                                        </p:attrNameLst>
                                      </p:cBhvr>
                                      <p:to>
                                        <p:strVal val="visible"/>
                                      </p:to>
                                    </p:set>
                                    <p:anim calcmode="lin" valueType="num">
                                      <p:cBhvr additive="base">
                                        <p:cTn id="40" dur="500" fill="hold"/>
                                        <p:tgtEl>
                                          <p:spTgt spid="34835"/>
                                        </p:tgtEl>
                                        <p:attrNameLst>
                                          <p:attrName>ppt_x</p:attrName>
                                        </p:attrNameLst>
                                      </p:cBhvr>
                                      <p:tavLst>
                                        <p:tav tm="0">
                                          <p:val>
                                            <p:strVal val="1+#ppt_w/2"/>
                                          </p:val>
                                        </p:tav>
                                        <p:tav tm="100000">
                                          <p:val>
                                            <p:strVal val="#ppt_x"/>
                                          </p:val>
                                        </p:tav>
                                      </p:tavLst>
                                    </p:anim>
                                    <p:anim calcmode="lin" valueType="num">
                                      <p:cBhvr additive="base">
                                        <p:cTn id="41" dur="500" fill="hold"/>
                                        <p:tgtEl>
                                          <p:spTgt spid="34835"/>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4818" grpId="0"/>
      <p:bldP spid="34821" grpId="0"/>
      <p:bldP spid="34834" grpId="0"/>
      <p:bldP spid="34835" grpId="0"/>
    </p:bld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90114" name="Text Box 2"/>
          <p:cNvSpPr txBox="1"/>
          <p:nvPr/>
        </p:nvSpPr>
        <p:spPr>
          <a:xfrm>
            <a:off x="395288" y="476250"/>
            <a:ext cx="3041650" cy="519113"/>
          </a:xfrm>
          <a:prstGeom prst="rect">
            <a:avLst/>
          </a:prstGeom>
          <a:noFill/>
          <a:ln w="9525">
            <a:noFill/>
          </a:ln>
        </p:spPr>
        <p:txBody>
          <a:bodyPr wrap="none">
            <a:spAutoFit/>
          </a:bodyPr>
          <a:p>
            <a:pPr>
              <a:spcBef>
                <a:spcPct val="50000"/>
              </a:spcBef>
            </a:pPr>
            <a:r>
              <a:rPr lang="zh-CN" altLang="en-US" dirty="0">
                <a:latin typeface="Times New Roman" panose="02020603050405020304" pitchFamily="18" charset="0"/>
              </a:rPr>
              <a:t>第一种分解方法：</a:t>
            </a:r>
            <a:endParaRPr lang="zh-CN" altLang="en-US" dirty="0">
              <a:latin typeface="Times New Roman" panose="02020603050405020304" pitchFamily="18" charset="0"/>
            </a:endParaRPr>
          </a:p>
        </p:txBody>
      </p:sp>
      <p:sp>
        <p:nvSpPr>
          <p:cNvPr id="90126" name="Text Box 14"/>
          <p:cNvSpPr txBox="1"/>
          <p:nvPr/>
        </p:nvSpPr>
        <p:spPr>
          <a:xfrm>
            <a:off x="1692275" y="4292600"/>
            <a:ext cx="5832475" cy="1747838"/>
          </a:xfrm>
          <a:prstGeom prst="rect">
            <a:avLst/>
          </a:prstGeom>
          <a:noFill/>
          <a:ln w="9525">
            <a:noFill/>
          </a:ln>
        </p:spPr>
        <p:txBody>
          <a:bodyPr>
            <a:spAutoFit/>
          </a:bodyPr>
          <a:p>
            <a:pPr marL="381000" indent="-381000" algn="just">
              <a:spcBef>
                <a:spcPct val="20000"/>
              </a:spcBef>
              <a:buFont typeface="Symbol" panose="05050102010706020507" pitchFamily="18" charset="2"/>
              <a:buChar char="·"/>
            </a:pPr>
            <a:r>
              <a:rPr lang="en-US" altLang="zh-CN" sz="3200" b="0" i="1" dirty="0">
                <a:solidFill>
                  <a:schemeClr val="bg1"/>
                </a:solidFill>
                <a:latin typeface="Times New Roman" panose="02020603050405020304" pitchFamily="18" charset="0"/>
                <a:ea typeface="宋体" panose="02010600030101010101" pitchFamily="2" charset="-122"/>
              </a:rPr>
              <a:t>p</a:t>
            </a:r>
            <a:r>
              <a:rPr lang="en-US" altLang="zh-CN" sz="3200" i="1" dirty="0">
                <a:solidFill>
                  <a:schemeClr val="bg1"/>
                </a:solidFill>
                <a:latin typeface="Times New Roman" panose="02020603050405020304" pitchFamily="18" charset="0"/>
                <a:ea typeface="宋体" panose="02010600030101010101" pitchFamily="2" charset="-122"/>
              </a:rPr>
              <a:t> </a:t>
            </a:r>
            <a:r>
              <a:rPr lang="en-US" altLang="zh-CN" i="1" dirty="0">
                <a:solidFill>
                  <a:schemeClr val="bg1"/>
                </a:solidFill>
                <a:latin typeface="Times New Roman" panose="02020603050405020304" pitchFamily="18" charset="0"/>
                <a:ea typeface="宋体" panose="02010600030101010101" pitchFamily="2" charset="-122"/>
              </a:rPr>
              <a:t>  </a:t>
            </a:r>
            <a:r>
              <a:rPr lang="zh-CN" altLang="en-US" dirty="0">
                <a:latin typeface="楷体_GB2312" pitchFamily="49" charset="-122"/>
              </a:rPr>
              <a:t>有时为正</a:t>
            </a:r>
            <a:r>
              <a:rPr lang="en-US" altLang="zh-CN" dirty="0">
                <a:latin typeface="楷体_GB2312" pitchFamily="49" charset="-122"/>
              </a:rPr>
              <a:t>, </a:t>
            </a:r>
            <a:r>
              <a:rPr lang="zh-CN" altLang="en-US" dirty="0">
                <a:latin typeface="楷体_GB2312" pitchFamily="49" charset="-122"/>
              </a:rPr>
              <a:t>有时为负。</a:t>
            </a:r>
            <a:endParaRPr lang="zh-CN" altLang="en-US" dirty="0">
              <a:latin typeface="楷体_GB2312" pitchFamily="49" charset="-122"/>
            </a:endParaRPr>
          </a:p>
          <a:p>
            <a:pPr marL="381000" indent="-381000" algn="just">
              <a:spcBef>
                <a:spcPct val="20000"/>
              </a:spcBef>
              <a:buFont typeface="Symbol" panose="05050102010706020507" pitchFamily="18" charset="2"/>
              <a:buChar char="·"/>
            </a:pPr>
            <a:r>
              <a:rPr lang="en-US" altLang="zh-CN" sz="3200" b="0" i="1" dirty="0">
                <a:solidFill>
                  <a:schemeClr val="bg1"/>
                </a:solidFill>
                <a:latin typeface="Times New Roman" panose="02020603050405020304" pitchFamily="18" charset="0"/>
                <a:ea typeface="宋体" panose="02010600030101010101" pitchFamily="2" charset="-122"/>
              </a:rPr>
              <a:t>p</a:t>
            </a:r>
            <a:r>
              <a:rPr lang="en-US" altLang="zh-CN" sz="3200" b="0" dirty="0">
                <a:solidFill>
                  <a:schemeClr val="bg1"/>
                </a:solidFill>
                <a:latin typeface="Times New Roman" panose="02020603050405020304" pitchFamily="18" charset="0"/>
                <a:ea typeface="宋体" panose="02010600030101010101" pitchFamily="2" charset="-122"/>
              </a:rPr>
              <a:t>&gt;0</a:t>
            </a:r>
            <a:r>
              <a:rPr lang="en-US" altLang="zh-CN" dirty="0">
                <a:latin typeface="Times New Roman" panose="02020603050405020304" pitchFamily="18" charset="0"/>
                <a:ea typeface="宋体" panose="02010600030101010101" pitchFamily="2" charset="-122"/>
              </a:rPr>
              <a:t>,  </a:t>
            </a:r>
            <a:r>
              <a:rPr lang="zh-CN" altLang="en-US" dirty="0">
                <a:latin typeface="Times New Roman" panose="02020603050405020304" pitchFamily="18" charset="0"/>
              </a:rPr>
              <a:t>电路吸收功率。</a:t>
            </a:r>
            <a:endParaRPr lang="zh-CN" altLang="en-US" dirty="0">
              <a:latin typeface="Times New Roman" panose="02020603050405020304" pitchFamily="18" charset="0"/>
            </a:endParaRPr>
          </a:p>
          <a:p>
            <a:pPr marL="381000" indent="-381000" algn="just">
              <a:spcBef>
                <a:spcPct val="20000"/>
              </a:spcBef>
              <a:buFont typeface="Symbol" panose="05050102010706020507" pitchFamily="18" charset="2"/>
              <a:buChar char="·"/>
            </a:pPr>
            <a:r>
              <a:rPr lang="en-US" altLang="zh-CN" sz="3200" b="0" i="1" dirty="0">
                <a:solidFill>
                  <a:schemeClr val="bg1"/>
                </a:solidFill>
                <a:latin typeface="Times New Roman" panose="02020603050405020304" pitchFamily="18" charset="0"/>
                <a:ea typeface="宋体" panose="02010600030101010101" pitchFamily="2" charset="-122"/>
              </a:rPr>
              <a:t>p</a:t>
            </a:r>
            <a:r>
              <a:rPr lang="en-US" altLang="zh-CN" sz="3200" b="0" dirty="0">
                <a:solidFill>
                  <a:schemeClr val="bg1"/>
                </a:solidFill>
                <a:latin typeface="Times New Roman" panose="02020603050405020304" pitchFamily="18" charset="0"/>
                <a:ea typeface="宋体" panose="02010600030101010101" pitchFamily="2" charset="-122"/>
              </a:rPr>
              <a:t>&lt;0</a:t>
            </a:r>
            <a:r>
              <a:rPr lang="zh-CN" altLang="en-US" dirty="0">
                <a:latin typeface="Times New Roman" panose="02020603050405020304" pitchFamily="18" charset="0"/>
                <a:ea typeface="宋体" panose="02010600030101010101" pitchFamily="2" charset="-122"/>
              </a:rPr>
              <a:t>，</a:t>
            </a:r>
            <a:r>
              <a:rPr lang="zh-CN" altLang="en-US" dirty="0">
                <a:latin typeface="Times New Roman" panose="02020603050405020304" pitchFamily="18" charset="0"/>
              </a:rPr>
              <a:t>电路发出功率。</a:t>
            </a:r>
            <a:endParaRPr lang="zh-CN" altLang="en-US" i="1" dirty="0">
              <a:latin typeface="Times New Roman" panose="02020603050405020304" pitchFamily="18" charset="0"/>
            </a:endParaRPr>
          </a:p>
        </p:txBody>
      </p:sp>
      <p:grpSp>
        <p:nvGrpSpPr>
          <p:cNvPr id="2" name="Group 61"/>
          <p:cNvGrpSpPr/>
          <p:nvPr/>
        </p:nvGrpSpPr>
        <p:grpSpPr>
          <a:xfrm>
            <a:off x="1733550" y="1268413"/>
            <a:ext cx="4062413" cy="2295525"/>
            <a:chOff x="1092" y="799"/>
            <a:chExt cx="2559" cy="1446"/>
          </a:xfrm>
        </p:grpSpPr>
        <p:sp>
          <p:nvSpPr>
            <p:cNvPr id="51226" name="Freeform 16"/>
            <p:cNvSpPr/>
            <p:nvPr/>
          </p:nvSpPr>
          <p:spPr>
            <a:xfrm>
              <a:off x="1655" y="799"/>
              <a:ext cx="1" cy="1446"/>
            </a:xfrm>
            <a:custGeom>
              <a:avLst/>
              <a:gdLst>
                <a:gd name="txL" fmla="*/ 0 w 1"/>
                <a:gd name="txT" fmla="*/ 0 h 1446"/>
                <a:gd name="txR" fmla="*/ 1 w 1"/>
                <a:gd name="txB" fmla="*/ 1446 h 1446"/>
              </a:gdLst>
              <a:ahLst/>
              <a:cxnLst>
                <a:cxn ang="0">
                  <a:pos x="0" y="1446"/>
                </a:cxn>
                <a:cxn ang="0">
                  <a:pos x="0" y="0"/>
                </a:cxn>
              </a:cxnLst>
              <a:rect l="txL" t="txT" r="txR" b="txB"/>
              <a:pathLst>
                <a:path w="1" h="1446">
                  <a:moveTo>
                    <a:pt x="0" y="1446"/>
                  </a:moveTo>
                  <a:lnTo>
                    <a:pt x="0" y="0"/>
                  </a:lnTo>
                </a:path>
              </a:pathLst>
            </a:custGeom>
            <a:noFill/>
            <a:ln w="28575" cap="flat" cmpd="sng">
              <a:solidFill>
                <a:srgbClr val="FFFF00"/>
              </a:solidFill>
              <a:prstDash val="solid"/>
              <a:round/>
              <a:headEnd type="none" w="med" len="med"/>
              <a:tailEnd type="triangle" w="med" len="med"/>
            </a:ln>
          </p:spPr>
          <p:txBody>
            <a:bodyPr wrap="none" anchor="ctr" anchorCtr="0"/>
            <a:p>
              <a:endParaRPr lang="zh-CN" altLang="en-US" dirty="0">
                <a:latin typeface="楷体_GB2312" pitchFamily="49" charset="-122"/>
              </a:endParaRPr>
            </a:p>
          </p:txBody>
        </p:sp>
        <p:sp>
          <p:nvSpPr>
            <p:cNvPr id="51227" name="Line 17"/>
            <p:cNvSpPr/>
            <p:nvPr/>
          </p:nvSpPr>
          <p:spPr>
            <a:xfrm flipV="1">
              <a:off x="1092" y="1683"/>
              <a:ext cx="2429" cy="7"/>
            </a:xfrm>
            <a:prstGeom prst="line">
              <a:avLst/>
            </a:prstGeom>
            <a:ln w="28575" cap="flat" cmpd="sng">
              <a:solidFill>
                <a:srgbClr val="FFFF00"/>
              </a:solidFill>
              <a:prstDash val="solid"/>
              <a:headEnd type="none" w="med" len="med"/>
              <a:tailEnd type="triangle" w="med" len="med"/>
            </a:ln>
          </p:spPr>
        </p:sp>
        <p:sp>
          <p:nvSpPr>
            <p:cNvPr id="51228" name="Text Box 18"/>
            <p:cNvSpPr txBox="1"/>
            <p:nvPr/>
          </p:nvSpPr>
          <p:spPr>
            <a:xfrm>
              <a:off x="3263" y="1648"/>
              <a:ext cx="388" cy="327"/>
            </a:xfrm>
            <a:prstGeom prst="rect">
              <a:avLst/>
            </a:prstGeom>
            <a:noFill/>
            <a:ln w="28575">
              <a:noFill/>
            </a:ln>
          </p:spPr>
          <p:txBody>
            <a:bodyPr wrap="none">
              <a:spAutoFit/>
            </a:bodyPr>
            <a:p>
              <a:pPr eaLnBrk="0" hangingPunct="0"/>
              <a:r>
                <a:rPr lang="en-US" altLang="zh-CN" b="0" i="1" dirty="0">
                  <a:solidFill>
                    <a:schemeClr val="bg1"/>
                  </a:solidFill>
                  <a:latin typeface="Times New Roman" panose="02020603050405020304" pitchFamily="18" charset="0"/>
                  <a:ea typeface="宋体" panose="02010600030101010101" pitchFamily="2" charset="-122"/>
                  <a:sym typeface="Symbol" panose="05050102010706020507" pitchFamily="18" charset="2"/>
                </a:rPr>
                <a:t> </a:t>
              </a:r>
              <a:r>
                <a:rPr lang="en-US" altLang="zh-CN" b="0" i="1" dirty="0">
                  <a:solidFill>
                    <a:schemeClr val="bg1"/>
                  </a:solidFill>
                  <a:latin typeface="Times New Roman" panose="02020603050405020304" pitchFamily="18" charset="0"/>
                  <a:ea typeface="宋体" panose="02010600030101010101" pitchFamily="2" charset="-122"/>
                </a:rPr>
                <a:t>t</a:t>
              </a:r>
              <a:endParaRPr lang="en-US" altLang="zh-CN" b="0" i="1" dirty="0">
                <a:solidFill>
                  <a:schemeClr val="bg1"/>
                </a:solidFill>
                <a:latin typeface="Times New Roman" panose="02020603050405020304" pitchFamily="18" charset="0"/>
                <a:ea typeface="宋体" panose="02010600030101010101" pitchFamily="2" charset="-122"/>
              </a:endParaRPr>
            </a:p>
          </p:txBody>
        </p:sp>
        <p:sp>
          <p:nvSpPr>
            <p:cNvPr id="51229" name="Freeform 19"/>
            <p:cNvSpPr/>
            <p:nvPr/>
          </p:nvSpPr>
          <p:spPr>
            <a:xfrm>
              <a:off x="1254" y="1457"/>
              <a:ext cx="2022" cy="452"/>
            </a:xfrm>
            <a:custGeom>
              <a:avLst/>
              <a:gdLst>
                <a:gd name="txL" fmla="*/ 0 w 2022"/>
                <a:gd name="txT" fmla="*/ 0 h 452"/>
                <a:gd name="txR" fmla="*/ 2022 w 2022"/>
                <a:gd name="txB" fmla="*/ 452 h 452"/>
              </a:gdLst>
              <a:ahLst/>
              <a:cxnLst>
                <a:cxn ang="0">
                  <a:pos x="0" y="368"/>
                </a:cxn>
                <a:cxn ang="0">
                  <a:pos x="258" y="151"/>
                </a:cxn>
                <a:cxn ang="0">
                  <a:pos x="333" y="86"/>
                </a:cxn>
                <a:cxn ang="0">
                  <a:pos x="428" y="30"/>
                </a:cxn>
                <a:cxn ang="0">
                  <a:pos x="536" y="4"/>
                </a:cxn>
                <a:cxn ang="0">
                  <a:pos x="670" y="36"/>
                </a:cxn>
                <a:cxn ang="0">
                  <a:pos x="804" y="130"/>
                </a:cxn>
                <a:cxn ang="0">
                  <a:pos x="904" y="225"/>
                </a:cxn>
                <a:cxn ang="0">
                  <a:pos x="1017" y="328"/>
                </a:cxn>
                <a:cxn ang="0">
                  <a:pos x="1128" y="411"/>
                </a:cxn>
                <a:cxn ang="0">
                  <a:pos x="1282" y="449"/>
                </a:cxn>
                <a:cxn ang="0">
                  <a:pos x="1447" y="389"/>
                </a:cxn>
                <a:cxn ang="0">
                  <a:pos x="1635" y="231"/>
                </a:cxn>
                <a:cxn ang="0">
                  <a:pos x="1722" y="146"/>
                </a:cxn>
                <a:cxn ang="0">
                  <a:pos x="1874" y="37"/>
                </a:cxn>
                <a:cxn ang="0">
                  <a:pos x="2000" y="5"/>
                </a:cxn>
                <a:cxn ang="0">
                  <a:pos x="2007" y="7"/>
                </a:cxn>
              </a:cxnLst>
              <a:rect l="txL" t="txT" r="txR" b="txB"/>
              <a:pathLst>
                <a:path w="2022" h="452">
                  <a:moveTo>
                    <a:pt x="0" y="368"/>
                  </a:moveTo>
                  <a:cubicBezTo>
                    <a:pt x="43" y="333"/>
                    <a:pt x="202" y="198"/>
                    <a:pt x="258" y="151"/>
                  </a:cubicBezTo>
                  <a:cubicBezTo>
                    <a:pt x="314" y="104"/>
                    <a:pt x="305" y="107"/>
                    <a:pt x="333" y="86"/>
                  </a:cubicBezTo>
                  <a:cubicBezTo>
                    <a:pt x="361" y="66"/>
                    <a:pt x="395" y="43"/>
                    <a:pt x="428" y="30"/>
                  </a:cubicBezTo>
                  <a:cubicBezTo>
                    <a:pt x="462" y="16"/>
                    <a:pt x="496" y="3"/>
                    <a:pt x="536" y="4"/>
                  </a:cubicBezTo>
                  <a:cubicBezTo>
                    <a:pt x="577" y="5"/>
                    <a:pt x="625" y="15"/>
                    <a:pt x="670" y="36"/>
                  </a:cubicBezTo>
                  <a:cubicBezTo>
                    <a:pt x="715" y="57"/>
                    <a:pt x="765" y="98"/>
                    <a:pt x="804" y="130"/>
                  </a:cubicBezTo>
                  <a:cubicBezTo>
                    <a:pt x="842" y="161"/>
                    <a:pt x="868" y="192"/>
                    <a:pt x="904" y="225"/>
                  </a:cubicBezTo>
                  <a:cubicBezTo>
                    <a:pt x="940" y="258"/>
                    <a:pt x="980" y="297"/>
                    <a:pt x="1017" y="328"/>
                  </a:cubicBezTo>
                  <a:cubicBezTo>
                    <a:pt x="1055" y="358"/>
                    <a:pt x="1084" y="390"/>
                    <a:pt x="1128" y="411"/>
                  </a:cubicBezTo>
                  <a:cubicBezTo>
                    <a:pt x="1172" y="431"/>
                    <a:pt x="1229" y="452"/>
                    <a:pt x="1282" y="449"/>
                  </a:cubicBezTo>
                  <a:cubicBezTo>
                    <a:pt x="1336" y="445"/>
                    <a:pt x="1388" y="426"/>
                    <a:pt x="1447" y="389"/>
                  </a:cubicBezTo>
                  <a:cubicBezTo>
                    <a:pt x="1506" y="353"/>
                    <a:pt x="1589" y="272"/>
                    <a:pt x="1635" y="231"/>
                  </a:cubicBezTo>
                  <a:cubicBezTo>
                    <a:pt x="1680" y="191"/>
                    <a:pt x="1683" y="178"/>
                    <a:pt x="1722" y="146"/>
                  </a:cubicBezTo>
                  <a:cubicBezTo>
                    <a:pt x="1762" y="114"/>
                    <a:pt x="1828" y="61"/>
                    <a:pt x="1874" y="37"/>
                  </a:cubicBezTo>
                  <a:cubicBezTo>
                    <a:pt x="1920" y="13"/>
                    <a:pt x="1978" y="10"/>
                    <a:pt x="2000" y="5"/>
                  </a:cubicBezTo>
                  <a:cubicBezTo>
                    <a:pt x="2022" y="0"/>
                    <a:pt x="2006" y="7"/>
                    <a:pt x="2007" y="7"/>
                  </a:cubicBezTo>
                </a:path>
              </a:pathLst>
            </a:custGeom>
            <a:noFill/>
            <a:ln w="28575" cap="flat" cmpd="sng">
              <a:solidFill>
                <a:srgbClr val="66FFFF"/>
              </a:solidFill>
              <a:prstDash val="solid"/>
              <a:round/>
              <a:headEnd type="none" w="med" len="med"/>
              <a:tailEnd type="none" w="med" len="med"/>
            </a:ln>
          </p:spPr>
          <p:txBody>
            <a:bodyPr anchor="ctr" anchorCtr="0">
              <a:spAutoFit/>
            </a:bodyPr>
            <a:p>
              <a:endParaRPr lang="zh-CN" altLang="en-US" dirty="0">
                <a:latin typeface="楷体_GB2312" pitchFamily="49" charset="-122"/>
              </a:endParaRPr>
            </a:p>
          </p:txBody>
        </p:sp>
        <p:sp>
          <p:nvSpPr>
            <p:cNvPr id="51230" name="Freeform 20"/>
            <p:cNvSpPr/>
            <p:nvPr/>
          </p:nvSpPr>
          <p:spPr>
            <a:xfrm>
              <a:off x="1247" y="1337"/>
              <a:ext cx="2016" cy="672"/>
            </a:xfrm>
            <a:custGeom>
              <a:avLst/>
              <a:gdLst>
                <a:gd name="txL" fmla="*/ 0 w 1977"/>
                <a:gd name="txT" fmla="*/ 0 h 432"/>
                <a:gd name="txR" fmla="*/ 1977 w 1977"/>
                <a:gd name="txB" fmla="*/ 432 h 432"/>
              </a:gdLst>
              <a:ahLst/>
              <a:cxnLst>
                <a:cxn ang="0">
                  <a:pos x="24" y="217"/>
                </a:cxn>
                <a:cxn ang="0">
                  <a:pos x="30" y="217"/>
                </a:cxn>
                <a:cxn ang="0">
                  <a:pos x="33" y="215"/>
                </a:cxn>
                <a:cxn ang="0">
                  <a:pos x="231" y="53"/>
                </a:cxn>
                <a:cxn ang="0">
                  <a:pos x="411" y="2"/>
                </a:cxn>
                <a:cxn ang="0">
                  <a:pos x="586" y="67"/>
                </a:cxn>
                <a:cxn ang="0">
                  <a:pos x="764" y="217"/>
                </a:cxn>
                <a:cxn ang="0">
                  <a:pos x="981" y="385"/>
                </a:cxn>
                <a:cxn ang="0">
                  <a:pos x="1116" y="430"/>
                </a:cxn>
                <a:cxn ang="0">
                  <a:pos x="1258" y="397"/>
                </a:cxn>
                <a:cxn ang="0">
                  <a:pos x="1401" y="286"/>
                </a:cxn>
                <a:cxn ang="0">
                  <a:pos x="1500" y="205"/>
                </a:cxn>
                <a:cxn ang="0">
                  <a:pos x="1638" y="82"/>
                </a:cxn>
                <a:cxn ang="0">
                  <a:pos x="1809" y="13"/>
                </a:cxn>
                <a:cxn ang="0">
                  <a:pos x="1926" y="28"/>
                </a:cxn>
                <a:cxn ang="0">
                  <a:pos x="1977" y="52"/>
                </a:cxn>
              </a:cxnLst>
              <a:rect l="txL" t="txT" r="txR" b="txB"/>
              <a:pathLst>
                <a:path w="1977" h="432">
                  <a:moveTo>
                    <a:pt x="24" y="217"/>
                  </a:moveTo>
                  <a:cubicBezTo>
                    <a:pt x="24" y="217"/>
                    <a:pt x="29" y="217"/>
                    <a:pt x="30" y="217"/>
                  </a:cubicBezTo>
                  <a:cubicBezTo>
                    <a:pt x="31" y="217"/>
                    <a:pt x="0" y="242"/>
                    <a:pt x="33" y="215"/>
                  </a:cubicBezTo>
                  <a:cubicBezTo>
                    <a:pt x="66" y="188"/>
                    <a:pt x="168" y="88"/>
                    <a:pt x="231" y="53"/>
                  </a:cubicBezTo>
                  <a:cubicBezTo>
                    <a:pt x="294" y="18"/>
                    <a:pt x="352" y="0"/>
                    <a:pt x="411" y="2"/>
                  </a:cubicBezTo>
                  <a:cubicBezTo>
                    <a:pt x="470" y="5"/>
                    <a:pt x="528" y="31"/>
                    <a:pt x="586" y="67"/>
                  </a:cubicBezTo>
                  <a:cubicBezTo>
                    <a:pt x="644" y="103"/>
                    <a:pt x="698" y="164"/>
                    <a:pt x="764" y="217"/>
                  </a:cubicBezTo>
                  <a:cubicBezTo>
                    <a:pt x="830" y="270"/>
                    <a:pt x="922" y="349"/>
                    <a:pt x="981" y="385"/>
                  </a:cubicBezTo>
                  <a:cubicBezTo>
                    <a:pt x="1040" y="421"/>
                    <a:pt x="1070" y="428"/>
                    <a:pt x="1116" y="430"/>
                  </a:cubicBezTo>
                  <a:cubicBezTo>
                    <a:pt x="1162" y="432"/>
                    <a:pt x="1210" y="421"/>
                    <a:pt x="1258" y="397"/>
                  </a:cubicBezTo>
                  <a:cubicBezTo>
                    <a:pt x="1306" y="373"/>
                    <a:pt x="1361" y="318"/>
                    <a:pt x="1401" y="286"/>
                  </a:cubicBezTo>
                  <a:cubicBezTo>
                    <a:pt x="1441" y="254"/>
                    <a:pt x="1461" y="239"/>
                    <a:pt x="1500" y="205"/>
                  </a:cubicBezTo>
                  <a:cubicBezTo>
                    <a:pt x="1539" y="171"/>
                    <a:pt x="1587" y="114"/>
                    <a:pt x="1638" y="82"/>
                  </a:cubicBezTo>
                  <a:cubicBezTo>
                    <a:pt x="1689" y="50"/>
                    <a:pt x="1761" y="22"/>
                    <a:pt x="1809" y="13"/>
                  </a:cubicBezTo>
                  <a:cubicBezTo>
                    <a:pt x="1857" y="4"/>
                    <a:pt x="1898" y="21"/>
                    <a:pt x="1926" y="28"/>
                  </a:cubicBezTo>
                  <a:cubicBezTo>
                    <a:pt x="1954" y="35"/>
                    <a:pt x="1967" y="47"/>
                    <a:pt x="1977" y="52"/>
                  </a:cubicBezTo>
                </a:path>
              </a:pathLst>
            </a:custGeom>
            <a:noFill/>
            <a:ln w="28575" cap="flat" cmpd="sng">
              <a:solidFill>
                <a:srgbClr val="66FF66"/>
              </a:solidFill>
              <a:prstDash val="solid"/>
              <a:round/>
              <a:headEnd type="none" w="med" len="med"/>
              <a:tailEnd type="none" w="med" len="med"/>
            </a:ln>
          </p:spPr>
          <p:txBody>
            <a:bodyPr anchor="ctr" anchorCtr="0">
              <a:spAutoFit/>
            </a:bodyPr>
            <a:p>
              <a:endParaRPr lang="zh-CN" altLang="en-US" dirty="0">
                <a:latin typeface="楷体_GB2312" pitchFamily="49" charset="-122"/>
              </a:endParaRPr>
            </a:p>
          </p:txBody>
        </p:sp>
        <p:sp>
          <p:nvSpPr>
            <p:cNvPr id="51231" name="Text Box 21"/>
            <p:cNvSpPr txBox="1"/>
            <p:nvPr/>
          </p:nvSpPr>
          <p:spPr>
            <a:xfrm>
              <a:off x="3084" y="1429"/>
              <a:ext cx="302" cy="327"/>
            </a:xfrm>
            <a:prstGeom prst="rect">
              <a:avLst/>
            </a:prstGeom>
            <a:noFill/>
            <a:ln w="28575">
              <a:noFill/>
            </a:ln>
          </p:spPr>
          <p:txBody>
            <a:bodyPr>
              <a:spAutoFit/>
            </a:bodyPr>
            <a:p>
              <a:pPr>
                <a:spcBef>
                  <a:spcPct val="50000"/>
                </a:spcBef>
              </a:pPr>
              <a:r>
                <a:rPr lang="en-US" altLang="zh-CN" b="0" dirty="0">
                  <a:solidFill>
                    <a:schemeClr val="bg1"/>
                  </a:solidFill>
                  <a:latin typeface="Times New Roman" panose="02020603050405020304" pitchFamily="18" charset="0"/>
                  <a:ea typeface="宋体" panose="02010600030101010101" pitchFamily="2" charset="-122"/>
                </a:rPr>
                <a:t> </a:t>
              </a:r>
              <a:r>
                <a:rPr lang="en-US" altLang="zh-CN" b="0" i="1" dirty="0">
                  <a:solidFill>
                    <a:schemeClr val="bg1"/>
                  </a:solidFill>
                  <a:latin typeface="Times New Roman" panose="02020603050405020304" pitchFamily="18" charset="0"/>
                  <a:ea typeface="宋体" panose="02010600030101010101" pitchFamily="2" charset="-122"/>
                </a:rPr>
                <a:t>i</a:t>
              </a:r>
              <a:endParaRPr lang="en-US" altLang="zh-CN" b="0" dirty="0">
                <a:solidFill>
                  <a:schemeClr val="bg1"/>
                </a:solidFill>
                <a:latin typeface="Times New Roman" panose="02020603050405020304" pitchFamily="18" charset="0"/>
                <a:ea typeface="宋体" panose="02010600030101010101" pitchFamily="2" charset="-122"/>
              </a:endParaRPr>
            </a:p>
          </p:txBody>
        </p:sp>
        <p:sp>
          <p:nvSpPr>
            <p:cNvPr id="51232" name="Text Box 22"/>
            <p:cNvSpPr txBox="1"/>
            <p:nvPr/>
          </p:nvSpPr>
          <p:spPr>
            <a:xfrm>
              <a:off x="1429" y="1679"/>
              <a:ext cx="232" cy="250"/>
            </a:xfrm>
            <a:prstGeom prst="rect">
              <a:avLst/>
            </a:prstGeom>
            <a:noFill/>
            <a:ln w="28575">
              <a:noFill/>
            </a:ln>
          </p:spPr>
          <p:txBody>
            <a:bodyPr wrap="none">
              <a:spAutoFit/>
            </a:bodyPr>
            <a:p>
              <a:pPr>
                <a:spcBef>
                  <a:spcPct val="50000"/>
                </a:spcBef>
              </a:pPr>
              <a:r>
                <a:rPr lang="en-US" altLang="zh-CN" sz="2000" b="0" i="1" dirty="0">
                  <a:solidFill>
                    <a:schemeClr val="bg1"/>
                  </a:solidFill>
                  <a:latin typeface="Times New Roman" panose="02020603050405020304" pitchFamily="18" charset="0"/>
                  <a:ea typeface="宋体" panose="02010600030101010101" pitchFamily="2" charset="-122"/>
                </a:rPr>
                <a:t>O</a:t>
              </a:r>
              <a:endParaRPr lang="en-US" altLang="zh-CN" sz="2000" b="0" i="1" dirty="0">
                <a:solidFill>
                  <a:schemeClr val="bg1"/>
                </a:solidFill>
                <a:latin typeface="Times New Roman" panose="02020603050405020304" pitchFamily="18" charset="0"/>
                <a:ea typeface="宋体" panose="02010600030101010101" pitchFamily="2" charset="-122"/>
              </a:endParaRPr>
            </a:p>
          </p:txBody>
        </p:sp>
        <p:sp>
          <p:nvSpPr>
            <p:cNvPr id="51233" name="Text Box 23"/>
            <p:cNvSpPr txBox="1"/>
            <p:nvPr/>
          </p:nvSpPr>
          <p:spPr>
            <a:xfrm>
              <a:off x="3276" y="1205"/>
              <a:ext cx="228" cy="327"/>
            </a:xfrm>
            <a:prstGeom prst="rect">
              <a:avLst/>
            </a:prstGeom>
            <a:noFill/>
            <a:ln w="28575">
              <a:noFill/>
            </a:ln>
          </p:spPr>
          <p:txBody>
            <a:bodyPr wrap="none">
              <a:spAutoFit/>
            </a:bodyPr>
            <a:p>
              <a:pPr>
                <a:spcBef>
                  <a:spcPct val="50000"/>
                </a:spcBef>
              </a:pPr>
              <a:r>
                <a:rPr lang="en-US" altLang="zh-CN" b="0" i="1" dirty="0">
                  <a:solidFill>
                    <a:schemeClr val="bg1"/>
                  </a:solidFill>
                  <a:latin typeface="Times New Roman" panose="02020603050405020304" pitchFamily="18" charset="0"/>
                  <a:ea typeface="宋体" panose="02010600030101010101" pitchFamily="2" charset="-122"/>
                </a:rPr>
                <a:t>u</a:t>
              </a:r>
              <a:endParaRPr lang="en-US" altLang="zh-CN" b="0" dirty="0">
                <a:solidFill>
                  <a:schemeClr val="bg1"/>
                </a:solidFill>
                <a:latin typeface="Times New Roman" panose="02020603050405020304" pitchFamily="18" charset="0"/>
                <a:ea typeface="宋体" panose="02010600030101010101" pitchFamily="2" charset="-122"/>
              </a:endParaRPr>
            </a:p>
          </p:txBody>
        </p:sp>
      </p:grpSp>
      <p:graphicFrame>
        <p:nvGraphicFramePr>
          <p:cNvPr id="90144" name="Object 32"/>
          <p:cNvGraphicFramePr/>
          <p:nvPr/>
        </p:nvGraphicFramePr>
        <p:xfrm>
          <a:off x="3319463" y="549275"/>
          <a:ext cx="5048250" cy="512763"/>
        </p:xfrm>
        <a:graphic>
          <a:graphicData uri="http://schemas.openxmlformats.org/presentationml/2006/ole">
            <mc:AlternateContent xmlns:mc="http://schemas.openxmlformats.org/markup-compatibility/2006">
              <mc:Choice xmlns:v="urn:schemas-microsoft-com:vml" Requires="v">
                <p:oleObj spid="_x0000_s3404" name="" r:id="rId1" imgW="2222500" imgH="228600" progId="Equation.3">
                  <p:embed/>
                </p:oleObj>
              </mc:Choice>
              <mc:Fallback>
                <p:oleObj name="" r:id="rId1" imgW="2222500" imgH="228600" progId="Equation.3">
                  <p:embed/>
                  <p:pic>
                    <p:nvPicPr>
                      <p:cNvPr id="0" name="图片 3403"/>
                      <p:cNvPicPr/>
                      <p:nvPr/>
                    </p:nvPicPr>
                    <p:blipFill>
                      <a:blip r:embed="rId2">
                        <a:clrChange>
                          <a:clrFrom>
                            <a:srgbClr val="000000"/>
                          </a:clrFrom>
                          <a:clrTo>
                            <a:srgbClr val="FFFFFF"/>
                          </a:clrTo>
                        </a:clrChange>
                      </a:blip>
                      <a:stretch>
                        <a:fillRect/>
                      </a:stretch>
                    </p:blipFill>
                    <p:spPr>
                      <a:xfrm>
                        <a:off x="3319463" y="549275"/>
                        <a:ext cx="5048250" cy="512763"/>
                      </a:xfrm>
                      <a:prstGeom prst="rect">
                        <a:avLst/>
                      </a:prstGeom>
                      <a:noFill/>
                      <a:ln w="38100">
                        <a:noFill/>
                        <a:miter/>
                      </a:ln>
                    </p:spPr>
                  </p:pic>
                </p:oleObj>
              </mc:Fallback>
            </mc:AlternateContent>
          </a:graphicData>
        </a:graphic>
      </p:graphicFrame>
      <p:sp>
        <p:nvSpPr>
          <p:cNvPr id="90155" name="AutoShape 43"/>
          <p:cNvSpPr/>
          <p:nvPr/>
        </p:nvSpPr>
        <p:spPr>
          <a:xfrm>
            <a:off x="5364163" y="1125538"/>
            <a:ext cx="3529012" cy="574675"/>
          </a:xfrm>
          <a:prstGeom prst="wedgeRoundRectCallout">
            <a:avLst>
              <a:gd name="adj1" fmla="val -51079"/>
              <a:gd name="adj2" fmla="val 90884"/>
              <a:gd name="adj3" fmla="val 16667"/>
            </a:avLst>
          </a:prstGeom>
          <a:solidFill>
            <a:schemeClr val="accent1"/>
          </a:solidFill>
          <a:ln w="9525">
            <a:noFill/>
          </a:ln>
        </p:spPr>
        <p:txBody>
          <a:bodyPr/>
          <a:p>
            <a:pPr>
              <a:spcBef>
                <a:spcPct val="50000"/>
              </a:spcBef>
            </a:pPr>
            <a:r>
              <a:rPr lang="en-US" altLang="zh-CN" b="0" i="1" dirty="0">
                <a:solidFill>
                  <a:schemeClr val="tx1"/>
                </a:solidFill>
                <a:latin typeface="Times New Roman" panose="02020603050405020304" pitchFamily="18" charset="0"/>
                <a:ea typeface="仿宋_GB2312" pitchFamily="49" charset="-122"/>
              </a:rPr>
              <a:t>UI</a:t>
            </a:r>
            <a:r>
              <a:rPr lang="en-US" altLang="zh-CN" b="0" dirty="0">
                <a:solidFill>
                  <a:schemeClr val="tx1"/>
                </a:solidFill>
                <a:latin typeface="Times New Roman" panose="02020603050405020304" pitchFamily="18" charset="0"/>
                <a:ea typeface="仿宋_GB2312" pitchFamily="49" charset="-122"/>
              </a:rPr>
              <a:t>cos</a:t>
            </a:r>
            <a:r>
              <a:rPr lang="en-US" altLang="zh-CN" b="0" i="1" dirty="0">
                <a:solidFill>
                  <a:schemeClr val="tx1"/>
                </a:solidFill>
                <a:latin typeface="Times New Roman" panose="02020603050405020304" pitchFamily="18" charset="0"/>
                <a:ea typeface="仿宋_GB2312" pitchFamily="49" charset="-122"/>
                <a:sym typeface="Symbol" panose="05050102010706020507" pitchFamily="18" charset="2"/>
              </a:rPr>
              <a:t></a:t>
            </a:r>
            <a:r>
              <a:rPr lang="en-US" altLang="zh-CN" i="1" dirty="0">
                <a:solidFill>
                  <a:schemeClr val="tx1"/>
                </a:solidFill>
                <a:latin typeface="Times New Roman" panose="02020603050405020304" pitchFamily="18" charset="0"/>
                <a:ea typeface="仿宋_GB2312" pitchFamily="49" charset="-122"/>
                <a:sym typeface="Symbol" panose="05050102010706020507" pitchFamily="18" charset="2"/>
              </a:rPr>
              <a:t> </a:t>
            </a:r>
            <a:r>
              <a:rPr lang="zh-CN" altLang="en-US" dirty="0">
                <a:solidFill>
                  <a:schemeClr val="tx1"/>
                </a:solidFill>
                <a:latin typeface="Times New Roman" panose="02020603050405020304" pitchFamily="18" charset="0"/>
                <a:sym typeface="Symbol" panose="05050102010706020507" pitchFamily="18" charset="2"/>
              </a:rPr>
              <a:t>恒定</a:t>
            </a:r>
            <a:r>
              <a:rPr lang="zh-CN" altLang="en-US" dirty="0">
                <a:solidFill>
                  <a:schemeClr val="tx1"/>
                </a:solidFill>
                <a:latin typeface="Arial" panose="020B0604020202020204" pitchFamily="34" charset="0"/>
              </a:rPr>
              <a:t>分量</a:t>
            </a:r>
            <a:endParaRPr lang="zh-CN" altLang="en-US" dirty="0">
              <a:solidFill>
                <a:schemeClr val="tx1"/>
              </a:solidFill>
              <a:latin typeface="Times New Roman" panose="02020603050405020304" pitchFamily="18" charset="0"/>
              <a:ea typeface="仿宋_GB2312" pitchFamily="49" charset="-122"/>
            </a:endParaRPr>
          </a:p>
          <a:p>
            <a:pPr algn="ctr"/>
            <a:endParaRPr lang="en-US" altLang="zh-CN" dirty="0">
              <a:solidFill>
                <a:schemeClr val="tx1"/>
              </a:solidFill>
              <a:latin typeface="Times New Roman" panose="02020603050405020304" pitchFamily="18" charset="0"/>
              <a:ea typeface="仿宋_GB2312" pitchFamily="49" charset="-122"/>
            </a:endParaRPr>
          </a:p>
        </p:txBody>
      </p:sp>
      <p:sp>
        <p:nvSpPr>
          <p:cNvPr id="90156" name="AutoShape 44"/>
          <p:cNvSpPr/>
          <p:nvPr/>
        </p:nvSpPr>
        <p:spPr>
          <a:xfrm>
            <a:off x="5724525" y="3141663"/>
            <a:ext cx="2879725" cy="1008062"/>
          </a:xfrm>
          <a:prstGeom prst="wedgeRoundRectCallout">
            <a:avLst>
              <a:gd name="adj1" fmla="val -87653"/>
              <a:gd name="adj2" fmla="val -53620"/>
              <a:gd name="adj3" fmla="val 16667"/>
            </a:avLst>
          </a:prstGeom>
          <a:solidFill>
            <a:schemeClr val="accent1"/>
          </a:solidFill>
          <a:ln w="9525">
            <a:noFill/>
          </a:ln>
        </p:spPr>
        <p:txBody>
          <a:bodyPr/>
          <a:p>
            <a:pPr>
              <a:spcBef>
                <a:spcPct val="50000"/>
              </a:spcBef>
            </a:pPr>
            <a:r>
              <a:rPr lang="en-US" altLang="zh-CN" b="0" i="1" dirty="0">
                <a:solidFill>
                  <a:schemeClr val="tx1"/>
                </a:solidFill>
                <a:latin typeface="Times New Roman" panose="02020603050405020304" pitchFamily="18" charset="0"/>
                <a:ea typeface="仿宋_GB2312" pitchFamily="49" charset="-122"/>
              </a:rPr>
              <a:t>UI</a:t>
            </a:r>
            <a:r>
              <a:rPr lang="en-US" altLang="zh-CN" b="0" dirty="0">
                <a:solidFill>
                  <a:schemeClr val="tx1"/>
                </a:solidFill>
                <a:latin typeface="Times New Roman" panose="02020603050405020304" pitchFamily="18" charset="0"/>
                <a:ea typeface="仿宋_GB2312" pitchFamily="49" charset="-122"/>
              </a:rPr>
              <a:t>cos</a:t>
            </a:r>
            <a:r>
              <a:rPr lang="en-US" altLang="zh-CN" b="0" i="1" dirty="0">
                <a:solidFill>
                  <a:schemeClr val="tx1"/>
                </a:solidFill>
                <a:latin typeface="Times New Roman" panose="02020603050405020304" pitchFamily="18" charset="0"/>
                <a:ea typeface="仿宋_GB2312" pitchFamily="49" charset="-122"/>
                <a:sym typeface="Symbol" panose="05050102010706020507" pitchFamily="18" charset="2"/>
              </a:rPr>
              <a:t> </a:t>
            </a:r>
            <a:r>
              <a:rPr lang="en-US" altLang="zh-CN" b="0" dirty="0">
                <a:solidFill>
                  <a:schemeClr val="tx1"/>
                </a:solidFill>
                <a:latin typeface="Times New Roman" panose="02020603050405020304" pitchFamily="18" charset="0"/>
                <a:ea typeface="仿宋_GB2312" pitchFamily="49" charset="-122"/>
                <a:sym typeface="Symbol" panose="05050102010706020507" pitchFamily="18" charset="2"/>
              </a:rPr>
              <a:t>(2</a:t>
            </a:r>
            <a:r>
              <a:rPr lang="en-US" altLang="zh-CN" b="0" i="1" dirty="0">
                <a:solidFill>
                  <a:schemeClr val="tx1"/>
                </a:solidFill>
                <a:latin typeface="Times New Roman" panose="02020603050405020304" pitchFamily="18" charset="0"/>
                <a:ea typeface="仿宋_GB2312" pitchFamily="49" charset="-122"/>
                <a:sym typeface="Symbol" panose="05050102010706020507" pitchFamily="18" charset="2"/>
              </a:rPr>
              <a:t> t </a:t>
            </a:r>
            <a:r>
              <a:rPr lang="zh-CN" altLang="en-US" b="0" i="1" dirty="0">
                <a:solidFill>
                  <a:schemeClr val="tx1"/>
                </a:solidFill>
                <a:latin typeface="Times New Roman" panose="02020603050405020304" pitchFamily="18" charset="0"/>
                <a:ea typeface="仿宋_GB2312" pitchFamily="49" charset="-122"/>
                <a:sym typeface="Symbol" panose="05050102010706020507" pitchFamily="18" charset="2"/>
              </a:rPr>
              <a:t>－</a:t>
            </a:r>
            <a:r>
              <a:rPr lang="en-US" altLang="zh-CN" b="0" dirty="0">
                <a:solidFill>
                  <a:schemeClr val="tx1"/>
                </a:solidFill>
                <a:latin typeface="Times New Roman" panose="02020603050405020304" pitchFamily="18" charset="0"/>
                <a:ea typeface="仿宋_GB2312" pitchFamily="49" charset="-122"/>
                <a:sym typeface="Symbol" panose="05050102010706020507" pitchFamily="18" charset="2"/>
              </a:rPr>
              <a:t>)</a:t>
            </a:r>
            <a:r>
              <a:rPr lang="zh-CN" altLang="en-US" dirty="0">
                <a:solidFill>
                  <a:schemeClr val="tx1"/>
                </a:solidFill>
                <a:latin typeface="Arial" panose="020B0604020202020204" pitchFamily="34" charset="0"/>
              </a:rPr>
              <a:t>为正弦分量</a:t>
            </a:r>
            <a:endParaRPr lang="zh-CN" altLang="en-US" dirty="0">
              <a:solidFill>
                <a:schemeClr val="tx1"/>
              </a:solidFill>
              <a:latin typeface="Times New Roman" panose="02020603050405020304" pitchFamily="18" charset="0"/>
            </a:endParaRPr>
          </a:p>
          <a:p>
            <a:pPr algn="ctr"/>
            <a:endParaRPr lang="en-US" altLang="zh-CN" dirty="0">
              <a:solidFill>
                <a:schemeClr val="tx1"/>
              </a:solidFill>
              <a:latin typeface="Times New Roman" panose="02020603050405020304" pitchFamily="18" charset="0"/>
              <a:ea typeface="仿宋_GB2312" pitchFamily="49" charset="-122"/>
            </a:endParaRPr>
          </a:p>
        </p:txBody>
      </p:sp>
      <p:grpSp>
        <p:nvGrpSpPr>
          <p:cNvPr id="51208" name="Group 46"/>
          <p:cNvGrpSpPr/>
          <p:nvPr/>
        </p:nvGrpSpPr>
        <p:grpSpPr>
          <a:xfrm>
            <a:off x="8316913" y="6446838"/>
            <a:ext cx="792162" cy="366712"/>
            <a:chOff x="5193" y="4020"/>
            <a:chExt cx="499" cy="231"/>
          </a:xfrm>
        </p:grpSpPr>
        <p:pic>
          <p:nvPicPr>
            <p:cNvPr id="51224" name="Picture 47" descr="78900"/>
            <p:cNvPicPr>
              <a:picLocks noChangeAspect="1"/>
            </p:cNvPicPr>
            <p:nvPr/>
          </p:nvPicPr>
          <p:blipFill>
            <a:blip r:embed="rId3"/>
            <a:stretch>
              <a:fillRect/>
            </a:stretch>
          </p:blipFill>
          <p:spPr>
            <a:xfrm>
              <a:off x="5193" y="4066"/>
              <a:ext cx="499" cy="181"/>
            </a:xfrm>
            <a:prstGeom prst="rect">
              <a:avLst/>
            </a:prstGeom>
            <a:noFill/>
            <a:ln w="9525">
              <a:noFill/>
            </a:ln>
          </p:spPr>
        </p:pic>
        <p:sp>
          <p:nvSpPr>
            <p:cNvPr id="51225" name="Text Box 48">
              <a:hlinkClick r:id="" action="ppaction://hlinkshowjump?jump=nextslide"/>
            </p:cNvPr>
            <p:cNvSpPr txBox="1"/>
            <p:nvPr/>
          </p:nvSpPr>
          <p:spPr>
            <a:xfrm>
              <a:off x="5216" y="4020"/>
              <a:ext cx="476" cy="231"/>
            </a:xfrm>
            <a:prstGeom prst="rect">
              <a:avLst/>
            </a:prstGeom>
            <a:noFill/>
            <a:ln w="9525">
              <a:noFill/>
            </a:ln>
          </p:spPr>
          <p:txBody>
            <a:bodyPr wrap="none">
              <a:spAutoFit/>
            </a:bodyPr>
            <a:p>
              <a:pPr>
                <a:spcBef>
                  <a:spcPct val="50000"/>
                </a:spcBef>
              </a:pPr>
              <a:r>
                <a:rPr lang="zh-CN" altLang="en-US" sz="1800" b="0" dirty="0">
                  <a:solidFill>
                    <a:schemeClr val="bg1"/>
                  </a:solidFill>
                  <a:latin typeface="隶书" panose="02010509060101010101" pitchFamily="49" charset="-122"/>
                  <a:ea typeface="隶书" panose="02010509060101010101" pitchFamily="49" charset="-122"/>
                </a:rPr>
                <a:t>下 页</a:t>
              </a:r>
              <a:endParaRPr lang="zh-CN" altLang="en-US" sz="1800" b="0" dirty="0">
                <a:solidFill>
                  <a:schemeClr val="bg1"/>
                </a:solidFill>
                <a:latin typeface="隶书" panose="02010509060101010101" pitchFamily="49" charset="-122"/>
                <a:ea typeface="隶书" panose="02010509060101010101" pitchFamily="49" charset="-122"/>
              </a:endParaRPr>
            </a:p>
          </p:txBody>
        </p:sp>
      </p:grpSp>
      <p:grpSp>
        <p:nvGrpSpPr>
          <p:cNvPr id="51209" name="Group 49"/>
          <p:cNvGrpSpPr/>
          <p:nvPr/>
        </p:nvGrpSpPr>
        <p:grpSpPr>
          <a:xfrm>
            <a:off x="7453313" y="6446838"/>
            <a:ext cx="792162" cy="366712"/>
            <a:chOff x="4649" y="4020"/>
            <a:chExt cx="499" cy="231"/>
          </a:xfrm>
        </p:grpSpPr>
        <p:pic>
          <p:nvPicPr>
            <p:cNvPr id="51222" name="Picture 50" descr="78900"/>
            <p:cNvPicPr>
              <a:picLocks noChangeAspect="1"/>
            </p:cNvPicPr>
            <p:nvPr/>
          </p:nvPicPr>
          <p:blipFill>
            <a:blip r:embed="rId3"/>
            <a:stretch>
              <a:fillRect/>
            </a:stretch>
          </p:blipFill>
          <p:spPr>
            <a:xfrm>
              <a:off x="4649" y="4066"/>
              <a:ext cx="499" cy="181"/>
            </a:xfrm>
            <a:prstGeom prst="rect">
              <a:avLst/>
            </a:prstGeom>
            <a:noFill/>
            <a:ln w="9525">
              <a:noFill/>
            </a:ln>
          </p:spPr>
        </p:pic>
        <p:sp>
          <p:nvSpPr>
            <p:cNvPr id="51223" name="Text Box 51">
              <a:hlinkClick r:id="" action="ppaction://hlinkshowjump?jump=previousslide"/>
            </p:cNvPr>
            <p:cNvSpPr txBox="1"/>
            <p:nvPr/>
          </p:nvSpPr>
          <p:spPr>
            <a:xfrm>
              <a:off x="4672" y="4020"/>
              <a:ext cx="476" cy="231"/>
            </a:xfrm>
            <a:prstGeom prst="rect">
              <a:avLst/>
            </a:prstGeom>
            <a:noFill/>
            <a:ln w="9525">
              <a:noFill/>
            </a:ln>
          </p:spPr>
          <p:txBody>
            <a:bodyPr wrap="none">
              <a:spAutoFit/>
            </a:bodyPr>
            <a:p>
              <a:pPr>
                <a:spcBef>
                  <a:spcPct val="50000"/>
                </a:spcBef>
              </a:pPr>
              <a:r>
                <a:rPr lang="zh-CN" altLang="en-US" sz="1800" b="0" dirty="0">
                  <a:solidFill>
                    <a:schemeClr val="bg1"/>
                  </a:solidFill>
                  <a:latin typeface="隶书" panose="02010509060101010101" pitchFamily="49" charset="-122"/>
                  <a:ea typeface="隶书" panose="02010509060101010101" pitchFamily="49" charset="-122"/>
                </a:rPr>
                <a:t>上 页</a:t>
              </a:r>
              <a:endParaRPr lang="zh-CN" altLang="en-US" sz="1800" b="0" dirty="0">
                <a:solidFill>
                  <a:schemeClr val="bg1"/>
                </a:solidFill>
                <a:latin typeface="隶书" panose="02010509060101010101" pitchFamily="49" charset="-122"/>
                <a:ea typeface="隶书" panose="02010509060101010101" pitchFamily="49" charset="-122"/>
              </a:endParaRPr>
            </a:p>
          </p:txBody>
        </p:sp>
      </p:grpSp>
      <p:grpSp>
        <p:nvGrpSpPr>
          <p:cNvPr id="51210" name="Group 58"/>
          <p:cNvGrpSpPr/>
          <p:nvPr/>
        </p:nvGrpSpPr>
        <p:grpSpPr>
          <a:xfrm>
            <a:off x="6588125" y="6446838"/>
            <a:ext cx="792163" cy="366712"/>
            <a:chOff x="4649" y="4020"/>
            <a:chExt cx="499" cy="231"/>
          </a:xfrm>
        </p:grpSpPr>
        <p:pic>
          <p:nvPicPr>
            <p:cNvPr id="51220" name="Picture 59" descr="78900"/>
            <p:cNvPicPr>
              <a:picLocks noChangeAspect="1"/>
            </p:cNvPicPr>
            <p:nvPr/>
          </p:nvPicPr>
          <p:blipFill>
            <a:blip r:embed="rId3"/>
            <a:stretch>
              <a:fillRect/>
            </a:stretch>
          </p:blipFill>
          <p:spPr>
            <a:xfrm>
              <a:off x="4649" y="4066"/>
              <a:ext cx="499" cy="181"/>
            </a:xfrm>
            <a:prstGeom prst="rect">
              <a:avLst/>
            </a:prstGeom>
            <a:noFill/>
            <a:ln w="9525">
              <a:noFill/>
            </a:ln>
          </p:spPr>
        </p:pic>
        <p:sp>
          <p:nvSpPr>
            <p:cNvPr id="51221" name="Text Box 60">
              <a:hlinkClick r:id="" action="ppaction://hlinkshowjump?jump=firstslide"/>
            </p:cNvPr>
            <p:cNvSpPr txBox="1"/>
            <p:nvPr/>
          </p:nvSpPr>
          <p:spPr>
            <a:xfrm>
              <a:off x="4672" y="4020"/>
              <a:ext cx="476" cy="231"/>
            </a:xfrm>
            <a:prstGeom prst="rect">
              <a:avLst/>
            </a:prstGeom>
            <a:noFill/>
            <a:ln w="9525">
              <a:noFill/>
            </a:ln>
          </p:spPr>
          <p:txBody>
            <a:bodyPr wrap="none">
              <a:spAutoFit/>
            </a:bodyPr>
            <a:p>
              <a:pPr>
                <a:spcBef>
                  <a:spcPct val="50000"/>
                </a:spcBef>
              </a:pPr>
              <a:r>
                <a:rPr lang="zh-CN" altLang="en-US" sz="1800" b="0" dirty="0">
                  <a:solidFill>
                    <a:schemeClr val="bg1"/>
                  </a:solidFill>
                  <a:latin typeface="隶书" panose="02010509060101010101" pitchFamily="49" charset="-122"/>
                  <a:ea typeface="隶书" panose="02010509060101010101" pitchFamily="49" charset="-122"/>
                </a:rPr>
                <a:t>返 回</a:t>
              </a:r>
              <a:endParaRPr lang="zh-CN" altLang="en-US" sz="1800" b="0" dirty="0">
                <a:solidFill>
                  <a:schemeClr val="bg1"/>
                </a:solidFill>
                <a:latin typeface="隶书" panose="02010509060101010101" pitchFamily="49" charset="-122"/>
                <a:ea typeface="隶书" panose="02010509060101010101" pitchFamily="49" charset="-122"/>
              </a:endParaRPr>
            </a:p>
          </p:txBody>
        </p:sp>
      </p:grpSp>
      <p:sp>
        <p:nvSpPr>
          <p:cNvPr id="90174" name="Line 62"/>
          <p:cNvSpPr/>
          <p:nvPr/>
        </p:nvSpPr>
        <p:spPr>
          <a:xfrm>
            <a:off x="2051050" y="2133600"/>
            <a:ext cx="3733800" cy="0"/>
          </a:xfrm>
          <a:prstGeom prst="line">
            <a:avLst/>
          </a:prstGeom>
          <a:ln w="28575" cap="flat" cmpd="sng">
            <a:solidFill>
              <a:schemeClr val="bg1"/>
            </a:solidFill>
            <a:prstDash val="dash"/>
            <a:headEnd type="none" w="med" len="med"/>
            <a:tailEnd type="none" w="med" len="med"/>
          </a:ln>
        </p:spPr>
      </p:sp>
      <p:grpSp>
        <p:nvGrpSpPr>
          <p:cNvPr id="6" name="Group 63"/>
          <p:cNvGrpSpPr/>
          <p:nvPr/>
        </p:nvGrpSpPr>
        <p:grpSpPr>
          <a:xfrm>
            <a:off x="2051050" y="1916113"/>
            <a:ext cx="2671763" cy="1460500"/>
            <a:chOff x="1281" y="1244"/>
            <a:chExt cx="1683" cy="920"/>
          </a:xfrm>
        </p:grpSpPr>
        <p:sp>
          <p:nvSpPr>
            <p:cNvPr id="51218" name="Freeform 64"/>
            <p:cNvSpPr/>
            <p:nvPr/>
          </p:nvSpPr>
          <p:spPr>
            <a:xfrm>
              <a:off x="1281" y="1244"/>
              <a:ext cx="843" cy="920"/>
            </a:xfrm>
            <a:custGeom>
              <a:avLst/>
              <a:gdLst>
                <a:gd name="txL" fmla="*/ 0 w 843"/>
                <a:gd name="txT" fmla="*/ 0 h 920"/>
                <a:gd name="txR" fmla="*/ 843 w 843"/>
                <a:gd name="txB" fmla="*/ 920 h 920"/>
              </a:gdLst>
              <a:ahLst/>
              <a:cxnLst>
                <a:cxn ang="0">
                  <a:pos x="3" y="834"/>
                </a:cxn>
                <a:cxn ang="0">
                  <a:pos x="3" y="828"/>
                </a:cxn>
                <a:cxn ang="0">
                  <a:pos x="3" y="834"/>
                </a:cxn>
                <a:cxn ang="0">
                  <a:pos x="11" y="858"/>
                </a:cxn>
                <a:cxn ang="0">
                  <a:pos x="67" y="912"/>
                </a:cxn>
                <a:cxn ang="0">
                  <a:pos x="137" y="847"/>
                </a:cxn>
                <a:cxn ang="0">
                  <a:pos x="207" y="655"/>
                </a:cxn>
                <a:cxn ang="0">
                  <a:pos x="259" y="462"/>
                </a:cxn>
                <a:cxn ang="0">
                  <a:pos x="318" y="253"/>
                </a:cxn>
                <a:cxn ang="0">
                  <a:pos x="376" y="85"/>
                </a:cxn>
                <a:cxn ang="0">
                  <a:pos x="456" y="6"/>
                </a:cxn>
                <a:cxn ang="0">
                  <a:pos x="542" y="127"/>
                </a:cxn>
                <a:cxn ang="0">
                  <a:pos x="640" y="449"/>
                </a:cxn>
                <a:cxn ang="0">
                  <a:pos x="685" y="622"/>
                </a:cxn>
                <a:cxn ang="0">
                  <a:pos x="765" y="843"/>
                </a:cxn>
                <a:cxn ang="0">
                  <a:pos x="831" y="909"/>
                </a:cxn>
                <a:cxn ang="0">
                  <a:pos x="834" y="905"/>
                </a:cxn>
              </a:cxnLst>
              <a:rect l="txL" t="txT" r="txR" b="txB"/>
              <a:pathLst>
                <a:path w="843" h="920">
                  <a:moveTo>
                    <a:pt x="3" y="834"/>
                  </a:moveTo>
                  <a:cubicBezTo>
                    <a:pt x="3" y="832"/>
                    <a:pt x="3" y="828"/>
                    <a:pt x="3" y="828"/>
                  </a:cubicBezTo>
                  <a:cubicBezTo>
                    <a:pt x="3" y="828"/>
                    <a:pt x="2" y="829"/>
                    <a:pt x="3" y="834"/>
                  </a:cubicBezTo>
                  <a:cubicBezTo>
                    <a:pt x="4" y="839"/>
                    <a:pt x="0" y="845"/>
                    <a:pt x="11" y="858"/>
                  </a:cubicBezTo>
                  <a:cubicBezTo>
                    <a:pt x="22" y="871"/>
                    <a:pt x="46" y="914"/>
                    <a:pt x="67" y="912"/>
                  </a:cubicBezTo>
                  <a:cubicBezTo>
                    <a:pt x="88" y="909"/>
                    <a:pt x="113" y="889"/>
                    <a:pt x="137" y="847"/>
                  </a:cubicBezTo>
                  <a:cubicBezTo>
                    <a:pt x="160" y="803"/>
                    <a:pt x="186" y="719"/>
                    <a:pt x="207" y="655"/>
                  </a:cubicBezTo>
                  <a:cubicBezTo>
                    <a:pt x="226" y="592"/>
                    <a:pt x="240" y="529"/>
                    <a:pt x="259" y="462"/>
                  </a:cubicBezTo>
                  <a:cubicBezTo>
                    <a:pt x="278" y="395"/>
                    <a:pt x="298" y="316"/>
                    <a:pt x="318" y="253"/>
                  </a:cubicBezTo>
                  <a:cubicBezTo>
                    <a:pt x="338" y="190"/>
                    <a:pt x="353" y="126"/>
                    <a:pt x="376" y="85"/>
                  </a:cubicBezTo>
                  <a:cubicBezTo>
                    <a:pt x="399" y="43"/>
                    <a:pt x="428" y="0"/>
                    <a:pt x="456" y="6"/>
                  </a:cubicBezTo>
                  <a:cubicBezTo>
                    <a:pt x="484" y="14"/>
                    <a:pt x="511" y="54"/>
                    <a:pt x="542" y="127"/>
                  </a:cubicBezTo>
                  <a:cubicBezTo>
                    <a:pt x="573" y="201"/>
                    <a:pt x="616" y="366"/>
                    <a:pt x="640" y="449"/>
                  </a:cubicBezTo>
                  <a:cubicBezTo>
                    <a:pt x="664" y="531"/>
                    <a:pt x="665" y="557"/>
                    <a:pt x="685" y="622"/>
                  </a:cubicBezTo>
                  <a:cubicBezTo>
                    <a:pt x="706" y="688"/>
                    <a:pt x="741" y="795"/>
                    <a:pt x="765" y="843"/>
                  </a:cubicBezTo>
                  <a:cubicBezTo>
                    <a:pt x="789" y="891"/>
                    <a:pt x="819" y="899"/>
                    <a:pt x="831" y="909"/>
                  </a:cubicBezTo>
                  <a:cubicBezTo>
                    <a:pt x="843" y="920"/>
                    <a:pt x="834" y="906"/>
                    <a:pt x="834" y="905"/>
                  </a:cubicBezTo>
                </a:path>
              </a:pathLst>
            </a:custGeom>
            <a:noFill/>
            <a:ln w="28575" cap="flat" cmpd="sng">
              <a:solidFill>
                <a:srgbClr val="FFCC00"/>
              </a:solidFill>
              <a:prstDash val="dash"/>
              <a:round/>
              <a:headEnd type="none" w="med" len="med"/>
              <a:tailEnd type="none" w="med" len="med"/>
            </a:ln>
          </p:spPr>
          <p:txBody>
            <a:bodyPr anchor="ctr" anchorCtr="0">
              <a:spAutoFit/>
            </a:bodyPr>
            <a:p>
              <a:endParaRPr lang="zh-CN" altLang="en-US" dirty="0">
                <a:latin typeface="楷体_GB2312" pitchFamily="49" charset="-122"/>
              </a:endParaRPr>
            </a:p>
          </p:txBody>
        </p:sp>
        <p:sp>
          <p:nvSpPr>
            <p:cNvPr id="51219" name="Freeform 65"/>
            <p:cNvSpPr/>
            <p:nvPr/>
          </p:nvSpPr>
          <p:spPr>
            <a:xfrm flipV="1">
              <a:off x="2100" y="1244"/>
              <a:ext cx="864" cy="912"/>
            </a:xfrm>
            <a:custGeom>
              <a:avLst/>
              <a:gdLst>
                <a:gd name="txL" fmla="*/ 0 w 890"/>
                <a:gd name="txT" fmla="*/ 0 h 1248"/>
                <a:gd name="txR" fmla="*/ 890 w 890"/>
                <a:gd name="txB" fmla="*/ 1248 h 1248"/>
              </a:gdLst>
              <a:ahLst/>
              <a:cxnLst>
                <a:cxn ang="0">
                  <a:pos x="890" y="594"/>
                </a:cxn>
                <a:cxn ang="0">
                  <a:pos x="860" y="423"/>
                </a:cxn>
                <a:cxn ang="0">
                  <a:pos x="821" y="240"/>
                </a:cxn>
                <a:cxn ang="0">
                  <a:pos x="764" y="81"/>
                </a:cxn>
                <a:cxn ang="0">
                  <a:pos x="710" y="12"/>
                </a:cxn>
                <a:cxn ang="0">
                  <a:pos x="653" y="63"/>
                </a:cxn>
                <a:cxn ang="0">
                  <a:pos x="575" y="345"/>
                </a:cxn>
                <a:cxn ang="0">
                  <a:pos x="524" y="606"/>
                </a:cxn>
                <a:cxn ang="0">
                  <a:pos x="479" y="905"/>
                </a:cxn>
                <a:cxn ang="0">
                  <a:pos x="427" y="1134"/>
                </a:cxn>
                <a:cxn ang="0">
                  <a:pos x="355" y="1239"/>
                </a:cxn>
                <a:cxn ang="0">
                  <a:pos x="278" y="1075"/>
                </a:cxn>
                <a:cxn ang="0">
                  <a:pos x="171" y="600"/>
                </a:cxn>
                <a:cxn ang="0">
                  <a:pos x="135" y="378"/>
                </a:cxn>
                <a:cxn ang="0">
                  <a:pos x="59" y="66"/>
                </a:cxn>
                <a:cxn ang="0">
                  <a:pos x="8" y="9"/>
                </a:cxn>
                <a:cxn ang="0">
                  <a:pos x="11" y="9"/>
                </a:cxn>
              </a:cxnLst>
              <a:rect l="txL" t="txT" r="txR" b="txB"/>
              <a:pathLst>
                <a:path w="890" h="1248">
                  <a:moveTo>
                    <a:pt x="890" y="594"/>
                  </a:moveTo>
                  <a:cubicBezTo>
                    <a:pt x="885" y="566"/>
                    <a:pt x="871" y="482"/>
                    <a:pt x="860" y="423"/>
                  </a:cubicBezTo>
                  <a:cubicBezTo>
                    <a:pt x="849" y="364"/>
                    <a:pt x="837" y="297"/>
                    <a:pt x="821" y="240"/>
                  </a:cubicBezTo>
                  <a:cubicBezTo>
                    <a:pt x="805" y="183"/>
                    <a:pt x="782" y="119"/>
                    <a:pt x="764" y="81"/>
                  </a:cubicBezTo>
                  <a:cubicBezTo>
                    <a:pt x="746" y="43"/>
                    <a:pt x="728" y="15"/>
                    <a:pt x="710" y="12"/>
                  </a:cubicBezTo>
                  <a:cubicBezTo>
                    <a:pt x="692" y="9"/>
                    <a:pt x="675" y="8"/>
                    <a:pt x="653" y="63"/>
                  </a:cubicBezTo>
                  <a:cubicBezTo>
                    <a:pt x="631" y="118"/>
                    <a:pt x="596" y="255"/>
                    <a:pt x="575" y="345"/>
                  </a:cubicBezTo>
                  <a:cubicBezTo>
                    <a:pt x="554" y="435"/>
                    <a:pt x="540" y="513"/>
                    <a:pt x="524" y="606"/>
                  </a:cubicBezTo>
                  <a:cubicBezTo>
                    <a:pt x="508" y="699"/>
                    <a:pt x="495" y="817"/>
                    <a:pt x="479" y="905"/>
                  </a:cubicBezTo>
                  <a:cubicBezTo>
                    <a:pt x="463" y="993"/>
                    <a:pt x="448" y="1078"/>
                    <a:pt x="427" y="1134"/>
                  </a:cubicBezTo>
                  <a:cubicBezTo>
                    <a:pt x="406" y="1189"/>
                    <a:pt x="380" y="1248"/>
                    <a:pt x="355" y="1239"/>
                  </a:cubicBezTo>
                  <a:cubicBezTo>
                    <a:pt x="330" y="1229"/>
                    <a:pt x="309" y="1181"/>
                    <a:pt x="278" y="1075"/>
                  </a:cubicBezTo>
                  <a:cubicBezTo>
                    <a:pt x="247" y="969"/>
                    <a:pt x="195" y="716"/>
                    <a:pt x="171" y="600"/>
                  </a:cubicBezTo>
                  <a:cubicBezTo>
                    <a:pt x="147" y="484"/>
                    <a:pt x="154" y="467"/>
                    <a:pt x="135" y="378"/>
                  </a:cubicBezTo>
                  <a:cubicBezTo>
                    <a:pt x="116" y="289"/>
                    <a:pt x="80" y="127"/>
                    <a:pt x="59" y="66"/>
                  </a:cubicBezTo>
                  <a:cubicBezTo>
                    <a:pt x="38" y="5"/>
                    <a:pt x="16" y="18"/>
                    <a:pt x="8" y="9"/>
                  </a:cubicBezTo>
                  <a:cubicBezTo>
                    <a:pt x="0" y="0"/>
                    <a:pt x="11" y="9"/>
                    <a:pt x="11" y="9"/>
                  </a:cubicBezTo>
                </a:path>
              </a:pathLst>
            </a:custGeom>
            <a:noFill/>
            <a:ln w="28575" cap="flat" cmpd="sng">
              <a:solidFill>
                <a:srgbClr val="FFCC00"/>
              </a:solidFill>
              <a:prstDash val="dash"/>
              <a:round/>
              <a:headEnd type="none" w="med" len="med"/>
              <a:tailEnd type="none" w="med" len="med"/>
            </a:ln>
          </p:spPr>
          <p:txBody>
            <a:bodyPr anchor="ctr" anchorCtr="0">
              <a:spAutoFit/>
            </a:bodyPr>
            <a:p>
              <a:endParaRPr lang="zh-CN" altLang="en-US" dirty="0">
                <a:latin typeface="楷体_GB2312" pitchFamily="49" charset="-122"/>
              </a:endParaRPr>
            </a:p>
          </p:txBody>
        </p:sp>
      </p:grpSp>
      <p:grpSp>
        <p:nvGrpSpPr>
          <p:cNvPr id="7" name="Group 66"/>
          <p:cNvGrpSpPr/>
          <p:nvPr/>
        </p:nvGrpSpPr>
        <p:grpSpPr>
          <a:xfrm>
            <a:off x="2051050" y="981075"/>
            <a:ext cx="2709863" cy="1892300"/>
            <a:chOff x="1292" y="618"/>
            <a:chExt cx="1707" cy="1192"/>
          </a:xfrm>
        </p:grpSpPr>
        <p:grpSp>
          <p:nvGrpSpPr>
            <p:cNvPr id="51214" name="Group 67"/>
            <p:cNvGrpSpPr/>
            <p:nvPr/>
          </p:nvGrpSpPr>
          <p:grpSpPr>
            <a:xfrm>
              <a:off x="1292" y="890"/>
              <a:ext cx="1707" cy="920"/>
              <a:chOff x="1281" y="860"/>
              <a:chExt cx="1707" cy="920"/>
            </a:xfrm>
          </p:grpSpPr>
          <p:sp>
            <p:nvSpPr>
              <p:cNvPr id="51216" name="Freeform 68"/>
              <p:cNvSpPr/>
              <p:nvPr/>
            </p:nvSpPr>
            <p:spPr>
              <a:xfrm flipV="1">
                <a:off x="2124" y="860"/>
                <a:ext cx="864" cy="912"/>
              </a:xfrm>
              <a:custGeom>
                <a:avLst/>
                <a:gdLst>
                  <a:gd name="txL" fmla="*/ 0 w 890"/>
                  <a:gd name="txT" fmla="*/ 0 h 1248"/>
                  <a:gd name="txR" fmla="*/ 890 w 890"/>
                  <a:gd name="txB" fmla="*/ 1248 h 1248"/>
                </a:gdLst>
                <a:ahLst/>
                <a:cxnLst>
                  <a:cxn ang="0">
                    <a:pos x="890" y="594"/>
                  </a:cxn>
                  <a:cxn ang="0">
                    <a:pos x="860" y="423"/>
                  </a:cxn>
                  <a:cxn ang="0">
                    <a:pos x="821" y="240"/>
                  </a:cxn>
                  <a:cxn ang="0">
                    <a:pos x="764" y="81"/>
                  </a:cxn>
                  <a:cxn ang="0">
                    <a:pos x="710" y="12"/>
                  </a:cxn>
                  <a:cxn ang="0">
                    <a:pos x="653" y="63"/>
                  </a:cxn>
                  <a:cxn ang="0">
                    <a:pos x="575" y="345"/>
                  </a:cxn>
                  <a:cxn ang="0">
                    <a:pos x="524" y="606"/>
                  </a:cxn>
                  <a:cxn ang="0">
                    <a:pos x="479" y="905"/>
                  </a:cxn>
                  <a:cxn ang="0">
                    <a:pos x="427" y="1134"/>
                  </a:cxn>
                  <a:cxn ang="0">
                    <a:pos x="355" y="1239"/>
                  </a:cxn>
                  <a:cxn ang="0">
                    <a:pos x="278" y="1075"/>
                  </a:cxn>
                  <a:cxn ang="0">
                    <a:pos x="171" y="600"/>
                  </a:cxn>
                  <a:cxn ang="0">
                    <a:pos x="135" y="378"/>
                  </a:cxn>
                  <a:cxn ang="0">
                    <a:pos x="59" y="66"/>
                  </a:cxn>
                  <a:cxn ang="0">
                    <a:pos x="8" y="9"/>
                  </a:cxn>
                  <a:cxn ang="0">
                    <a:pos x="11" y="9"/>
                  </a:cxn>
                </a:cxnLst>
                <a:rect l="txL" t="txT" r="txR" b="txB"/>
                <a:pathLst>
                  <a:path w="890" h="1248">
                    <a:moveTo>
                      <a:pt x="890" y="594"/>
                    </a:moveTo>
                    <a:cubicBezTo>
                      <a:pt x="885" y="566"/>
                      <a:pt x="871" y="482"/>
                      <a:pt x="860" y="423"/>
                    </a:cubicBezTo>
                    <a:cubicBezTo>
                      <a:pt x="849" y="364"/>
                      <a:pt x="837" y="297"/>
                      <a:pt x="821" y="240"/>
                    </a:cubicBezTo>
                    <a:cubicBezTo>
                      <a:pt x="805" y="183"/>
                      <a:pt x="782" y="119"/>
                      <a:pt x="764" y="81"/>
                    </a:cubicBezTo>
                    <a:cubicBezTo>
                      <a:pt x="746" y="43"/>
                      <a:pt x="728" y="15"/>
                      <a:pt x="710" y="12"/>
                    </a:cubicBezTo>
                    <a:cubicBezTo>
                      <a:pt x="692" y="9"/>
                      <a:pt x="675" y="8"/>
                      <a:pt x="653" y="63"/>
                    </a:cubicBezTo>
                    <a:cubicBezTo>
                      <a:pt x="631" y="118"/>
                      <a:pt x="596" y="255"/>
                      <a:pt x="575" y="345"/>
                    </a:cubicBezTo>
                    <a:cubicBezTo>
                      <a:pt x="554" y="435"/>
                      <a:pt x="540" y="513"/>
                      <a:pt x="524" y="606"/>
                    </a:cubicBezTo>
                    <a:cubicBezTo>
                      <a:pt x="508" y="699"/>
                      <a:pt x="495" y="817"/>
                      <a:pt x="479" y="905"/>
                    </a:cubicBezTo>
                    <a:cubicBezTo>
                      <a:pt x="463" y="993"/>
                      <a:pt x="448" y="1078"/>
                      <a:pt x="427" y="1134"/>
                    </a:cubicBezTo>
                    <a:cubicBezTo>
                      <a:pt x="406" y="1189"/>
                      <a:pt x="380" y="1248"/>
                      <a:pt x="355" y="1239"/>
                    </a:cubicBezTo>
                    <a:cubicBezTo>
                      <a:pt x="330" y="1229"/>
                      <a:pt x="309" y="1181"/>
                      <a:pt x="278" y="1075"/>
                    </a:cubicBezTo>
                    <a:cubicBezTo>
                      <a:pt x="247" y="969"/>
                      <a:pt x="195" y="716"/>
                      <a:pt x="171" y="600"/>
                    </a:cubicBezTo>
                    <a:cubicBezTo>
                      <a:pt x="147" y="484"/>
                      <a:pt x="154" y="467"/>
                      <a:pt x="135" y="378"/>
                    </a:cubicBezTo>
                    <a:cubicBezTo>
                      <a:pt x="116" y="289"/>
                      <a:pt x="80" y="127"/>
                      <a:pt x="59" y="66"/>
                    </a:cubicBezTo>
                    <a:cubicBezTo>
                      <a:pt x="38" y="5"/>
                      <a:pt x="16" y="18"/>
                      <a:pt x="8" y="9"/>
                    </a:cubicBezTo>
                    <a:cubicBezTo>
                      <a:pt x="0" y="0"/>
                      <a:pt x="11" y="9"/>
                      <a:pt x="11" y="9"/>
                    </a:cubicBezTo>
                  </a:path>
                </a:pathLst>
              </a:custGeom>
              <a:noFill/>
              <a:ln w="28575" cap="flat" cmpd="sng">
                <a:solidFill>
                  <a:srgbClr val="FF0000"/>
                </a:solidFill>
                <a:prstDash val="solid"/>
                <a:round/>
                <a:headEnd type="none" w="med" len="med"/>
                <a:tailEnd type="none" w="med" len="med"/>
              </a:ln>
            </p:spPr>
            <p:txBody>
              <a:bodyPr anchor="ctr" anchorCtr="0">
                <a:spAutoFit/>
              </a:bodyPr>
              <a:p>
                <a:endParaRPr lang="zh-CN" altLang="en-US" dirty="0">
                  <a:latin typeface="楷体_GB2312" pitchFamily="49" charset="-122"/>
                </a:endParaRPr>
              </a:p>
            </p:txBody>
          </p:sp>
          <p:sp>
            <p:nvSpPr>
              <p:cNvPr id="51217" name="Freeform 69"/>
              <p:cNvSpPr/>
              <p:nvPr/>
            </p:nvSpPr>
            <p:spPr>
              <a:xfrm>
                <a:off x="1281" y="860"/>
                <a:ext cx="843" cy="920"/>
              </a:xfrm>
              <a:custGeom>
                <a:avLst/>
                <a:gdLst>
                  <a:gd name="txL" fmla="*/ 0 w 843"/>
                  <a:gd name="txT" fmla="*/ 0 h 920"/>
                  <a:gd name="txR" fmla="*/ 843 w 843"/>
                  <a:gd name="txB" fmla="*/ 920 h 920"/>
                </a:gdLst>
                <a:ahLst/>
                <a:cxnLst>
                  <a:cxn ang="0">
                    <a:pos x="3" y="834"/>
                  </a:cxn>
                  <a:cxn ang="0">
                    <a:pos x="3" y="828"/>
                  </a:cxn>
                  <a:cxn ang="0">
                    <a:pos x="3" y="834"/>
                  </a:cxn>
                  <a:cxn ang="0">
                    <a:pos x="11" y="858"/>
                  </a:cxn>
                  <a:cxn ang="0">
                    <a:pos x="67" y="912"/>
                  </a:cxn>
                  <a:cxn ang="0">
                    <a:pos x="137" y="847"/>
                  </a:cxn>
                  <a:cxn ang="0">
                    <a:pos x="207" y="655"/>
                  </a:cxn>
                  <a:cxn ang="0">
                    <a:pos x="259" y="462"/>
                  </a:cxn>
                  <a:cxn ang="0">
                    <a:pos x="318" y="253"/>
                  </a:cxn>
                  <a:cxn ang="0">
                    <a:pos x="376" y="85"/>
                  </a:cxn>
                  <a:cxn ang="0">
                    <a:pos x="456" y="6"/>
                  </a:cxn>
                  <a:cxn ang="0">
                    <a:pos x="542" y="127"/>
                  </a:cxn>
                  <a:cxn ang="0">
                    <a:pos x="640" y="449"/>
                  </a:cxn>
                  <a:cxn ang="0">
                    <a:pos x="685" y="622"/>
                  </a:cxn>
                  <a:cxn ang="0">
                    <a:pos x="765" y="843"/>
                  </a:cxn>
                  <a:cxn ang="0">
                    <a:pos x="831" y="909"/>
                  </a:cxn>
                  <a:cxn ang="0">
                    <a:pos x="834" y="905"/>
                  </a:cxn>
                </a:cxnLst>
                <a:rect l="txL" t="txT" r="txR" b="txB"/>
                <a:pathLst>
                  <a:path w="843" h="920">
                    <a:moveTo>
                      <a:pt x="3" y="834"/>
                    </a:moveTo>
                    <a:cubicBezTo>
                      <a:pt x="3" y="832"/>
                      <a:pt x="3" y="828"/>
                      <a:pt x="3" y="828"/>
                    </a:cubicBezTo>
                    <a:cubicBezTo>
                      <a:pt x="3" y="828"/>
                      <a:pt x="2" y="829"/>
                      <a:pt x="3" y="834"/>
                    </a:cubicBezTo>
                    <a:cubicBezTo>
                      <a:pt x="4" y="839"/>
                      <a:pt x="0" y="845"/>
                      <a:pt x="11" y="858"/>
                    </a:cubicBezTo>
                    <a:cubicBezTo>
                      <a:pt x="22" y="871"/>
                      <a:pt x="46" y="914"/>
                      <a:pt x="67" y="912"/>
                    </a:cubicBezTo>
                    <a:cubicBezTo>
                      <a:pt x="88" y="909"/>
                      <a:pt x="113" y="889"/>
                      <a:pt x="137" y="847"/>
                    </a:cubicBezTo>
                    <a:cubicBezTo>
                      <a:pt x="160" y="803"/>
                      <a:pt x="186" y="719"/>
                      <a:pt x="207" y="655"/>
                    </a:cubicBezTo>
                    <a:cubicBezTo>
                      <a:pt x="226" y="592"/>
                      <a:pt x="240" y="529"/>
                      <a:pt x="259" y="462"/>
                    </a:cubicBezTo>
                    <a:cubicBezTo>
                      <a:pt x="278" y="395"/>
                      <a:pt x="298" y="316"/>
                      <a:pt x="318" y="253"/>
                    </a:cubicBezTo>
                    <a:cubicBezTo>
                      <a:pt x="338" y="190"/>
                      <a:pt x="353" y="126"/>
                      <a:pt x="376" y="85"/>
                    </a:cubicBezTo>
                    <a:cubicBezTo>
                      <a:pt x="399" y="43"/>
                      <a:pt x="428" y="0"/>
                      <a:pt x="456" y="6"/>
                    </a:cubicBezTo>
                    <a:cubicBezTo>
                      <a:pt x="484" y="14"/>
                      <a:pt x="511" y="54"/>
                      <a:pt x="542" y="127"/>
                    </a:cubicBezTo>
                    <a:cubicBezTo>
                      <a:pt x="573" y="201"/>
                      <a:pt x="616" y="366"/>
                      <a:pt x="640" y="449"/>
                    </a:cubicBezTo>
                    <a:cubicBezTo>
                      <a:pt x="664" y="531"/>
                      <a:pt x="665" y="557"/>
                      <a:pt x="685" y="622"/>
                    </a:cubicBezTo>
                    <a:cubicBezTo>
                      <a:pt x="706" y="688"/>
                      <a:pt x="741" y="795"/>
                      <a:pt x="765" y="843"/>
                    </a:cubicBezTo>
                    <a:cubicBezTo>
                      <a:pt x="789" y="891"/>
                      <a:pt x="819" y="899"/>
                      <a:pt x="831" y="909"/>
                    </a:cubicBezTo>
                    <a:cubicBezTo>
                      <a:pt x="843" y="920"/>
                      <a:pt x="834" y="906"/>
                      <a:pt x="834" y="905"/>
                    </a:cubicBezTo>
                  </a:path>
                </a:pathLst>
              </a:custGeom>
              <a:noFill/>
              <a:ln w="28575" cap="flat" cmpd="sng">
                <a:solidFill>
                  <a:srgbClr val="FF0000"/>
                </a:solidFill>
                <a:prstDash val="solid"/>
                <a:round/>
                <a:headEnd type="none" w="med" len="med"/>
                <a:tailEnd type="none" w="med" len="med"/>
              </a:ln>
            </p:spPr>
            <p:txBody>
              <a:bodyPr anchor="ctr" anchorCtr="0">
                <a:spAutoFit/>
              </a:bodyPr>
              <a:p>
                <a:endParaRPr lang="zh-CN" altLang="en-US" dirty="0">
                  <a:latin typeface="楷体_GB2312" pitchFamily="49" charset="-122"/>
                </a:endParaRPr>
              </a:p>
            </p:txBody>
          </p:sp>
        </p:grpSp>
        <p:sp>
          <p:nvSpPr>
            <p:cNvPr id="51215" name="Text Box 70"/>
            <p:cNvSpPr txBox="1"/>
            <p:nvPr/>
          </p:nvSpPr>
          <p:spPr>
            <a:xfrm>
              <a:off x="2517" y="618"/>
              <a:ext cx="288" cy="327"/>
            </a:xfrm>
            <a:prstGeom prst="rect">
              <a:avLst/>
            </a:prstGeom>
            <a:noFill/>
            <a:ln w="28575">
              <a:noFill/>
            </a:ln>
          </p:spPr>
          <p:txBody>
            <a:bodyPr>
              <a:spAutoFit/>
            </a:bodyPr>
            <a:p>
              <a:pPr>
                <a:spcBef>
                  <a:spcPct val="50000"/>
                </a:spcBef>
              </a:pPr>
              <a:r>
                <a:rPr lang="en-US" altLang="zh-CN" b="0" i="1" dirty="0">
                  <a:solidFill>
                    <a:schemeClr val="bg1"/>
                  </a:solidFill>
                  <a:latin typeface="Times New Roman" panose="02020603050405020304" pitchFamily="18" charset="0"/>
                  <a:ea typeface="宋体" panose="02010600030101010101" pitchFamily="2" charset="-122"/>
                </a:rPr>
                <a:t>p</a:t>
              </a:r>
              <a:endParaRPr lang="en-US" altLang="zh-CN" b="0" dirty="0">
                <a:solidFill>
                  <a:schemeClr val="bg1"/>
                </a:solidFill>
                <a:latin typeface="Times New Roman" panose="02020603050405020304" pitchFamily="18" charset="0"/>
                <a:ea typeface="宋体" panose="02010600030101010101" pitchFamily="2" charset="-122"/>
              </a:endParaRP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grpId="0" nodeType="withEffect">
                                  <p:stCondLst>
                                    <p:cond delay="0"/>
                                  </p:stCondLst>
                                  <p:childTnLst>
                                    <p:set>
                                      <p:cBhvr>
                                        <p:cTn id="6" dur="1" fill="hold">
                                          <p:stCondLst>
                                            <p:cond delay="0"/>
                                          </p:stCondLst>
                                        </p:cTn>
                                        <p:tgtEl>
                                          <p:spTgt spid="90114"/>
                                        </p:tgtEl>
                                        <p:attrNameLst>
                                          <p:attrName>style.visibility</p:attrName>
                                        </p:attrNameLst>
                                      </p:cBhvr>
                                      <p:to>
                                        <p:strVal val="visible"/>
                                      </p:to>
                                    </p:set>
                                    <p:anim calcmode="lin" valueType="num">
                                      <p:cBhvr additive="base">
                                        <p:cTn id="7" dur="500" fill="hold"/>
                                        <p:tgtEl>
                                          <p:spTgt spid="90114"/>
                                        </p:tgtEl>
                                        <p:attrNameLst>
                                          <p:attrName>ppt_x</p:attrName>
                                        </p:attrNameLst>
                                      </p:cBhvr>
                                      <p:tavLst>
                                        <p:tav tm="0">
                                          <p:val>
                                            <p:strVal val="0-#ppt_w/2"/>
                                          </p:val>
                                        </p:tav>
                                        <p:tav tm="100000">
                                          <p:val>
                                            <p:strVal val="#ppt_x"/>
                                          </p:val>
                                        </p:tav>
                                      </p:tavLst>
                                    </p:anim>
                                    <p:anim calcmode="lin" valueType="num">
                                      <p:cBhvr additive="base">
                                        <p:cTn id="8" dur="500" fill="hold"/>
                                        <p:tgtEl>
                                          <p:spTgt spid="90114"/>
                                        </p:tgtEl>
                                        <p:attrNameLst>
                                          <p:attrName>ppt_y</p:attrName>
                                        </p:attrNameLst>
                                      </p:cBhvr>
                                      <p:tavLst>
                                        <p:tav tm="0">
                                          <p:val>
                                            <p:strVal val="#ppt_y"/>
                                          </p:val>
                                        </p:tav>
                                        <p:tav tm="100000">
                                          <p:val>
                                            <p:strVal val="#ppt_y"/>
                                          </p:val>
                                        </p:tav>
                                      </p:tavLst>
                                    </p:anim>
                                  </p:childTnLst>
                                </p:cTn>
                              </p:par>
                            </p:childTnLst>
                          </p:cTn>
                        </p:par>
                        <p:par>
                          <p:cTn id="9" fill="hold">
                            <p:stCondLst>
                              <p:cond delay="500"/>
                            </p:stCondLst>
                            <p:childTnLst>
                              <p:par>
                                <p:cTn id="10" presetID="4" presetClass="entr" presetSubtype="32" fill="hold" nodeType="afterEffect">
                                  <p:stCondLst>
                                    <p:cond delay="0"/>
                                  </p:stCondLst>
                                  <p:childTnLst>
                                    <p:set>
                                      <p:cBhvr>
                                        <p:cTn id="11" dur="1" fill="hold">
                                          <p:stCondLst>
                                            <p:cond delay="0"/>
                                          </p:stCondLst>
                                        </p:cTn>
                                        <p:tgtEl>
                                          <p:spTgt spid="90144"/>
                                        </p:tgtEl>
                                        <p:attrNameLst>
                                          <p:attrName>style.visibility</p:attrName>
                                        </p:attrNameLst>
                                      </p:cBhvr>
                                      <p:to>
                                        <p:strVal val="visible"/>
                                      </p:to>
                                    </p:set>
                                    <p:animEffect transition="in" filter="box(out)">
                                      <p:cBhvr>
                                        <p:cTn id="12" dur="500"/>
                                        <p:tgtEl>
                                          <p:spTgt spid="90144"/>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2"/>
                                        </p:tgtEl>
                                        <p:attrNameLst>
                                          <p:attrName>style.visibility</p:attrName>
                                        </p:attrNameLst>
                                      </p:cBhvr>
                                      <p:to>
                                        <p:strVal val="visible"/>
                                      </p:to>
                                    </p:set>
                                    <p:animEffect transition="in" filter="wipe(left)">
                                      <p:cBhvr>
                                        <p:cTn id="17" dur="1000"/>
                                        <p:tgtEl>
                                          <p:spTgt spid="2"/>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nodeType="clickEffect">
                                  <p:stCondLst>
                                    <p:cond delay="0"/>
                                  </p:stCondLst>
                                  <p:childTnLst>
                                    <p:set>
                                      <p:cBhvr>
                                        <p:cTn id="21" dur="1" fill="hold">
                                          <p:stCondLst>
                                            <p:cond delay="0"/>
                                          </p:stCondLst>
                                        </p:cTn>
                                        <p:tgtEl>
                                          <p:spTgt spid="90174"/>
                                        </p:tgtEl>
                                        <p:attrNameLst>
                                          <p:attrName>style.visibility</p:attrName>
                                        </p:attrNameLst>
                                      </p:cBhvr>
                                      <p:to>
                                        <p:strVal val="visible"/>
                                      </p:to>
                                    </p:set>
                                    <p:animEffect transition="in" filter="wipe(left)">
                                      <p:cBhvr>
                                        <p:cTn id="22" dur="500"/>
                                        <p:tgtEl>
                                          <p:spTgt spid="90174"/>
                                        </p:tgtEl>
                                      </p:cBhvr>
                                    </p:animEffect>
                                  </p:childTnLst>
                                </p:cTn>
                              </p:par>
                            </p:childTnLst>
                          </p:cTn>
                        </p:par>
                        <p:par>
                          <p:cTn id="23" fill="hold">
                            <p:stCondLst>
                              <p:cond delay="500"/>
                            </p:stCondLst>
                            <p:childTnLst>
                              <p:par>
                                <p:cTn id="24" presetID="20" presetClass="entr" presetSubtype="0" fill="hold" grpId="0" nodeType="afterEffect">
                                  <p:stCondLst>
                                    <p:cond delay="0"/>
                                  </p:stCondLst>
                                  <p:childTnLst>
                                    <p:set>
                                      <p:cBhvr>
                                        <p:cTn id="25" dur="1" fill="hold">
                                          <p:stCondLst>
                                            <p:cond delay="0"/>
                                          </p:stCondLst>
                                        </p:cTn>
                                        <p:tgtEl>
                                          <p:spTgt spid="90155"/>
                                        </p:tgtEl>
                                        <p:attrNameLst>
                                          <p:attrName>style.visibility</p:attrName>
                                        </p:attrNameLst>
                                      </p:cBhvr>
                                      <p:to>
                                        <p:strVal val="visible"/>
                                      </p:to>
                                    </p:set>
                                    <p:animEffect transition="in" filter="wedge">
                                      <p:cBhvr>
                                        <p:cTn id="26" dur="2000"/>
                                        <p:tgtEl>
                                          <p:spTgt spid="90155"/>
                                        </p:tgtEl>
                                      </p:cBhvr>
                                    </p:animEffect>
                                  </p:childTnLst>
                                </p:cTn>
                              </p:par>
                            </p:childTnLst>
                          </p:cTn>
                        </p:par>
                      </p:childTnLst>
                    </p:cTn>
                  </p:par>
                  <p:par>
                    <p:cTn id="27" fill="hold">
                      <p:stCondLst>
                        <p:cond delay="indefinite"/>
                      </p:stCondLst>
                      <p:childTnLst>
                        <p:par>
                          <p:cTn id="28" fill="hold">
                            <p:stCondLst>
                              <p:cond delay="0"/>
                            </p:stCondLst>
                            <p:childTnLst>
                              <p:par>
                                <p:cTn id="29" presetID="22" presetClass="entr" presetSubtype="8" fill="hold" nodeType="clickEffect">
                                  <p:stCondLst>
                                    <p:cond delay="0"/>
                                  </p:stCondLst>
                                  <p:childTnLst>
                                    <p:set>
                                      <p:cBhvr>
                                        <p:cTn id="30" dur="1" fill="hold">
                                          <p:stCondLst>
                                            <p:cond delay="0"/>
                                          </p:stCondLst>
                                        </p:cTn>
                                        <p:tgtEl>
                                          <p:spTgt spid="6"/>
                                        </p:tgtEl>
                                        <p:attrNameLst>
                                          <p:attrName>style.visibility</p:attrName>
                                        </p:attrNameLst>
                                      </p:cBhvr>
                                      <p:to>
                                        <p:strVal val="visible"/>
                                      </p:to>
                                    </p:set>
                                    <p:animEffect transition="in" filter="wipe(left)">
                                      <p:cBhvr>
                                        <p:cTn id="31" dur="1000"/>
                                        <p:tgtEl>
                                          <p:spTgt spid="6"/>
                                        </p:tgtEl>
                                      </p:cBhvr>
                                    </p:animEffect>
                                  </p:childTnLst>
                                </p:cTn>
                              </p:par>
                            </p:childTnLst>
                          </p:cTn>
                        </p:par>
                        <p:par>
                          <p:cTn id="32" fill="hold">
                            <p:stCondLst>
                              <p:cond delay="1000"/>
                            </p:stCondLst>
                            <p:childTnLst>
                              <p:par>
                                <p:cTn id="33" presetID="22" presetClass="entr" presetSubtype="8" fill="hold" grpId="0" nodeType="afterEffect">
                                  <p:stCondLst>
                                    <p:cond delay="0"/>
                                  </p:stCondLst>
                                  <p:childTnLst>
                                    <p:set>
                                      <p:cBhvr>
                                        <p:cTn id="34" dur="1" fill="hold">
                                          <p:stCondLst>
                                            <p:cond delay="0"/>
                                          </p:stCondLst>
                                        </p:cTn>
                                        <p:tgtEl>
                                          <p:spTgt spid="90156"/>
                                        </p:tgtEl>
                                        <p:attrNameLst>
                                          <p:attrName>style.visibility</p:attrName>
                                        </p:attrNameLst>
                                      </p:cBhvr>
                                      <p:to>
                                        <p:strVal val="visible"/>
                                      </p:to>
                                    </p:set>
                                    <p:animEffect transition="in" filter="wipe(left)">
                                      <p:cBhvr>
                                        <p:cTn id="35" dur="500"/>
                                        <p:tgtEl>
                                          <p:spTgt spid="90156"/>
                                        </p:tgtEl>
                                      </p:cBhvr>
                                    </p:animEffect>
                                  </p:childTnLst>
                                </p:cTn>
                              </p:par>
                            </p:childTnLst>
                          </p:cTn>
                        </p:par>
                      </p:childTnLst>
                    </p:cTn>
                  </p:par>
                  <p:par>
                    <p:cTn id="36" fill="hold">
                      <p:stCondLst>
                        <p:cond delay="indefinite"/>
                      </p:stCondLst>
                      <p:childTnLst>
                        <p:par>
                          <p:cTn id="37" fill="hold">
                            <p:stCondLst>
                              <p:cond delay="0"/>
                            </p:stCondLst>
                            <p:childTnLst>
                              <p:par>
                                <p:cTn id="38" presetID="22" presetClass="entr" presetSubtype="8" fill="hold" nodeType="clickEffect">
                                  <p:stCondLst>
                                    <p:cond delay="0"/>
                                  </p:stCondLst>
                                  <p:childTnLst>
                                    <p:set>
                                      <p:cBhvr>
                                        <p:cTn id="39" dur="1" fill="hold">
                                          <p:stCondLst>
                                            <p:cond delay="0"/>
                                          </p:stCondLst>
                                        </p:cTn>
                                        <p:tgtEl>
                                          <p:spTgt spid="7"/>
                                        </p:tgtEl>
                                        <p:attrNameLst>
                                          <p:attrName>style.visibility</p:attrName>
                                        </p:attrNameLst>
                                      </p:cBhvr>
                                      <p:to>
                                        <p:strVal val="visible"/>
                                      </p:to>
                                    </p:set>
                                    <p:animEffect transition="in" filter="wipe(left)">
                                      <p:cBhvr>
                                        <p:cTn id="40" dur="1000"/>
                                        <p:tgtEl>
                                          <p:spTgt spid="7"/>
                                        </p:tgtEl>
                                      </p:cBhvr>
                                    </p:animEffect>
                                  </p:childTnLst>
                                </p:cTn>
                              </p:par>
                            </p:childTnLst>
                          </p:cTn>
                        </p:par>
                      </p:childTnLst>
                    </p:cTn>
                  </p:par>
                  <p:par>
                    <p:cTn id="41" fill="hold">
                      <p:stCondLst>
                        <p:cond delay="indefinite"/>
                      </p:stCondLst>
                      <p:childTnLst>
                        <p:par>
                          <p:cTn id="42" fill="hold">
                            <p:stCondLst>
                              <p:cond delay="0"/>
                            </p:stCondLst>
                            <p:childTnLst>
                              <p:par>
                                <p:cTn id="43" presetID="12" presetClass="entr" presetSubtype="4" fill="hold" grpId="0" nodeType="clickEffect">
                                  <p:stCondLst>
                                    <p:cond delay="0"/>
                                  </p:stCondLst>
                                  <p:childTnLst>
                                    <p:set>
                                      <p:cBhvr>
                                        <p:cTn id="44" dur="1" fill="hold">
                                          <p:stCondLst>
                                            <p:cond delay="0"/>
                                          </p:stCondLst>
                                        </p:cTn>
                                        <p:tgtEl>
                                          <p:spTgt spid="90126"/>
                                        </p:tgtEl>
                                        <p:attrNameLst>
                                          <p:attrName>style.visibility</p:attrName>
                                        </p:attrNameLst>
                                      </p:cBhvr>
                                      <p:to>
                                        <p:strVal val="visible"/>
                                      </p:to>
                                    </p:set>
                                    <p:animEffect transition="in" filter="slide(fromBottom)">
                                      <p:cBhvr>
                                        <p:cTn id="45" dur="1000"/>
                                        <p:tgtEl>
                                          <p:spTgt spid="9012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0114" grpId="0"/>
      <p:bldP spid="90126" grpId="0"/>
      <p:bldP spid="90155" grpId="0" animBg="1"/>
      <p:bldP spid="90156" grpId="0" animBg="1"/>
    </p:bld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grpSp>
        <p:nvGrpSpPr>
          <p:cNvPr id="2" name="Group 46"/>
          <p:cNvGrpSpPr/>
          <p:nvPr/>
        </p:nvGrpSpPr>
        <p:grpSpPr>
          <a:xfrm>
            <a:off x="466725" y="2347913"/>
            <a:ext cx="4000500" cy="2295525"/>
            <a:chOff x="294" y="1479"/>
            <a:chExt cx="2520" cy="1446"/>
          </a:xfrm>
        </p:grpSpPr>
        <p:sp>
          <p:nvSpPr>
            <p:cNvPr id="52249" name="Freeform 3"/>
            <p:cNvSpPr/>
            <p:nvPr/>
          </p:nvSpPr>
          <p:spPr>
            <a:xfrm>
              <a:off x="521" y="1479"/>
              <a:ext cx="1" cy="1446"/>
            </a:xfrm>
            <a:custGeom>
              <a:avLst/>
              <a:gdLst>
                <a:gd name="txL" fmla="*/ 0 w 1"/>
                <a:gd name="txT" fmla="*/ 0 h 1446"/>
                <a:gd name="txR" fmla="*/ 1 w 1"/>
                <a:gd name="txB" fmla="*/ 1446 h 1446"/>
              </a:gdLst>
              <a:ahLst/>
              <a:cxnLst>
                <a:cxn ang="0">
                  <a:pos x="0" y="1446"/>
                </a:cxn>
                <a:cxn ang="0">
                  <a:pos x="0" y="0"/>
                </a:cxn>
              </a:cxnLst>
              <a:rect l="txL" t="txT" r="txR" b="txB"/>
              <a:pathLst>
                <a:path w="1" h="1446">
                  <a:moveTo>
                    <a:pt x="0" y="1446"/>
                  </a:moveTo>
                  <a:lnTo>
                    <a:pt x="0" y="0"/>
                  </a:lnTo>
                </a:path>
              </a:pathLst>
            </a:custGeom>
            <a:noFill/>
            <a:ln w="28575" cap="flat" cmpd="sng">
              <a:solidFill>
                <a:srgbClr val="FFFF00"/>
              </a:solidFill>
              <a:prstDash val="solid"/>
              <a:round/>
              <a:headEnd type="none" w="med" len="med"/>
              <a:tailEnd type="triangle" w="med" len="med"/>
            </a:ln>
          </p:spPr>
          <p:txBody>
            <a:bodyPr wrap="none" anchor="ctr" anchorCtr="0"/>
            <a:p>
              <a:endParaRPr lang="zh-CN" altLang="en-US" dirty="0">
                <a:latin typeface="楷体_GB2312" pitchFamily="49" charset="-122"/>
              </a:endParaRPr>
            </a:p>
          </p:txBody>
        </p:sp>
        <p:sp>
          <p:nvSpPr>
            <p:cNvPr id="52250" name="Line 4"/>
            <p:cNvSpPr/>
            <p:nvPr/>
          </p:nvSpPr>
          <p:spPr>
            <a:xfrm flipV="1">
              <a:off x="321" y="2363"/>
              <a:ext cx="2429" cy="7"/>
            </a:xfrm>
            <a:prstGeom prst="line">
              <a:avLst/>
            </a:prstGeom>
            <a:ln w="28575" cap="flat" cmpd="sng">
              <a:solidFill>
                <a:srgbClr val="FFFF00"/>
              </a:solidFill>
              <a:prstDash val="solid"/>
              <a:headEnd type="none" w="med" len="med"/>
              <a:tailEnd type="triangle" w="med" len="med"/>
            </a:ln>
          </p:spPr>
        </p:sp>
        <p:sp>
          <p:nvSpPr>
            <p:cNvPr id="52251" name="Text Box 5"/>
            <p:cNvSpPr txBox="1"/>
            <p:nvPr/>
          </p:nvSpPr>
          <p:spPr>
            <a:xfrm>
              <a:off x="2426" y="1992"/>
              <a:ext cx="388" cy="327"/>
            </a:xfrm>
            <a:prstGeom prst="rect">
              <a:avLst/>
            </a:prstGeom>
            <a:noFill/>
            <a:ln w="28575">
              <a:noFill/>
            </a:ln>
          </p:spPr>
          <p:txBody>
            <a:bodyPr wrap="none">
              <a:spAutoFit/>
            </a:bodyPr>
            <a:p>
              <a:pPr eaLnBrk="0" hangingPunct="0"/>
              <a:r>
                <a:rPr lang="en-US" altLang="zh-CN" b="0" i="1" dirty="0">
                  <a:solidFill>
                    <a:schemeClr val="bg1"/>
                  </a:solidFill>
                  <a:latin typeface="Times New Roman" panose="02020603050405020304" pitchFamily="18" charset="0"/>
                  <a:ea typeface="宋体" panose="02010600030101010101" pitchFamily="2" charset="-122"/>
                  <a:sym typeface="Symbol" panose="05050102010706020507" pitchFamily="18" charset="2"/>
                </a:rPr>
                <a:t> </a:t>
              </a:r>
              <a:r>
                <a:rPr lang="en-US" altLang="zh-CN" b="0" i="1" dirty="0">
                  <a:solidFill>
                    <a:schemeClr val="bg1"/>
                  </a:solidFill>
                  <a:latin typeface="Times New Roman" panose="02020603050405020304" pitchFamily="18" charset="0"/>
                  <a:ea typeface="宋体" panose="02010600030101010101" pitchFamily="2" charset="-122"/>
                </a:rPr>
                <a:t>t</a:t>
              </a:r>
              <a:endParaRPr lang="en-US" altLang="zh-CN" b="0" i="1" dirty="0">
                <a:solidFill>
                  <a:schemeClr val="bg1"/>
                </a:solidFill>
                <a:latin typeface="Times New Roman" panose="02020603050405020304" pitchFamily="18" charset="0"/>
                <a:ea typeface="宋体" panose="02010600030101010101" pitchFamily="2" charset="-122"/>
              </a:endParaRPr>
            </a:p>
          </p:txBody>
        </p:sp>
        <p:sp>
          <p:nvSpPr>
            <p:cNvPr id="52252" name="Text Box 6"/>
            <p:cNvSpPr txBox="1"/>
            <p:nvPr/>
          </p:nvSpPr>
          <p:spPr>
            <a:xfrm>
              <a:off x="294" y="2372"/>
              <a:ext cx="232" cy="250"/>
            </a:xfrm>
            <a:prstGeom prst="rect">
              <a:avLst/>
            </a:prstGeom>
            <a:noFill/>
            <a:ln w="28575">
              <a:noFill/>
            </a:ln>
          </p:spPr>
          <p:txBody>
            <a:bodyPr wrap="none">
              <a:spAutoFit/>
            </a:bodyPr>
            <a:p>
              <a:pPr>
                <a:spcBef>
                  <a:spcPct val="50000"/>
                </a:spcBef>
              </a:pPr>
              <a:r>
                <a:rPr lang="en-US" altLang="zh-CN" sz="2000" b="0" i="1" dirty="0">
                  <a:solidFill>
                    <a:schemeClr val="bg1"/>
                  </a:solidFill>
                  <a:latin typeface="Times New Roman" panose="02020603050405020304" pitchFamily="18" charset="0"/>
                  <a:ea typeface="宋体" panose="02010600030101010101" pitchFamily="2" charset="-122"/>
                </a:rPr>
                <a:t>O</a:t>
              </a:r>
              <a:endParaRPr lang="en-US" altLang="zh-CN" sz="2000" b="0" i="1" dirty="0">
                <a:solidFill>
                  <a:schemeClr val="bg1"/>
                </a:solidFill>
                <a:latin typeface="Times New Roman" panose="02020603050405020304" pitchFamily="18" charset="0"/>
                <a:ea typeface="宋体" panose="02010600030101010101" pitchFamily="2" charset="-122"/>
              </a:endParaRPr>
            </a:p>
          </p:txBody>
        </p:sp>
      </p:grpSp>
      <p:grpSp>
        <p:nvGrpSpPr>
          <p:cNvPr id="3" name="Group 7"/>
          <p:cNvGrpSpPr/>
          <p:nvPr/>
        </p:nvGrpSpPr>
        <p:grpSpPr>
          <a:xfrm>
            <a:off x="827088" y="2276475"/>
            <a:ext cx="2774950" cy="1482725"/>
            <a:chOff x="369" y="2526"/>
            <a:chExt cx="1748" cy="934"/>
          </a:xfrm>
        </p:grpSpPr>
        <p:sp>
          <p:nvSpPr>
            <p:cNvPr id="52247" name="Freeform 8"/>
            <p:cNvSpPr/>
            <p:nvPr/>
          </p:nvSpPr>
          <p:spPr>
            <a:xfrm>
              <a:off x="369" y="2526"/>
              <a:ext cx="765" cy="934"/>
            </a:xfrm>
            <a:custGeom>
              <a:avLst/>
              <a:gdLst>
                <a:gd name="txL" fmla="*/ 0 w 765"/>
                <a:gd name="txT" fmla="*/ 0 h 934"/>
                <a:gd name="txR" fmla="*/ 765 w 765"/>
                <a:gd name="txB" fmla="*/ 934 h 934"/>
              </a:gdLst>
              <a:ahLst/>
              <a:cxnLst>
                <a:cxn ang="0">
                  <a:pos x="758" y="924"/>
                </a:cxn>
                <a:cxn ang="0">
                  <a:pos x="746" y="918"/>
                </a:cxn>
                <a:cxn ang="0">
                  <a:pos x="740" y="924"/>
                </a:cxn>
                <a:cxn ang="0">
                  <a:pos x="746" y="921"/>
                </a:cxn>
                <a:cxn ang="0">
                  <a:pos x="752" y="921"/>
                </a:cxn>
                <a:cxn ang="0">
                  <a:pos x="666" y="866"/>
                </a:cxn>
                <a:cxn ang="0">
                  <a:pos x="590" y="660"/>
                </a:cxn>
                <a:cxn ang="0">
                  <a:pos x="541" y="469"/>
                </a:cxn>
                <a:cxn ang="0">
                  <a:pos x="497" y="251"/>
                </a:cxn>
                <a:cxn ang="0">
                  <a:pos x="447" y="83"/>
                </a:cxn>
                <a:cxn ang="0">
                  <a:pos x="377" y="7"/>
                </a:cxn>
                <a:cxn ang="0">
                  <a:pos x="302" y="126"/>
                </a:cxn>
                <a:cxn ang="0">
                  <a:pos x="198" y="474"/>
                </a:cxn>
                <a:cxn ang="0">
                  <a:pos x="163" y="636"/>
                </a:cxn>
                <a:cxn ang="0">
                  <a:pos x="89" y="864"/>
                </a:cxn>
                <a:cxn ang="0">
                  <a:pos x="8" y="927"/>
                </a:cxn>
                <a:cxn ang="0">
                  <a:pos x="43" y="905"/>
                </a:cxn>
              </a:cxnLst>
              <a:rect l="txL" t="txT" r="txR" b="txB"/>
              <a:pathLst>
                <a:path w="765" h="934">
                  <a:moveTo>
                    <a:pt x="758" y="924"/>
                  </a:moveTo>
                  <a:cubicBezTo>
                    <a:pt x="756" y="923"/>
                    <a:pt x="749" y="918"/>
                    <a:pt x="746" y="918"/>
                  </a:cubicBezTo>
                  <a:cubicBezTo>
                    <a:pt x="743" y="918"/>
                    <a:pt x="740" y="924"/>
                    <a:pt x="740" y="924"/>
                  </a:cubicBezTo>
                  <a:cubicBezTo>
                    <a:pt x="740" y="924"/>
                    <a:pt x="744" y="922"/>
                    <a:pt x="746" y="921"/>
                  </a:cubicBezTo>
                  <a:cubicBezTo>
                    <a:pt x="748" y="920"/>
                    <a:pt x="765" y="930"/>
                    <a:pt x="752" y="921"/>
                  </a:cubicBezTo>
                  <a:cubicBezTo>
                    <a:pt x="739" y="912"/>
                    <a:pt x="693" y="910"/>
                    <a:pt x="666" y="866"/>
                  </a:cubicBezTo>
                  <a:cubicBezTo>
                    <a:pt x="639" y="822"/>
                    <a:pt x="611" y="726"/>
                    <a:pt x="590" y="660"/>
                  </a:cubicBezTo>
                  <a:cubicBezTo>
                    <a:pt x="570" y="594"/>
                    <a:pt x="556" y="537"/>
                    <a:pt x="541" y="469"/>
                  </a:cubicBezTo>
                  <a:cubicBezTo>
                    <a:pt x="525" y="401"/>
                    <a:pt x="513" y="315"/>
                    <a:pt x="497" y="251"/>
                  </a:cubicBezTo>
                  <a:cubicBezTo>
                    <a:pt x="481" y="186"/>
                    <a:pt x="467" y="124"/>
                    <a:pt x="447" y="83"/>
                  </a:cubicBezTo>
                  <a:cubicBezTo>
                    <a:pt x="426" y="43"/>
                    <a:pt x="401" y="0"/>
                    <a:pt x="377" y="7"/>
                  </a:cubicBezTo>
                  <a:cubicBezTo>
                    <a:pt x="352" y="14"/>
                    <a:pt x="332" y="49"/>
                    <a:pt x="302" y="126"/>
                  </a:cubicBezTo>
                  <a:cubicBezTo>
                    <a:pt x="272" y="204"/>
                    <a:pt x="221" y="389"/>
                    <a:pt x="198" y="474"/>
                  </a:cubicBezTo>
                  <a:cubicBezTo>
                    <a:pt x="175" y="558"/>
                    <a:pt x="182" y="571"/>
                    <a:pt x="163" y="636"/>
                  </a:cubicBezTo>
                  <a:cubicBezTo>
                    <a:pt x="145" y="701"/>
                    <a:pt x="115" y="816"/>
                    <a:pt x="89" y="864"/>
                  </a:cubicBezTo>
                  <a:cubicBezTo>
                    <a:pt x="63" y="912"/>
                    <a:pt x="16" y="920"/>
                    <a:pt x="8" y="927"/>
                  </a:cubicBezTo>
                  <a:cubicBezTo>
                    <a:pt x="0" y="934"/>
                    <a:pt x="36" y="910"/>
                    <a:pt x="43" y="905"/>
                  </a:cubicBezTo>
                </a:path>
              </a:pathLst>
            </a:custGeom>
            <a:noFill/>
            <a:ln w="28575" cap="flat" cmpd="sng">
              <a:solidFill>
                <a:srgbClr val="FF0000"/>
              </a:solidFill>
              <a:prstDash val="solid"/>
              <a:round/>
              <a:headEnd type="none" w="med" len="med"/>
              <a:tailEnd type="none" w="med" len="med"/>
            </a:ln>
          </p:spPr>
          <p:txBody>
            <a:bodyPr anchor="ctr" anchorCtr="0">
              <a:spAutoFit/>
            </a:bodyPr>
            <a:p>
              <a:endParaRPr lang="zh-CN" altLang="en-US" dirty="0">
                <a:latin typeface="楷体_GB2312" pitchFamily="49" charset="-122"/>
              </a:endParaRPr>
            </a:p>
          </p:txBody>
        </p:sp>
        <p:sp>
          <p:nvSpPr>
            <p:cNvPr id="52248" name="Freeform 9"/>
            <p:cNvSpPr/>
            <p:nvPr/>
          </p:nvSpPr>
          <p:spPr>
            <a:xfrm>
              <a:off x="1106" y="2526"/>
              <a:ext cx="1011" cy="931"/>
            </a:xfrm>
            <a:custGeom>
              <a:avLst/>
              <a:gdLst>
                <a:gd name="txL" fmla="*/ 0 w 1011"/>
                <a:gd name="txT" fmla="*/ 0 h 931"/>
                <a:gd name="txR" fmla="*/ 1011 w 1011"/>
                <a:gd name="txB" fmla="*/ 931 h 931"/>
              </a:gdLst>
              <a:ahLst/>
              <a:cxnLst>
                <a:cxn ang="0">
                  <a:pos x="1011" y="582"/>
                </a:cxn>
                <a:cxn ang="0">
                  <a:pos x="927" y="816"/>
                </a:cxn>
                <a:cxn ang="0">
                  <a:pos x="861" y="900"/>
                </a:cxn>
                <a:cxn ang="0">
                  <a:pos x="789" y="912"/>
                </a:cxn>
                <a:cxn ang="0">
                  <a:pos x="792" y="912"/>
                </a:cxn>
                <a:cxn ang="0">
                  <a:pos x="717" y="834"/>
                </a:cxn>
                <a:cxn ang="0">
                  <a:pos x="652" y="655"/>
                </a:cxn>
                <a:cxn ang="0">
                  <a:pos x="600" y="462"/>
                </a:cxn>
                <a:cxn ang="0">
                  <a:pos x="541" y="253"/>
                </a:cxn>
                <a:cxn ang="0">
                  <a:pos x="483" y="85"/>
                </a:cxn>
                <a:cxn ang="0">
                  <a:pos x="403" y="6"/>
                </a:cxn>
                <a:cxn ang="0">
                  <a:pos x="317" y="127"/>
                </a:cxn>
                <a:cxn ang="0">
                  <a:pos x="219" y="449"/>
                </a:cxn>
                <a:cxn ang="0">
                  <a:pos x="174" y="622"/>
                </a:cxn>
                <a:cxn ang="0">
                  <a:pos x="94" y="843"/>
                </a:cxn>
                <a:cxn ang="0">
                  <a:pos x="12" y="921"/>
                </a:cxn>
                <a:cxn ang="0">
                  <a:pos x="25" y="905"/>
                </a:cxn>
              </a:cxnLst>
              <a:rect l="txL" t="txT" r="txR" b="txB"/>
              <a:pathLst>
                <a:path w="1011" h="931">
                  <a:moveTo>
                    <a:pt x="1011" y="582"/>
                  </a:moveTo>
                  <a:cubicBezTo>
                    <a:pt x="996" y="621"/>
                    <a:pt x="952" y="763"/>
                    <a:pt x="927" y="816"/>
                  </a:cubicBezTo>
                  <a:cubicBezTo>
                    <a:pt x="902" y="869"/>
                    <a:pt x="884" y="884"/>
                    <a:pt x="861" y="900"/>
                  </a:cubicBezTo>
                  <a:cubicBezTo>
                    <a:pt x="838" y="916"/>
                    <a:pt x="800" y="910"/>
                    <a:pt x="789" y="912"/>
                  </a:cubicBezTo>
                  <a:cubicBezTo>
                    <a:pt x="778" y="914"/>
                    <a:pt x="804" y="925"/>
                    <a:pt x="792" y="912"/>
                  </a:cubicBezTo>
                  <a:cubicBezTo>
                    <a:pt x="780" y="899"/>
                    <a:pt x="740" y="877"/>
                    <a:pt x="717" y="834"/>
                  </a:cubicBezTo>
                  <a:cubicBezTo>
                    <a:pt x="694" y="791"/>
                    <a:pt x="671" y="717"/>
                    <a:pt x="652" y="655"/>
                  </a:cubicBezTo>
                  <a:cubicBezTo>
                    <a:pt x="633" y="593"/>
                    <a:pt x="619" y="529"/>
                    <a:pt x="600" y="462"/>
                  </a:cubicBezTo>
                  <a:cubicBezTo>
                    <a:pt x="581" y="395"/>
                    <a:pt x="561" y="316"/>
                    <a:pt x="541" y="253"/>
                  </a:cubicBezTo>
                  <a:cubicBezTo>
                    <a:pt x="521" y="190"/>
                    <a:pt x="506" y="126"/>
                    <a:pt x="483" y="85"/>
                  </a:cubicBezTo>
                  <a:cubicBezTo>
                    <a:pt x="460" y="43"/>
                    <a:pt x="431" y="0"/>
                    <a:pt x="403" y="6"/>
                  </a:cubicBezTo>
                  <a:cubicBezTo>
                    <a:pt x="375" y="14"/>
                    <a:pt x="348" y="54"/>
                    <a:pt x="317" y="127"/>
                  </a:cubicBezTo>
                  <a:cubicBezTo>
                    <a:pt x="286" y="201"/>
                    <a:pt x="243" y="366"/>
                    <a:pt x="219" y="449"/>
                  </a:cubicBezTo>
                  <a:cubicBezTo>
                    <a:pt x="195" y="531"/>
                    <a:pt x="194" y="557"/>
                    <a:pt x="174" y="622"/>
                  </a:cubicBezTo>
                  <a:cubicBezTo>
                    <a:pt x="153" y="688"/>
                    <a:pt x="121" y="793"/>
                    <a:pt x="94" y="843"/>
                  </a:cubicBezTo>
                  <a:cubicBezTo>
                    <a:pt x="67" y="893"/>
                    <a:pt x="24" y="911"/>
                    <a:pt x="12" y="921"/>
                  </a:cubicBezTo>
                  <a:cubicBezTo>
                    <a:pt x="0" y="931"/>
                    <a:pt x="22" y="908"/>
                    <a:pt x="25" y="905"/>
                  </a:cubicBezTo>
                </a:path>
              </a:pathLst>
            </a:custGeom>
            <a:noFill/>
            <a:ln w="28575" cap="flat" cmpd="sng">
              <a:solidFill>
                <a:srgbClr val="FF0000"/>
              </a:solidFill>
              <a:prstDash val="solid"/>
              <a:round/>
              <a:headEnd type="none" w="med" len="med"/>
              <a:tailEnd type="none" w="med" len="med"/>
            </a:ln>
          </p:spPr>
          <p:txBody>
            <a:bodyPr anchor="ctr" anchorCtr="0">
              <a:spAutoFit/>
            </a:bodyPr>
            <a:p>
              <a:endParaRPr lang="zh-CN" altLang="en-US" dirty="0">
                <a:latin typeface="楷体_GB2312" pitchFamily="49" charset="-122"/>
              </a:endParaRPr>
            </a:p>
          </p:txBody>
        </p:sp>
      </p:grpSp>
      <p:sp>
        <p:nvSpPr>
          <p:cNvPr id="91149" name="Text Box 13"/>
          <p:cNvSpPr txBox="1"/>
          <p:nvPr/>
        </p:nvSpPr>
        <p:spPr>
          <a:xfrm>
            <a:off x="539750" y="549275"/>
            <a:ext cx="3041650" cy="519113"/>
          </a:xfrm>
          <a:prstGeom prst="rect">
            <a:avLst/>
          </a:prstGeom>
          <a:noFill/>
          <a:ln w="9525">
            <a:noFill/>
          </a:ln>
        </p:spPr>
        <p:txBody>
          <a:bodyPr wrap="none">
            <a:spAutoFit/>
          </a:bodyPr>
          <a:p>
            <a:pPr>
              <a:spcBef>
                <a:spcPct val="50000"/>
              </a:spcBef>
            </a:pPr>
            <a:r>
              <a:rPr lang="zh-CN" altLang="en-US" dirty="0">
                <a:latin typeface="Times New Roman" panose="02020603050405020304" pitchFamily="18" charset="0"/>
              </a:rPr>
              <a:t>第二种分解方法：</a:t>
            </a:r>
            <a:endParaRPr lang="zh-CN" altLang="en-US" dirty="0">
              <a:latin typeface="Times New Roman" panose="02020603050405020304" pitchFamily="18" charset="0"/>
            </a:endParaRPr>
          </a:p>
        </p:txBody>
      </p:sp>
      <p:graphicFrame>
        <p:nvGraphicFramePr>
          <p:cNvPr id="91169" name="Object 33"/>
          <p:cNvGraphicFramePr/>
          <p:nvPr/>
        </p:nvGraphicFramePr>
        <p:xfrm>
          <a:off x="962025" y="1182688"/>
          <a:ext cx="7499350" cy="512762"/>
        </p:xfrm>
        <a:graphic>
          <a:graphicData uri="http://schemas.openxmlformats.org/presentationml/2006/ole">
            <mc:AlternateContent xmlns:mc="http://schemas.openxmlformats.org/markup-compatibility/2006">
              <mc:Choice xmlns:v="urn:schemas-microsoft-com:vml" Requires="v">
                <p:oleObj spid="_x0000_s3407" name="" r:id="rId1" imgW="3133090" imgH="215900" progId="Equation.DSMT4">
                  <p:embed/>
                </p:oleObj>
              </mc:Choice>
              <mc:Fallback>
                <p:oleObj name="" r:id="rId1" imgW="3133090" imgH="215900" progId="Equation.DSMT4">
                  <p:embed/>
                  <p:pic>
                    <p:nvPicPr>
                      <p:cNvPr id="0" name="图片 3406"/>
                      <p:cNvPicPr/>
                      <p:nvPr/>
                    </p:nvPicPr>
                    <p:blipFill>
                      <a:blip r:embed="rId2">
                        <a:clrChange>
                          <a:clrFrom>
                            <a:srgbClr val="000000"/>
                          </a:clrFrom>
                          <a:clrTo>
                            <a:srgbClr val="FFFFFF"/>
                          </a:clrTo>
                        </a:clrChange>
                      </a:blip>
                      <a:stretch>
                        <a:fillRect/>
                      </a:stretch>
                    </p:blipFill>
                    <p:spPr>
                      <a:xfrm>
                        <a:off x="962025" y="1182688"/>
                        <a:ext cx="7499350" cy="512762"/>
                      </a:xfrm>
                      <a:prstGeom prst="rect">
                        <a:avLst/>
                      </a:prstGeom>
                      <a:noFill/>
                      <a:ln w="38100">
                        <a:noFill/>
                        <a:miter/>
                      </a:ln>
                    </p:spPr>
                  </p:pic>
                </p:oleObj>
              </mc:Fallback>
            </mc:AlternateContent>
          </a:graphicData>
        </a:graphic>
      </p:graphicFrame>
      <p:sp>
        <p:nvSpPr>
          <p:cNvPr id="91173" name="AutoShape 37"/>
          <p:cNvSpPr/>
          <p:nvPr/>
        </p:nvSpPr>
        <p:spPr>
          <a:xfrm>
            <a:off x="4211638" y="2132013"/>
            <a:ext cx="3744912" cy="1081087"/>
          </a:xfrm>
          <a:prstGeom prst="wedgeRoundRectCallout">
            <a:avLst>
              <a:gd name="adj1" fmla="val -85903"/>
              <a:gd name="adj2" fmla="val 806"/>
              <a:gd name="adj3" fmla="val 16667"/>
            </a:avLst>
          </a:prstGeom>
          <a:solidFill>
            <a:schemeClr val="accent1"/>
          </a:solidFill>
          <a:ln w="9525">
            <a:noFill/>
          </a:ln>
        </p:spPr>
        <p:txBody>
          <a:bodyPr/>
          <a:p>
            <a:pPr>
              <a:spcBef>
                <a:spcPct val="50000"/>
              </a:spcBef>
            </a:pPr>
            <a:r>
              <a:rPr lang="en-US" altLang="zh-CN" b="0" i="1" dirty="0">
                <a:solidFill>
                  <a:schemeClr val="tx1"/>
                </a:solidFill>
                <a:latin typeface="Times New Roman" panose="02020603050405020304" pitchFamily="18" charset="0"/>
                <a:ea typeface="仿宋_GB2312" pitchFamily="49" charset="-122"/>
              </a:rPr>
              <a:t>UI</a:t>
            </a:r>
            <a:r>
              <a:rPr lang="en-US" altLang="zh-CN" b="0" dirty="0">
                <a:solidFill>
                  <a:schemeClr val="tx1"/>
                </a:solidFill>
                <a:latin typeface="Times New Roman" panose="02020603050405020304" pitchFamily="18" charset="0"/>
                <a:ea typeface="仿宋_GB2312" pitchFamily="49" charset="-122"/>
              </a:rPr>
              <a:t>cos</a:t>
            </a:r>
            <a:r>
              <a:rPr lang="en-US" altLang="zh-CN" b="0" i="1" dirty="0">
                <a:solidFill>
                  <a:schemeClr val="tx1"/>
                </a:solidFill>
                <a:latin typeface="Times New Roman" panose="02020603050405020304" pitchFamily="18" charset="0"/>
                <a:ea typeface="仿宋_GB2312" pitchFamily="49" charset="-122"/>
                <a:sym typeface="Symbol" panose="05050102010706020507" pitchFamily="18" charset="2"/>
              </a:rPr>
              <a:t> </a:t>
            </a:r>
            <a:r>
              <a:rPr lang="en-US" altLang="zh-CN" b="0" dirty="0">
                <a:solidFill>
                  <a:schemeClr val="tx1"/>
                </a:solidFill>
                <a:latin typeface="Times New Roman" panose="02020603050405020304" pitchFamily="18" charset="0"/>
                <a:ea typeface="仿宋_GB2312" pitchFamily="49" charset="-122"/>
                <a:sym typeface="Symbol" panose="05050102010706020507" pitchFamily="18" charset="2"/>
              </a:rPr>
              <a:t>[1+cos</a:t>
            </a:r>
            <a:r>
              <a:rPr lang="en-US" altLang="zh-CN" b="0" i="1" dirty="0">
                <a:solidFill>
                  <a:schemeClr val="tx1"/>
                </a:solidFill>
                <a:latin typeface="Times New Roman" panose="02020603050405020304" pitchFamily="18" charset="0"/>
                <a:ea typeface="仿宋_GB2312" pitchFamily="49" charset="-122"/>
                <a:sym typeface="Symbol" panose="05050102010706020507" pitchFamily="18" charset="2"/>
              </a:rPr>
              <a:t> </a:t>
            </a:r>
            <a:r>
              <a:rPr lang="en-US" altLang="zh-CN" b="0" dirty="0">
                <a:solidFill>
                  <a:schemeClr val="tx1"/>
                </a:solidFill>
                <a:latin typeface="Times New Roman" panose="02020603050405020304" pitchFamily="18" charset="0"/>
                <a:ea typeface="仿宋_GB2312" pitchFamily="49" charset="-122"/>
                <a:sym typeface="Symbol" panose="05050102010706020507" pitchFamily="18" charset="2"/>
              </a:rPr>
              <a:t>(2</a:t>
            </a:r>
            <a:r>
              <a:rPr lang="en-US" altLang="zh-CN" b="0" i="1" dirty="0">
                <a:solidFill>
                  <a:schemeClr val="tx1"/>
                </a:solidFill>
                <a:latin typeface="Times New Roman" panose="02020603050405020304" pitchFamily="18" charset="0"/>
                <a:ea typeface="仿宋_GB2312" pitchFamily="49" charset="-122"/>
                <a:sym typeface="Symbol" panose="05050102010706020507" pitchFamily="18" charset="2"/>
              </a:rPr>
              <a:t> t</a:t>
            </a:r>
            <a:r>
              <a:rPr lang="en-US" altLang="zh-CN" b="0" dirty="0">
                <a:solidFill>
                  <a:schemeClr val="tx1"/>
                </a:solidFill>
                <a:latin typeface="Times New Roman" panose="02020603050405020304" pitchFamily="18" charset="0"/>
                <a:ea typeface="仿宋_GB2312" pitchFamily="49" charset="-122"/>
                <a:sym typeface="Symbol" panose="05050102010706020507" pitchFamily="18" charset="2"/>
              </a:rPr>
              <a:t>)]</a:t>
            </a:r>
            <a:r>
              <a:rPr lang="zh-CN" altLang="en-US" dirty="0">
                <a:solidFill>
                  <a:schemeClr val="tx1"/>
                </a:solidFill>
                <a:latin typeface="Arial" panose="020B0604020202020204" pitchFamily="34" charset="0"/>
              </a:rPr>
              <a:t>为不可逆分量</a:t>
            </a:r>
            <a:endParaRPr lang="zh-CN" altLang="en-US" dirty="0">
              <a:solidFill>
                <a:schemeClr val="tx1"/>
              </a:solidFill>
              <a:latin typeface="Times New Roman" panose="02020603050405020304" pitchFamily="18" charset="0"/>
            </a:endParaRPr>
          </a:p>
          <a:p>
            <a:pPr algn="ctr"/>
            <a:endParaRPr lang="en-US" altLang="zh-CN" dirty="0">
              <a:solidFill>
                <a:schemeClr val="tx1"/>
              </a:solidFill>
              <a:latin typeface="Times New Roman" panose="02020603050405020304" pitchFamily="18" charset="0"/>
              <a:ea typeface="仿宋_GB2312" pitchFamily="49" charset="-122"/>
            </a:endParaRPr>
          </a:p>
        </p:txBody>
      </p:sp>
      <p:sp>
        <p:nvSpPr>
          <p:cNvPr id="91174" name="AutoShape 38"/>
          <p:cNvSpPr/>
          <p:nvPr/>
        </p:nvSpPr>
        <p:spPr>
          <a:xfrm>
            <a:off x="5003800" y="3716338"/>
            <a:ext cx="2881313" cy="1152525"/>
          </a:xfrm>
          <a:prstGeom prst="wedgeRoundRectCallout">
            <a:avLst>
              <a:gd name="adj1" fmla="val -116338"/>
              <a:gd name="adj2" fmla="val -3444"/>
              <a:gd name="adj3" fmla="val 16667"/>
            </a:avLst>
          </a:prstGeom>
          <a:solidFill>
            <a:schemeClr val="accent1"/>
          </a:solidFill>
          <a:ln w="9525">
            <a:noFill/>
          </a:ln>
        </p:spPr>
        <p:txBody>
          <a:bodyPr/>
          <a:p>
            <a:pPr>
              <a:lnSpc>
                <a:spcPct val="120000"/>
              </a:lnSpc>
              <a:spcBef>
                <a:spcPct val="50000"/>
              </a:spcBef>
            </a:pPr>
            <a:r>
              <a:rPr lang="en-US" altLang="zh-CN" b="0" i="1" dirty="0">
                <a:solidFill>
                  <a:schemeClr val="tx1"/>
                </a:solidFill>
                <a:latin typeface="Times New Roman" panose="02020603050405020304" pitchFamily="18" charset="0"/>
                <a:ea typeface="仿宋_GB2312" pitchFamily="49" charset="-122"/>
              </a:rPr>
              <a:t>UI</a:t>
            </a:r>
            <a:r>
              <a:rPr lang="en-US" altLang="zh-CN" b="0" dirty="0">
                <a:solidFill>
                  <a:schemeClr val="tx1"/>
                </a:solidFill>
                <a:latin typeface="Times New Roman" panose="02020603050405020304" pitchFamily="18" charset="0"/>
                <a:ea typeface="仿宋_GB2312" pitchFamily="49" charset="-122"/>
              </a:rPr>
              <a:t>sin</a:t>
            </a:r>
            <a:r>
              <a:rPr lang="en-US" altLang="zh-CN" b="0" i="1" dirty="0">
                <a:solidFill>
                  <a:schemeClr val="tx1"/>
                </a:solidFill>
                <a:latin typeface="Times New Roman" panose="02020603050405020304" pitchFamily="18" charset="0"/>
                <a:ea typeface="仿宋_GB2312" pitchFamily="49" charset="-122"/>
                <a:sym typeface="Symbol" panose="05050102010706020507" pitchFamily="18" charset="2"/>
              </a:rPr>
              <a:t> </a:t>
            </a:r>
            <a:r>
              <a:rPr lang="en-US" altLang="zh-CN" b="0" dirty="0">
                <a:solidFill>
                  <a:schemeClr val="tx1"/>
                </a:solidFill>
                <a:latin typeface="Times New Roman" panose="02020603050405020304" pitchFamily="18" charset="0"/>
                <a:ea typeface="仿宋_GB2312" pitchFamily="49" charset="-122"/>
                <a:sym typeface="Symbol" panose="05050102010706020507" pitchFamily="18" charset="2"/>
              </a:rPr>
              <a:t>sin(2</a:t>
            </a:r>
            <a:r>
              <a:rPr lang="en-US" altLang="zh-CN" b="0" i="1" dirty="0">
                <a:solidFill>
                  <a:schemeClr val="tx1"/>
                </a:solidFill>
                <a:latin typeface="Times New Roman" panose="02020603050405020304" pitchFamily="18" charset="0"/>
                <a:ea typeface="仿宋_GB2312" pitchFamily="49" charset="-122"/>
                <a:sym typeface="Symbol" panose="05050102010706020507" pitchFamily="18" charset="2"/>
              </a:rPr>
              <a:t> t</a:t>
            </a:r>
            <a:r>
              <a:rPr lang="en-US" altLang="zh-CN" b="0" dirty="0">
                <a:solidFill>
                  <a:schemeClr val="tx1"/>
                </a:solidFill>
                <a:latin typeface="Times New Roman" panose="02020603050405020304" pitchFamily="18" charset="0"/>
                <a:ea typeface="仿宋_GB2312" pitchFamily="49" charset="-122"/>
                <a:sym typeface="Symbol" panose="05050102010706020507" pitchFamily="18" charset="2"/>
              </a:rPr>
              <a:t>)</a:t>
            </a:r>
            <a:r>
              <a:rPr lang="zh-CN" altLang="en-US" dirty="0">
                <a:solidFill>
                  <a:schemeClr val="tx1"/>
                </a:solidFill>
                <a:latin typeface="Arial" panose="020B0604020202020204" pitchFamily="34" charset="0"/>
              </a:rPr>
              <a:t>为可逆分量</a:t>
            </a:r>
            <a:endParaRPr lang="zh-CN" altLang="en-US" dirty="0">
              <a:solidFill>
                <a:schemeClr val="tx1"/>
              </a:solidFill>
              <a:latin typeface="Arial" panose="020B0604020202020204" pitchFamily="34" charset="0"/>
              <a:ea typeface="仿宋_GB2312" pitchFamily="49" charset="-122"/>
            </a:endParaRPr>
          </a:p>
        </p:txBody>
      </p:sp>
      <p:grpSp>
        <p:nvGrpSpPr>
          <p:cNvPr id="4" name="Group 44"/>
          <p:cNvGrpSpPr/>
          <p:nvPr/>
        </p:nvGrpSpPr>
        <p:grpSpPr>
          <a:xfrm>
            <a:off x="827088" y="3284538"/>
            <a:ext cx="3122612" cy="914400"/>
            <a:chOff x="1020" y="2840"/>
            <a:chExt cx="1967" cy="576"/>
          </a:xfrm>
        </p:grpSpPr>
        <p:grpSp>
          <p:nvGrpSpPr>
            <p:cNvPr id="52243" name="Group 41"/>
            <p:cNvGrpSpPr/>
            <p:nvPr/>
          </p:nvGrpSpPr>
          <p:grpSpPr>
            <a:xfrm>
              <a:off x="1156" y="2840"/>
              <a:ext cx="1831" cy="576"/>
              <a:chOff x="612" y="2069"/>
              <a:chExt cx="1831" cy="576"/>
            </a:xfrm>
          </p:grpSpPr>
          <p:sp>
            <p:nvSpPr>
              <p:cNvPr id="52245" name="Freeform 11"/>
              <p:cNvSpPr/>
              <p:nvPr/>
            </p:nvSpPr>
            <p:spPr>
              <a:xfrm rot="10800000">
                <a:off x="1429" y="2069"/>
                <a:ext cx="1014" cy="576"/>
              </a:xfrm>
              <a:custGeom>
                <a:avLst/>
                <a:gdLst>
                  <a:gd name="txL" fmla="*/ 0 w 1014"/>
                  <a:gd name="txT" fmla="*/ 0 h 576"/>
                  <a:gd name="txR" fmla="*/ 1014 w 1014"/>
                  <a:gd name="txB" fmla="*/ 576 h 576"/>
                </a:gdLst>
                <a:ahLst/>
                <a:cxnLst>
                  <a:cxn ang="0">
                    <a:pos x="12" y="287"/>
                  </a:cxn>
                  <a:cxn ang="0">
                    <a:pos x="15" y="287"/>
                  </a:cxn>
                  <a:cxn ang="0">
                    <a:pos x="17" y="289"/>
                  </a:cxn>
                  <a:cxn ang="0">
                    <a:pos x="118" y="505"/>
                  </a:cxn>
                  <a:cxn ang="0">
                    <a:pos x="210" y="573"/>
                  </a:cxn>
                  <a:cxn ang="0">
                    <a:pos x="299" y="487"/>
                  </a:cxn>
                  <a:cxn ang="0">
                    <a:pos x="390" y="287"/>
                  </a:cxn>
                  <a:cxn ang="0">
                    <a:pos x="500" y="63"/>
                  </a:cxn>
                  <a:cxn ang="0">
                    <a:pos x="569" y="3"/>
                  </a:cxn>
                  <a:cxn ang="0">
                    <a:pos x="641" y="47"/>
                  </a:cxn>
                  <a:cxn ang="0">
                    <a:pos x="714" y="195"/>
                  </a:cxn>
                  <a:cxn ang="0">
                    <a:pos x="765" y="303"/>
                  </a:cxn>
                  <a:cxn ang="0">
                    <a:pos x="835" y="467"/>
                  </a:cxn>
                  <a:cxn ang="0">
                    <a:pos x="915" y="558"/>
                  </a:cxn>
                  <a:cxn ang="0">
                    <a:pos x="978" y="552"/>
                  </a:cxn>
                  <a:cxn ang="0">
                    <a:pos x="1014" y="519"/>
                  </a:cxn>
                </a:cxnLst>
                <a:rect l="txL" t="txT" r="txR" b="txB"/>
                <a:pathLst>
                  <a:path w="1014" h="576">
                    <a:moveTo>
                      <a:pt x="12" y="287"/>
                    </a:moveTo>
                    <a:cubicBezTo>
                      <a:pt x="12" y="287"/>
                      <a:pt x="15" y="287"/>
                      <a:pt x="15" y="287"/>
                    </a:cubicBezTo>
                    <a:cubicBezTo>
                      <a:pt x="16" y="287"/>
                      <a:pt x="0" y="253"/>
                      <a:pt x="17" y="289"/>
                    </a:cubicBezTo>
                    <a:cubicBezTo>
                      <a:pt x="34" y="325"/>
                      <a:pt x="86" y="459"/>
                      <a:pt x="118" y="505"/>
                    </a:cubicBezTo>
                    <a:cubicBezTo>
                      <a:pt x="150" y="552"/>
                      <a:pt x="179" y="576"/>
                      <a:pt x="210" y="573"/>
                    </a:cubicBezTo>
                    <a:cubicBezTo>
                      <a:pt x="240" y="569"/>
                      <a:pt x="269" y="535"/>
                      <a:pt x="299" y="487"/>
                    </a:cubicBezTo>
                    <a:cubicBezTo>
                      <a:pt x="328" y="439"/>
                      <a:pt x="356" y="357"/>
                      <a:pt x="390" y="287"/>
                    </a:cubicBezTo>
                    <a:cubicBezTo>
                      <a:pt x="423" y="216"/>
                      <a:pt x="470" y="111"/>
                      <a:pt x="500" y="63"/>
                    </a:cubicBezTo>
                    <a:cubicBezTo>
                      <a:pt x="530" y="15"/>
                      <a:pt x="546" y="5"/>
                      <a:pt x="569" y="3"/>
                    </a:cubicBezTo>
                    <a:cubicBezTo>
                      <a:pt x="592" y="0"/>
                      <a:pt x="617" y="15"/>
                      <a:pt x="641" y="47"/>
                    </a:cubicBezTo>
                    <a:cubicBezTo>
                      <a:pt x="666" y="79"/>
                      <a:pt x="693" y="152"/>
                      <a:pt x="714" y="195"/>
                    </a:cubicBezTo>
                    <a:cubicBezTo>
                      <a:pt x="735" y="238"/>
                      <a:pt x="745" y="258"/>
                      <a:pt x="765" y="303"/>
                    </a:cubicBezTo>
                    <a:cubicBezTo>
                      <a:pt x="785" y="348"/>
                      <a:pt x="810" y="424"/>
                      <a:pt x="835" y="467"/>
                    </a:cubicBezTo>
                    <a:cubicBezTo>
                      <a:pt x="860" y="510"/>
                      <a:pt x="891" y="544"/>
                      <a:pt x="915" y="558"/>
                    </a:cubicBezTo>
                    <a:cubicBezTo>
                      <a:pt x="939" y="572"/>
                      <a:pt x="962" y="558"/>
                      <a:pt x="978" y="552"/>
                    </a:cubicBezTo>
                    <a:cubicBezTo>
                      <a:pt x="994" y="546"/>
                      <a:pt x="1006" y="526"/>
                      <a:pt x="1014" y="519"/>
                    </a:cubicBezTo>
                  </a:path>
                </a:pathLst>
              </a:custGeom>
              <a:noFill/>
              <a:ln w="28575" cap="flat" cmpd="sng">
                <a:solidFill>
                  <a:srgbClr val="66FF66"/>
                </a:solidFill>
                <a:prstDash val="solid"/>
                <a:round/>
                <a:headEnd type="none" w="med" len="med"/>
                <a:tailEnd type="none" w="med" len="med"/>
              </a:ln>
            </p:spPr>
            <p:txBody>
              <a:bodyPr anchor="ctr" anchorCtr="0">
                <a:spAutoFit/>
              </a:bodyPr>
              <a:p>
                <a:endParaRPr lang="zh-CN" altLang="en-US" dirty="0">
                  <a:latin typeface="楷体_GB2312" pitchFamily="49" charset="-122"/>
                </a:endParaRPr>
              </a:p>
            </p:txBody>
          </p:sp>
          <p:sp>
            <p:nvSpPr>
              <p:cNvPr id="52246" name="Freeform 12"/>
              <p:cNvSpPr/>
              <p:nvPr/>
            </p:nvSpPr>
            <p:spPr>
              <a:xfrm rot="10800000">
                <a:off x="612" y="2069"/>
                <a:ext cx="1098" cy="574"/>
              </a:xfrm>
              <a:custGeom>
                <a:avLst/>
                <a:gdLst>
                  <a:gd name="txL" fmla="*/ 0 w 1098"/>
                  <a:gd name="txT" fmla="*/ 0 h 574"/>
                  <a:gd name="txR" fmla="*/ 1098 w 1098"/>
                  <a:gd name="txB" fmla="*/ 574 h 574"/>
                </a:gdLst>
                <a:ahLst/>
                <a:cxnLst>
                  <a:cxn ang="0">
                    <a:pos x="72" y="381"/>
                  </a:cxn>
                  <a:cxn ang="0">
                    <a:pos x="18" y="264"/>
                  </a:cxn>
                  <a:cxn ang="0">
                    <a:pos x="21" y="267"/>
                  </a:cxn>
                  <a:cxn ang="0">
                    <a:pos x="147" y="525"/>
                  </a:cxn>
                  <a:cxn ang="0">
                    <a:pos x="237" y="561"/>
                  </a:cxn>
                  <a:cxn ang="0">
                    <a:pos x="321" y="487"/>
                  </a:cxn>
                  <a:cxn ang="0">
                    <a:pos x="421" y="287"/>
                  </a:cxn>
                  <a:cxn ang="0">
                    <a:pos x="542" y="63"/>
                  </a:cxn>
                  <a:cxn ang="0">
                    <a:pos x="617" y="3"/>
                  </a:cxn>
                  <a:cxn ang="0">
                    <a:pos x="696" y="47"/>
                  </a:cxn>
                  <a:cxn ang="0">
                    <a:pos x="776" y="195"/>
                  </a:cxn>
                  <a:cxn ang="0">
                    <a:pos x="832" y="303"/>
                  </a:cxn>
                  <a:cxn ang="0">
                    <a:pos x="909" y="467"/>
                  </a:cxn>
                  <a:cxn ang="0">
                    <a:pos x="1004" y="559"/>
                  </a:cxn>
                  <a:cxn ang="0">
                    <a:pos x="1070" y="539"/>
                  </a:cxn>
                  <a:cxn ang="0">
                    <a:pos x="1098" y="507"/>
                  </a:cxn>
                </a:cxnLst>
                <a:rect l="txL" t="txT" r="txR" b="txB"/>
                <a:pathLst>
                  <a:path w="1098" h="574">
                    <a:moveTo>
                      <a:pt x="72" y="381"/>
                    </a:moveTo>
                    <a:cubicBezTo>
                      <a:pt x="63" y="362"/>
                      <a:pt x="26" y="283"/>
                      <a:pt x="18" y="264"/>
                    </a:cubicBezTo>
                    <a:cubicBezTo>
                      <a:pt x="10" y="245"/>
                      <a:pt x="0" y="224"/>
                      <a:pt x="21" y="267"/>
                    </a:cubicBezTo>
                    <a:cubicBezTo>
                      <a:pt x="42" y="310"/>
                      <a:pt x="111" y="476"/>
                      <a:pt x="147" y="525"/>
                    </a:cubicBezTo>
                    <a:cubicBezTo>
                      <a:pt x="183" y="574"/>
                      <a:pt x="208" y="567"/>
                      <a:pt x="237" y="561"/>
                    </a:cubicBezTo>
                    <a:cubicBezTo>
                      <a:pt x="266" y="555"/>
                      <a:pt x="290" y="533"/>
                      <a:pt x="321" y="487"/>
                    </a:cubicBezTo>
                    <a:cubicBezTo>
                      <a:pt x="352" y="441"/>
                      <a:pt x="384" y="357"/>
                      <a:pt x="421" y="287"/>
                    </a:cubicBezTo>
                    <a:cubicBezTo>
                      <a:pt x="457" y="216"/>
                      <a:pt x="509" y="111"/>
                      <a:pt x="542" y="63"/>
                    </a:cubicBezTo>
                    <a:cubicBezTo>
                      <a:pt x="575" y="15"/>
                      <a:pt x="592" y="5"/>
                      <a:pt x="617" y="3"/>
                    </a:cubicBezTo>
                    <a:cubicBezTo>
                      <a:pt x="643" y="0"/>
                      <a:pt x="670" y="15"/>
                      <a:pt x="696" y="47"/>
                    </a:cubicBezTo>
                    <a:cubicBezTo>
                      <a:pt x="723" y="79"/>
                      <a:pt x="754" y="152"/>
                      <a:pt x="776" y="195"/>
                    </a:cubicBezTo>
                    <a:cubicBezTo>
                      <a:pt x="799" y="237"/>
                      <a:pt x="810" y="257"/>
                      <a:pt x="832" y="303"/>
                    </a:cubicBezTo>
                    <a:cubicBezTo>
                      <a:pt x="853" y="348"/>
                      <a:pt x="880" y="424"/>
                      <a:pt x="909" y="467"/>
                    </a:cubicBezTo>
                    <a:cubicBezTo>
                      <a:pt x="937" y="509"/>
                      <a:pt x="977" y="547"/>
                      <a:pt x="1004" y="559"/>
                    </a:cubicBezTo>
                    <a:cubicBezTo>
                      <a:pt x="1031" y="571"/>
                      <a:pt x="1054" y="548"/>
                      <a:pt x="1070" y="539"/>
                    </a:cubicBezTo>
                    <a:cubicBezTo>
                      <a:pt x="1085" y="529"/>
                      <a:pt x="1092" y="513"/>
                      <a:pt x="1098" y="507"/>
                    </a:cubicBezTo>
                  </a:path>
                </a:pathLst>
              </a:custGeom>
              <a:noFill/>
              <a:ln w="28575" cap="flat" cmpd="sng">
                <a:solidFill>
                  <a:srgbClr val="66FF66"/>
                </a:solidFill>
                <a:prstDash val="solid"/>
                <a:round/>
                <a:headEnd type="none" w="med" len="med"/>
                <a:tailEnd type="none" w="med" len="med"/>
              </a:ln>
            </p:spPr>
            <p:txBody>
              <a:bodyPr anchor="ctr" anchorCtr="0">
                <a:spAutoFit/>
              </a:bodyPr>
              <a:p>
                <a:endParaRPr lang="zh-CN" altLang="en-US" dirty="0">
                  <a:latin typeface="楷体_GB2312" pitchFamily="49" charset="-122"/>
                </a:endParaRPr>
              </a:p>
            </p:txBody>
          </p:sp>
        </p:grpSp>
        <p:sp>
          <p:nvSpPr>
            <p:cNvPr id="52244" name="Freeform 43"/>
            <p:cNvSpPr/>
            <p:nvPr/>
          </p:nvSpPr>
          <p:spPr>
            <a:xfrm>
              <a:off x="1020" y="2886"/>
              <a:ext cx="136" cy="227"/>
            </a:xfrm>
            <a:custGeom>
              <a:avLst/>
              <a:gdLst>
                <a:gd name="txL" fmla="*/ 0 w 136"/>
                <a:gd name="txT" fmla="*/ 0 h 227"/>
                <a:gd name="txR" fmla="*/ 136 w 136"/>
                <a:gd name="txB" fmla="*/ 227 h 227"/>
              </a:gdLst>
              <a:ahLst/>
              <a:cxnLst>
                <a:cxn ang="0">
                  <a:pos x="136" y="0"/>
                </a:cxn>
                <a:cxn ang="0">
                  <a:pos x="46" y="136"/>
                </a:cxn>
                <a:cxn ang="0">
                  <a:pos x="0" y="227"/>
                </a:cxn>
              </a:cxnLst>
              <a:rect l="txL" t="txT" r="txR" b="txB"/>
              <a:pathLst>
                <a:path w="136" h="227">
                  <a:moveTo>
                    <a:pt x="136" y="0"/>
                  </a:moveTo>
                  <a:cubicBezTo>
                    <a:pt x="102" y="49"/>
                    <a:pt x="69" y="98"/>
                    <a:pt x="46" y="136"/>
                  </a:cubicBezTo>
                  <a:cubicBezTo>
                    <a:pt x="23" y="174"/>
                    <a:pt x="8" y="212"/>
                    <a:pt x="0" y="227"/>
                  </a:cubicBezTo>
                </a:path>
              </a:pathLst>
            </a:custGeom>
            <a:noFill/>
            <a:ln w="28575" cap="flat" cmpd="sng">
              <a:solidFill>
                <a:srgbClr val="00FF00"/>
              </a:solidFill>
              <a:prstDash val="solid"/>
              <a:round/>
              <a:headEnd type="none" w="med" len="med"/>
              <a:tailEnd type="none" w="med" len="med"/>
            </a:ln>
          </p:spPr>
          <p:txBody>
            <a:bodyPr/>
            <a:p>
              <a:endParaRPr lang="zh-CN" altLang="en-US" dirty="0">
                <a:latin typeface="楷体_GB2312" pitchFamily="49" charset="-122"/>
              </a:endParaRPr>
            </a:p>
          </p:txBody>
        </p:sp>
      </p:grpSp>
      <p:sp>
        <p:nvSpPr>
          <p:cNvPr id="91181" name="Text Box 45"/>
          <p:cNvSpPr txBox="1"/>
          <p:nvPr/>
        </p:nvSpPr>
        <p:spPr>
          <a:xfrm>
            <a:off x="1258888" y="5157788"/>
            <a:ext cx="7058025" cy="519112"/>
          </a:xfrm>
          <a:prstGeom prst="rect">
            <a:avLst/>
          </a:prstGeom>
          <a:noFill/>
          <a:ln w="9525">
            <a:noFill/>
          </a:ln>
        </p:spPr>
        <p:txBody>
          <a:bodyPr>
            <a:spAutoFit/>
          </a:bodyPr>
          <a:p>
            <a:pPr marL="381000" indent="-381000" algn="just">
              <a:spcBef>
                <a:spcPct val="50000"/>
              </a:spcBef>
            </a:pPr>
            <a:r>
              <a:rPr lang="en-US" altLang="en-US" dirty="0">
                <a:latin typeface="Times New Roman" panose="02020603050405020304" pitchFamily="18" charset="0"/>
                <a:ea typeface="宋体" panose="02010600030101010101" pitchFamily="2" charset="-122"/>
                <a:sym typeface="Symbol" panose="05050102010706020507" pitchFamily="18" charset="2"/>
              </a:rPr>
              <a:t> </a:t>
            </a:r>
            <a:r>
              <a:rPr lang="zh-CN" altLang="en-US" dirty="0">
                <a:latin typeface="Times New Roman" panose="02020603050405020304" pitchFamily="18" charset="0"/>
                <a:sym typeface="Symbol" panose="05050102010706020507" pitchFamily="18" charset="2"/>
              </a:rPr>
              <a:t>部分</a:t>
            </a:r>
            <a:r>
              <a:rPr lang="zh-CN" altLang="en-US" dirty="0">
                <a:latin typeface="Times New Roman" panose="02020603050405020304" pitchFamily="18" charset="0"/>
              </a:rPr>
              <a:t>能量在电源和一端口之间</a:t>
            </a:r>
            <a:r>
              <a:rPr lang="zh-CN" altLang="en-US" dirty="0">
                <a:latin typeface="楷体_GB2312" pitchFamily="49" charset="-122"/>
              </a:rPr>
              <a:t>来回交换。</a:t>
            </a:r>
            <a:endParaRPr lang="zh-CN" altLang="en-US" dirty="0">
              <a:latin typeface="楷体_GB2312" pitchFamily="49" charset="-122"/>
            </a:endParaRPr>
          </a:p>
        </p:txBody>
      </p:sp>
      <p:grpSp>
        <p:nvGrpSpPr>
          <p:cNvPr id="52234" name="Group 48"/>
          <p:cNvGrpSpPr/>
          <p:nvPr/>
        </p:nvGrpSpPr>
        <p:grpSpPr>
          <a:xfrm>
            <a:off x="8316913" y="6446838"/>
            <a:ext cx="792162" cy="366712"/>
            <a:chOff x="5193" y="4020"/>
            <a:chExt cx="499" cy="231"/>
          </a:xfrm>
        </p:grpSpPr>
        <p:pic>
          <p:nvPicPr>
            <p:cNvPr id="52241" name="Picture 49" descr="78900"/>
            <p:cNvPicPr>
              <a:picLocks noChangeAspect="1"/>
            </p:cNvPicPr>
            <p:nvPr/>
          </p:nvPicPr>
          <p:blipFill>
            <a:blip r:embed="rId3"/>
            <a:stretch>
              <a:fillRect/>
            </a:stretch>
          </p:blipFill>
          <p:spPr>
            <a:xfrm>
              <a:off x="5193" y="4066"/>
              <a:ext cx="499" cy="181"/>
            </a:xfrm>
            <a:prstGeom prst="rect">
              <a:avLst/>
            </a:prstGeom>
            <a:noFill/>
            <a:ln w="9525">
              <a:noFill/>
            </a:ln>
          </p:spPr>
        </p:pic>
        <p:sp>
          <p:nvSpPr>
            <p:cNvPr id="52242" name="Text Box 50">
              <a:hlinkClick r:id="" action="ppaction://hlinkshowjump?jump=nextslide"/>
            </p:cNvPr>
            <p:cNvSpPr txBox="1"/>
            <p:nvPr/>
          </p:nvSpPr>
          <p:spPr>
            <a:xfrm>
              <a:off x="5216" y="4020"/>
              <a:ext cx="476" cy="231"/>
            </a:xfrm>
            <a:prstGeom prst="rect">
              <a:avLst/>
            </a:prstGeom>
            <a:noFill/>
            <a:ln w="9525">
              <a:noFill/>
            </a:ln>
          </p:spPr>
          <p:txBody>
            <a:bodyPr wrap="none">
              <a:spAutoFit/>
            </a:bodyPr>
            <a:p>
              <a:pPr>
                <a:spcBef>
                  <a:spcPct val="50000"/>
                </a:spcBef>
              </a:pPr>
              <a:r>
                <a:rPr lang="zh-CN" altLang="en-US" sz="1800" b="0" dirty="0">
                  <a:solidFill>
                    <a:schemeClr val="bg1"/>
                  </a:solidFill>
                  <a:latin typeface="隶书" panose="02010509060101010101" pitchFamily="49" charset="-122"/>
                  <a:ea typeface="隶书" panose="02010509060101010101" pitchFamily="49" charset="-122"/>
                </a:rPr>
                <a:t>下 页</a:t>
              </a:r>
              <a:endParaRPr lang="zh-CN" altLang="en-US" sz="1800" b="0" dirty="0">
                <a:solidFill>
                  <a:schemeClr val="bg1"/>
                </a:solidFill>
                <a:latin typeface="隶书" panose="02010509060101010101" pitchFamily="49" charset="-122"/>
                <a:ea typeface="隶书" panose="02010509060101010101" pitchFamily="49" charset="-122"/>
              </a:endParaRPr>
            </a:p>
          </p:txBody>
        </p:sp>
      </p:grpSp>
      <p:grpSp>
        <p:nvGrpSpPr>
          <p:cNvPr id="52235" name="Group 51"/>
          <p:cNvGrpSpPr/>
          <p:nvPr/>
        </p:nvGrpSpPr>
        <p:grpSpPr>
          <a:xfrm>
            <a:off x="7453313" y="6446838"/>
            <a:ext cx="792162" cy="366712"/>
            <a:chOff x="4649" y="4020"/>
            <a:chExt cx="499" cy="231"/>
          </a:xfrm>
        </p:grpSpPr>
        <p:pic>
          <p:nvPicPr>
            <p:cNvPr id="52239" name="Picture 52" descr="78900"/>
            <p:cNvPicPr>
              <a:picLocks noChangeAspect="1"/>
            </p:cNvPicPr>
            <p:nvPr/>
          </p:nvPicPr>
          <p:blipFill>
            <a:blip r:embed="rId3"/>
            <a:stretch>
              <a:fillRect/>
            </a:stretch>
          </p:blipFill>
          <p:spPr>
            <a:xfrm>
              <a:off x="4649" y="4066"/>
              <a:ext cx="499" cy="181"/>
            </a:xfrm>
            <a:prstGeom prst="rect">
              <a:avLst/>
            </a:prstGeom>
            <a:noFill/>
            <a:ln w="9525">
              <a:noFill/>
            </a:ln>
          </p:spPr>
        </p:pic>
        <p:sp>
          <p:nvSpPr>
            <p:cNvPr id="52240" name="Text Box 53">
              <a:hlinkClick r:id="" action="ppaction://hlinkshowjump?jump=previousslide"/>
            </p:cNvPr>
            <p:cNvSpPr txBox="1"/>
            <p:nvPr/>
          </p:nvSpPr>
          <p:spPr>
            <a:xfrm>
              <a:off x="4672" y="4020"/>
              <a:ext cx="476" cy="231"/>
            </a:xfrm>
            <a:prstGeom prst="rect">
              <a:avLst/>
            </a:prstGeom>
            <a:noFill/>
            <a:ln w="9525">
              <a:noFill/>
            </a:ln>
          </p:spPr>
          <p:txBody>
            <a:bodyPr wrap="none">
              <a:spAutoFit/>
            </a:bodyPr>
            <a:p>
              <a:pPr>
                <a:spcBef>
                  <a:spcPct val="50000"/>
                </a:spcBef>
              </a:pPr>
              <a:r>
                <a:rPr lang="zh-CN" altLang="en-US" sz="1800" b="0" dirty="0">
                  <a:solidFill>
                    <a:schemeClr val="bg1"/>
                  </a:solidFill>
                  <a:latin typeface="隶书" panose="02010509060101010101" pitchFamily="49" charset="-122"/>
                  <a:ea typeface="隶书" panose="02010509060101010101" pitchFamily="49" charset="-122"/>
                </a:rPr>
                <a:t>上 页</a:t>
              </a:r>
              <a:endParaRPr lang="zh-CN" altLang="en-US" sz="1800" b="0" dirty="0">
                <a:solidFill>
                  <a:schemeClr val="bg1"/>
                </a:solidFill>
                <a:latin typeface="隶书" panose="02010509060101010101" pitchFamily="49" charset="-122"/>
                <a:ea typeface="隶书" panose="02010509060101010101" pitchFamily="49" charset="-122"/>
              </a:endParaRPr>
            </a:p>
          </p:txBody>
        </p:sp>
      </p:grpSp>
      <p:grpSp>
        <p:nvGrpSpPr>
          <p:cNvPr id="52236" name="Group 60"/>
          <p:cNvGrpSpPr/>
          <p:nvPr/>
        </p:nvGrpSpPr>
        <p:grpSpPr>
          <a:xfrm>
            <a:off x="6588125" y="6446838"/>
            <a:ext cx="792163" cy="366712"/>
            <a:chOff x="4649" y="4020"/>
            <a:chExt cx="499" cy="231"/>
          </a:xfrm>
        </p:grpSpPr>
        <p:pic>
          <p:nvPicPr>
            <p:cNvPr id="52237" name="Picture 61" descr="78900"/>
            <p:cNvPicPr>
              <a:picLocks noChangeAspect="1"/>
            </p:cNvPicPr>
            <p:nvPr/>
          </p:nvPicPr>
          <p:blipFill>
            <a:blip r:embed="rId3"/>
            <a:stretch>
              <a:fillRect/>
            </a:stretch>
          </p:blipFill>
          <p:spPr>
            <a:xfrm>
              <a:off x="4649" y="4066"/>
              <a:ext cx="499" cy="181"/>
            </a:xfrm>
            <a:prstGeom prst="rect">
              <a:avLst/>
            </a:prstGeom>
            <a:noFill/>
            <a:ln w="9525">
              <a:noFill/>
            </a:ln>
          </p:spPr>
        </p:pic>
        <p:sp>
          <p:nvSpPr>
            <p:cNvPr id="52238" name="Text Box 62">
              <a:hlinkClick r:id="" action="ppaction://hlinkshowjump?jump=firstslide"/>
            </p:cNvPr>
            <p:cNvSpPr txBox="1"/>
            <p:nvPr/>
          </p:nvSpPr>
          <p:spPr>
            <a:xfrm>
              <a:off x="4672" y="4020"/>
              <a:ext cx="476" cy="231"/>
            </a:xfrm>
            <a:prstGeom prst="rect">
              <a:avLst/>
            </a:prstGeom>
            <a:noFill/>
            <a:ln w="9525">
              <a:noFill/>
            </a:ln>
          </p:spPr>
          <p:txBody>
            <a:bodyPr wrap="none">
              <a:spAutoFit/>
            </a:bodyPr>
            <a:p>
              <a:pPr>
                <a:spcBef>
                  <a:spcPct val="50000"/>
                </a:spcBef>
              </a:pPr>
              <a:r>
                <a:rPr lang="zh-CN" altLang="en-US" sz="1800" b="0" dirty="0">
                  <a:solidFill>
                    <a:schemeClr val="bg1"/>
                  </a:solidFill>
                  <a:latin typeface="隶书" panose="02010509060101010101" pitchFamily="49" charset="-122"/>
                  <a:ea typeface="隶书" panose="02010509060101010101" pitchFamily="49" charset="-122"/>
                </a:rPr>
                <a:t>返 回</a:t>
              </a:r>
              <a:endParaRPr lang="zh-CN" altLang="en-US" sz="1800" b="0" dirty="0">
                <a:solidFill>
                  <a:schemeClr val="bg1"/>
                </a:solidFill>
                <a:latin typeface="隶书" panose="02010509060101010101" pitchFamily="49" charset="-122"/>
                <a:ea typeface="隶书" panose="02010509060101010101" pitchFamily="49" charset="-122"/>
              </a:endParaRP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grpId="0" nodeType="withEffect">
                                  <p:stCondLst>
                                    <p:cond delay="0"/>
                                  </p:stCondLst>
                                  <p:childTnLst>
                                    <p:set>
                                      <p:cBhvr>
                                        <p:cTn id="6" dur="1" fill="hold">
                                          <p:stCondLst>
                                            <p:cond delay="0"/>
                                          </p:stCondLst>
                                        </p:cTn>
                                        <p:tgtEl>
                                          <p:spTgt spid="91149"/>
                                        </p:tgtEl>
                                        <p:attrNameLst>
                                          <p:attrName>style.visibility</p:attrName>
                                        </p:attrNameLst>
                                      </p:cBhvr>
                                      <p:to>
                                        <p:strVal val="visible"/>
                                      </p:to>
                                    </p:set>
                                    <p:anim calcmode="lin" valueType="num">
                                      <p:cBhvr additive="base">
                                        <p:cTn id="7" dur="500" fill="hold"/>
                                        <p:tgtEl>
                                          <p:spTgt spid="91149"/>
                                        </p:tgtEl>
                                        <p:attrNameLst>
                                          <p:attrName>ppt_x</p:attrName>
                                        </p:attrNameLst>
                                      </p:cBhvr>
                                      <p:tavLst>
                                        <p:tav tm="0">
                                          <p:val>
                                            <p:strVal val="0-#ppt_w/2"/>
                                          </p:val>
                                        </p:tav>
                                        <p:tav tm="100000">
                                          <p:val>
                                            <p:strVal val="#ppt_x"/>
                                          </p:val>
                                        </p:tav>
                                      </p:tavLst>
                                    </p:anim>
                                    <p:anim calcmode="lin" valueType="num">
                                      <p:cBhvr additive="base">
                                        <p:cTn id="8" dur="500" fill="hold"/>
                                        <p:tgtEl>
                                          <p:spTgt spid="91149"/>
                                        </p:tgtEl>
                                        <p:attrNameLst>
                                          <p:attrName>ppt_y</p:attrName>
                                        </p:attrNameLst>
                                      </p:cBhvr>
                                      <p:tavLst>
                                        <p:tav tm="0">
                                          <p:val>
                                            <p:strVal val="#ppt_y"/>
                                          </p:val>
                                        </p:tav>
                                        <p:tav tm="100000">
                                          <p:val>
                                            <p:strVal val="#ppt_y"/>
                                          </p:val>
                                        </p:tav>
                                      </p:tavLst>
                                    </p:anim>
                                  </p:childTnLst>
                                </p:cTn>
                              </p:par>
                            </p:childTnLst>
                          </p:cTn>
                        </p:par>
                        <p:par>
                          <p:cTn id="9" fill="hold">
                            <p:stCondLst>
                              <p:cond delay="500"/>
                            </p:stCondLst>
                            <p:childTnLst>
                              <p:par>
                                <p:cTn id="10" presetID="4" presetClass="entr" presetSubtype="32" fill="hold" nodeType="afterEffect">
                                  <p:stCondLst>
                                    <p:cond delay="0"/>
                                  </p:stCondLst>
                                  <p:childTnLst>
                                    <p:set>
                                      <p:cBhvr>
                                        <p:cTn id="11" dur="1" fill="hold">
                                          <p:stCondLst>
                                            <p:cond delay="0"/>
                                          </p:stCondLst>
                                        </p:cTn>
                                        <p:tgtEl>
                                          <p:spTgt spid="91169"/>
                                        </p:tgtEl>
                                        <p:attrNameLst>
                                          <p:attrName>style.visibility</p:attrName>
                                        </p:attrNameLst>
                                      </p:cBhvr>
                                      <p:to>
                                        <p:strVal val="visible"/>
                                      </p:to>
                                    </p:set>
                                    <p:animEffect transition="in" filter="box(out)">
                                      <p:cBhvr>
                                        <p:cTn id="12" dur="500"/>
                                        <p:tgtEl>
                                          <p:spTgt spid="91169"/>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2"/>
                                        </p:tgtEl>
                                        <p:attrNameLst>
                                          <p:attrName>style.visibility</p:attrName>
                                        </p:attrNameLst>
                                      </p:cBhvr>
                                      <p:to>
                                        <p:strVal val="visible"/>
                                      </p:to>
                                    </p:set>
                                    <p:animEffect transition="in" filter="wipe(left)">
                                      <p:cBhvr>
                                        <p:cTn id="17" dur="1000"/>
                                        <p:tgtEl>
                                          <p:spTgt spid="2"/>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nodeType="clickEffect">
                                  <p:stCondLst>
                                    <p:cond delay="0"/>
                                  </p:stCondLst>
                                  <p:childTnLst>
                                    <p:set>
                                      <p:cBhvr>
                                        <p:cTn id="21" dur="1" fill="hold">
                                          <p:stCondLst>
                                            <p:cond delay="0"/>
                                          </p:stCondLst>
                                        </p:cTn>
                                        <p:tgtEl>
                                          <p:spTgt spid="3"/>
                                        </p:tgtEl>
                                        <p:attrNameLst>
                                          <p:attrName>style.visibility</p:attrName>
                                        </p:attrNameLst>
                                      </p:cBhvr>
                                      <p:to>
                                        <p:strVal val="visible"/>
                                      </p:to>
                                    </p:set>
                                    <p:animEffect transition="in" filter="wipe(left)">
                                      <p:cBhvr>
                                        <p:cTn id="22" dur="1000"/>
                                        <p:tgtEl>
                                          <p:spTgt spid="3"/>
                                        </p:tgtEl>
                                      </p:cBhvr>
                                    </p:animEffect>
                                  </p:childTnLst>
                                </p:cTn>
                              </p:par>
                            </p:childTnLst>
                          </p:cTn>
                        </p:par>
                        <p:par>
                          <p:cTn id="23" fill="hold">
                            <p:stCondLst>
                              <p:cond delay="1000"/>
                            </p:stCondLst>
                            <p:childTnLst>
                              <p:par>
                                <p:cTn id="24" presetID="20" presetClass="entr" presetSubtype="0" fill="hold" grpId="0" nodeType="afterEffect">
                                  <p:stCondLst>
                                    <p:cond delay="0"/>
                                  </p:stCondLst>
                                  <p:childTnLst>
                                    <p:set>
                                      <p:cBhvr>
                                        <p:cTn id="25" dur="1" fill="hold">
                                          <p:stCondLst>
                                            <p:cond delay="0"/>
                                          </p:stCondLst>
                                        </p:cTn>
                                        <p:tgtEl>
                                          <p:spTgt spid="91173"/>
                                        </p:tgtEl>
                                        <p:attrNameLst>
                                          <p:attrName>style.visibility</p:attrName>
                                        </p:attrNameLst>
                                      </p:cBhvr>
                                      <p:to>
                                        <p:strVal val="visible"/>
                                      </p:to>
                                    </p:set>
                                    <p:animEffect transition="in" filter="wedge">
                                      <p:cBhvr>
                                        <p:cTn id="26" dur="2000"/>
                                        <p:tgtEl>
                                          <p:spTgt spid="91173"/>
                                        </p:tgtEl>
                                      </p:cBhvr>
                                    </p:animEffect>
                                  </p:childTnLst>
                                </p:cTn>
                              </p:par>
                            </p:childTnLst>
                          </p:cTn>
                        </p:par>
                      </p:childTnLst>
                    </p:cTn>
                  </p:par>
                  <p:par>
                    <p:cTn id="27" fill="hold">
                      <p:stCondLst>
                        <p:cond delay="indefinite"/>
                      </p:stCondLst>
                      <p:childTnLst>
                        <p:par>
                          <p:cTn id="28" fill="hold">
                            <p:stCondLst>
                              <p:cond delay="0"/>
                            </p:stCondLst>
                            <p:childTnLst>
                              <p:par>
                                <p:cTn id="29" presetID="22" presetClass="entr" presetSubtype="8" fill="hold" nodeType="clickEffect">
                                  <p:stCondLst>
                                    <p:cond delay="0"/>
                                  </p:stCondLst>
                                  <p:childTnLst>
                                    <p:set>
                                      <p:cBhvr>
                                        <p:cTn id="30" dur="1" fill="hold">
                                          <p:stCondLst>
                                            <p:cond delay="0"/>
                                          </p:stCondLst>
                                        </p:cTn>
                                        <p:tgtEl>
                                          <p:spTgt spid="4"/>
                                        </p:tgtEl>
                                        <p:attrNameLst>
                                          <p:attrName>style.visibility</p:attrName>
                                        </p:attrNameLst>
                                      </p:cBhvr>
                                      <p:to>
                                        <p:strVal val="visible"/>
                                      </p:to>
                                    </p:set>
                                    <p:animEffect transition="in" filter="wipe(left)">
                                      <p:cBhvr>
                                        <p:cTn id="31" dur="1000"/>
                                        <p:tgtEl>
                                          <p:spTgt spid="4"/>
                                        </p:tgtEl>
                                      </p:cBhvr>
                                    </p:animEffect>
                                  </p:childTnLst>
                                </p:cTn>
                              </p:par>
                            </p:childTnLst>
                          </p:cTn>
                        </p:par>
                        <p:par>
                          <p:cTn id="32" fill="hold">
                            <p:stCondLst>
                              <p:cond delay="1000"/>
                            </p:stCondLst>
                            <p:childTnLst>
                              <p:par>
                                <p:cTn id="33" presetID="20" presetClass="entr" presetSubtype="0" fill="hold" grpId="0" nodeType="afterEffect">
                                  <p:stCondLst>
                                    <p:cond delay="0"/>
                                  </p:stCondLst>
                                  <p:childTnLst>
                                    <p:set>
                                      <p:cBhvr>
                                        <p:cTn id="34" dur="1" fill="hold">
                                          <p:stCondLst>
                                            <p:cond delay="0"/>
                                          </p:stCondLst>
                                        </p:cTn>
                                        <p:tgtEl>
                                          <p:spTgt spid="91174"/>
                                        </p:tgtEl>
                                        <p:attrNameLst>
                                          <p:attrName>style.visibility</p:attrName>
                                        </p:attrNameLst>
                                      </p:cBhvr>
                                      <p:to>
                                        <p:strVal val="visible"/>
                                      </p:to>
                                    </p:set>
                                    <p:animEffect transition="in" filter="wedge">
                                      <p:cBhvr>
                                        <p:cTn id="35" dur="2000"/>
                                        <p:tgtEl>
                                          <p:spTgt spid="91174"/>
                                        </p:tgtEl>
                                      </p:cBhvr>
                                    </p:animEffect>
                                  </p:childTnLst>
                                </p:cTn>
                              </p:par>
                            </p:childTnLst>
                          </p:cTn>
                        </p:par>
                      </p:childTnLst>
                    </p:cTn>
                  </p:par>
                  <p:par>
                    <p:cTn id="36" fill="hold">
                      <p:stCondLst>
                        <p:cond delay="indefinite"/>
                      </p:stCondLst>
                      <p:childTnLst>
                        <p:par>
                          <p:cTn id="37" fill="hold">
                            <p:stCondLst>
                              <p:cond delay="0"/>
                            </p:stCondLst>
                            <p:childTnLst>
                              <p:par>
                                <p:cTn id="38" presetID="12" presetClass="entr" presetSubtype="4" fill="hold" grpId="0" nodeType="clickEffect">
                                  <p:stCondLst>
                                    <p:cond delay="0"/>
                                  </p:stCondLst>
                                  <p:childTnLst>
                                    <p:set>
                                      <p:cBhvr>
                                        <p:cTn id="39" dur="1" fill="hold">
                                          <p:stCondLst>
                                            <p:cond delay="0"/>
                                          </p:stCondLst>
                                        </p:cTn>
                                        <p:tgtEl>
                                          <p:spTgt spid="91181"/>
                                        </p:tgtEl>
                                        <p:attrNameLst>
                                          <p:attrName>style.visibility</p:attrName>
                                        </p:attrNameLst>
                                      </p:cBhvr>
                                      <p:to>
                                        <p:strVal val="visible"/>
                                      </p:to>
                                    </p:set>
                                    <p:animEffect transition="in" filter="slide(fromBottom)">
                                      <p:cBhvr>
                                        <p:cTn id="40" dur="1000"/>
                                        <p:tgtEl>
                                          <p:spTgt spid="9118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1149" grpId="0"/>
      <p:bldP spid="91173" grpId="0" animBg="1"/>
      <p:bldP spid="91174" grpId="0" animBg="1"/>
      <p:bldP spid="91181" grpId="0"/>
    </p:bld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1747" name="Text Box 3"/>
          <p:cNvSpPr txBox="1"/>
          <p:nvPr/>
        </p:nvSpPr>
        <p:spPr>
          <a:xfrm>
            <a:off x="611188" y="549275"/>
            <a:ext cx="3455987" cy="579438"/>
          </a:xfrm>
          <a:prstGeom prst="rect">
            <a:avLst/>
          </a:prstGeom>
          <a:noFill/>
          <a:ln w="12700">
            <a:noFill/>
          </a:ln>
        </p:spPr>
        <p:txBody>
          <a:bodyPr anchor="ctr" anchorCtr="0">
            <a:spAutoFit/>
          </a:bodyPr>
          <a:p>
            <a:r>
              <a:rPr lang="en-US" altLang="zh-CN" sz="3200" dirty="0">
                <a:solidFill>
                  <a:schemeClr val="bg1"/>
                </a:solidFill>
                <a:latin typeface="仿宋_GB2312" pitchFamily="49" charset="-122"/>
                <a:ea typeface="仿宋_GB2312" pitchFamily="49" charset="-122"/>
              </a:rPr>
              <a:t>2.</a:t>
            </a:r>
            <a:r>
              <a:rPr lang="zh-CN" altLang="en-US" sz="3200" dirty="0">
                <a:solidFill>
                  <a:schemeClr val="bg1"/>
                </a:solidFill>
                <a:latin typeface="楷体_GB2312" pitchFamily="49" charset="-122"/>
              </a:rPr>
              <a:t>平均功率</a:t>
            </a:r>
            <a:r>
              <a:rPr lang="zh-CN" altLang="en-US" sz="3200" dirty="0">
                <a:solidFill>
                  <a:schemeClr val="bg1"/>
                </a:solidFill>
                <a:latin typeface="Times New Roman" panose="02020603050405020304" pitchFamily="18" charset="0"/>
                <a:ea typeface="宋体" panose="02010600030101010101" pitchFamily="2" charset="-122"/>
              </a:rPr>
              <a:t> </a:t>
            </a:r>
            <a:r>
              <a:rPr lang="en-US" altLang="zh-CN" sz="3200" b="0" i="1" dirty="0">
                <a:solidFill>
                  <a:schemeClr val="bg1"/>
                </a:solidFill>
                <a:latin typeface="Times New Roman" panose="02020603050405020304" pitchFamily="18" charset="0"/>
                <a:ea typeface="宋体" panose="02010600030101010101" pitchFamily="2" charset="-122"/>
              </a:rPr>
              <a:t>P</a:t>
            </a:r>
            <a:endParaRPr lang="en-US" altLang="zh-CN" sz="3200" b="0" i="1" dirty="0">
              <a:solidFill>
                <a:schemeClr val="bg1"/>
              </a:solidFill>
              <a:latin typeface="Times New Roman" panose="02020603050405020304" pitchFamily="18" charset="0"/>
              <a:ea typeface="宋体" panose="02010600030101010101" pitchFamily="2" charset="-122"/>
            </a:endParaRPr>
          </a:p>
        </p:txBody>
      </p:sp>
      <p:graphicFrame>
        <p:nvGraphicFramePr>
          <p:cNvPr id="31748" name="Object 4"/>
          <p:cNvGraphicFramePr/>
          <p:nvPr/>
        </p:nvGraphicFramePr>
        <p:xfrm>
          <a:off x="611188" y="1125538"/>
          <a:ext cx="2178050" cy="1057275"/>
        </p:xfrm>
        <a:graphic>
          <a:graphicData uri="http://schemas.openxmlformats.org/presentationml/2006/ole">
            <mc:AlternateContent xmlns:mc="http://schemas.openxmlformats.org/markup-compatibility/2006">
              <mc:Choice xmlns:v="urn:schemas-microsoft-com:vml" Requires="v">
                <p:oleObj spid="_x0000_s3406" name="" r:id="rId1" imgW="913765" imgH="444500" progId="Equation.3">
                  <p:embed/>
                </p:oleObj>
              </mc:Choice>
              <mc:Fallback>
                <p:oleObj name="" r:id="rId1" imgW="913765" imgH="444500" progId="Equation.3">
                  <p:embed/>
                  <p:pic>
                    <p:nvPicPr>
                      <p:cNvPr id="0" name="图片 3405"/>
                      <p:cNvPicPr/>
                      <p:nvPr/>
                    </p:nvPicPr>
                    <p:blipFill>
                      <a:blip r:embed="rId2">
                        <a:clrChange>
                          <a:clrFrom>
                            <a:srgbClr val="000000"/>
                          </a:clrFrom>
                          <a:clrTo>
                            <a:srgbClr val="FFFFFF"/>
                          </a:clrTo>
                        </a:clrChange>
                      </a:blip>
                      <a:stretch>
                        <a:fillRect/>
                      </a:stretch>
                    </p:blipFill>
                    <p:spPr>
                      <a:xfrm>
                        <a:off x="611188" y="1125538"/>
                        <a:ext cx="2178050" cy="1057275"/>
                      </a:xfrm>
                      <a:prstGeom prst="rect">
                        <a:avLst/>
                      </a:prstGeom>
                      <a:noFill/>
                      <a:ln w="38100">
                        <a:noFill/>
                        <a:miter/>
                      </a:ln>
                    </p:spPr>
                  </p:pic>
                </p:oleObj>
              </mc:Fallback>
            </mc:AlternateContent>
          </a:graphicData>
        </a:graphic>
      </p:graphicFrame>
      <p:sp>
        <p:nvSpPr>
          <p:cNvPr id="31749" name="Text Box 5"/>
          <p:cNvSpPr txBox="1"/>
          <p:nvPr/>
        </p:nvSpPr>
        <p:spPr>
          <a:xfrm>
            <a:off x="827088" y="3860800"/>
            <a:ext cx="7273925" cy="1189038"/>
          </a:xfrm>
          <a:prstGeom prst="rect">
            <a:avLst/>
          </a:prstGeom>
          <a:noFill/>
          <a:ln w="9525">
            <a:noFill/>
          </a:ln>
        </p:spPr>
        <p:txBody>
          <a:bodyPr>
            <a:spAutoFit/>
          </a:bodyPr>
          <a:p>
            <a:pPr marL="1714500" indent="-1714500" algn="just">
              <a:lnSpc>
                <a:spcPct val="120000"/>
              </a:lnSpc>
              <a:spcBef>
                <a:spcPct val="20000"/>
              </a:spcBef>
            </a:pPr>
            <a:r>
              <a:rPr lang="en-US" altLang="zh-CN" sz="3200" b="0" i="1" dirty="0">
                <a:solidFill>
                  <a:schemeClr val="bg1"/>
                </a:solidFill>
                <a:latin typeface="Times New Roman" panose="02020603050405020304" pitchFamily="18" charset="0"/>
                <a:ea typeface="宋体" panose="02010600030101010101" pitchFamily="2" charset="-122"/>
                <a:sym typeface="Symbol" panose="05050102010706020507" pitchFamily="18" charset="2"/>
              </a:rPr>
              <a:t> </a:t>
            </a:r>
            <a:r>
              <a:rPr lang="en-US" altLang="zh-CN" sz="3200" b="0" dirty="0">
                <a:solidFill>
                  <a:schemeClr val="bg1"/>
                </a:solidFill>
                <a:latin typeface="Times New Roman" panose="02020603050405020304" pitchFamily="18" charset="0"/>
                <a:ea typeface="宋体" panose="02010600030101010101" pitchFamily="2" charset="-122"/>
                <a:sym typeface="Symbol" panose="05050102010706020507" pitchFamily="18" charset="2"/>
              </a:rPr>
              <a:t>=</a:t>
            </a:r>
            <a:r>
              <a:rPr lang="en-US" altLang="zh-CN" sz="3200" b="0" i="1" dirty="0">
                <a:solidFill>
                  <a:schemeClr val="bg1"/>
                </a:solidFill>
                <a:latin typeface="Times New Roman" panose="02020603050405020304" pitchFamily="18" charset="0"/>
                <a:ea typeface="宋体" panose="02010600030101010101" pitchFamily="2" charset="-122"/>
                <a:sym typeface="Symbol" panose="05050102010706020507" pitchFamily="18" charset="2"/>
              </a:rPr>
              <a:t></a:t>
            </a:r>
            <a:r>
              <a:rPr lang="en-US" altLang="zh-CN" sz="3200" b="0" i="1" baseline="-25000" dirty="0">
                <a:solidFill>
                  <a:schemeClr val="bg1"/>
                </a:solidFill>
                <a:latin typeface="Times New Roman" panose="02020603050405020304" pitchFamily="18" charset="0"/>
                <a:ea typeface="宋体" panose="02010600030101010101" pitchFamily="2" charset="-122"/>
                <a:sym typeface="Symbol" panose="05050102010706020507" pitchFamily="18" charset="2"/>
              </a:rPr>
              <a:t>u</a:t>
            </a:r>
            <a:r>
              <a:rPr lang="en-US" altLang="zh-CN" sz="3200" b="0" i="1" dirty="0">
                <a:solidFill>
                  <a:schemeClr val="bg1"/>
                </a:solidFill>
                <a:latin typeface="宋体" panose="02010600030101010101" pitchFamily="2" charset="-122"/>
                <a:ea typeface="宋体" panose="02010600030101010101" pitchFamily="2" charset="-122"/>
                <a:sym typeface="Symbol" panose="05050102010706020507" pitchFamily="18" charset="2"/>
              </a:rPr>
              <a:t>-</a:t>
            </a:r>
            <a:r>
              <a:rPr lang="en-US" altLang="zh-CN" sz="3200" b="0" i="1" dirty="0">
                <a:solidFill>
                  <a:schemeClr val="bg1"/>
                </a:solidFill>
                <a:latin typeface="Times New Roman" panose="02020603050405020304" pitchFamily="18" charset="0"/>
                <a:ea typeface="宋体" panose="02010600030101010101" pitchFamily="2" charset="-122"/>
                <a:sym typeface="Symbol" panose="05050102010706020507" pitchFamily="18" charset="2"/>
              </a:rPr>
              <a:t></a:t>
            </a:r>
            <a:r>
              <a:rPr lang="en-US" altLang="zh-CN" sz="3200" b="0" i="1" baseline="-25000" dirty="0">
                <a:solidFill>
                  <a:schemeClr val="bg1"/>
                </a:solidFill>
                <a:latin typeface="Times New Roman" panose="02020603050405020304" pitchFamily="18" charset="0"/>
                <a:ea typeface="宋体" panose="02010600030101010101" pitchFamily="2" charset="-122"/>
                <a:sym typeface="Symbol" panose="05050102010706020507" pitchFamily="18" charset="2"/>
              </a:rPr>
              <a:t>i</a:t>
            </a:r>
            <a:r>
              <a:rPr lang="zh-CN" altLang="en-US" sz="3200" b="0" dirty="0">
                <a:solidFill>
                  <a:schemeClr val="bg1"/>
                </a:solidFill>
                <a:latin typeface="Times New Roman" panose="02020603050405020304" pitchFamily="18" charset="0"/>
                <a:ea typeface="宋体" panose="02010600030101010101" pitchFamily="2" charset="-122"/>
                <a:sym typeface="Symbol" panose="05050102010706020507" pitchFamily="18" charset="2"/>
              </a:rPr>
              <a:t>：</a:t>
            </a:r>
            <a:r>
              <a:rPr lang="zh-CN" altLang="zh-CN" dirty="0">
                <a:latin typeface="Times New Roman" panose="02020603050405020304" pitchFamily="18" charset="0"/>
                <a:sym typeface="Symbol" panose="05050102010706020507" pitchFamily="18" charset="2"/>
              </a:rPr>
              <a:t>功率因数角。对不含独立源的线</a:t>
            </a:r>
            <a:r>
              <a:rPr lang="zh-CN" altLang="en-US" dirty="0">
                <a:latin typeface="Times New Roman" panose="02020603050405020304" pitchFamily="18" charset="0"/>
                <a:sym typeface="Symbol" panose="05050102010706020507" pitchFamily="18" charset="2"/>
              </a:rPr>
              <a:t>  </a:t>
            </a:r>
            <a:r>
              <a:rPr lang="zh-CN" altLang="zh-CN" dirty="0">
                <a:latin typeface="Times New Roman" panose="02020603050405020304" pitchFamily="18" charset="0"/>
                <a:sym typeface="Symbol" panose="05050102010706020507" pitchFamily="18" charset="2"/>
              </a:rPr>
              <a:t>性网络，为其等效阻抗的阻抗角。</a:t>
            </a:r>
            <a:r>
              <a:rPr lang="zh-CN" altLang="en-US" dirty="0">
                <a:latin typeface="Times New Roman" panose="02020603050405020304" pitchFamily="18" charset="0"/>
                <a:sym typeface="Symbol" panose="05050102010706020507" pitchFamily="18" charset="2"/>
              </a:rPr>
              <a:t> </a:t>
            </a:r>
            <a:endParaRPr lang="zh-CN" altLang="en-US" baseline="30000" dirty="0">
              <a:latin typeface="Times New Roman" panose="02020603050405020304" pitchFamily="18" charset="0"/>
              <a:sym typeface="Symbol" panose="05050102010706020507" pitchFamily="18" charset="2"/>
            </a:endParaRPr>
          </a:p>
        </p:txBody>
      </p:sp>
      <p:sp>
        <p:nvSpPr>
          <p:cNvPr id="31750" name="Text Box 6"/>
          <p:cNvSpPr txBox="1"/>
          <p:nvPr/>
        </p:nvSpPr>
        <p:spPr>
          <a:xfrm>
            <a:off x="971550" y="5157788"/>
            <a:ext cx="3457575" cy="579437"/>
          </a:xfrm>
          <a:prstGeom prst="rect">
            <a:avLst/>
          </a:prstGeom>
          <a:noFill/>
          <a:ln w="9525">
            <a:noFill/>
          </a:ln>
        </p:spPr>
        <p:txBody>
          <a:bodyPr>
            <a:spAutoFit/>
          </a:bodyPr>
          <a:p>
            <a:pPr>
              <a:spcBef>
                <a:spcPct val="50000"/>
              </a:spcBef>
            </a:pPr>
            <a:r>
              <a:rPr lang="en-US" altLang="zh-CN" sz="3200" b="0" dirty="0">
                <a:solidFill>
                  <a:schemeClr val="bg1"/>
                </a:solidFill>
                <a:latin typeface="Times New Roman" panose="02020603050405020304" pitchFamily="18" charset="0"/>
                <a:ea typeface="宋体" panose="02010600030101010101" pitchFamily="2" charset="-122"/>
              </a:rPr>
              <a:t>cos </a:t>
            </a:r>
            <a:r>
              <a:rPr lang="en-US" altLang="zh-CN" sz="3200" b="0" i="1" dirty="0">
                <a:solidFill>
                  <a:schemeClr val="bg1"/>
                </a:solidFill>
                <a:latin typeface="Times New Roman" panose="02020603050405020304" pitchFamily="18" charset="0"/>
                <a:ea typeface="宋体" panose="02010600030101010101" pitchFamily="2" charset="-122"/>
                <a:sym typeface="Symbol" panose="05050102010706020507" pitchFamily="18" charset="2"/>
              </a:rPr>
              <a:t></a:t>
            </a:r>
            <a:r>
              <a:rPr lang="en-US" altLang="zh-CN" sz="2400" dirty="0">
                <a:solidFill>
                  <a:schemeClr val="bg1"/>
                </a:solidFill>
                <a:latin typeface="Times New Roman" panose="02020603050405020304" pitchFamily="18" charset="0"/>
                <a:ea typeface="宋体" panose="02010600030101010101" pitchFamily="2" charset="-122"/>
                <a:sym typeface="Symbol" panose="05050102010706020507" pitchFamily="18" charset="2"/>
              </a:rPr>
              <a:t> </a:t>
            </a:r>
            <a:r>
              <a:rPr lang="zh-CN" altLang="en-US" sz="2400" dirty="0">
                <a:solidFill>
                  <a:schemeClr val="bg1"/>
                </a:solidFill>
                <a:latin typeface="Times New Roman" panose="02020603050405020304" pitchFamily="18" charset="0"/>
                <a:ea typeface="宋体" panose="02010600030101010101" pitchFamily="2" charset="-122"/>
                <a:sym typeface="Symbol" panose="05050102010706020507" pitchFamily="18" charset="2"/>
              </a:rPr>
              <a:t>：</a:t>
            </a:r>
            <a:r>
              <a:rPr lang="zh-CN" altLang="en-US" dirty="0">
                <a:latin typeface="Times New Roman" panose="02020603050405020304" pitchFamily="18" charset="0"/>
                <a:sym typeface="Symbol" panose="05050102010706020507" pitchFamily="18" charset="2"/>
              </a:rPr>
              <a:t>功率因数。</a:t>
            </a:r>
            <a:endParaRPr lang="zh-CN" altLang="en-US" i="1" dirty="0">
              <a:latin typeface="Times New Roman" panose="02020603050405020304" pitchFamily="18" charset="0"/>
              <a:sym typeface="Symbol" panose="05050102010706020507" pitchFamily="18" charset="2"/>
            </a:endParaRPr>
          </a:p>
        </p:txBody>
      </p:sp>
      <p:sp>
        <p:nvSpPr>
          <p:cNvPr id="31751" name="Text Box 7"/>
          <p:cNvSpPr txBox="1"/>
          <p:nvPr/>
        </p:nvSpPr>
        <p:spPr>
          <a:xfrm>
            <a:off x="900113" y="3213100"/>
            <a:ext cx="3368675" cy="579438"/>
          </a:xfrm>
          <a:prstGeom prst="rect">
            <a:avLst/>
          </a:prstGeom>
          <a:noFill/>
          <a:ln w="9525">
            <a:noFill/>
          </a:ln>
        </p:spPr>
        <p:txBody>
          <a:bodyPr wrap="none">
            <a:spAutoFit/>
          </a:bodyPr>
          <a:p>
            <a:pPr>
              <a:spcBef>
                <a:spcPct val="50000"/>
              </a:spcBef>
            </a:pPr>
            <a:r>
              <a:rPr lang="en-US" altLang="zh-CN" sz="3200" b="0" i="1" dirty="0">
                <a:solidFill>
                  <a:schemeClr val="bg1"/>
                </a:solidFill>
                <a:latin typeface="Times New Roman" panose="02020603050405020304" pitchFamily="18" charset="0"/>
              </a:rPr>
              <a:t>P</a:t>
            </a:r>
            <a:r>
              <a:rPr lang="en-US" altLang="zh-CN" sz="3200" i="1" dirty="0">
                <a:solidFill>
                  <a:schemeClr val="bg1"/>
                </a:solidFill>
                <a:latin typeface="Times New Roman" panose="02020603050405020304" pitchFamily="18" charset="0"/>
              </a:rPr>
              <a:t> </a:t>
            </a:r>
            <a:r>
              <a:rPr lang="zh-CN" altLang="en-US" dirty="0">
                <a:latin typeface="楷体_GB2312" pitchFamily="49" charset="-122"/>
              </a:rPr>
              <a:t>的单位：</a:t>
            </a:r>
            <a:r>
              <a:rPr lang="en-US" altLang="zh-CN" b="0" dirty="0">
                <a:latin typeface="Times New Roman" panose="02020603050405020304" pitchFamily="18" charset="0"/>
              </a:rPr>
              <a:t>W</a:t>
            </a:r>
            <a:r>
              <a:rPr lang="zh-CN" altLang="en-US" dirty="0">
                <a:latin typeface="楷体_GB2312" pitchFamily="49" charset="-122"/>
              </a:rPr>
              <a:t>（瓦）</a:t>
            </a:r>
            <a:endParaRPr lang="zh-CN" altLang="en-US" dirty="0">
              <a:latin typeface="楷体_GB2312" pitchFamily="49" charset="-122"/>
            </a:endParaRPr>
          </a:p>
        </p:txBody>
      </p:sp>
      <p:graphicFrame>
        <p:nvGraphicFramePr>
          <p:cNvPr id="31752" name="Object 8"/>
          <p:cNvGraphicFramePr/>
          <p:nvPr/>
        </p:nvGraphicFramePr>
        <p:xfrm>
          <a:off x="2843213" y="1196975"/>
          <a:ext cx="5689600" cy="952500"/>
        </p:xfrm>
        <a:graphic>
          <a:graphicData uri="http://schemas.openxmlformats.org/presentationml/2006/ole">
            <mc:AlternateContent xmlns:mc="http://schemas.openxmlformats.org/markup-compatibility/2006">
              <mc:Choice xmlns:v="urn:schemas-microsoft-com:vml" Requires="v">
                <p:oleObj spid="_x0000_s3405" name="" r:id="rId3" imgW="2576830" imgH="444500" progId="Equation.3">
                  <p:embed/>
                </p:oleObj>
              </mc:Choice>
              <mc:Fallback>
                <p:oleObj name="" r:id="rId3" imgW="2576830" imgH="444500" progId="Equation.3">
                  <p:embed/>
                  <p:pic>
                    <p:nvPicPr>
                      <p:cNvPr id="0" name="图片 3404"/>
                      <p:cNvPicPr/>
                      <p:nvPr/>
                    </p:nvPicPr>
                    <p:blipFill>
                      <a:blip r:embed="rId4">
                        <a:clrChange>
                          <a:clrFrom>
                            <a:srgbClr val="000000"/>
                          </a:clrFrom>
                          <a:clrTo>
                            <a:srgbClr val="FFFFFF"/>
                          </a:clrTo>
                        </a:clrChange>
                      </a:blip>
                      <a:stretch>
                        <a:fillRect/>
                      </a:stretch>
                    </p:blipFill>
                    <p:spPr>
                      <a:xfrm>
                        <a:off x="2843213" y="1196975"/>
                        <a:ext cx="5689600" cy="952500"/>
                      </a:xfrm>
                      <a:prstGeom prst="rect">
                        <a:avLst/>
                      </a:prstGeom>
                      <a:noFill/>
                      <a:ln w="38100">
                        <a:noFill/>
                        <a:miter/>
                      </a:ln>
                    </p:spPr>
                  </p:pic>
                </p:oleObj>
              </mc:Fallback>
            </mc:AlternateContent>
          </a:graphicData>
        </a:graphic>
      </p:graphicFrame>
      <p:graphicFrame>
        <p:nvGraphicFramePr>
          <p:cNvPr id="31753" name="Object 9"/>
          <p:cNvGraphicFramePr/>
          <p:nvPr/>
        </p:nvGraphicFramePr>
        <p:xfrm>
          <a:off x="884238" y="2365375"/>
          <a:ext cx="1847850" cy="528638"/>
        </p:xfrm>
        <a:graphic>
          <a:graphicData uri="http://schemas.openxmlformats.org/presentationml/2006/ole">
            <mc:AlternateContent xmlns:mc="http://schemas.openxmlformats.org/markup-compatibility/2006">
              <mc:Choice xmlns:v="urn:schemas-microsoft-com:vml" Requires="v">
                <p:oleObj spid="_x0000_s3408" name="" r:id="rId5" imgW="748030" imgH="215900" progId="Equation.3">
                  <p:embed/>
                </p:oleObj>
              </mc:Choice>
              <mc:Fallback>
                <p:oleObj name="" r:id="rId5" imgW="748030" imgH="215900" progId="Equation.3">
                  <p:embed/>
                  <p:pic>
                    <p:nvPicPr>
                      <p:cNvPr id="0" name="图片 3407"/>
                      <p:cNvPicPr/>
                      <p:nvPr/>
                    </p:nvPicPr>
                    <p:blipFill>
                      <a:blip r:embed="rId6">
                        <a:clrChange>
                          <a:clrFrom>
                            <a:srgbClr val="000000"/>
                          </a:clrFrom>
                          <a:clrTo>
                            <a:srgbClr val="FFFFFF"/>
                          </a:clrTo>
                        </a:clrChange>
                      </a:blip>
                      <a:stretch>
                        <a:fillRect/>
                      </a:stretch>
                    </p:blipFill>
                    <p:spPr>
                      <a:xfrm>
                        <a:off x="884238" y="2365375"/>
                        <a:ext cx="1847850" cy="528638"/>
                      </a:xfrm>
                      <a:prstGeom prst="rect">
                        <a:avLst/>
                      </a:prstGeom>
                      <a:noFill/>
                      <a:ln w="38100">
                        <a:noFill/>
                        <a:miter/>
                      </a:ln>
                    </p:spPr>
                  </p:pic>
                </p:oleObj>
              </mc:Fallback>
            </mc:AlternateContent>
          </a:graphicData>
        </a:graphic>
      </p:graphicFrame>
      <p:graphicFrame>
        <p:nvGraphicFramePr>
          <p:cNvPr id="31754" name="Object 10"/>
          <p:cNvGraphicFramePr/>
          <p:nvPr/>
        </p:nvGraphicFramePr>
        <p:xfrm>
          <a:off x="4262438" y="2228850"/>
          <a:ext cx="3240087" cy="839788"/>
        </p:xfrm>
        <a:graphic>
          <a:graphicData uri="http://schemas.openxmlformats.org/presentationml/2006/ole">
            <mc:AlternateContent xmlns:mc="http://schemas.openxmlformats.org/markup-compatibility/2006">
              <mc:Choice xmlns:v="urn:schemas-microsoft-com:vml" Requires="v">
                <p:oleObj spid="_x0000_s3409" name="" r:id="rId7" imgW="913130" imgH="215900" progId="Equation.3">
                  <p:embed/>
                </p:oleObj>
              </mc:Choice>
              <mc:Fallback>
                <p:oleObj name="" r:id="rId7" imgW="913130" imgH="215900" progId="Equation.3">
                  <p:embed/>
                  <p:pic>
                    <p:nvPicPr>
                      <p:cNvPr id="0" name="图片 3408"/>
                      <p:cNvPicPr/>
                      <p:nvPr/>
                    </p:nvPicPr>
                    <p:blipFill>
                      <a:blip r:embed="rId8">
                        <a:clrChange>
                          <a:clrFrom>
                            <a:srgbClr val="000000"/>
                          </a:clrFrom>
                          <a:clrTo>
                            <a:srgbClr val="0033CC"/>
                          </a:clrTo>
                        </a:clrChange>
                      </a:blip>
                      <a:stretch>
                        <a:fillRect/>
                      </a:stretch>
                    </p:blipFill>
                    <p:spPr>
                      <a:xfrm>
                        <a:off x="4262438" y="2228850"/>
                        <a:ext cx="3240087" cy="839788"/>
                      </a:xfrm>
                      <a:prstGeom prst="rect">
                        <a:avLst/>
                      </a:prstGeom>
                      <a:gradFill rotWithShape="1">
                        <a:gsLst>
                          <a:gs pos="0">
                            <a:srgbClr val="FFCCFF"/>
                          </a:gs>
                          <a:gs pos="50000">
                            <a:schemeClr val="bg1"/>
                          </a:gs>
                          <a:gs pos="100000">
                            <a:srgbClr val="FFCCFF"/>
                          </a:gs>
                        </a:gsLst>
                        <a:lin ang="5400000" scaled="1"/>
                        <a:tileRect/>
                      </a:gradFill>
                      <a:ln w="38100">
                        <a:noFill/>
                        <a:miter/>
                      </a:ln>
                    </p:spPr>
                  </p:pic>
                </p:oleObj>
              </mc:Fallback>
            </mc:AlternateContent>
          </a:graphicData>
        </a:graphic>
      </p:graphicFrame>
      <p:grpSp>
        <p:nvGrpSpPr>
          <p:cNvPr id="53258" name="Group 15"/>
          <p:cNvGrpSpPr/>
          <p:nvPr/>
        </p:nvGrpSpPr>
        <p:grpSpPr>
          <a:xfrm>
            <a:off x="8316913" y="6446838"/>
            <a:ext cx="792162" cy="366712"/>
            <a:chOff x="5193" y="4020"/>
            <a:chExt cx="499" cy="231"/>
          </a:xfrm>
        </p:grpSpPr>
        <p:pic>
          <p:nvPicPr>
            <p:cNvPr id="53265" name="Picture 16" descr="78900"/>
            <p:cNvPicPr>
              <a:picLocks noChangeAspect="1"/>
            </p:cNvPicPr>
            <p:nvPr/>
          </p:nvPicPr>
          <p:blipFill>
            <a:blip r:embed="rId9"/>
            <a:stretch>
              <a:fillRect/>
            </a:stretch>
          </p:blipFill>
          <p:spPr>
            <a:xfrm>
              <a:off x="5193" y="4066"/>
              <a:ext cx="499" cy="181"/>
            </a:xfrm>
            <a:prstGeom prst="rect">
              <a:avLst/>
            </a:prstGeom>
            <a:noFill/>
            <a:ln w="9525">
              <a:noFill/>
            </a:ln>
          </p:spPr>
        </p:pic>
        <p:sp>
          <p:nvSpPr>
            <p:cNvPr id="53266" name="Text Box 17">
              <a:hlinkClick r:id="" action="ppaction://hlinkshowjump?jump=nextslide"/>
            </p:cNvPr>
            <p:cNvSpPr txBox="1"/>
            <p:nvPr/>
          </p:nvSpPr>
          <p:spPr>
            <a:xfrm>
              <a:off x="5216" y="4020"/>
              <a:ext cx="476" cy="231"/>
            </a:xfrm>
            <a:prstGeom prst="rect">
              <a:avLst/>
            </a:prstGeom>
            <a:noFill/>
            <a:ln w="9525">
              <a:noFill/>
            </a:ln>
          </p:spPr>
          <p:txBody>
            <a:bodyPr wrap="none">
              <a:spAutoFit/>
            </a:bodyPr>
            <a:p>
              <a:pPr>
                <a:spcBef>
                  <a:spcPct val="50000"/>
                </a:spcBef>
              </a:pPr>
              <a:r>
                <a:rPr lang="zh-CN" altLang="en-US" sz="1800" b="0" dirty="0">
                  <a:solidFill>
                    <a:schemeClr val="bg1"/>
                  </a:solidFill>
                  <a:latin typeface="隶书" panose="02010509060101010101" pitchFamily="49" charset="-122"/>
                  <a:ea typeface="隶书" panose="02010509060101010101" pitchFamily="49" charset="-122"/>
                </a:rPr>
                <a:t>下 页</a:t>
              </a:r>
              <a:endParaRPr lang="zh-CN" altLang="en-US" sz="1800" b="0" dirty="0">
                <a:solidFill>
                  <a:schemeClr val="bg1"/>
                </a:solidFill>
                <a:latin typeface="隶书" panose="02010509060101010101" pitchFamily="49" charset="-122"/>
                <a:ea typeface="隶书" panose="02010509060101010101" pitchFamily="49" charset="-122"/>
              </a:endParaRPr>
            </a:p>
          </p:txBody>
        </p:sp>
      </p:grpSp>
      <p:grpSp>
        <p:nvGrpSpPr>
          <p:cNvPr id="53259" name="Group 18"/>
          <p:cNvGrpSpPr/>
          <p:nvPr/>
        </p:nvGrpSpPr>
        <p:grpSpPr>
          <a:xfrm>
            <a:off x="7453313" y="6446838"/>
            <a:ext cx="792162" cy="366712"/>
            <a:chOff x="4649" y="4020"/>
            <a:chExt cx="499" cy="231"/>
          </a:xfrm>
        </p:grpSpPr>
        <p:pic>
          <p:nvPicPr>
            <p:cNvPr id="53263" name="Picture 19" descr="78900"/>
            <p:cNvPicPr>
              <a:picLocks noChangeAspect="1"/>
            </p:cNvPicPr>
            <p:nvPr/>
          </p:nvPicPr>
          <p:blipFill>
            <a:blip r:embed="rId9"/>
            <a:stretch>
              <a:fillRect/>
            </a:stretch>
          </p:blipFill>
          <p:spPr>
            <a:xfrm>
              <a:off x="4649" y="4066"/>
              <a:ext cx="499" cy="181"/>
            </a:xfrm>
            <a:prstGeom prst="rect">
              <a:avLst/>
            </a:prstGeom>
            <a:noFill/>
            <a:ln w="9525">
              <a:noFill/>
            </a:ln>
          </p:spPr>
        </p:pic>
        <p:sp>
          <p:nvSpPr>
            <p:cNvPr id="53264" name="Text Box 20">
              <a:hlinkClick r:id="" action="ppaction://hlinkshowjump?jump=previousslide"/>
            </p:cNvPr>
            <p:cNvSpPr txBox="1"/>
            <p:nvPr/>
          </p:nvSpPr>
          <p:spPr>
            <a:xfrm>
              <a:off x="4672" y="4020"/>
              <a:ext cx="476" cy="231"/>
            </a:xfrm>
            <a:prstGeom prst="rect">
              <a:avLst/>
            </a:prstGeom>
            <a:noFill/>
            <a:ln w="9525">
              <a:noFill/>
            </a:ln>
          </p:spPr>
          <p:txBody>
            <a:bodyPr wrap="none">
              <a:spAutoFit/>
            </a:bodyPr>
            <a:p>
              <a:pPr>
                <a:spcBef>
                  <a:spcPct val="50000"/>
                </a:spcBef>
              </a:pPr>
              <a:r>
                <a:rPr lang="zh-CN" altLang="en-US" sz="1800" b="0" dirty="0">
                  <a:solidFill>
                    <a:schemeClr val="bg1"/>
                  </a:solidFill>
                  <a:latin typeface="隶书" panose="02010509060101010101" pitchFamily="49" charset="-122"/>
                  <a:ea typeface="隶书" panose="02010509060101010101" pitchFamily="49" charset="-122"/>
                </a:rPr>
                <a:t>上 页</a:t>
              </a:r>
              <a:endParaRPr lang="zh-CN" altLang="en-US" sz="1800" b="0" dirty="0">
                <a:solidFill>
                  <a:schemeClr val="bg1"/>
                </a:solidFill>
                <a:latin typeface="隶书" panose="02010509060101010101" pitchFamily="49" charset="-122"/>
                <a:ea typeface="隶书" panose="02010509060101010101" pitchFamily="49" charset="-122"/>
              </a:endParaRPr>
            </a:p>
          </p:txBody>
        </p:sp>
      </p:grpSp>
      <p:grpSp>
        <p:nvGrpSpPr>
          <p:cNvPr id="53260" name="Group 27"/>
          <p:cNvGrpSpPr/>
          <p:nvPr/>
        </p:nvGrpSpPr>
        <p:grpSpPr>
          <a:xfrm>
            <a:off x="6588125" y="6446838"/>
            <a:ext cx="792163" cy="366712"/>
            <a:chOff x="4649" y="4020"/>
            <a:chExt cx="499" cy="231"/>
          </a:xfrm>
        </p:grpSpPr>
        <p:pic>
          <p:nvPicPr>
            <p:cNvPr id="53261" name="Picture 28" descr="78900"/>
            <p:cNvPicPr>
              <a:picLocks noChangeAspect="1"/>
            </p:cNvPicPr>
            <p:nvPr/>
          </p:nvPicPr>
          <p:blipFill>
            <a:blip r:embed="rId9"/>
            <a:stretch>
              <a:fillRect/>
            </a:stretch>
          </p:blipFill>
          <p:spPr>
            <a:xfrm>
              <a:off x="4649" y="4066"/>
              <a:ext cx="499" cy="181"/>
            </a:xfrm>
            <a:prstGeom prst="rect">
              <a:avLst/>
            </a:prstGeom>
            <a:noFill/>
            <a:ln w="9525">
              <a:noFill/>
            </a:ln>
          </p:spPr>
        </p:pic>
        <p:sp>
          <p:nvSpPr>
            <p:cNvPr id="53262" name="Text Box 29">
              <a:hlinkClick r:id="" action="ppaction://hlinkshowjump?jump=firstslide"/>
            </p:cNvPr>
            <p:cNvSpPr txBox="1"/>
            <p:nvPr/>
          </p:nvSpPr>
          <p:spPr>
            <a:xfrm>
              <a:off x="4672" y="4020"/>
              <a:ext cx="476" cy="231"/>
            </a:xfrm>
            <a:prstGeom prst="rect">
              <a:avLst/>
            </a:prstGeom>
            <a:noFill/>
            <a:ln w="9525">
              <a:noFill/>
            </a:ln>
          </p:spPr>
          <p:txBody>
            <a:bodyPr wrap="none">
              <a:spAutoFit/>
            </a:bodyPr>
            <a:p>
              <a:pPr>
                <a:spcBef>
                  <a:spcPct val="50000"/>
                </a:spcBef>
              </a:pPr>
              <a:r>
                <a:rPr lang="zh-CN" altLang="en-US" sz="1800" b="0" dirty="0">
                  <a:solidFill>
                    <a:schemeClr val="bg1"/>
                  </a:solidFill>
                  <a:latin typeface="隶书" panose="02010509060101010101" pitchFamily="49" charset="-122"/>
                  <a:ea typeface="隶书" panose="02010509060101010101" pitchFamily="49" charset="-122"/>
                </a:rPr>
                <a:t>返 回</a:t>
              </a:r>
              <a:endParaRPr lang="zh-CN" altLang="en-US" sz="1800" b="0" dirty="0">
                <a:solidFill>
                  <a:schemeClr val="bg1"/>
                </a:solidFill>
                <a:latin typeface="隶书" panose="02010509060101010101" pitchFamily="49" charset="-122"/>
                <a:ea typeface="隶书" panose="02010509060101010101" pitchFamily="49" charset="-122"/>
              </a:endParaRP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grpId="0" nodeType="withEffect">
                                  <p:stCondLst>
                                    <p:cond delay="0"/>
                                  </p:stCondLst>
                                  <p:childTnLst>
                                    <p:set>
                                      <p:cBhvr>
                                        <p:cTn id="6" dur="1" fill="hold">
                                          <p:stCondLst>
                                            <p:cond delay="0"/>
                                          </p:stCondLst>
                                        </p:cTn>
                                        <p:tgtEl>
                                          <p:spTgt spid="31747"/>
                                        </p:tgtEl>
                                        <p:attrNameLst>
                                          <p:attrName>style.visibility</p:attrName>
                                        </p:attrNameLst>
                                      </p:cBhvr>
                                      <p:to>
                                        <p:strVal val="visible"/>
                                      </p:to>
                                    </p:set>
                                    <p:anim calcmode="lin" valueType="num">
                                      <p:cBhvr additive="base">
                                        <p:cTn id="7" dur="500" fill="hold"/>
                                        <p:tgtEl>
                                          <p:spTgt spid="31747"/>
                                        </p:tgtEl>
                                        <p:attrNameLst>
                                          <p:attrName>ppt_x</p:attrName>
                                        </p:attrNameLst>
                                      </p:cBhvr>
                                      <p:tavLst>
                                        <p:tav tm="0">
                                          <p:val>
                                            <p:strVal val="0-#ppt_w/2"/>
                                          </p:val>
                                        </p:tav>
                                        <p:tav tm="100000">
                                          <p:val>
                                            <p:strVal val="#ppt_x"/>
                                          </p:val>
                                        </p:tav>
                                      </p:tavLst>
                                    </p:anim>
                                    <p:anim calcmode="lin" valueType="num">
                                      <p:cBhvr additive="base">
                                        <p:cTn id="8" dur="500" fill="hold"/>
                                        <p:tgtEl>
                                          <p:spTgt spid="31747"/>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2" presetClass="entr" presetSubtype="8" fill="hold" nodeType="clickEffect">
                                  <p:stCondLst>
                                    <p:cond delay="0"/>
                                  </p:stCondLst>
                                  <p:childTnLst>
                                    <p:set>
                                      <p:cBhvr>
                                        <p:cTn id="12" dur="1" fill="hold">
                                          <p:stCondLst>
                                            <p:cond delay="0"/>
                                          </p:stCondLst>
                                        </p:cTn>
                                        <p:tgtEl>
                                          <p:spTgt spid="31748"/>
                                        </p:tgtEl>
                                        <p:attrNameLst>
                                          <p:attrName>style.visibility</p:attrName>
                                        </p:attrNameLst>
                                      </p:cBhvr>
                                      <p:to>
                                        <p:strVal val="visible"/>
                                      </p:to>
                                    </p:set>
                                    <p:animEffect transition="in" filter="wipe(left)">
                                      <p:cBhvr>
                                        <p:cTn id="13" dur="2000"/>
                                        <p:tgtEl>
                                          <p:spTgt spid="31748"/>
                                        </p:tgtEl>
                                      </p:cBhvr>
                                    </p:animEffect>
                                  </p:childTnLst>
                                </p:cTn>
                              </p:par>
                            </p:childTnLst>
                          </p:cTn>
                        </p:par>
                      </p:childTnLst>
                    </p:cTn>
                  </p:par>
                  <p:par>
                    <p:cTn id="14" fill="hold">
                      <p:stCondLst>
                        <p:cond delay="indefinite"/>
                      </p:stCondLst>
                      <p:childTnLst>
                        <p:par>
                          <p:cTn id="15" fill="hold">
                            <p:stCondLst>
                              <p:cond delay="0"/>
                            </p:stCondLst>
                            <p:childTnLst>
                              <p:par>
                                <p:cTn id="16" presetID="22" presetClass="entr" presetSubtype="8" fill="hold" nodeType="clickEffect">
                                  <p:stCondLst>
                                    <p:cond delay="0"/>
                                  </p:stCondLst>
                                  <p:childTnLst>
                                    <p:set>
                                      <p:cBhvr>
                                        <p:cTn id="17" dur="1" fill="hold">
                                          <p:stCondLst>
                                            <p:cond delay="0"/>
                                          </p:stCondLst>
                                        </p:cTn>
                                        <p:tgtEl>
                                          <p:spTgt spid="31752"/>
                                        </p:tgtEl>
                                        <p:attrNameLst>
                                          <p:attrName>style.visibility</p:attrName>
                                        </p:attrNameLst>
                                      </p:cBhvr>
                                      <p:to>
                                        <p:strVal val="visible"/>
                                      </p:to>
                                    </p:set>
                                    <p:animEffect transition="in" filter="wipe(left)">
                                      <p:cBhvr>
                                        <p:cTn id="18" dur="2000"/>
                                        <p:tgtEl>
                                          <p:spTgt spid="31752"/>
                                        </p:tgtEl>
                                      </p:cBhvr>
                                    </p:animEffect>
                                  </p:childTnLst>
                                </p:cTn>
                              </p:par>
                            </p:childTnLst>
                          </p:cTn>
                        </p:par>
                      </p:childTnLst>
                    </p:cTn>
                  </p:par>
                  <p:par>
                    <p:cTn id="19" fill="hold">
                      <p:stCondLst>
                        <p:cond delay="indefinite"/>
                      </p:stCondLst>
                      <p:childTnLst>
                        <p:par>
                          <p:cTn id="20" fill="hold">
                            <p:stCondLst>
                              <p:cond delay="0"/>
                            </p:stCondLst>
                            <p:childTnLst>
                              <p:par>
                                <p:cTn id="21" presetID="22" presetClass="entr" presetSubtype="8" fill="hold" nodeType="clickEffect">
                                  <p:stCondLst>
                                    <p:cond delay="0"/>
                                  </p:stCondLst>
                                  <p:childTnLst>
                                    <p:set>
                                      <p:cBhvr>
                                        <p:cTn id="22" dur="1" fill="hold">
                                          <p:stCondLst>
                                            <p:cond delay="0"/>
                                          </p:stCondLst>
                                        </p:cTn>
                                        <p:tgtEl>
                                          <p:spTgt spid="31753"/>
                                        </p:tgtEl>
                                        <p:attrNameLst>
                                          <p:attrName>style.visibility</p:attrName>
                                        </p:attrNameLst>
                                      </p:cBhvr>
                                      <p:to>
                                        <p:strVal val="visible"/>
                                      </p:to>
                                    </p:set>
                                    <p:animEffect transition="in" filter="wipe(left)">
                                      <p:cBhvr>
                                        <p:cTn id="23" dur="2000"/>
                                        <p:tgtEl>
                                          <p:spTgt spid="31753"/>
                                        </p:tgtEl>
                                      </p:cBhvr>
                                    </p:animEffect>
                                  </p:childTnLst>
                                </p:cTn>
                              </p:par>
                            </p:childTnLst>
                          </p:cTn>
                        </p:par>
                      </p:childTnLst>
                    </p:cTn>
                  </p:par>
                  <p:par>
                    <p:cTn id="24" fill="hold">
                      <p:stCondLst>
                        <p:cond delay="indefinite"/>
                      </p:stCondLst>
                      <p:childTnLst>
                        <p:par>
                          <p:cTn id="25" fill="hold">
                            <p:stCondLst>
                              <p:cond delay="0"/>
                            </p:stCondLst>
                            <p:childTnLst>
                              <p:par>
                                <p:cTn id="26" presetID="18" presetClass="entr" presetSubtype="6" fill="hold" nodeType="clickEffect">
                                  <p:stCondLst>
                                    <p:cond delay="0"/>
                                  </p:stCondLst>
                                  <p:childTnLst>
                                    <p:set>
                                      <p:cBhvr>
                                        <p:cTn id="27" dur="1" fill="hold">
                                          <p:stCondLst>
                                            <p:cond delay="0"/>
                                          </p:stCondLst>
                                        </p:cTn>
                                        <p:tgtEl>
                                          <p:spTgt spid="31754"/>
                                        </p:tgtEl>
                                        <p:attrNameLst>
                                          <p:attrName>style.visibility</p:attrName>
                                        </p:attrNameLst>
                                      </p:cBhvr>
                                      <p:to>
                                        <p:strVal val="visible"/>
                                      </p:to>
                                    </p:set>
                                    <p:animEffect transition="in" filter="strips(downRight)">
                                      <p:cBhvr>
                                        <p:cTn id="28" dur="2000"/>
                                        <p:tgtEl>
                                          <p:spTgt spid="31754"/>
                                        </p:tgtEl>
                                      </p:cBhvr>
                                    </p:animEffect>
                                  </p:childTnLst>
                                </p:cTn>
                              </p:par>
                            </p:childTnLst>
                          </p:cTn>
                        </p:par>
                      </p:childTnLst>
                    </p:cTn>
                  </p:par>
                  <p:par>
                    <p:cTn id="29" fill="hold">
                      <p:stCondLst>
                        <p:cond delay="indefinite"/>
                      </p:stCondLst>
                      <p:childTnLst>
                        <p:par>
                          <p:cTn id="30" fill="hold">
                            <p:stCondLst>
                              <p:cond delay="0"/>
                            </p:stCondLst>
                            <p:childTnLst>
                              <p:par>
                                <p:cTn id="31" presetID="55" presetClass="entr" presetSubtype="0" fill="hold" grpId="0" nodeType="clickEffect">
                                  <p:stCondLst>
                                    <p:cond delay="0"/>
                                  </p:stCondLst>
                                  <p:childTnLst>
                                    <p:set>
                                      <p:cBhvr>
                                        <p:cTn id="32" dur="1" fill="hold">
                                          <p:stCondLst>
                                            <p:cond delay="0"/>
                                          </p:stCondLst>
                                        </p:cTn>
                                        <p:tgtEl>
                                          <p:spTgt spid="31751"/>
                                        </p:tgtEl>
                                        <p:attrNameLst>
                                          <p:attrName>style.visibility</p:attrName>
                                        </p:attrNameLst>
                                      </p:cBhvr>
                                      <p:to>
                                        <p:strVal val="visible"/>
                                      </p:to>
                                    </p:set>
                                    <p:anim calcmode="lin" valueType="num">
                                      <p:cBhvr>
                                        <p:cTn id="33" dur="1000" fill="hold"/>
                                        <p:tgtEl>
                                          <p:spTgt spid="31751"/>
                                        </p:tgtEl>
                                        <p:attrNameLst>
                                          <p:attrName>ppt_w</p:attrName>
                                        </p:attrNameLst>
                                      </p:cBhvr>
                                      <p:tavLst>
                                        <p:tav tm="0">
                                          <p:val>
                                            <p:strVal val="#ppt_w*0.70"/>
                                          </p:val>
                                        </p:tav>
                                        <p:tav tm="100000">
                                          <p:val>
                                            <p:strVal val="#ppt_w"/>
                                          </p:val>
                                        </p:tav>
                                      </p:tavLst>
                                    </p:anim>
                                    <p:anim calcmode="lin" valueType="num">
                                      <p:cBhvr>
                                        <p:cTn id="34" dur="1000" fill="hold"/>
                                        <p:tgtEl>
                                          <p:spTgt spid="31751"/>
                                        </p:tgtEl>
                                        <p:attrNameLst>
                                          <p:attrName>ppt_h</p:attrName>
                                        </p:attrNameLst>
                                      </p:cBhvr>
                                      <p:tavLst>
                                        <p:tav tm="0">
                                          <p:val>
                                            <p:strVal val="#ppt_h"/>
                                          </p:val>
                                        </p:tav>
                                        <p:tav tm="100000">
                                          <p:val>
                                            <p:strVal val="#ppt_h"/>
                                          </p:val>
                                        </p:tav>
                                      </p:tavLst>
                                    </p:anim>
                                    <p:animEffect transition="in" filter="fade">
                                      <p:cBhvr>
                                        <p:cTn id="35" dur="1000"/>
                                        <p:tgtEl>
                                          <p:spTgt spid="31751"/>
                                        </p:tgtEl>
                                      </p:cBhvr>
                                    </p:animEffect>
                                  </p:childTnLst>
                                </p:cTn>
                              </p:par>
                            </p:childTnLst>
                          </p:cTn>
                        </p:par>
                      </p:childTnLst>
                    </p:cTn>
                  </p:par>
                  <p:par>
                    <p:cTn id="36" fill="hold">
                      <p:stCondLst>
                        <p:cond delay="indefinite"/>
                      </p:stCondLst>
                      <p:childTnLst>
                        <p:par>
                          <p:cTn id="37" fill="hold">
                            <p:stCondLst>
                              <p:cond delay="0"/>
                            </p:stCondLst>
                            <p:childTnLst>
                              <p:par>
                                <p:cTn id="38" presetID="22" presetClass="entr" presetSubtype="1" fill="hold" grpId="0" nodeType="clickEffect">
                                  <p:stCondLst>
                                    <p:cond delay="0"/>
                                  </p:stCondLst>
                                  <p:childTnLst>
                                    <p:set>
                                      <p:cBhvr>
                                        <p:cTn id="39" dur="1" fill="hold">
                                          <p:stCondLst>
                                            <p:cond delay="0"/>
                                          </p:stCondLst>
                                        </p:cTn>
                                        <p:tgtEl>
                                          <p:spTgt spid="31749"/>
                                        </p:tgtEl>
                                        <p:attrNameLst>
                                          <p:attrName>style.visibility</p:attrName>
                                        </p:attrNameLst>
                                      </p:cBhvr>
                                      <p:to>
                                        <p:strVal val="visible"/>
                                      </p:to>
                                    </p:set>
                                    <p:animEffect transition="in" filter="wipe(up)">
                                      <p:cBhvr>
                                        <p:cTn id="40" dur="2000"/>
                                        <p:tgtEl>
                                          <p:spTgt spid="31749"/>
                                        </p:tgtEl>
                                      </p:cBhvr>
                                    </p:animEffect>
                                  </p:childTnLst>
                                </p:cTn>
                              </p:par>
                            </p:childTnLst>
                          </p:cTn>
                        </p:par>
                      </p:childTnLst>
                    </p:cTn>
                  </p:par>
                  <p:par>
                    <p:cTn id="41" fill="hold">
                      <p:stCondLst>
                        <p:cond delay="indefinite"/>
                      </p:stCondLst>
                      <p:childTnLst>
                        <p:par>
                          <p:cTn id="42" fill="hold">
                            <p:stCondLst>
                              <p:cond delay="0"/>
                            </p:stCondLst>
                            <p:childTnLst>
                              <p:par>
                                <p:cTn id="43" presetID="55" presetClass="entr" presetSubtype="0" fill="hold" grpId="0" nodeType="clickEffect">
                                  <p:stCondLst>
                                    <p:cond delay="0"/>
                                  </p:stCondLst>
                                  <p:childTnLst>
                                    <p:set>
                                      <p:cBhvr>
                                        <p:cTn id="44" dur="1" fill="hold">
                                          <p:stCondLst>
                                            <p:cond delay="0"/>
                                          </p:stCondLst>
                                        </p:cTn>
                                        <p:tgtEl>
                                          <p:spTgt spid="31750"/>
                                        </p:tgtEl>
                                        <p:attrNameLst>
                                          <p:attrName>style.visibility</p:attrName>
                                        </p:attrNameLst>
                                      </p:cBhvr>
                                      <p:to>
                                        <p:strVal val="visible"/>
                                      </p:to>
                                    </p:set>
                                    <p:anim calcmode="lin" valueType="num">
                                      <p:cBhvr>
                                        <p:cTn id="45" dur="1000" fill="hold"/>
                                        <p:tgtEl>
                                          <p:spTgt spid="31750"/>
                                        </p:tgtEl>
                                        <p:attrNameLst>
                                          <p:attrName>ppt_w</p:attrName>
                                        </p:attrNameLst>
                                      </p:cBhvr>
                                      <p:tavLst>
                                        <p:tav tm="0">
                                          <p:val>
                                            <p:strVal val="#ppt_w*0.70"/>
                                          </p:val>
                                        </p:tav>
                                        <p:tav tm="100000">
                                          <p:val>
                                            <p:strVal val="#ppt_w"/>
                                          </p:val>
                                        </p:tav>
                                      </p:tavLst>
                                    </p:anim>
                                    <p:anim calcmode="lin" valueType="num">
                                      <p:cBhvr>
                                        <p:cTn id="46" dur="1000" fill="hold"/>
                                        <p:tgtEl>
                                          <p:spTgt spid="31750"/>
                                        </p:tgtEl>
                                        <p:attrNameLst>
                                          <p:attrName>ppt_h</p:attrName>
                                        </p:attrNameLst>
                                      </p:cBhvr>
                                      <p:tavLst>
                                        <p:tav tm="0">
                                          <p:val>
                                            <p:strVal val="#ppt_h"/>
                                          </p:val>
                                        </p:tav>
                                        <p:tav tm="100000">
                                          <p:val>
                                            <p:strVal val="#ppt_h"/>
                                          </p:val>
                                        </p:tav>
                                      </p:tavLst>
                                    </p:anim>
                                    <p:animEffect transition="in" filter="fade">
                                      <p:cBhvr>
                                        <p:cTn id="47" dur="1000"/>
                                        <p:tgtEl>
                                          <p:spTgt spid="3175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1747" grpId="0"/>
      <p:bldP spid="31749" grpId="0"/>
      <p:bldP spid="31750" grpId="0"/>
      <p:bldP spid="31751" grpId="0"/>
    </p:bld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0723" name="Text Box 3"/>
          <p:cNvSpPr txBox="1"/>
          <p:nvPr/>
        </p:nvSpPr>
        <p:spPr>
          <a:xfrm>
            <a:off x="971550" y="2174875"/>
            <a:ext cx="6537325" cy="579438"/>
          </a:xfrm>
          <a:prstGeom prst="rect">
            <a:avLst/>
          </a:prstGeom>
          <a:noFill/>
          <a:ln w="12700">
            <a:noFill/>
          </a:ln>
        </p:spPr>
        <p:txBody>
          <a:bodyPr anchor="ctr" anchorCtr="0">
            <a:spAutoFit/>
          </a:bodyPr>
          <a:p>
            <a:r>
              <a:rPr lang="en-US" altLang="zh-CN" sz="3200" b="0" i="1" dirty="0">
                <a:solidFill>
                  <a:schemeClr val="bg1"/>
                </a:solidFill>
                <a:latin typeface="Times New Roman" panose="02020603050405020304" pitchFamily="18" charset="0"/>
                <a:ea typeface="宋体" panose="02010600030101010101" pitchFamily="2" charset="-122"/>
              </a:rPr>
              <a:t>X</a:t>
            </a:r>
            <a:r>
              <a:rPr lang="en-US" altLang="zh-CN" sz="3200" b="0" dirty="0">
                <a:solidFill>
                  <a:schemeClr val="bg1"/>
                </a:solidFill>
                <a:latin typeface="Times New Roman" panose="02020603050405020304" pitchFamily="18" charset="0"/>
                <a:ea typeface="宋体" panose="02010600030101010101" pitchFamily="2" charset="-122"/>
              </a:rPr>
              <a:t>&gt;0, </a:t>
            </a:r>
            <a:r>
              <a:rPr lang="en-US" altLang="zh-CN" sz="3200" b="0" i="1" dirty="0">
                <a:solidFill>
                  <a:schemeClr val="bg1"/>
                </a:solidFill>
                <a:latin typeface="Symbol" panose="05050102010706020507" pitchFamily="18" charset="2"/>
                <a:ea typeface="宋体" panose="02010600030101010101" pitchFamily="2" charset="-122"/>
              </a:rPr>
              <a:t>j </a:t>
            </a:r>
            <a:r>
              <a:rPr lang="en-US" altLang="zh-CN" sz="3200" b="0" dirty="0">
                <a:solidFill>
                  <a:schemeClr val="bg1"/>
                </a:solidFill>
                <a:latin typeface="Times New Roman" panose="02020603050405020304" pitchFamily="18" charset="0"/>
                <a:ea typeface="宋体" panose="02010600030101010101" pitchFamily="2" charset="-122"/>
              </a:rPr>
              <a:t>&gt;0 ,</a:t>
            </a:r>
            <a:r>
              <a:rPr lang="en-US" altLang="zh-CN" dirty="0">
                <a:latin typeface="Times New Roman" panose="02020603050405020304" pitchFamily="18" charset="0"/>
                <a:ea typeface="宋体" panose="02010600030101010101" pitchFamily="2" charset="-122"/>
              </a:rPr>
              <a:t>  </a:t>
            </a:r>
            <a:r>
              <a:rPr lang="zh-CN" altLang="zh-CN" dirty="0">
                <a:latin typeface="楷体_GB2312" pitchFamily="49" charset="-122"/>
              </a:rPr>
              <a:t>感性</a:t>
            </a:r>
            <a:r>
              <a:rPr lang="en-US" altLang="zh-CN" dirty="0">
                <a:latin typeface="楷体_GB2312" pitchFamily="49" charset="-122"/>
              </a:rPr>
              <a:t>;</a:t>
            </a:r>
            <a:endParaRPr lang="en-US" altLang="zh-CN" dirty="0">
              <a:latin typeface="楷体_GB2312" pitchFamily="49" charset="-122"/>
            </a:endParaRPr>
          </a:p>
        </p:txBody>
      </p:sp>
      <p:sp>
        <p:nvSpPr>
          <p:cNvPr id="30724" name="Text Box 4"/>
          <p:cNvSpPr txBox="1"/>
          <p:nvPr/>
        </p:nvSpPr>
        <p:spPr>
          <a:xfrm>
            <a:off x="4211638" y="2133600"/>
            <a:ext cx="3930650" cy="579438"/>
          </a:xfrm>
          <a:prstGeom prst="rect">
            <a:avLst/>
          </a:prstGeom>
          <a:noFill/>
          <a:ln w="12700">
            <a:noFill/>
          </a:ln>
        </p:spPr>
        <p:txBody>
          <a:bodyPr anchor="ctr" anchorCtr="0">
            <a:spAutoFit/>
          </a:bodyPr>
          <a:p>
            <a:r>
              <a:rPr lang="en-US" altLang="zh-CN" sz="3200" b="0" i="1" dirty="0">
                <a:solidFill>
                  <a:schemeClr val="bg1"/>
                </a:solidFill>
                <a:latin typeface="Times New Roman" panose="02020603050405020304" pitchFamily="18" charset="0"/>
                <a:ea typeface="宋体" panose="02010600030101010101" pitchFamily="2" charset="-122"/>
              </a:rPr>
              <a:t>X</a:t>
            </a:r>
            <a:r>
              <a:rPr lang="en-US" altLang="zh-CN" sz="3200" b="0" dirty="0">
                <a:solidFill>
                  <a:schemeClr val="bg1"/>
                </a:solidFill>
                <a:latin typeface="Times New Roman" panose="02020603050405020304" pitchFamily="18" charset="0"/>
                <a:ea typeface="宋体" panose="02010600030101010101" pitchFamily="2" charset="-122"/>
              </a:rPr>
              <a:t>&lt;0, </a:t>
            </a:r>
            <a:r>
              <a:rPr lang="en-US" altLang="zh-CN" sz="3200" b="0" i="1" dirty="0">
                <a:solidFill>
                  <a:schemeClr val="bg1"/>
                </a:solidFill>
                <a:latin typeface="Symbol" panose="05050102010706020507" pitchFamily="18" charset="2"/>
                <a:ea typeface="宋体" panose="02010600030101010101" pitchFamily="2" charset="-122"/>
              </a:rPr>
              <a:t>j </a:t>
            </a:r>
            <a:r>
              <a:rPr lang="en-US" altLang="zh-CN" sz="3200" b="0" dirty="0">
                <a:solidFill>
                  <a:schemeClr val="bg1"/>
                </a:solidFill>
                <a:latin typeface="Times New Roman" panose="02020603050405020304" pitchFamily="18" charset="0"/>
                <a:ea typeface="宋体" panose="02010600030101010101" pitchFamily="2" charset="-122"/>
              </a:rPr>
              <a:t>&lt;0</a:t>
            </a:r>
            <a:r>
              <a:rPr lang="en-US" altLang="zh-CN" dirty="0">
                <a:solidFill>
                  <a:schemeClr val="bg1"/>
                </a:solidFill>
                <a:latin typeface="Times New Roman" panose="02020603050405020304" pitchFamily="18" charset="0"/>
                <a:ea typeface="宋体" panose="02010600030101010101" pitchFamily="2" charset="-122"/>
              </a:rPr>
              <a:t> ,</a:t>
            </a:r>
            <a:r>
              <a:rPr lang="en-US" altLang="zh-CN" sz="2400" dirty="0">
                <a:latin typeface="Times New Roman" panose="02020603050405020304" pitchFamily="18" charset="0"/>
                <a:ea typeface="宋体" panose="02010600030101010101" pitchFamily="2" charset="-122"/>
              </a:rPr>
              <a:t>  </a:t>
            </a:r>
            <a:r>
              <a:rPr lang="zh-CN" altLang="zh-CN" dirty="0">
                <a:latin typeface="楷体_GB2312" pitchFamily="49" charset="-122"/>
              </a:rPr>
              <a:t>容性</a:t>
            </a:r>
            <a:r>
              <a:rPr lang="zh-CN" altLang="en-US" sz="2400" dirty="0">
                <a:latin typeface="楷体_GB2312" pitchFamily="49" charset="-122"/>
              </a:rPr>
              <a:t>。</a:t>
            </a:r>
            <a:endParaRPr lang="zh-CN" altLang="en-US" sz="2400" dirty="0">
              <a:latin typeface="楷体_GB2312" pitchFamily="49" charset="-122"/>
            </a:endParaRPr>
          </a:p>
        </p:txBody>
      </p:sp>
      <p:grpSp>
        <p:nvGrpSpPr>
          <p:cNvPr id="2" name="Group 6"/>
          <p:cNvGrpSpPr/>
          <p:nvPr/>
        </p:nvGrpSpPr>
        <p:grpSpPr>
          <a:xfrm>
            <a:off x="1476375" y="577850"/>
            <a:ext cx="3513138" cy="950913"/>
            <a:chOff x="864" y="692"/>
            <a:chExt cx="1781" cy="633"/>
          </a:xfrm>
        </p:grpSpPr>
        <p:sp>
          <p:nvSpPr>
            <p:cNvPr id="88086" name="Rectangle 7"/>
            <p:cNvSpPr/>
            <p:nvPr/>
          </p:nvSpPr>
          <p:spPr>
            <a:xfrm>
              <a:off x="864" y="768"/>
              <a:ext cx="493" cy="386"/>
            </a:xfrm>
            <a:prstGeom prst="rect">
              <a:avLst/>
            </a:prstGeom>
            <a:noFill/>
            <a:ln w="12700">
              <a:noFill/>
            </a:ln>
          </p:spPr>
          <p:txBody>
            <a:bodyPr wrap="none" anchor="ctr" anchorCtr="0">
              <a:spAutoFit/>
            </a:bodyPr>
            <a:p>
              <a:r>
                <a:rPr lang="en-US" altLang="zh-CN" sz="3200" b="0" dirty="0">
                  <a:solidFill>
                    <a:schemeClr val="bg1"/>
                  </a:solidFill>
                  <a:latin typeface="Times New Roman" panose="02020603050405020304" pitchFamily="18" charset="0"/>
                  <a:ea typeface="宋体" panose="02010600030101010101" pitchFamily="2" charset="-122"/>
                </a:rPr>
                <a:t>cos</a:t>
              </a:r>
              <a:r>
                <a:rPr lang="en-US" altLang="zh-CN" sz="3200" b="0" i="1" dirty="0">
                  <a:solidFill>
                    <a:schemeClr val="bg1"/>
                  </a:solidFill>
                  <a:latin typeface="Symbol" panose="05050102010706020507" pitchFamily="18" charset="2"/>
                  <a:ea typeface="宋体" panose="02010600030101010101" pitchFamily="2" charset="-122"/>
                </a:rPr>
                <a:t>j</a:t>
              </a:r>
              <a:endParaRPr lang="en-US" altLang="zh-CN" sz="3200" b="0" dirty="0">
                <a:solidFill>
                  <a:schemeClr val="bg1"/>
                </a:solidFill>
                <a:latin typeface="Symbol" panose="05050102010706020507" pitchFamily="18" charset="2"/>
                <a:ea typeface="宋体" panose="02010600030101010101" pitchFamily="2" charset="-122"/>
              </a:endParaRPr>
            </a:p>
          </p:txBody>
        </p:sp>
        <p:sp>
          <p:nvSpPr>
            <p:cNvPr id="88087" name="Text Box 8"/>
            <p:cNvSpPr txBox="1"/>
            <p:nvPr/>
          </p:nvSpPr>
          <p:spPr>
            <a:xfrm>
              <a:off x="1584" y="692"/>
              <a:ext cx="1031" cy="346"/>
            </a:xfrm>
            <a:prstGeom prst="rect">
              <a:avLst/>
            </a:prstGeom>
            <a:noFill/>
            <a:ln w="12700">
              <a:noFill/>
            </a:ln>
          </p:spPr>
          <p:txBody>
            <a:bodyPr anchor="ctr" anchorCtr="0">
              <a:spAutoFit/>
            </a:bodyPr>
            <a:p>
              <a:r>
                <a:rPr lang="en-US" altLang="zh-CN" b="0" dirty="0">
                  <a:latin typeface="Times New Roman" panose="02020603050405020304" pitchFamily="18" charset="0"/>
                  <a:ea typeface="宋体" panose="02010600030101010101" pitchFamily="2" charset="-122"/>
                </a:rPr>
                <a:t> 1</a:t>
              </a:r>
              <a:r>
                <a:rPr lang="en-US" altLang="zh-CN" dirty="0">
                  <a:latin typeface="Times New Roman" panose="02020603050405020304" pitchFamily="18" charset="0"/>
                  <a:ea typeface="宋体" panose="02010600030101010101" pitchFamily="2" charset="-122"/>
                </a:rPr>
                <a:t>,    </a:t>
              </a:r>
              <a:r>
                <a:rPr lang="zh-CN" altLang="en-US" dirty="0">
                  <a:latin typeface="Times New Roman" panose="02020603050405020304" pitchFamily="18" charset="0"/>
                </a:rPr>
                <a:t>纯电阻</a:t>
              </a:r>
              <a:endParaRPr lang="zh-CN" altLang="en-US" dirty="0">
                <a:latin typeface="Times New Roman" panose="02020603050405020304" pitchFamily="18" charset="0"/>
              </a:endParaRPr>
            </a:p>
          </p:txBody>
        </p:sp>
        <p:sp>
          <p:nvSpPr>
            <p:cNvPr id="88088" name="Text Box 9"/>
            <p:cNvSpPr txBox="1"/>
            <p:nvPr/>
          </p:nvSpPr>
          <p:spPr>
            <a:xfrm>
              <a:off x="1584" y="980"/>
              <a:ext cx="1061" cy="345"/>
            </a:xfrm>
            <a:prstGeom prst="rect">
              <a:avLst/>
            </a:prstGeom>
            <a:noFill/>
            <a:ln w="12700">
              <a:noFill/>
            </a:ln>
          </p:spPr>
          <p:txBody>
            <a:bodyPr lIns="198000" rIns="198000" anchor="ctr" anchorCtr="0">
              <a:spAutoFit/>
            </a:bodyPr>
            <a:p>
              <a:r>
                <a:rPr lang="en-US" altLang="zh-CN" b="0" dirty="0">
                  <a:latin typeface="Times New Roman" panose="02020603050405020304" pitchFamily="18" charset="0"/>
                  <a:ea typeface="宋体" panose="02010600030101010101" pitchFamily="2" charset="-122"/>
                </a:rPr>
                <a:t>0</a:t>
              </a:r>
              <a:r>
                <a:rPr lang="zh-CN" altLang="en-US" dirty="0">
                  <a:latin typeface="Times New Roman" panose="02020603050405020304" pitchFamily="18" charset="0"/>
                  <a:ea typeface="宋体" panose="02010600030101010101" pitchFamily="2" charset="-122"/>
                </a:rPr>
                <a:t>， </a:t>
              </a:r>
              <a:r>
                <a:rPr lang="zh-CN" altLang="en-US" dirty="0">
                  <a:latin typeface="Times New Roman" panose="02020603050405020304" pitchFamily="18" charset="0"/>
                </a:rPr>
                <a:t>纯电抗</a:t>
              </a:r>
              <a:endParaRPr lang="zh-CN" altLang="en-US" dirty="0">
                <a:latin typeface="Times New Roman" panose="02020603050405020304" pitchFamily="18" charset="0"/>
              </a:endParaRPr>
            </a:p>
          </p:txBody>
        </p:sp>
        <p:sp>
          <p:nvSpPr>
            <p:cNvPr id="88089" name="AutoShape 10"/>
            <p:cNvSpPr/>
            <p:nvPr/>
          </p:nvSpPr>
          <p:spPr>
            <a:xfrm>
              <a:off x="1392" y="768"/>
              <a:ext cx="144" cy="432"/>
            </a:xfrm>
            <a:prstGeom prst="leftBrace">
              <a:avLst>
                <a:gd name="adj1" fmla="val 25000"/>
                <a:gd name="adj2" fmla="val 50000"/>
              </a:avLst>
            </a:prstGeom>
            <a:noFill/>
            <a:ln w="28575" cap="flat" cmpd="sng">
              <a:solidFill>
                <a:srgbClr val="FFFF00"/>
              </a:solidFill>
              <a:prstDash val="solid"/>
              <a:headEnd type="none" w="med" len="med"/>
              <a:tailEnd type="none" w="med" len="med"/>
            </a:ln>
          </p:spPr>
          <p:txBody>
            <a:bodyPr wrap="none" anchor="ctr" anchorCtr="0"/>
            <a:p>
              <a:endParaRPr lang="zh-CN" altLang="en-US" dirty="0">
                <a:latin typeface="楷体_GB2312" pitchFamily="49" charset="-122"/>
              </a:endParaRPr>
            </a:p>
          </p:txBody>
        </p:sp>
      </p:grpSp>
      <p:sp>
        <p:nvSpPr>
          <p:cNvPr id="30731" name="Text Box 11"/>
          <p:cNvSpPr txBox="1"/>
          <p:nvPr/>
        </p:nvSpPr>
        <p:spPr>
          <a:xfrm>
            <a:off x="755650" y="3429000"/>
            <a:ext cx="7921625" cy="2655888"/>
          </a:xfrm>
          <a:prstGeom prst="rect">
            <a:avLst/>
          </a:prstGeom>
          <a:noFill/>
          <a:ln w="12700">
            <a:noFill/>
          </a:ln>
        </p:spPr>
        <p:txBody>
          <a:bodyPr anchor="ctr" anchorCtr="0">
            <a:spAutoFit/>
          </a:bodyPr>
          <a:p>
            <a:pPr indent="571500" algn="just">
              <a:lnSpc>
                <a:spcPct val="120000"/>
              </a:lnSpc>
            </a:pPr>
            <a:r>
              <a:rPr lang="zh-CN" altLang="en-US" dirty="0">
                <a:latin typeface="楷体_GB2312" pitchFamily="49" charset="-122"/>
              </a:rPr>
              <a:t>平均功率实际上是电阻消耗的功率，亦称为有功功率。表示电路实际消耗的功率，它不仅与电压、电流有效值有关，而且与</a:t>
            </a:r>
            <a:r>
              <a:rPr lang="en-US" altLang="zh-CN" b="0" dirty="0">
                <a:solidFill>
                  <a:schemeClr val="bg1"/>
                </a:solidFill>
                <a:latin typeface="Times New Roman" panose="02020603050405020304" pitchFamily="18" charset="0"/>
              </a:rPr>
              <a:t>cos</a:t>
            </a:r>
            <a:r>
              <a:rPr lang="en-US" altLang="zh-CN" sz="800" b="0" dirty="0">
                <a:solidFill>
                  <a:schemeClr val="bg1"/>
                </a:solidFill>
                <a:latin typeface="Times New Roman" panose="02020603050405020304" pitchFamily="18" charset="0"/>
              </a:rPr>
              <a:t> </a:t>
            </a:r>
            <a:r>
              <a:rPr lang="en-US" altLang="zh-CN" b="0" i="1" dirty="0">
                <a:solidFill>
                  <a:schemeClr val="bg1"/>
                </a:solidFill>
                <a:latin typeface="Times New Roman" panose="02020603050405020304" pitchFamily="18" charset="0"/>
                <a:sym typeface="Symbol" panose="05050102010706020507" pitchFamily="18" charset="2"/>
              </a:rPr>
              <a:t></a:t>
            </a:r>
            <a:r>
              <a:rPr lang="en-US" altLang="zh-CN" i="1" dirty="0">
                <a:latin typeface="Times New Roman" panose="02020603050405020304" pitchFamily="18" charset="0"/>
                <a:sym typeface="Symbol" panose="05050102010706020507" pitchFamily="18" charset="2"/>
              </a:rPr>
              <a:t> </a:t>
            </a:r>
            <a:r>
              <a:rPr lang="zh-CN" altLang="en-US" dirty="0">
                <a:latin typeface="楷体_GB2312" pitchFamily="49" charset="-122"/>
              </a:rPr>
              <a:t>有关，这是交流和直流的很大区别</a:t>
            </a:r>
            <a:r>
              <a:rPr lang="en-US" altLang="zh-CN" dirty="0">
                <a:latin typeface="楷体_GB2312" pitchFamily="49" charset="-122"/>
              </a:rPr>
              <a:t>, </a:t>
            </a:r>
            <a:r>
              <a:rPr lang="zh-CN" altLang="en-US" dirty="0">
                <a:latin typeface="楷体_GB2312" pitchFamily="49" charset="-122"/>
              </a:rPr>
              <a:t>主要由于电压、电流存在相位差。</a:t>
            </a:r>
            <a:endParaRPr lang="zh-CN" altLang="en-US" dirty="0">
              <a:latin typeface="楷体_GB2312" pitchFamily="49" charset="-122"/>
            </a:endParaRPr>
          </a:p>
        </p:txBody>
      </p:sp>
      <p:grpSp>
        <p:nvGrpSpPr>
          <p:cNvPr id="88070" name="Group 17"/>
          <p:cNvGrpSpPr/>
          <p:nvPr/>
        </p:nvGrpSpPr>
        <p:grpSpPr>
          <a:xfrm>
            <a:off x="8316913" y="6446838"/>
            <a:ext cx="792162" cy="366712"/>
            <a:chOff x="5193" y="4020"/>
            <a:chExt cx="499" cy="231"/>
          </a:xfrm>
        </p:grpSpPr>
        <p:pic>
          <p:nvPicPr>
            <p:cNvPr id="88084" name="Picture 18" descr="78900"/>
            <p:cNvPicPr>
              <a:picLocks noChangeAspect="1"/>
            </p:cNvPicPr>
            <p:nvPr/>
          </p:nvPicPr>
          <p:blipFill>
            <a:blip r:embed="rId1"/>
            <a:stretch>
              <a:fillRect/>
            </a:stretch>
          </p:blipFill>
          <p:spPr>
            <a:xfrm>
              <a:off x="5193" y="4066"/>
              <a:ext cx="499" cy="181"/>
            </a:xfrm>
            <a:prstGeom prst="rect">
              <a:avLst/>
            </a:prstGeom>
            <a:noFill/>
            <a:ln w="9525">
              <a:noFill/>
            </a:ln>
          </p:spPr>
        </p:pic>
        <p:sp>
          <p:nvSpPr>
            <p:cNvPr id="88085" name="Text Box 19">
              <a:hlinkClick r:id="" action="ppaction://hlinkshowjump?jump=nextslide"/>
            </p:cNvPr>
            <p:cNvSpPr txBox="1"/>
            <p:nvPr/>
          </p:nvSpPr>
          <p:spPr>
            <a:xfrm>
              <a:off x="5216" y="4020"/>
              <a:ext cx="476" cy="231"/>
            </a:xfrm>
            <a:prstGeom prst="rect">
              <a:avLst/>
            </a:prstGeom>
            <a:noFill/>
            <a:ln w="9525">
              <a:noFill/>
            </a:ln>
          </p:spPr>
          <p:txBody>
            <a:bodyPr wrap="none">
              <a:spAutoFit/>
            </a:bodyPr>
            <a:p>
              <a:pPr>
                <a:spcBef>
                  <a:spcPct val="50000"/>
                </a:spcBef>
              </a:pPr>
              <a:r>
                <a:rPr lang="zh-CN" altLang="en-US" sz="1800" b="0" dirty="0">
                  <a:solidFill>
                    <a:schemeClr val="bg1"/>
                  </a:solidFill>
                  <a:latin typeface="隶书" panose="02010509060101010101" pitchFamily="49" charset="-122"/>
                  <a:ea typeface="隶书" panose="02010509060101010101" pitchFamily="49" charset="-122"/>
                </a:rPr>
                <a:t>下 页</a:t>
              </a:r>
              <a:endParaRPr lang="zh-CN" altLang="en-US" sz="1800" b="0" dirty="0">
                <a:solidFill>
                  <a:schemeClr val="bg1"/>
                </a:solidFill>
                <a:latin typeface="隶书" panose="02010509060101010101" pitchFamily="49" charset="-122"/>
                <a:ea typeface="隶书" panose="02010509060101010101" pitchFamily="49" charset="-122"/>
              </a:endParaRPr>
            </a:p>
          </p:txBody>
        </p:sp>
      </p:grpSp>
      <p:grpSp>
        <p:nvGrpSpPr>
          <p:cNvPr id="88071" name="Group 20"/>
          <p:cNvGrpSpPr/>
          <p:nvPr/>
        </p:nvGrpSpPr>
        <p:grpSpPr>
          <a:xfrm>
            <a:off x="7453313" y="6446838"/>
            <a:ext cx="792162" cy="366712"/>
            <a:chOff x="4649" y="4020"/>
            <a:chExt cx="499" cy="231"/>
          </a:xfrm>
        </p:grpSpPr>
        <p:pic>
          <p:nvPicPr>
            <p:cNvPr id="88082" name="Picture 21" descr="78900"/>
            <p:cNvPicPr>
              <a:picLocks noChangeAspect="1"/>
            </p:cNvPicPr>
            <p:nvPr/>
          </p:nvPicPr>
          <p:blipFill>
            <a:blip r:embed="rId1"/>
            <a:stretch>
              <a:fillRect/>
            </a:stretch>
          </p:blipFill>
          <p:spPr>
            <a:xfrm>
              <a:off x="4649" y="4066"/>
              <a:ext cx="499" cy="181"/>
            </a:xfrm>
            <a:prstGeom prst="rect">
              <a:avLst/>
            </a:prstGeom>
            <a:noFill/>
            <a:ln w="9525">
              <a:noFill/>
            </a:ln>
          </p:spPr>
        </p:pic>
        <p:sp>
          <p:nvSpPr>
            <p:cNvPr id="88083" name="Text Box 22">
              <a:hlinkClick r:id="" action="ppaction://hlinkshowjump?jump=previousslide"/>
            </p:cNvPr>
            <p:cNvSpPr txBox="1"/>
            <p:nvPr/>
          </p:nvSpPr>
          <p:spPr>
            <a:xfrm>
              <a:off x="4672" y="4020"/>
              <a:ext cx="476" cy="231"/>
            </a:xfrm>
            <a:prstGeom prst="rect">
              <a:avLst/>
            </a:prstGeom>
            <a:noFill/>
            <a:ln w="9525">
              <a:noFill/>
            </a:ln>
          </p:spPr>
          <p:txBody>
            <a:bodyPr wrap="none">
              <a:spAutoFit/>
            </a:bodyPr>
            <a:p>
              <a:pPr>
                <a:spcBef>
                  <a:spcPct val="50000"/>
                </a:spcBef>
              </a:pPr>
              <a:r>
                <a:rPr lang="zh-CN" altLang="en-US" sz="1800" b="0" dirty="0">
                  <a:solidFill>
                    <a:schemeClr val="bg1"/>
                  </a:solidFill>
                  <a:latin typeface="隶书" panose="02010509060101010101" pitchFamily="49" charset="-122"/>
                  <a:ea typeface="隶书" panose="02010509060101010101" pitchFamily="49" charset="-122"/>
                </a:rPr>
                <a:t>上 页</a:t>
              </a:r>
              <a:endParaRPr lang="zh-CN" altLang="en-US" sz="1800" b="0" dirty="0">
                <a:solidFill>
                  <a:schemeClr val="bg1"/>
                </a:solidFill>
                <a:latin typeface="隶书" panose="02010509060101010101" pitchFamily="49" charset="-122"/>
                <a:ea typeface="隶书" panose="02010509060101010101" pitchFamily="49" charset="-122"/>
              </a:endParaRPr>
            </a:p>
          </p:txBody>
        </p:sp>
      </p:grpSp>
      <p:grpSp>
        <p:nvGrpSpPr>
          <p:cNvPr id="5" name="Group 26"/>
          <p:cNvGrpSpPr/>
          <p:nvPr/>
        </p:nvGrpSpPr>
        <p:grpSpPr>
          <a:xfrm>
            <a:off x="468313" y="2781300"/>
            <a:ext cx="1847850" cy="850900"/>
            <a:chOff x="385" y="3022"/>
            <a:chExt cx="1164" cy="536"/>
          </a:xfrm>
        </p:grpSpPr>
        <p:pic>
          <p:nvPicPr>
            <p:cNvPr id="88080" name="Picture 27" descr="123"/>
            <p:cNvPicPr>
              <a:picLocks noChangeAspect="1"/>
            </p:cNvPicPr>
            <p:nvPr/>
          </p:nvPicPr>
          <p:blipFill>
            <a:blip r:embed="rId2"/>
            <a:stretch>
              <a:fillRect/>
            </a:stretch>
          </p:blipFill>
          <p:spPr>
            <a:xfrm>
              <a:off x="385" y="3022"/>
              <a:ext cx="590" cy="536"/>
            </a:xfrm>
            <a:prstGeom prst="rect">
              <a:avLst/>
            </a:prstGeom>
            <a:noFill/>
            <a:ln w="9525">
              <a:noFill/>
            </a:ln>
          </p:spPr>
        </p:pic>
        <p:sp>
          <p:nvSpPr>
            <p:cNvPr id="88081" name="Text Box 28"/>
            <p:cNvSpPr txBox="1"/>
            <p:nvPr/>
          </p:nvSpPr>
          <p:spPr>
            <a:xfrm>
              <a:off x="793" y="3116"/>
              <a:ext cx="756" cy="365"/>
            </a:xfrm>
            <a:prstGeom prst="rect">
              <a:avLst/>
            </a:prstGeom>
            <a:noFill/>
            <a:ln w="9525">
              <a:noFill/>
            </a:ln>
          </p:spPr>
          <p:txBody>
            <a:bodyPr wrap="none">
              <a:spAutoFit/>
            </a:bodyPr>
            <a:p>
              <a:r>
                <a:rPr lang="zh-CN" altLang="en-US" sz="3200" b="0" dirty="0">
                  <a:solidFill>
                    <a:srgbClr val="FA7748"/>
                  </a:solidFill>
                  <a:latin typeface="Times New Roman" panose="02020603050405020304" pitchFamily="18" charset="0"/>
                  <a:ea typeface="华文行楷" panose="02010800040101010101" pitchFamily="2" charset="-122"/>
                </a:rPr>
                <a:t>结论  </a:t>
              </a:r>
              <a:endParaRPr lang="zh-CN" altLang="en-US" sz="3200" b="0" dirty="0">
                <a:solidFill>
                  <a:srgbClr val="FA7748"/>
                </a:solidFill>
                <a:latin typeface="Times New Roman" panose="02020603050405020304" pitchFamily="18" charset="0"/>
                <a:ea typeface="华文行楷" panose="02010800040101010101" pitchFamily="2" charset="-122"/>
              </a:endParaRPr>
            </a:p>
          </p:txBody>
        </p:sp>
      </p:grpSp>
      <p:grpSp>
        <p:nvGrpSpPr>
          <p:cNvPr id="88073" name="Group 32"/>
          <p:cNvGrpSpPr/>
          <p:nvPr/>
        </p:nvGrpSpPr>
        <p:grpSpPr>
          <a:xfrm>
            <a:off x="6588125" y="6446838"/>
            <a:ext cx="792163" cy="366712"/>
            <a:chOff x="4649" y="4020"/>
            <a:chExt cx="499" cy="231"/>
          </a:xfrm>
        </p:grpSpPr>
        <p:pic>
          <p:nvPicPr>
            <p:cNvPr id="88078" name="Picture 33" descr="78900"/>
            <p:cNvPicPr>
              <a:picLocks noChangeAspect="1"/>
            </p:cNvPicPr>
            <p:nvPr/>
          </p:nvPicPr>
          <p:blipFill>
            <a:blip r:embed="rId1"/>
            <a:stretch>
              <a:fillRect/>
            </a:stretch>
          </p:blipFill>
          <p:spPr>
            <a:xfrm>
              <a:off x="4649" y="4066"/>
              <a:ext cx="499" cy="181"/>
            </a:xfrm>
            <a:prstGeom prst="rect">
              <a:avLst/>
            </a:prstGeom>
            <a:noFill/>
            <a:ln w="9525">
              <a:noFill/>
            </a:ln>
          </p:spPr>
        </p:pic>
        <p:sp>
          <p:nvSpPr>
            <p:cNvPr id="88079" name="Text Box 34">
              <a:hlinkClick r:id="" action="ppaction://hlinkshowjump?jump=firstslide"/>
            </p:cNvPr>
            <p:cNvSpPr txBox="1"/>
            <p:nvPr/>
          </p:nvSpPr>
          <p:spPr>
            <a:xfrm>
              <a:off x="4672" y="4020"/>
              <a:ext cx="476" cy="231"/>
            </a:xfrm>
            <a:prstGeom prst="rect">
              <a:avLst/>
            </a:prstGeom>
            <a:noFill/>
            <a:ln w="9525">
              <a:noFill/>
            </a:ln>
          </p:spPr>
          <p:txBody>
            <a:bodyPr wrap="none">
              <a:spAutoFit/>
            </a:bodyPr>
            <a:p>
              <a:pPr>
                <a:spcBef>
                  <a:spcPct val="50000"/>
                </a:spcBef>
              </a:pPr>
              <a:r>
                <a:rPr lang="zh-CN" altLang="en-US" sz="1800" b="0" dirty="0">
                  <a:solidFill>
                    <a:schemeClr val="bg1"/>
                  </a:solidFill>
                  <a:latin typeface="隶书" panose="02010509060101010101" pitchFamily="49" charset="-122"/>
                  <a:ea typeface="隶书" panose="02010509060101010101" pitchFamily="49" charset="-122"/>
                </a:rPr>
                <a:t>返 回</a:t>
              </a:r>
              <a:endParaRPr lang="zh-CN" altLang="en-US" sz="1800" b="0" dirty="0">
                <a:solidFill>
                  <a:schemeClr val="bg1"/>
                </a:solidFill>
                <a:latin typeface="隶书" panose="02010509060101010101" pitchFamily="49" charset="-122"/>
                <a:ea typeface="隶书" panose="02010509060101010101" pitchFamily="49" charset="-122"/>
              </a:endParaRPr>
            </a:p>
          </p:txBody>
        </p:sp>
      </p:grpSp>
      <p:grpSp>
        <p:nvGrpSpPr>
          <p:cNvPr id="7" name="Group 37"/>
          <p:cNvGrpSpPr/>
          <p:nvPr/>
        </p:nvGrpSpPr>
        <p:grpSpPr>
          <a:xfrm>
            <a:off x="755650" y="1628775"/>
            <a:ext cx="7200900" cy="579438"/>
            <a:chOff x="476" y="1026"/>
            <a:chExt cx="4536" cy="365"/>
          </a:xfrm>
        </p:grpSpPr>
        <p:sp>
          <p:nvSpPr>
            <p:cNvPr id="88075" name="Text Box 2"/>
            <p:cNvSpPr txBox="1"/>
            <p:nvPr/>
          </p:nvSpPr>
          <p:spPr>
            <a:xfrm>
              <a:off x="476" y="1026"/>
              <a:ext cx="4536" cy="365"/>
            </a:xfrm>
            <a:prstGeom prst="rect">
              <a:avLst/>
            </a:prstGeom>
            <a:noFill/>
            <a:ln w="12700">
              <a:noFill/>
            </a:ln>
          </p:spPr>
          <p:txBody>
            <a:bodyPr anchor="ctr" anchorCtr="0">
              <a:spAutoFit/>
            </a:bodyPr>
            <a:p>
              <a:r>
                <a:rPr lang="zh-CN" altLang="en-US" dirty="0">
                  <a:latin typeface="楷体_GB2312" pitchFamily="49" charset="-122"/>
                </a:rPr>
                <a:t>一般地 </a:t>
              </a:r>
              <a:r>
                <a:rPr lang="en-US" altLang="zh-CN" dirty="0">
                  <a:latin typeface="楷体_GB2312" pitchFamily="49" charset="-122"/>
                </a:rPr>
                <a:t>, </a:t>
              </a:r>
              <a:r>
                <a:rPr lang="zh-CN" altLang="en-US" dirty="0">
                  <a:latin typeface="楷体_GB2312" pitchFamily="49" charset="-122"/>
                </a:rPr>
                <a:t>有： </a:t>
              </a:r>
              <a:r>
                <a:rPr lang="en-US" altLang="zh-CN" sz="3200" b="0" dirty="0">
                  <a:solidFill>
                    <a:schemeClr val="bg1"/>
                  </a:solidFill>
                  <a:latin typeface="Times New Roman" panose="02020603050405020304" pitchFamily="18" charset="0"/>
                </a:rPr>
                <a:t>0 &lt;</a:t>
              </a:r>
              <a:r>
                <a:rPr lang="en-US" altLang="zh-CN" sz="3200" b="0" dirty="0">
                  <a:solidFill>
                    <a:schemeClr val="bg1"/>
                  </a:solidFill>
                  <a:latin typeface="楷体_GB2312" pitchFamily="49" charset="-122"/>
                  <a:sym typeface="Symbol" panose="05050102010706020507" pitchFamily="18" charset="2"/>
                </a:rPr>
                <a:t></a:t>
              </a:r>
              <a:r>
                <a:rPr lang="en-US" altLang="zh-CN" sz="3200" b="0" dirty="0">
                  <a:solidFill>
                    <a:schemeClr val="bg1"/>
                  </a:solidFill>
                  <a:latin typeface="楷体_GB2312" pitchFamily="49" charset="-122"/>
                </a:rPr>
                <a:t>cos</a:t>
              </a:r>
              <a:r>
                <a:rPr lang="en-US" altLang="zh-CN" sz="3200" b="0" i="1" dirty="0">
                  <a:solidFill>
                    <a:schemeClr val="bg1"/>
                  </a:solidFill>
                  <a:latin typeface="楷体_GB2312" pitchFamily="49" charset="-122"/>
                  <a:sym typeface="Symbol" panose="05050102010706020507" pitchFamily="18" charset="2"/>
                </a:rPr>
                <a:t></a:t>
              </a:r>
              <a:r>
                <a:rPr lang="en-US" altLang="zh-CN" sz="3200" b="0" dirty="0">
                  <a:solidFill>
                    <a:schemeClr val="bg1"/>
                  </a:solidFill>
                  <a:latin typeface="楷体_GB2312" pitchFamily="49" charset="-122"/>
                  <a:sym typeface="Symbol" panose="05050102010706020507" pitchFamily="18" charset="2"/>
                </a:rPr>
                <a:t></a:t>
              </a:r>
              <a:r>
                <a:rPr lang="en-US" altLang="zh-CN" sz="3200" b="0" dirty="0">
                  <a:solidFill>
                    <a:schemeClr val="bg1"/>
                  </a:solidFill>
                  <a:latin typeface="Times New Roman" panose="02020603050405020304" pitchFamily="18" charset="0"/>
                  <a:sym typeface="Symbol" panose="05050102010706020507" pitchFamily="18" charset="2"/>
                </a:rPr>
                <a:t>&lt;</a:t>
              </a:r>
              <a:r>
                <a:rPr lang="en-US" altLang="zh-CN" sz="3200" b="0" dirty="0">
                  <a:solidFill>
                    <a:schemeClr val="bg1"/>
                  </a:solidFill>
                  <a:latin typeface="楷体_GB2312" pitchFamily="49" charset="-122"/>
                  <a:sym typeface="Symbol" panose="05050102010706020507" pitchFamily="18" charset="2"/>
                </a:rPr>
                <a:t>1</a:t>
              </a:r>
              <a:endParaRPr lang="en-US" altLang="zh-CN" sz="3200" b="0" dirty="0">
                <a:solidFill>
                  <a:schemeClr val="bg1"/>
                </a:solidFill>
                <a:latin typeface="楷体_GB2312" pitchFamily="49" charset="-122"/>
                <a:sym typeface="Symbol" panose="05050102010706020507" pitchFamily="18" charset="2"/>
              </a:endParaRPr>
            </a:p>
          </p:txBody>
        </p:sp>
        <p:sp>
          <p:nvSpPr>
            <p:cNvPr id="88076" name="Line 35"/>
            <p:cNvSpPr/>
            <p:nvPr/>
          </p:nvSpPr>
          <p:spPr>
            <a:xfrm>
              <a:off x="2290" y="1298"/>
              <a:ext cx="136" cy="46"/>
            </a:xfrm>
            <a:prstGeom prst="line">
              <a:avLst/>
            </a:prstGeom>
            <a:ln w="9525" cap="flat" cmpd="sng">
              <a:solidFill>
                <a:schemeClr val="bg1"/>
              </a:solidFill>
              <a:prstDash val="solid"/>
              <a:headEnd type="none" w="med" len="med"/>
              <a:tailEnd type="none" w="med" len="med"/>
            </a:ln>
          </p:spPr>
        </p:sp>
        <p:sp>
          <p:nvSpPr>
            <p:cNvPr id="88077" name="Line 36"/>
            <p:cNvSpPr/>
            <p:nvPr/>
          </p:nvSpPr>
          <p:spPr>
            <a:xfrm>
              <a:off x="3261" y="1280"/>
              <a:ext cx="181" cy="73"/>
            </a:xfrm>
            <a:prstGeom prst="line">
              <a:avLst/>
            </a:prstGeom>
            <a:ln w="9525" cap="flat" cmpd="sng">
              <a:solidFill>
                <a:schemeClr val="bg1"/>
              </a:solidFill>
              <a:prstDash val="solid"/>
              <a:headEnd type="none" w="med" len="med"/>
              <a:tailEnd type="none" w="med" len="med"/>
            </a:ln>
          </p:spPr>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with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left)">
                                      <p:cBhvr>
                                        <p:cTn id="7" dur="20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7"/>
                                        </p:tgtEl>
                                        <p:attrNameLst>
                                          <p:attrName>style.visibility</p:attrName>
                                        </p:attrNameLst>
                                      </p:cBhvr>
                                      <p:to>
                                        <p:strVal val="visible"/>
                                      </p:to>
                                    </p:set>
                                    <p:animEffect transition="in" filter="blinds(horizontal)">
                                      <p:cBhvr>
                                        <p:cTn id="12" dur="500"/>
                                        <p:tgtEl>
                                          <p:spTgt spid="7"/>
                                        </p:tgtEl>
                                      </p:cBhvr>
                                    </p:animEffect>
                                  </p:childTnLst>
                                </p:cTn>
                              </p:par>
                            </p:childTnLst>
                          </p:cTn>
                        </p:par>
                      </p:childTnLst>
                    </p:cTn>
                  </p:par>
                  <p:par>
                    <p:cTn id="13" fill="hold">
                      <p:stCondLst>
                        <p:cond delay="indefinite"/>
                      </p:stCondLst>
                      <p:childTnLst>
                        <p:par>
                          <p:cTn id="14" fill="hold">
                            <p:stCondLst>
                              <p:cond delay="0"/>
                            </p:stCondLst>
                            <p:childTnLst>
                              <p:par>
                                <p:cTn id="15" presetID="12" presetClass="entr" presetSubtype="4" fill="hold" grpId="0" nodeType="clickEffect">
                                  <p:stCondLst>
                                    <p:cond delay="0"/>
                                  </p:stCondLst>
                                  <p:childTnLst>
                                    <p:set>
                                      <p:cBhvr>
                                        <p:cTn id="16" dur="1" fill="hold">
                                          <p:stCondLst>
                                            <p:cond delay="0"/>
                                          </p:stCondLst>
                                        </p:cTn>
                                        <p:tgtEl>
                                          <p:spTgt spid="30723"/>
                                        </p:tgtEl>
                                        <p:attrNameLst>
                                          <p:attrName>style.visibility</p:attrName>
                                        </p:attrNameLst>
                                      </p:cBhvr>
                                      <p:to>
                                        <p:strVal val="visible"/>
                                      </p:to>
                                    </p:set>
                                    <p:animEffect transition="in" filter="slide(fromBottom)">
                                      <p:cBhvr>
                                        <p:cTn id="17" dur="500"/>
                                        <p:tgtEl>
                                          <p:spTgt spid="30723"/>
                                        </p:tgtEl>
                                      </p:cBhvr>
                                    </p:animEffect>
                                  </p:childTnLst>
                                </p:cTn>
                              </p:par>
                            </p:childTnLst>
                          </p:cTn>
                        </p:par>
                      </p:childTnLst>
                    </p:cTn>
                  </p:par>
                  <p:par>
                    <p:cTn id="18" fill="hold">
                      <p:stCondLst>
                        <p:cond delay="indefinite"/>
                      </p:stCondLst>
                      <p:childTnLst>
                        <p:par>
                          <p:cTn id="19" fill="hold">
                            <p:stCondLst>
                              <p:cond delay="0"/>
                            </p:stCondLst>
                            <p:childTnLst>
                              <p:par>
                                <p:cTn id="20" presetID="12" presetClass="entr" presetSubtype="4" fill="hold" grpId="0" nodeType="clickEffect">
                                  <p:stCondLst>
                                    <p:cond delay="0"/>
                                  </p:stCondLst>
                                  <p:childTnLst>
                                    <p:set>
                                      <p:cBhvr>
                                        <p:cTn id="21" dur="1" fill="hold">
                                          <p:stCondLst>
                                            <p:cond delay="0"/>
                                          </p:stCondLst>
                                        </p:cTn>
                                        <p:tgtEl>
                                          <p:spTgt spid="30724"/>
                                        </p:tgtEl>
                                        <p:attrNameLst>
                                          <p:attrName>style.visibility</p:attrName>
                                        </p:attrNameLst>
                                      </p:cBhvr>
                                      <p:to>
                                        <p:strVal val="visible"/>
                                      </p:to>
                                    </p:set>
                                    <p:animEffect transition="in" filter="slide(fromBottom)">
                                      <p:cBhvr>
                                        <p:cTn id="22" dur="500"/>
                                        <p:tgtEl>
                                          <p:spTgt spid="30724"/>
                                        </p:tgtEl>
                                      </p:cBhvr>
                                    </p:animEffect>
                                  </p:childTnLst>
                                </p:cTn>
                              </p:par>
                            </p:childTnLst>
                          </p:cTn>
                        </p:par>
                      </p:childTnLst>
                    </p:cTn>
                  </p:par>
                  <p:par>
                    <p:cTn id="23" fill="hold">
                      <p:stCondLst>
                        <p:cond delay="indefinite"/>
                      </p:stCondLst>
                      <p:childTnLst>
                        <p:par>
                          <p:cTn id="24" fill="hold">
                            <p:stCondLst>
                              <p:cond delay="0"/>
                            </p:stCondLst>
                            <p:childTnLst>
                              <p:par>
                                <p:cTn id="25" presetID="3" presetClass="entr" presetSubtype="10" fill="hold" nodeType="clickEffect">
                                  <p:stCondLst>
                                    <p:cond delay="0"/>
                                  </p:stCondLst>
                                  <p:childTnLst>
                                    <p:set>
                                      <p:cBhvr>
                                        <p:cTn id="26" dur="1" fill="hold">
                                          <p:stCondLst>
                                            <p:cond delay="0"/>
                                          </p:stCondLst>
                                        </p:cTn>
                                        <p:tgtEl>
                                          <p:spTgt spid="5"/>
                                        </p:tgtEl>
                                        <p:attrNameLst>
                                          <p:attrName>style.visibility</p:attrName>
                                        </p:attrNameLst>
                                      </p:cBhvr>
                                      <p:to>
                                        <p:strVal val="visible"/>
                                      </p:to>
                                    </p:set>
                                    <p:animEffect transition="in" filter="blinds(horizontal)">
                                      <p:cBhvr>
                                        <p:cTn id="27" dur="500"/>
                                        <p:tgtEl>
                                          <p:spTgt spid="5"/>
                                        </p:tgtEl>
                                      </p:cBhvr>
                                    </p:animEffect>
                                  </p:childTnLst>
                                </p:cTn>
                              </p:par>
                            </p:childTnLst>
                          </p:cTn>
                        </p:par>
                      </p:childTnLst>
                    </p:cTn>
                  </p:par>
                  <p:par>
                    <p:cTn id="28" fill="hold">
                      <p:stCondLst>
                        <p:cond delay="indefinite"/>
                      </p:stCondLst>
                      <p:childTnLst>
                        <p:par>
                          <p:cTn id="29" fill="hold">
                            <p:stCondLst>
                              <p:cond delay="0"/>
                            </p:stCondLst>
                            <p:childTnLst>
                              <p:par>
                                <p:cTn id="30" presetID="17" presetClass="entr" presetSubtype="10" fill="hold" grpId="0" nodeType="clickEffect">
                                  <p:stCondLst>
                                    <p:cond delay="0"/>
                                  </p:stCondLst>
                                  <p:iterate type="lt">
                                    <p:tmPct val="100000"/>
                                  </p:iterate>
                                  <p:childTnLst>
                                    <p:set>
                                      <p:cBhvr>
                                        <p:cTn id="31" dur="1" fill="hold">
                                          <p:stCondLst>
                                            <p:cond delay="0"/>
                                          </p:stCondLst>
                                        </p:cTn>
                                        <p:tgtEl>
                                          <p:spTgt spid="30731"/>
                                        </p:tgtEl>
                                        <p:attrNameLst>
                                          <p:attrName>style.visibility</p:attrName>
                                        </p:attrNameLst>
                                      </p:cBhvr>
                                      <p:to>
                                        <p:strVal val="visible"/>
                                      </p:to>
                                    </p:set>
                                    <p:anim calcmode="lin" valueType="num">
                                      <p:cBhvr>
                                        <p:cTn id="32" dur="75" fill="hold"/>
                                        <p:tgtEl>
                                          <p:spTgt spid="30731"/>
                                        </p:tgtEl>
                                        <p:attrNameLst>
                                          <p:attrName>ppt_w</p:attrName>
                                        </p:attrNameLst>
                                      </p:cBhvr>
                                      <p:tavLst>
                                        <p:tav tm="0">
                                          <p:val>
                                            <p:fltVal val="0.000000"/>
                                          </p:val>
                                        </p:tav>
                                        <p:tav tm="100000">
                                          <p:val>
                                            <p:strVal val="#ppt_w"/>
                                          </p:val>
                                        </p:tav>
                                      </p:tavLst>
                                    </p:anim>
                                    <p:anim calcmode="lin" valueType="num">
                                      <p:cBhvr>
                                        <p:cTn id="33" dur="75" fill="hold"/>
                                        <p:tgtEl>
                                          <p:spTgt spid="30731"/>
                                        </p:tgtEl>
                                        <p:attrNameLst>
                                          <p:attrName>ppt_h</p:attrName>
                                        </p:attrNameLst>
                                      </p:cBhvr>
                                      <p:tavLst>
                                        <p:tav tm="0">
                                          <p:val>
                                            <p:strVal val="#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0723" grpId="0"/>
      <p:bldP spid="30724" grpId="0"/>
      <p:bldP spid="30731" grpId="0"/>
    </p:bld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9698" name="Text Box 2"/>
          <p:cNvSpPr txBox="1"/>
          <p:nvPr/>
        </p:nvSpPr>
        <p:spPr>
          <a:xfrm>
            <a:off x="458788" y="4119563"/>
            <a:ext cx="2846387" cy="579437"/>
          </a:xfrm>
          <a:prstGeom prst="rect">
            <a:avLst/>
          </a:prstGeom>
          <a:noFill/>
          <a:ln w="12700">
            <a:noFill/>
          </a:ln>
        </p:spPr>
        <p:txBody>
          <a:bodyPr wrap="none" lIns="198000" rIns="198000" anchor="ctr" anchorCtr="0">
            <a:spAutoFit/>
          </a:bodyPr>
          <a:p>
            <a:pPr algn="ctr"/>
            <a:r>
              <a:rPr lang="en-US" altLang="zh-CN" sz="3200" dirty="0">
                <a:solidFill>
                  <a:schemeClr val="bg1"/>
                </a:solidFill>
                <a:latin typeface="楷体_GB2312" pitchFamily="49" charset="-122"/>
              </a:rPr>
              <a:t>4. </a:t>
            </a:r>
            <a:r>
              <a:rPr lang="zh-CN" altLang="en-US" sz="3200" dirty="0">
                <a:solidFill>
                  <a:schemeClr val="bg1"/>
                </a:solidFill>
                <a:latin typeface="楷体_GB2312" pitchFamily="49" charset="-122"/>
              </a:rPr>
              <a:t>视在功率</a:t>
            </a:r>
            <a:r>
              <a:rPr lang="en-US" altLang="zh-CN" sz="3200" b="0" i="1" dirty="0">
                <a:solidFill>
                  <a:schemeClr val="bg1"/>
                </a:solidFill>
                <a:latin typeface="Times New Roman" panose="02020603050405020304" pitchFamily="18" charset="0"/>
              </a:rPr>
              <a:t>S</a:t>
            </a:r>
            <a:endParaRPr lang="en-US" altLang="zh-CN" sz="3200" b="0" dirty="0">
              <a:solidFill>
                <a:schemeClr val="bg1"/>
              </a:solidFill>
              <a:latin typeface="Times New Roman" panose="02020603050405020304" pitchFamily="18" charset="0"/>
            </a:endParaRPr>
          </a:p>
        </p:txBody>
      </p:sp>
      <p:sp>
        <p:nvSpPr>
          <p:cNvPr id="29700" name="Text Box 4"/>
          <p:cNvSpPr txBox="1"/>
          <p:nvPr/>
        </p:nvSpPr>
        <p:spPr>
          <a:xfrm>
            <a:off x="611188" y="404813"/>
            <a:ext cx="3240087" cy="579437"/>
          </a:xfrm>
          <a:prstGeom prst="rect">
            <a:avLst/>
          </a:prstGeom>
          <a:noFill/>
          <a:ln w="12700">
            <a:noFill/>
          </a:ln>
        </p:spPr>
        <p:txBody>
          <a:bodyPr anchor="ctr" anchorCtr="0">
            <a:spAutoFit/>
          </a:bodyPr>
          <a:p>
            <a:r>
              <a:rPr lang="en-US" altLang="zh-CN" sz="3200" dirty="0">
                <a:solidFill>
                  <a:schemeClr val="bg1"/>
                </a:solidFill>
                <a:latin typeface="仿宋_GB2312" pitchFamily="49" charset="-122"/>
                <a:ea typeface="仿宋_GB2312" pitchFamily="49" charset="-122"/>
              </a:rPr>
              <a:t>3. </a:t>
            </a:r>
            <a:r>
              <a:rPr lang="zh-CN" altLang="en-US" sz="3200" dirty="0">
                <a:solidFill>
                  <a:schemeClr val="bg1"/>
                </a:solidFill>
                <a:latin typeface="楷体_GB2312" pitchFamily="49" charset="-122"/>
              </a:rPr>
              <a:t>无功功率</a:t>
            </a:r>
            <a:r>
              <a:rPr lang="zh-CN" altLang="en-US" sz="3200" dirty="0">
                <a:solidFill>
                  <a:schemeClr val="bg1"/>
                </a:solidFill>
                <a:latin typeface="Times New Roman" panose="02020603050405020304" pitchFamily="18" charset="0"/>
                <a:ea typeface="宋体" panose="02010600030101010101" pitchFamily="2" charset="-122"/>
              </a:rPr>
              <a:t> </a:t>
            </a:r>
            <a:r>
              <a:rPr lang="en-US" altLang="zh-CN" sz="3200" b="0" i="1" dirty="0">
                <a:solidFill>
                  <a:schemeClr val="bg1"/>
                </a:solidFill>
                <a:latin typeface="Times New Roman" panose="02020603050405020304" pitchFamily="18" charset="0"/>
                <a:ea typeface="宋体" panose="02010600030101010101" pitchFamily="2" charset="-122"/>
              </a:rPr>
              <a:t>Q</a:t>
            </a:r>
            <a:endParaRPr lang="en-US" altLang="zh-CN" sz="3200" b="0" dirty="0">
              <a:solidFill>
                <a:schemeClr val="bg1"/>
              </a:solidFill>
              <a:latin typeface="Times New Roman" panose="02020603050405020304" pitchFamily="18" charset="0"/>
              <a:ea typeface="宋体" panose="02010600030101010101" pitchFamily="2" charset="-122"/>
            </a:endParaRPr>
          </a:p>
        </p:txBody>
      </p:sp>
      <p:graphicFrame>
        <p:nvGraphicFramePr>
          <p:cNvPr id="29701" name="Object 5"/>
          <p:cNvGraphicFramePr/>
          <p:nvPr/>
        </p:nvGraphicFramePr>
        <p:xfrm>
          <a:off x="1965325" y="1066800"/>
          <a:ext cx="2000250" cy="711200"/>
        </p:xfrm>
        <a:graphic>
          <a:graphicData uri="http://schemas.openxmlformats.org/presentationml/2006/ole">
            <mc:AlternateContent xmlns:mc="http://schemas.openxmlformats.org/markup-compatibility/2006">
              <mc:Choice xmlns:v="urn:schemas-microsoft-com:vml" Requires="v">
                <p:oleObj spid="_x0000_s3410" name="" r:id="rId1" imgW="888365" imgH="317500" progId="Equation.3">
                  <p:embed/>
                </p:oleObj>
              </mc:Choice>
              <mc:Fallback>
                <p:oleObj name="" r:id="rId1" imgW="888365" imgH="317500" progId="Equation.3">
                  <p:embed/>
                  <p:pic>
                    <p:nvPicPr>
                      <p:cNvPr id="0" name="图片 3409"/>
                      <p:cNvPicPr/>
                      <p:nvPr/>
                    </p:nvPicPr>
                    <p:blipFill>
                      <a:blip r:embed="rId2"/>
                      <a:stretch>
                        <a:fillRect/>
                      </a:stretch>
                    </p:blipFill>
                    <p:spPr>
                      <a:xfrm>
                        <a:off x="1965325" y="1066800"/>
                        <a:ext cx="2000250" cy="711200"/>
                      </a:xfrm>
                      <a:prstGeom prst="rect">
                        <a:avLst/>
                      </a:prstGeom>
                      <a:gradFill rotWithShape="1">
                        <a:gsLst>
                          <a:gs pos="0">
                            <a:srgbClr val="FFCCFF"/>
                          </a:gs>
                          <a:gs pos="50000">
                            <a:schemeClr val="bg1"/>
                          </a:gs>
                          <a:gs pos="100000">
                            <a:srgbClr val="FFCCFF"/>
                          </a:gs>
                        </a:gsLst>
                        <a:lin ang="5400000" scaled="1"/>
                        <a:tileRect/>
                      </a:gradFill>
                      <a:ln w="38100">
                        <a:noFill/>
                        <a:miter/>
                      </a:ln>
                    </p:spPr>
                  </p:pic>
                </p:oleObj>
              </mc:Fallback>
            </mc:AlternateContent>
          </a:graphicData>
        </a:graphic>
      </p:graphicFrame>
      <p:sp>
        <p:nvSpPr>
          <p:cNvPr id="29702" name="Text Box 6"/>
          <p:cNvSpPr txBox="1"/>
          <p:nvPr/>
        </p:nvSpPr>
        <p:spPr>
          <a:xfrm>
            <a:off x="4643438" y="1125538"/>
            <a:ext cx="2603500" cy="519112"/>
          </a:xfrm>
          <a:prstGeom prst="rect">
            <a:avLst/>
          </a:prstGeom>
          <a:noFill/>
          <a:ln w="9525">
            <a:noFill/>
          </a:ln>
        </p:spPr>
        <p:txBody>
          <a:bodyPr wrap="none">
            <a:spAutoFit/>
          </a:bodyPr>
          <a:p>
            <a:pPr>
              <a:spcBef>
                <a:spcPct val="50000"/>
              </a:spcBef>
            </a:pPr>
            <a:r>
              <a:rPr lang="zh-CN" altLang="en-US" dirty="0">
                <a:latin typeface="楷体_GB2312" pitchFamily="49" charset="-122"/>
              </a:rPr>
              <a:t>单位：</a:t>
            </a:r>
            <a:r>
              <a:rPr lang="en-US" altLang="zh-CN" b="0" dirty="0">
                <a:solidFill>
                  <a:schemeClr val="bg1"/>
                </a:solidFill>
                <a:latin typeface="Times New Roman" panose="02020603050405020304" pitchFamily="18" charset="0"/>
              </a:rPr>
              <a:t>var</a:t>
            </a:r>
            <a:r>
              <a:rPr lang="en-US" altLang="zh-CN" b="0" dirty="0">
                <a:latin typeface="楷体_GB2312" pitchFamily="49" charset="-122"/>
              </a:rPr>
              <a:t> </a:t>
            </a:r>
            <a:r>
              <a:rPr lang="en-US" altLang="zh-CN" dirty="0">
                <a:latin typeface="楷体_GB2312" pitchFamily="49" charset="-122"/>
              </a:rPr>
              <a:t>(</a:t>
            </a:r>
            <a:r>
              <a:rPr lang="zh-CN" altLang="en-US" dirty="0">
                <a:latin typeface="楷体_GB2312" pitchFamily="49" charset="-122"/>
              </a:rPr>
              <a:t>乏</a:t>
            </a:r>
            <a:r>
              <a:rPr lang="en-US" altLang="en-US" dirty="0">
                <a:latin typeface="楷体_GB2312" pitchFamily="49" charset="-122"/>
              </a:rPr>
              <a:t>)</a:t>
            </a:r>
            <a:endParaRPr lang="en-US" altLang="zh-CN" dirty="0">
              <a:latin typeface="楷体_GB2312" pitchFamily="49" charset="-122"/>
            </a:endParaRPr>
          </a:p>
        </p:txBody>
      </p:sp>
      <p:sp>
        <p:nvSpPr>
          <p:cNvPr id="29703" name="Text Box 7"/>
          <p:cNvSpPr txBox="1"/>
          <p:nvPr/>
        </p:nvSpPr>
        <p:spPr>
          <a:xfrm>
            <a:off x="611188" y="1844675"/>
            <a:ext cx="7924800" cy="2143125"/>
          </a:xfrm>
          <a:prstGeom prst="rect">
            <a:avLst/>
          </a:prstGeom>
          <a:noFill/>
          <a:ln w="9525">
            <a:noFill/>
          </a:ln>
        </p:spPr>
        <p:txBody>
          <a:bodyPr>
            <a:spAutoFit/>
          </a:bodyPr>
          <a:p>
            <a:pPr marL="285750" indent="-285750">
              <a:lnSpc>
                <a:spcPct val="120000"/>
              </a:lnSpc>
              <a:buClr>
                <a:srgbClr val="FFFF00"/>
              </a:buClr>
              <a:buSzPct val="80000"/>
              <a:buFont typeface="Wingdings" panose="05000000000000000000" pitchFamily="2" charset="2"/>
              <a:buChar char="l"/>
            </a:pPr>
            <a:r>
              <a:rPr lang="en-US" altLang="zh-CN" b="0" i="1" dirty="0">
                <a:solidFill>
                  <a:schemeClr val="bg1"/>
                </a:solidFill>
                <a:latin typeface="Times New Roman" panose="02020603050405020304" pitchFamily="18" charset="0"/>
                <a:ea typeface="仿宋_GB2312" pitchFamily="49" charset="-122"/>
              </a:rPr>
              <a:t>Q</a:t>
            </a:r>
            <a:r>
              <a:rPr lang="en-US" altLang="zh-CN" b="0" dirty="0">
                <a:solidFill>
                  <a:schemeClr val="bg1"/>
                </a:solidFill>
                <a:latin typeface="Times New Roman" panose="02020603050405020304" pitchFamily="18" charset="0"/>
                <a:ea typeface="仿宋_GB2312" pitchFamily="49" charset="-122"/>
              </a:rPr>
              <a:t>&gt;0</a:t>
            </a:r>
            <a:r>
              <a:rPr lang="zh-CN" altLang="en-US" dirty="0">
                <a:latin typeface="仿宋_GB2312" pitchFamily="49" charset="-122"/>
                <a:ea typeface="仿宋_GB2312" pitchFamily="49" charset="-122"/>
              </a:rPr>
              <a:t>，</a:t>
            </a:r>
            <a:r>
              <a:rPr lang="zh-CN" altLang="en-US" dirty="0">
                <a:latin typeface="楷体_GB2312" pitchFamily="49" charset="-122"/>
              </a:rPr>
              <a:t>表示网络吸收无功功率。</a:t>
            </a:r>
            <a:endParaRPr lang="zh-CN" altLang="en-US" dirty="0">
              <a:latin typeface="楷体_GB2312" pitchFamily="49" charset="-122"/>
            </a:endParaRPr>
          </a:p>
          <a:p>
            <a:pPr marL="285750" indent="-285750">
              <a:lnSpc>
                <a:spcPct val="120000"/>
              </a:lnSpc>
              <a:buClr>
                <a:srgbClr val="FFFF00"/>
              </a:buClr>
              <a:buSzPct val="80000"/>
              <a:buFont typeface="Wingdings" panose="05000000000000000000" pitchFamily="2" charset="2"/>
              <a:buChar char="l"/>
            </a:pPr>
            <a:r>
              <a:rPr lang="en-US" altLang="zh-CN" b="0" i="1" dirty="0">
                <a:solidFill>
                  <a:schemeClr val="bg1"/>
                </a:solidFill>
                <a:latin typeface="Times New Roman" panose="02020603050405020304" pitchFamily="18" charset="0"/>
                <a:ea typeface="仿宋_GB2312" pitchFamily="49" charset="-122"/>
              </a:rPr>
              <a:t>Q</a:t>
            </a:r>
            <a:r>
              <a:rPr lang="en-US" altLang="zh-CN" b="0" dirty="0">
                <a:solidFill>
                  <a:schemeClr val="bg1"/>
                </a:solidFill>
                <a:latin typeface="Times New Roman" panose="02020603050405020304" pitchFamily="18" charset="0"/>
                <a:ea typeface="仿宋_GB2312" pitchFamily="49" charset="-122"/>
              </a:rPr>
              <a:t>&lt;0</a:t>
            </a:r>
            <a:r>
              <a:rPr lang="zh-CN" altLang="en-US" dirty="0">
                <a:latin typeface="仿宋_GB2312" pitchFamily="49" charset="-122"/>
                <a:ea typeface="仿宋_GB2312" pitchFamily="49" charset="-122"/>
              </a:rPr>
              <a:t>，</a:t>
            </a:r>
            <a:r>
              <a:rPr lang="zh-CN" altLang="en-US" dirty="0">
                <a:latin typeface="楷体_GB2312" pitchFamily="49" charset="-122"/>
              </a:rPr>
              <a:t>表示网络发出无功功率。</a:t>
            </a:r>
            <a:endParaRPr lang="zh-CN" altLang="en-US" dirty="0">
              <a:latin typeface="楷体_GB2312" pitchFamily="49" charset="-122"/>
            </a:endParaRPr>
          </a:p>
          <a:p>
            <a:pPr marL="285750" indent="-285750">
              <a:lnSpc>
                <a:spcPct val="120000"/>
              </a:lnSpc>
              <a:buClr>
                <a:srgbClr val="FFFF00"/>
              </a:buClr>
              <a:buSzPct val="80000"/>
              <a:buFont typeface="Wingdings" panose="05000000000000000000" pitchFamily="2" charset="2"/>
              <a:buChar char="l"/>
            </a:pPr>
            <a:r>
              <a:rPr lang="en-US" altLang="zh-CN" b="0" i="1" dirty="0">
                <a:solidFill>
                  <a:schemeClr val="bg1"/>
                </a:solidFill>
                <a:latin typeface="Times New Roman" panose="02020603050405020304" pitchFamily="18" charset="0"/>
                <a:ea typeface="仿宋_GB2312" pitchFamily="49" charset="-122"/>
              </a:rPr>
              <a:t>Q</a:t>
            </a:r>
            <a:r>
              <a:rPr lang="en-US" altLang="zh-CN" i="1" dirty="0">
                <a:solidFill>
                  <a:schemeClr val="bg1"/>
                </a:solidFill>
                <a:latin typeface="Times New Roman" panose="02020603050405020304" pitchFamily="18" charset="0"/>
                <a:ea typeface="仿宋_GB2312" pitchFamily="49" charset="-122"/>
              </a:rPr>
              <a:t> </a:t>
            </a:r>
            <a:r>
              <a:rPr lang="zh-CN" altLang="en-US" dirty="0">
                <a:latin typeface="楷体_GB2312" pitchFamily="49" charset="-122"/>
              </a:rPr>
              <a:t>的大小反映网络与外电路交换功率的速率。是由储能元件</a:t>
            </a:r>
            <a:r>
              <a:rPr lang="en-US" altLang="zh-CN" b="0" i="1" dirty="0">
                <a:solidFill>
                  <a:schemeClr val="bg1"/>
                </a:solidFill>
                <a:latin typeface="Times New Roman" panose="02020603050405020304" pitchFamily="18" charset="0"/>
              </a:rPr>
              <a:t>L</a:t>
            </a:r>
            <a:r>
              <a:rPr lang="zh-CN" altLang="en-US" b="0" dirty="0">
                <a:solidFill>
                  <a:schemeClr val="bg1"/>
                </a:solidFill>
                <a:latin typeface="Times New Roman" panose="02020603050405020304" pitchFamily="18" charset="0"/>
              </a:rPr>
              <a:t>、</a:t>
            </a:r>
            <a:r>
              <a:rPr lang="en-US" altLang="zh-CN" b="0" i="1" dirty="0">
                <a:solidFill>
                  <a:schemeClr val="bg1"/>
                </a:solidFill>
                <a:latin typeface="Times New Roman" panose="02020603050405020304" pitchFamily="18" charset="0"/>
              </a:rPr>
              <a:t>C</a:t>
            </a:r>
            <a:r>
              <a:rPr lang="zh-CN" altLang="en-US" dirty="0">
                <a:latin typeface="楷体_GB2312" pitchFamily="49" charset="-122"/>
              </a:rPr>
              <a:t>的性质决定的</a:t>
            </a:r>
            <a:endParaRPr lang="zh-CN" altLang="en-US" dirty="0">
              <a:latin typeface="楷体_GB2312" pitchFamily="49" charset="-122"/>
            </a:endParaRPr>
          </a:p>
        </p:txBody>
      </p:sp>
      <p:graphicFrame>
        <p:nvGraphicFramePr>
          <p:cNvPr id="29704" name="Object 8"/>
          <p:cNvGraphicFramePr/>
          <p:nvPr/>
        </p:nvGraphicFramePr>
        <p:xfrm>
          <a:off x="1271588" y="5030788"/>
          <a:ext cx="5808662" cy="854075"/>
        </p:xfrm>
        <a:graphic>
          <a:graphicData uri="http://schemas.openxmlformats.org/presentationml/2006/ole">
            <mc:AlternateContent xmlns:mc="http://schemas.openxmlformats.org/markup-compatibility/2006">
              <mc:Choice xmlns:v="urn:schemas-microsoft-com:vml" Requires="v">
                <p:oleObj spid="_x0000_s3332" name="" r:id="rId3" imgW="2233295" imgH="317500" progId="Equation.3">
                  <p:embed/>
                </p:oleObj>
              </mc:Choice>
              <mc:Fallback>
                <p:oleObj name="" r:id="rId3" imgW="2233295" imgH="317500" progId="Equation.3">
                  <p:embed/>
                  <p:pic>
                    <p:nvPicPr>
                      <p:cNvPr id="0" name="图片 3331"/>
                      <p:cNvPicPr/>
                      <p:nvPr/>
                    </p:nvPicPr>
                    <p:blipFill>
                      <a:blip r:embed="rId4"/>
                      <a:stretch>
                        <a:fillRect/>
                      </a:stretch>
                    </p:blipFill>
                    <p:spPr>
                      <a:xfrm>
                        <a:off x="1271588" y="5030788"/>
                        <a:ext cx="5808662" cy="854075"/>
                      </a:xfrm>
                      <a:prstGeom prst="rect">
                        <a:avLst/>
                      </a:prstGeom>
                      <a:gradFill rotWithShape="1">
                        <a:gsLst>
                          <a:gs pos="0">
                            <a:srgbClr val="FFCC99"/>
                          </a:gs>
                          <a:gs pos="50000">
                            <a:schemeClr val="bg1"/>
                          </a:gs>
                          <a:gs pos="100000">
                            <a:srgbClr val="FFCC99"/>
                          </a:gs>
                        </a:gsLst>
                        <a:lin ang="5400000" scaled="1"/>
                        <a:tileRect/>
                      </a:gradFill>
                      <a:ln w="38100">
                        <a:noFill/>
                        <a:miter/>
                      </a:ln>
                    </p:spPr>
                  </p:pic>
                </p:oleObj>
              </mc:Fallback>
            </mc:AlternateContent>
          </a:graphicData>
        </a:graphic>
      </p:graphicFrame>
      <p:grpSp>
        <p:nvGrpSpPr>
          <p:cNvPr id="54280" name="Group 13"/>
          <p:cNvGrpSpPr/>
          <p:nvPr/>
        </p:nvGrpSpPr>
        <p:grpSpPr>
          <a:xfrm>
            <a:off x="8316913" y="6446838"/>
            <a:ext cx="792162" cy="366712"/>
            <a:chOff x="5193" y="4020"/>
            <a:chExt cx="499" cy="231"/>
          </a:xfrm>
        </p:grpSpPr>
        <p:pic>
          <p:nvPicPr>
            <p:cNvPr id="54288" name="Picture 14" descr="78900"/>
            <p:cNvPicPr>
              <a:picLocks noChangeAspect="1"/>
            </p:cNvPicPr>
            <p:nvPr/>
          </p:nvPicPr>
          <p:blipFill>
            <a:blip r:embed="rId5"/>
            <a:stretch>
              <a:fillRect/>
            </a:stretch>
          </p:blipFill>
          <p:spPr>
            <a:xfrm>
              <a:off x="5193" y="4066"/>
              <a:ext cx="499" cy="181"/>
            </a:xfrm>
            <a:prstGeom prst="rect">
              <a:avLst/>
            </a:prstGeom>
            <a:noFill/>
            <a:ln w="9525">
              <a:noFill/>
            </a:ln>
          </p:spPr>
        </p:pic>
        <p:sp>
          <p:nvSpPr>
            <p:cNvPr id="54289" name="Text Box 15">
              <a:hlinkClick r:id="" action="ppaction://hlinkshowjump?jump=nextslide"/>
            </p:cNvPr>
            <p:cNvSpPr txBox="1"/>
            <p:nvPr/>
          </p:nvSpPr>
          <p:spPr>
            <a:xfrm>
              <a:off x="5216" y="4020"/>
              <a:ext cx="476" cy="231"/>
            </a:xfrm>
            <a:prstGeom prst="rect">
              <a:avLst/>
            </a:prstGeom>
            <a:noFill/>
            <a:ln w="9525">
              <a:noFill/>
            </a:ln>
          </p:spPr>
          <p:txBody>
            <a:bodyPr wrap="none">
              <a:spAutoFit/>
            </a:bodyPr>
            <a:p>
              <a:pPr>
                <a:spcBef>
                  <a:spcPct val="50000"/>
                </a:spcBef>
              </a:pPr>
              <a:r>
                <a:rPr lang="zh-CN" altLang="en-US" sz="1800" b="0" dirty="0">
                  <a:solidFill>
                    <a:schemeClr val="bg1"/>
                  </a:solidFill>
                  <a:latin typeface="隶书" panose="02010509060101010101" pitchFamily="49" charset="-122"/>
                  <a:ea typeface="隶书" panose="02010509060101010101" pitchFamily="49" charset="-122"/>
                </a:rPr>
                <a:t>下 页</a:t>
              </a:r>
              <a:endParaRPr lang="zh-CN" altLang="en-US" sz="1800" b="0" dirty="0">
                <a:solidFill>
                  <a:schemeClr val="bg1"/>
                </a:solidFill>
                <a:latin typeface="隶书" panose="02010509060101010101" pitchFamily="49" charset="-122"/>
                <a:ea typeface="隶书" panose="02010509060101010101" pitchFamily="49" charset="-122"/>
              </a:endParaRPr>
            </a:p>
          </p:txBody>
        </p:sp>
      </p:grpSp>
      <p:grpSp>
        <p:nvGrpSpPr>
          <p:cNvPr id="54281" name="Group 16"/>
          <p:cNvGrpSpPr/>
          <p:nvPr/>
        </p:nvGrpSpPr>
        <p:grpSpPr>
          <a:xfrm>
            <a:off x="7453313" y="6446838"/>
            <a:ext cx="792162" cy="366712"/>
            <a:chOff x="4649" y="4020"/>
            <a:chExt cx="499" cy="231"/>
          </a:xfrm>
        </p:grpSpPr>
        <p:pic>
          <p:nvPicPr>
            <p:cNvPr id="54286" name="Picture 17" descr="78900"/>
            <p:cNvPicPr>
              <a:picLocks noChangeAspect="1"/>
            </p:cNvPicPr>
            <p:nvPr/>
          </p:nvPicPr>
          <p:blipFill>
            <a:blip r:embed="rId5"/>
            <a:stretch>
              <a:fillRect/>
            </a:stretch>
          </p:blipFill>
          <p:spPr>
            <a:xfrm>
              <a:off x="4649" y="4066"/>
              <a:ext cx="499" cy="181"/>
            </a:xfrm>
            <a:prstGeom prst="rect">
              <a:avLst/>
            </a:prstGeom>
            <a:noFill/>
            <a:ln w="9525">
              <a:noFill/>
            </a:ln>
          </p:spPr>
        </p:pic>
        <p:sp>
          <p:nvSpPr>
            <p:cNvPr id="54287" name="Text Box 18">
              <a:hlinkClick r:id="" action="ppaction://hlinkshowjump?jump=previousslide"/>
            </p:cNvPr>
            <p:cNvSpPr txBox="1"/>
            <p:nvPr/>
          </p:nvSpPr>
          <p:spPr>
            <a:xfrm>
              <a:off x="4672" y="4020"/>
              <a:ext cx="476" cy="231"/>
            </a:xfrm>
            <a:prstGeom prst="rect">
              <a:avLst/>
            </a:prstGeom>
            <a:noFill/>
            <a:ln w="9525">
              <a:noFill/>
            </a:ln>
          </p:spPr>
          <p:txBody>
            <a:bodyPr wrap="none">
              <a:spAutoFit/>
            </a:bodyPr>
            <a:p>
              <a:pPr>
                <a:spcBef>
                  <a:spcPct val="50000"/>
                </a:spcBef>
              </a:pPr>
              <a:r>
                <a:rPr lang="zh-CN" altLang="en-US" sz="1800" b="0" dirty="0">
                  <a:solidFill>
                    <a:schemeClr val="bg1"/>
                  </a:solidFill>
                  <a:latin typeface="隶书" panose="02010509060101010101" pitchFamily="49" charset="-122"/>
                  <a:ea typeface="隶书" panose="02010509060101010101" pitchFamily="49" charset="-122"/>
                </a:rPr>
                <a:t>上 页</a:t>
              </a:r>
              <a:endParaRPr lang="zh-CN" altLang="en-US" sz="1800" b="0" dirty="0">
                <a:solidFill>
                  <a:schemeClr val="bg1"/>
                </a:solidFill>
                <a:latin typeface="隶书" panose="02010509060101010101" pitchFamily="49" charset="-122"/>
                <a:ea typeface="隶书" panose="02010509060101010101" pitchFamily="49" charset="-122"/>
              </a:endParaRPr>
            </a:p>
          </p:txBody>
        </p:sp>
      </p:grpSp>
      <p:sp>
        <p:nvSpPr>
          <p:cNvPr id="29718" name="AutoShape 22"/>
          <p:cNvSpPr/>
          <p:nvPr/>
        </p:nvSpPr>
        <p:spPr>
          <a:xfrm>
            <a:off x="4427538" y="4076700"/>
            <a:ext cx="3241675" cy="574675"/>
          </a:xfrm>
          <a:prstGeom prst="wedgeRoundRectCallout">
            <a:avLst>
              <a:gd name="adj1" fmla="val -99509"/>
              <a:gd name="adj2" fmla="val 148343"/>
              <a:gd name="adj3" fmla="val 16667"/>
            </a:avLst>
          </a:prstGeom>
          <a:solidFill>
            <a:schemeClr val="accent1"/>
          </a:solidFill>
          <a:ln w="9525">
            <a:noFill/>
          </a:ln>
        </p:spPr>
        <p:txBody>
          <a:bodyPr/>
          <a:p>
            <a:pPr algn="ctr"/>
            <a:r>
              <a:rPr lang="zh-CN" altLang="en-US" dirty="0">
                <a:solidFill>
                  <a:schemeClr val="tx1"/>
                </a:solidFill>
                <a:latin typeface="楷体_GB2312" pitchFamily="49" charset="-122"/>
              </a:rPr>
              <a:t>电气设备的容量</a:t>
            </a:r>
            <a:endParaRPr lang="zh-CN" altLang="en-US" dirty="0">
              <a:solidFill>
                <a:schemeClr val="tx1"/>
              </a:solidFill>
              <a:latin typeface="楷体_GB2312" pitchFamily="49" charset="-122"/>
            </a:endParaRPr>
          </a:p>
        </p:txBody>
      </p:sp>
      <p:grpSp>
        <p:nvGrpSpPr>
          <p:cNvPr id="54283" name="Group 26"/>
          <p:cNvGrpSpPr/>
          <p:nvPr/>
        </p:nvGrpSpPr>
        <p:grpSpPr>
          <a:xfrm>
            <a:off x="6588125" y="6446838"/>
            <a:ext cx="792163" cy="366712"/>
            <a:chOff x="4649" y="4020"/>
            <a:chExt cx="499" cy="231"/>
          </a:xfrm>
        </p:grpSpPr>
        <p:pic>
          <p:nvPicPr>
            <p:cNvPr id="54284" name="Picture 27" descr="78900"/>
            <p:cNvPicPr>
              <a:picLocks noChangeAspect="1"/>
            </p:cNvPicPr>
            <p:nvPr/>
          </p:nvPicPr>
          <p:blipFill>
            <a:blip r:embed="rId5"/>
            <a:stretch>
              <a:fillRect/>
            </a:stretch>
          </p:blipFill>
          <p:spPr>
            <a:xfrm>
              <a:off x="4649" y="4066"/>
              <a:ext cx="499" cy="181"/>
            </a:xfrm>
            <a:prstGeom prst="rect">
              <a:avLst/>
            </a:prstGeom>
            <a:noFill/>
            <a:ln w="9525">
              <a:noFill/>
            </a:ln>
          </p:spPr>
        </p:pic>
        <p:sp>
          <p:nvSpPr>
            <p:cNvPr id="54285" name="Text Box 28">
              <a:hlinkClick r:id="" action="ppaction://hlinkshowjump?jump=firstslide"/>
            </p:cNvPr>
            <p:cNvSpPr txBox="1"/>
            <p:nvPr/>
          </p:nvSpPr>
          <p:spPr>
            <a:xfrm>
              <a:off x="4672" y="4020"/>
              <a:ext cx="476" cy="231"/>
            </a:xfrm>
            <a:prstGeom prst="rect">
              <a:avLst/>
            </a:prstGeom>
            <a:noFill/>
            <a:ln w="9525">
              <a:noFill/>
            </a:ln>
          </p:spPr>
          <p:txBody>
            <a:bodyPr wrap="none">
              <a:spAutoFit/>
            </a:bodyPr>
            <a:p>
              <a:pPr>
                <a:spcBef>
                  <a:spcPct val="50000"/>
                </a:spcBef>
              </a:pPr>
              <a:r>
                <a:rPr lang="zh-CN" altLang="en-US" sz="1800" b="0" dirty="0">
                  <a:solidFill>
                    <a:schemeClr val="bg1"/>
                  </a:solidFill>
                  <a:latin typeface="隶书" panose="02010509060101010101" pitchFamily="49" charset="-122"/>
                  <a:ea typeface="隶书" panose="02010509060101010101" pitchFamily="49" charset="-122"/>
                </a:rPr>
                <a:t>返 回</a:t>
              </a:r>
              <a:endParaRPr lang="zh-CN" altLang="en-US" sz="1800" b="0" dirty="0">
                <a:solidFill>
                  <a:schemeClr val="bg1"/>
                </a:solidFill>
                <a:latin typeface="隶书" panose="02010509060101010101" pitchFamily="49" charset="-122"/>
                <a:ea typeface="隶书" panose="02010509060101010101" pitchFamily="49" charset="-122"/>
              </a:endParaRP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grpId="0" nodeType="withEffect">
                                  <p:stCondLst>
                                    <p:cond delay="0"/>
                                  </p:stCondLst>
                                  <p:childTnLst>
                                    <p:set>
                                      <p:cBhvr>
                                        <p:cTn id="6" dur="1" fill="hold">
                                          <p:stCondLst>
                                            <p:cond delay="0"/>
                                          </p:stCondLst>
                                        </p:cTn>
                                        <p:tgtEl>
                                          <p:spTgt spid="29700"/>
                                        </p:tgtEl>
                                        <p:attrNameLst>
                                          <p:attrName>style.visibility</p:attrName>
                                        </p:attrNameLst>
                                      </p:cBhvr>
                                      <p:to>
                                        <p:strVal val="visible"/>
                                      </p:to>
                                    </p:set>
                                    <p:anim calcmode="lin" valueType="num">
                                      <p:cBhvr additive="base">
                                        <p:cTn id="7" dur="500" fill="hold"/>
                                        <p:tgtEl>
                                          <p:spTgt spid="29700"/>
                                        </p:tgtEl>
                                        <p:attrNameLst>
                                          <p:attrName>ppt_x</p:attrName>
                                        </p:attrNameLst>
                                      </p:cBhvr>
                                      <p:tavLst>
                                        <p:tav tm="0">
                                          <p:val>
                                            <p:strVal val="0-#ppt_w/2"/>
                                          </p:val>
                                        </p:tav>
                                        <p:tav tm="100000">
                                          <p:val>
                                            <p:strVal val="#ppt_x"/>
                                          </p:val>
                                        </p:tav>
                                      </p:tavLst>
                                    </p:anim>
                                    <p:anim calcmode="lin" valueType="num">
                                      <p:cBhvr additive="base">
                                        <p:cTn id="8" dur="500" fill="hold"/>
                                        <p:tgtEl>
                                          <p:spTgt spid="29700"/>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9" presetClass="entr" presetSubtype="0" fill="hold" nodeType="clickEffect">
                                  <p:stCondLst>
                                    <p:cond delay="0"/>
                                  </p:stCondLst>
                                  <p:childTnLst>
                                    <p:set>
                                      <p:cBhvr>
                                        <p:cTn id="12" dur="1" fill="hold">
                                          <p:stCondLst>
                                            <p:cond delay="0"/>
                                          </p:stCondLst>
                                        </p:cTn>
                                        <p:tgtEl>
                                          <p:spTgt spid="29701"/>
                                        </p:tgtEl>
                                        <p:attrNameLst>
                                          <p:attrName>style.visibility</p:attrName>
                                        </p:attrNameLst>
                                      </p:cBhvr>
                                      <p:to>
                                        <p:strVal val="visible"/>
                                      </p:to>
                                    </p:set>
                                    <p:animEffect transition="in" filter="dissolve">
                                      <p:cBhvr>
                                        <p:cTn id="13" dur="500"/>
                                        <p:tgtEl>
                                          <p:spTgt spid="29701"/>
                                        </p:tgtEl>
                                      </p:cBhvr>
                                    </p:animEffect>
                                  </p:childTnLst>
                                </p:cTn>
                              </p:par>
                            </p:childTnLst>
                          </p:cTn>
                        </p:par>
                      </p:childTnLst>
                    </p:cTn>
                  </p:par>
                  <p:par>
                    <p:cTn id="14" fill="hold">
                      <p:stCondLst>
                        <p:cond delay="indefinite"/>
                      </p:stCondLst>
                      <p:childTnLst>
                        <p:par>
                          <p:cTn id="15" fill="hold">
                            <p:stCondLst>
                              <p:cond delay="0"/>
                            </p:stCondLst>
                            <p:childTnLst>
                              <p:par>
                                <p:cTn id="16" presetID="22" presetClass="entr" presetSubtype="8" fill="hold" grpId="0" nodeType="clickEffect">
                                  <p:stCondLst>
                                    <p:cond delay="0"/>
                                  </p:stCondLst>
                                  <p:childTnLst>
                                    <p:set>
                                      <p:cBhvr>
                                        <p:cTn id="17" dur="1" fill="hold">
                                          <p:stCondLst>
                                            <p:cond delay="0"/>
                                          </p:stCondLst>
                                        </p:cTn>
                                        <p:tgtEl>
                                          <p:spTgt spid="29702"/>
                                        </p:tgtEl>
                                        <p:attrNameLst>
                                          <p:attrName>style.visibility</p:attrName>
                                        </p:attrNameLst>
                                      </p:cBhvr>
                                      <p:to>
                                        <p:strVal val="visible"/>
                                      </p:to>
                                    </p:set>
                                    <p:animEffect transition="in" filter="wipe(left)">
                                      <p:cBhvr>
                                        <p:cTn id="18" dur="500"/>
                                        <p:tgtEl>
                                          <p:spTgt spid="29702"/>
                                        </p:tgtEl>
                                      </p:cBhvr>
                                    </p:animEffect>
                                  </p:childTnLst>
                                </p:cTn>
                              </p:par>
                            </p:childTnLst>
                          </p:cTn>
                        </p:par>
                      </p:childTnLst>
                    </p:cTn>
                  </p:par>
                  <p:par>
                    <p:cTn id="19" fill="hold">
                      <p:stCondLst>
                        <p:cond delay="indefinite"/>
                      </p:stCondLst>
                      <p:childTnLst>
                        <p:par>
                          <p:cTn id="20" fill="hold">
                            <p:stCondLst>
                              <p:cond delay="0"/>
                            </p:stCondLst>
                            <p:childTnLst>
                              <p:par>
                                <p:cTn id="21" presetID="12" presetClass="entr" presetSubtype="4" fill="hold" grpId="0" nodeType="clickEffect">
                                  <p:stCondLst>
                                    <p:cond delay="0"/>
                                  </p:stCondLst>
                                  <p:childTnLst>
                                    <p:set>
                                      <p:cBhvr>
                                        <p:cTn id="22" dur="1" fill="hold">
                                          <p:stCondLst>
                                            <p:cond delay="0"/>
                                          </p:stCondLst>
                                        </p:cTn>
                                        <p:tgtEl>
                                          <p:spTgt spid="29703"/>
                                        </p:tgtEl>
                                        <p:attrNameLst>
                                          <p:attrName>style.visibility</p:attrName>
                                        </p:attrNameLst>
                                      </p:cBhvr>
                                      <p:to>
                                        <p:strVal val="visible"/>
                                      </p:to>
                                    </p:set>
                                    <p:animEffect transition="in" filter="slide(fromBottom)">
                                      <p:cBhvr>
                                        <p:cTn id="23" dur="1000"/>
                                        <p:tgtEl>
                                          <p:spTgt spid="29703"/>
                                        </p:tgtEl>
                                      </p:cBhvr>
                                    </p:animEffect>
                                  </p:childTnLst>
                                </p:cTn>
                              </p:par>
                            </p:childTnLst>
                          </p:cTn>
                        </p:par>
                      </p:childTnLst>
                    </p:cTn>
                  </p:par>
                  <p:par>
                    <p:cTn id="24" fill="hold">
                      <p:stCondLst>
                        <p:cond delay="indefinite"/>
                      </p:stCondLst>
                      <p:childTnLst>
                        <p:par>
                          <p:cTn id="25" fill="hold">
                            <p:stCondLst>
                              <p:cond delay="0"/>
                            </p:stCondLst>
                            <p:childTnLst>
                              <p:par>
                                <p:cTn id="26" presetID="2" presetClass="entr" presetSubtype="8" fill="hold" grpId="0" nodeType="clickEffect">
                                  <p:stCondLst>
                                    <p:cond delay="0"/>
                                  </p:stCondLst>
                                  <p:childTnLst>
                                    <p:set>
                                      <p:cBhvr>
                                        <p:cTn id="27" dur="1" fill="hold">
                                          <p:stCondLst>
                                            <p:cond delay="0"/>
                                          </p:stCondLst>
                                        </p:cTn>
                                        <p:tgtEl>
                                          <p:spTgt spid="29698"/>
                                        </p:tgtEl>
                                        <p:attrNameLst>
                                          <p:attrName>style.visibility</p:attrName>
                                        </p:attrNameLst>
                                      </p:cBhvr>
                                      <p:to>
                                        <p:strVal val="visible"/>
                                      </p:to>
                                    </p:set>
                                    <p:anim calcmode="lin" valueType="num">
                                      <p:cBhvr additive="base">
                                        <p:cTn id="28" dur="500" fill="hold"/>
                                        <p:tgtEl>
                                          <p:spTgt spid="29698"/>
                                        </p:tgtEl>
                                        <p:attrNameLst>
                                          <p:attrName>ppt_x</p:attrName>
                                        </p:attrNameLst>
                                      </p:cBhvr>
                                      <p:tavLst>
                                        <p:tav tm="0">
                                          <p:val>
                                            <p:strVal val="0-#ppt_w/2"/>
                                          </p:val>
                                        </p:tav>
                                        <p:tav tm="100000">
                                          <p:val>
                                            <p:strVal val="#ppt_x"/>
                                          </p:val>
                                        </p:tav>
                                      </p:tavLst>
                                    </p:anim>
                                    <p:anim calcmode="lin" valueType="num">
                                      <p:cBhvr additive="base">
                                        <p:cTn id="29" dur="500" fill="hold"/>
                                        <p:tgtEl>
                                          <p:spTgt spid="29698"/>
                                        </p:tgtEl>
                                        <p:attrNameLst>
                                          <p:attrName>ppt_y</p:attrName>
                                        </p:attrNameLst>
                                      </p:cBhvr>
                                      <p:tavLst>
                                        <p:tav tm="0">
                                          <p:val>
                                            <p:strVal val="#ppt_y"/>
                                          </p:val>
                                        </p:tav>
                                        <p:tav tm="100000">
                                          <p:val>
                                            <p:strVal val="#ppt_y"/>
                                          </p:val>
                                        </p:tav>
                                      </p:tavLst>
                                    </p:anim>
                                  </p:childTnLst>
                                </p:cTn>
                              </p:par>
                            </p:childTnLst>
                          </p:cTn>
                        </p:par>
                      </p:childTnLst>
                    </p:cTn>
                  </p:par>
                  <p:par>
                    <p:cTn id="30" fill="hold">
                      <p:stCondLst>
                        <p:cond delay="indefinite"/>
                      </p:stCondLst>
                      <p:childTnLst>
                        <p:par>
                          <p:cTn id="31" fill="hold">
                            <p:stCondLst>
                              <p:cond delay="0"/>
                            </p:stCondLst>
                            <p:childTnLst>
                              <p:par>
                                <p:cTn id="32" presetID="9" presetClass="entr" presetSubtype="0" fill="hold" nodeType="clickEffect">
                                  <p:stCondLst>
                                    <p:cond delay="0"/>
                                  </p:stCondLst>
                                  <p:childTnLst>
                                    <p:set>
                                      <p:cBhvr>
                                        <p:cTn id="33" dur="1" fill="hold">
                                          <p:stCondLst>
                                            <p:cond delay="0"/>
                                          </p:stCondLst>
                                        </p:cTn>
                                        <p:tgtEl>
                                          <p:spTgt spid="29704"/>
                                        </p:tgtEl>
                                        <p:attrNameLst>
                                          <p:attrName>style.visibility</p:attrName>
                                        </p:attrNameLst>
                                      </p:cBhvr>
                                      <p:to>
                                        <p:strVal val="visible"/>
                                      </p:to>
                                    </p:set>
                                    <p:animEffect transition="in" filter="dissolve">
                                      <p:cBhvr>
                                        <p:cTn id="34" dur="500"/>
                                        <p:tgtEl>
                                          <p:spTgt spid="29704"/>
                                        </p:tgtEl>
                                      </p:cBhvr>
                                    </p:animEffect>
                                  </p:childTnLst>
                                </p:cTn>
                              </p:par>
                            </p:childTnLst>
                          </p:cTn>
                        </p:par>
                        <p:par>
                          <p:cTn id="35" fill="hold">
                            <p:stCondLst>
                              <p:cond delay="500"/>
                            </p:stCondLst>
                            <p:childTnLst>
                              <p:par>
                                <p:cTn id="36" presetID="20" presetClass="entr" presetSubtype="0" fill="hold" grpId="0" nodeType="afterEffect">
                                  <p:stCondLst>
                                    <p:cond delay="0"/>
                                  </p:stCondLst>
                                  <p:childTnLst>
                                    <p:set>
                                      <p:cBhvr>
                                        <p:cTn id="37" dur="1" fill="hold">
                                          <p:stCondLst>
                                            <p:cond delay="0"/>
                                          </p:stCondLst>
                                        </p:cTn>
                                        <p:tgtEl>
                                          <p:spTgt spid="29718"/>
                                        </p:tgtEl>
                                        <p:attrNameLst>
                                          <p:attrName>style.visibility</p:attrName>
                                        </p:attrNameLst>
                                      </p:cBhvr>
                                      <p:to>
                                        <p:strVal val="visible"/>
                                      </p:to>
                                    </p:set>
                                    <p:animEffect transition="in" filter="wedge">
                                      <p:cBhvr>
                                        <p:cTn id="38" dur="1000"/>
                                        <p:tgtEl>
                                          <p:spTgt spid="297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9698" grpId="0"/>
      <p:bldP spid="29700" grpId="0"/>
      <p:bldP spid="29702" grpId="0"/>
      <p:bldP spid="29703" grpId="0"/>
      <p:bldP spid="29718" grpId="0" animBg="1"/>
    </p:bld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3730" name="Text Box 2"/>
          <p:cNvSpPr txBox="1"/>
          <p:nvPr/>
        </p:nvSpPr>
        <p:spPr>
          <a:xfrm>
            <a:off x="827088" y="549275"/>
            <a:ext cx="5688012" cy="519113"/>
          </a:xfrm>
          <a:prstGeom prst="rect">
            <a:avLst/>
          </a:prstGeom>
          <a:solidFill>
            <a:schemeClr val="hlink"/>
          </a:solidFill>
          <a:ln w="12700">
            <a:noFill/>
          </a:ln>
        </p:spPr>
        <p:txBody>
          <a:bodyPr anchor="ctr" anchorCtr="0">
            <a:spAutoFit/>
          </a:bodyPr>
          <a:p>
            <a:r>
              <a:rPr lang="zh-CN" altLang="en-US" dirty="0">
                <a:solidFill>
                  <a:schemeClr val="bg1"/>
                </a:solidFill>
                <a:latin typeface="Times New Roman" panose="02020603050405020304" pitchFamily="18" charset="0"/>
              </a:rPr>
              <a:t>有功，无功，视在功率的关系：</a:t>
            </a:r>
            <a:endParaRPr lang="zh-CN" altLang="en-US" dirty="0">
              <a:solidFill>
                <a:schemeClr val="bg1"/>
              </a:solidFill>
              <a:latin typeface="Times New Roman" panose="02020603050405020304" pitchFamily="18" charset="0"/>
            </a:endParaRPr>
          </a:p>
        </p:txBody>
      </p:sp>
      <p:sp>
        <p:nvSpPr>
          <p:cNvPr id="73731" name="Text Box 3"/>
          <p:cNvSpPr txBox="1"/>
          <p:nvPr/>
        </p:nvSpPr>
        <p:spPr>
          <a:xfrm>
            <a:off x="965200" y="1268413"/>
            <a:ext cx="6991350" cy="579437"/>
          </a:xfrm>
          <a:prstGeom prst="rect">
            <a:avLst/>
          </a:prstGeom>
          <a:noFill/>
          <a:ln w="12700">
            <a:noFill/>
          </a:ln>
        </p:spPr>
        <p:txBody>
          <a:bodyPr lIns="198000" rIns="198000" anchor="ctr" anchorCtr="0">
            <a:spAutoFit/>
          </a:bodyPr>
          <a:p>
            <a:r>
              <a:rPr lang="zh-CN" altLang="en-US" dirty="0">
                <a:latin typeface="楷体_GB2312" pitchFamily="49" charset="-122"/>
              </a:rPr>
              <a:t>有功功率</a:t>
            </a:r>
            <a:r>
              <a:rPr lang="en-US" altLang="zh-CN" dirty="0">
                <a:latin typeface="楷体_GB2312" pitchFamily="49" charset="-122"/>
              </a:rPr>
              <a:t>:</a:t>
            </a:r>
            <a:r>
              <a:rPr lang="en-US" altLang="zh-CN" dirty="0">
                <a:solidFill>
                  <a:schemeClr val="bg1"/>
                </a:solidFill>
                <a:latin typeface="楷体_GB2312" pitchFamily="49" charset="-122"/>
              </a:rPr>
              <a:t> </a:t>
            </a:r>
            <a:r>
              <a:rPr lang="en-US" altLang="zh-CN" sz="3200" dirty="0">
                <a:solidFill>
                  <a:schemeClr val="bg1"/>
                </a:solidFill>
                <a:latin typeface="楷体_GB2312" pitchFamily="49" charset="-122"/>
              </a:rPr>
              <a:t> </a:t>
            </a:r>
            <a:r>
              <a:rPr lang="en-US" altLang="zh-CN" sz="3200" b="0" i="1" dirty="0">
                <a:solidFill>
                  <a:schemeClr val="bg1"/>
                </a:solidFill>
                <a:latin typeface="Times New Roman" panose="02020603050405020304" pitchFamily="18" charset="0"/>
              </a:rPr>
              <a:t>P</a:t>
            </a:r>
            <a:r>
              <a:rPr lang="en-US" altLang="zh-CN" sz="3200" b="0" dirty="0">
                <a:solidFill>
                  <a:schemeClr val="bg1"/>
                </a:solidFill>
                <a:latin typeface="Times New Roman" panose="02020603050405020304" pitchFamily="18" charset="0"/>
              </a:rPr>
              <a:t>=</a:t>
            </a:r>
            <a:r>
              <a:rPr lang="en-US" altLang="zh-CN" sz="3200" b="0" i="1" dirty="0">
                <a:solidFill>
                  <a:schemeClr val="bg1"/>
                </a:solidFill>
                <a:latin typeface="Times New Roman" panose="02020603050405020304" pitchFamily="18" charset="0"/>
              </a:rPr>
              <a:t>UI</a:t>
            </a:r>
            <a:r>
              <a:rPr lang="en-US" altLang="zh-CN" sz="3200" b="0" dirty="0">
                <a:solidFill>
                  <a:schemeClr val="bg1"/>
                </a:solidFill>
                <a:latin typeface="Times New Roman" panose="02020603050405020304" pitchFamily="18" charset="0"/>
              </a:rPr>
              <a:t>cos</a:t>
            </a:r>
            <a:r>
              <a:rPr lang="en-US" altLang="zh-CN" sz="3200" b="0" i="1" dirty="0">
                <a:solidFill>
                  <a:schemeClr val="bg1"/>
                </a:solidFill>
                <a:latin typeface="Times New Roman" panose="02020603050405020304" pitchFamily="18" charset="0"/>
                <a:sym typeface="Symbol" panose="05050102010706020507" pitchFamily="18" charset="2"/>
              </a:rPr>
              <a:t></a:t>
            </a:r>
            <a:r>
              <a:rPr lang="en-US" altLang="zh-CN" sz="3200" i="1" dirty="0">
                <a:solidFill>
                  <a:schemeClr val="bg1"/>
                </a:solidFill>
                <a:latin typeface="楷体_GB2312" pitchFamily="49" charset="-122"/>
              </a:rPr>
              <a:t>  </a:t>
            </a:r>
            <a:r>
              <a:rPr lang="en-US" altLang="zh-CN" i="1" dirty="0">
                <a:solidFill>
                  <a:schemeClr val="bg1"/>
                </a:solidFill>
                <a:latin typeface="楷体_GB2312" pitchFamily="49" charset="-122"/>
              </a:rPr>
              <a:t>  </a:t>
            </a:r>
            <a:r>
              <a:rPr lang="zh-CN" altLang="en-US" dirty="0">
                <a:latin typeface="楷体_GB2312" pitchFamily="49" charset="-122"/>
              </a:rPr>
              <a:t>单位：</a:t>
            </a:r>
            <a:r>
              <a:rPr lang="en-US" altLang="zh-CN" b="0" dirty="0">
                <a:latin typeface="Times New Roman" panose="02020603050405020304" pitchFamily="18" charset="0"/>
              </a:rPr>
              <a:t>W</a:t>
            </a:r>
            <a:endParaRPr lang="en-US" altLang="zh-CN" b="0" dirty="0">
              <a:latin typeface="Times New Roman" panose="02020603050405020304" pitchFamily="18" charset="0"/>
            </a:endParaRPr>
          </a:p>
        </p:txBody>
      </p:sp>
      <p:sp>
        <p:nvSpPr>
          <p:cNvPr id="73732" name="Text Box 4"/>
          <p:cNvSpPr txBox="1"/>
          <p:nvPr/>
        </p:nvSpPr>
        <p:spPr>
          <a:xfrm>
            <a:off x="900113" y="1844675"/>
            <a:ext cx="7200900" cy="579438"/>
          </a:xfrm>
          <a:prstGeom prst="rect">
            <a:avLst/>
          </a:prstGeom>
          <a:noFill/>
          <a:ln w="12700">
            <a:noFill/>
          </a:ln>
        </p:spPr>
        <p:txBody>
          <a:bodyPr lIns="198000" rIns="198000" anchor="ctr" anchorCtr="0">
            <a:spAutoFit/>
          </a:bodyPr>
          <a:p>
            <a:r>
              <a:rPr lang="zh-CN" altLang="en-US" dirty="0">
                <a:latin typeface="楷体_GB2312" pitchFamily="49" charset="-122"/>
              </a:rPr>
              <a:t>无功功率</a:t>
            </a:r>
            <a:r>
              <a:rPr lang="en-US" altLang="zh-CN" dirty="0">
                <a:latin typeface="仿宋_GB2312" pitchFamily="49" charset="-122"/>
                <a:ea typeface="仿宋_GB2312" pitchFamily="49" charset="-122"/>
              </a:rPr>
              <a:t>:</a:t>
            </a:r>
            <a:r>
              <a:rPr lang="en-US" altLang="zh-CN" dirty="0">
                <a:solidFill>
                  <a:schemeClr val="bg1"/>
                </a:solidFill>
                <a:latin typeface="Times New Roman" panose="02020603050405020304" pitchFamily="18" charset="0"/>
                <a:ea typeface="宋体" panose="02010600030101010101" pitchFamily="2" charset="-122"/>
              </a:rPr>
              <a:t>    </a:t>
            </a:r>
            <a:r>
              <a:rPr lang="en-US" altLang="zh-CN" sz="3200" b="0" i="1" dirty="0">
                <a:solidFill>
                  <a:schemeClr val="bg1"/>
                </a:solidFill>
                <a:latin typeface="Times New Roman" panose="02020603050405020304" pitchFamily="18" charset="0"/>
                <a:ea typeface="宋体" panose="02010600030101010101" pitchFamily="2" charset="-122"/>
              </a:rPr>
              <a:t>Q</a:t>
            </a:r>
            <a:r>
              <a:rPr lang="en-US" altLang="zh-CN" sz="3200" b="0" dirty="0">
                <a:solidFill>
                  <a:schemeClr val="bg1"/>
                </a:solidFill>
                <a:latin typeface="Times New Roman" panose="02020603050405020304" pitchFamily="18" charset="0"/>
                <a:ea typeface="宋体" panose="02010600030101010101" pitchFamily="2" charset="-122"/>
              </a:rPr>
              <a:t>=</a:t>
            </a:r>
            <a:r>
              <a:rPr lang="en-US" altLang="zh-CN" sz="3200" b="0" i="1" dirty="0">
                <a:solidFill>
                  <a:schemeClr val="bg1"/>
                </a:solidFill>
                <a:latin typeface="Times New Roman" panose="02020603050405020304" pitchFamily="18" charset="0"/>
                <a:ea typeface="宋体" panose="02010600030101010101" pitchFamily="2" charset="-122"/>
              </a:rPr>
              <a:t>UI</a:t>
            </a:r>
            <a:r>
              <a:rPr lang="en-US" altLang="zh-CN" sz="3200" b="0" dirty="0">
                <a:solidFill>
                  <a:schemeClr val="bg1"/>
                </a:solidFill>
                <a:latin typeface="Times New Roman" panose="02020603050405020304" pitchFamily="18" charset="0"/>
                <a:ea typeface="宋体" panose="02010600030101010101" pitchFamily="2" charset="-122"/>
              </a:rPr>
              <a:t>sin</a:t>
            </a:r>
            <a:r>
              <a:rPr lang="en-US" altLang="zh-CN" sz="3200" b="0" i="1" dirty="0">
                <a:solidFill>
                  <a:schemeClr val="bg1"/>
                </a:solidFill>
                <a:latin typeface="Symbol" panose="05050102010706020507" pitchFamily="18" charset="2"/>
                <a:ea typeface="宋体" panose="02010600030101010101" pitchFamily="2" charset="-122"/>
              </a:rPr>
              <a:t>j   </a:t>
            </a:r>
            <a:r>
              <a:rPr lang="en-US" altLang="zh-CN" i="1" dirty="0">
                <a:solidFill>
                  <a:schemeClr val="bg1"/>
                </a:solidFill>
                <a:latin typeface="Symbol" panose="05050102010706020507" pitchFamily="18" charset="2"/>
                <a:ea typeface="宋体" panose="02010600030101010101" pitchFamily="2" charset="-122"/>
              </a:rPr>
              <a:t>        </a:t>
            </a:r>
            <a:r>
              <a:rPr lang="zh-CN" altLang="en-US" dirty="0">
                <a:latin typeface="Symbol" panose="05050102010706020507" pitchFamily="18" charset="2"/>
              </a:rPr>
              <a:t>单位</a:t>
            </a:r>
            <a:r>
              <a:rPr lang="zh-CN" altLang="en-US" dirty="0">
                <a:latin typeface="Symbol" panose="05050102010706020507" pitchFamily="18" charset="2"/>
                <a:ea typeface="宋体" panose="02010600030101010101" pitchFamily="2" charset="-122"/>
              </a:rPr>
              <a:t>：</a:t>
            </a:r>
            <a:r>
              <a:rPr lang="en-US" altLang="zh-CN" b="0" dirty="0">
                <a:latin typeface="Times New Roman" panose="02020603050405020304" pitchFamily="18" charset="0"/>
                <a:ea typeface="宋体" panose="02010600030101010101" pitchFamily="2" charset="-122"/>
              </a:rPr>
              <a:t>var</a:t>
            </a:r>
            <a:endParaRPr lang="en-US" altLang="zh-CN" b="0" dirty="0">
              <a:latin typeface="Times New Roman" panose="02020603050405020304" pitchFamily="18" charset="0"/>
              <a:ea typeface="宋体" panose="02010600030101010101" pitchFamily="2" charset="-122"/>
            </a:endParaRPr>
          </a:p>
        </p:txBody>
      </p:sp>
      <p:sp>
        <p:nvSpPr>
          <p:cNvPr id="73733" name="Text Box 5"/>
          <p:cNvSpPr txBox="1"/>
          <p:nvPr/>
        </p:nvSpPr>
        <p:spPr>
          <a:xfrm>
            <a:off x="900113" y="2492375"/>
            <a:ext cx="7559675" cy="579438"/>
          </a:xfrm>
          <a:prstGeom prst="rect">
            <a:avLst/>
          </a:prstGeom>
          <a:noFill/>
          <a:ln w="12700">
            <a:noFill/>
          </a:ln>
        </p:spPr>
        <p:txBody>
          <a:bodyPr lIns="234000" rIns="234000" anchor="ctr" anchorCtr="0">
            <a:spAutoFit/>
          </a:bodyPr>
          <a:p>
            <a:r>
              <a:rPr lang="zh-CN" altLang="en-US" dirty="0">
                <a:latin typeface="楷体_GB2312" pitchFamily="49" charset="-122"/>
              </a:rPr>
              <a:t>视在功率</a:t>
            </a:r>
            <a:r>
              <a:rPr lang="en-US" altLang="zh-CN" sz="2400" dirty="0">
                <a:latin typeface="仿宋_GB2312" pitchFamily="49" charset="-122"/>
                <a:ea typeface="仿宋_GB2312" pitchFamily="49" charset="-122"/>
              </a:rPr>
              <a:t>:</a:t>
            </a:r>
            <a:r>
              <a:rPr lang="en-US" altLang="zh-CN" sz="2400" dirty="0">
                <a:solidFill>
                  <a:schemeClr val="bg1"/>
                </a:solidFill>
                <a:latin typeface="Times New Roman" panose="02020603050405020304" pitchFamily="18" charset="0"/>
                <a:ea typeface="宋体" panose="02010600030101010101" pitchFamily="2" charset="-122"/>
              </a:rPr>
              <a:t>    </a:t>
            </a:r>
            <a:r>
              <a:rPr lang="en-US" altLang="zh-CN" sz="3200" b="0" i="1" dirty="0">
                <a:solidFill>
                  <a:schemeClr val="bg1"/>
                </a:solidFill>
                <a:latin typeface="Times New Roman" panose="02020603050405020304" pitchFamily="18" charset="0"/>
                <a:ea typeface="宋体" panose="02010600030101010101" pitchFamily="2" charset="-122"/>
              </a:rPr>
              <a:t>S</a:t>
            </a:r>
            <a:r>
              <a:rPr lang="en-US" altLang="zh-CN" sz="3200" b="0" dirty="0">
                <a:solidFill>
                  <a:schemeClr val="bg1"/>
                </a:solidFill>
                <a:latin typeface="Times New Roman" panose="02020603050405020304" pitchFamily="18" charset="0"/>
                <a:ea typeface="宋体" panose="02010600030101010101" pitchFamily="2" charset="-122"/>
              </a:rPr>
              <a:t>=</a:t>
            </a:r>
            <a:r>
              <a:rPr lang="en-US" altLang="zh-CN" sz="3200" b="0" i="1" dirty="0">
                <a:solidFill>
                  <a:schemeClr val="bg1"/>
                </a:solidFill>
                <a:latin typeface="Times New Roman" panose="02020603050405020304" pitchFamily="18" charset="0"/>
                <a:ea typeface="宋体" panose="02010600030101010101" pitchFamily="2" charset="-122"/>
              </a:rPr>
              <a:t>UI</a:t>
            </a:r>
            <a:r>
              <a:rPr lang="en-US" altLang="zh-CN" sz="3200" b="0" i="1" dirty="0">
                <a:solidFill>
                  <a:schemeClr val="bg1"/>
                </a:solidFill>
                <a:latin typeface="Symbol" panose="05050102010706020507" pitchFamily="18" charset="2"/>
                <a:ea typeface="宋体" panose="02010600030101010101" pitchFamily="2" charset="-122"/>
              </a:rPr>
              <a:t>  </a:t>
            </a:r>
            <a:r>
              <a:rPr lang="en-US" altLang="zh-CN" i="1" dirty="0">
                <a:solidFill>
                  <a:schemeClr val="bg1"/>
                </a:solidFill>
                <a:latin typeface="Symbol" panose="05050102010706020507" pitchFamily="18" charset="2"/>
                <a:ea typeface="宋体" panose="02010600030101010101" pitchFamily="2" charset="-122"/>
              </a:rPr>
              <a:t>  </a:t>
            </a:r>
            <a:r>
              <a:rPr lang="en-US" altLang="zh-CN" sz="2400" i="1" dirty="0">
                <a:solidFill>
                  <a:schemeClr val="bg1"/>
                </a:solidFill>
                <a:latin typeface="Symbol" panose="05050102010706020507" pitchFamily="18" charset="2"/>
                <a:ea typeface="宋体" panose="02010600030101010101" pitchFamily="2" charset="-122"/>
              </a:rPr>
              <a:t>                    </a:t>
            </a:r>
            <a:r>
              <a:rPr lang="zh-CN" altLang="en-US" dirty="0">
                <a:latin typeface="楷体_GB2312" pitchFamily="49" charset="-122"/>
              </a:rPr>
              <a:t>单位</a:t>
            </a:r>
            <a:r>
              <a:rPr lang="zh-CN" altLang="en-US" b="0" dirty="0">
                <a:latin typeface="Times New Roman" panose="02020603050405020304" pitchFamily="18" charset="0"/>
              </a:rPr>
              <a:t>：</a:t>
            </a:r>
            <a:r>
              <a:rPr lang="en-US" altLang="zh-CN" b="0" dirty="0">
                <a:latin typeface="Times New Roman" panose="02020603050405020304" pitchFamily="18" charset="0"/>
              </a:rPr>
              <a:t>V</a:t>
            </a:r>
            <a:r>
              <a:rPr lang="en-US" altLang="zh-CN" b="0" dirty="0">
                <a:latin typeface="Times New Roman" panose="02020603050405020304" pitchFamily="18" charset="0"/>
                <a:ea typeface="Times New Roman" panose="02020603050405020304" pitchFamily="18" charset="0"/>
              </a:rPr>
              <a:t>·</a:t>
            </a:r>
            <a:r>
              <a:rPr lang="en-US" altLang="zh-CN" b="0" dirty="0">
                <a:latin typeface="Times New Roman" panose="02020603050405020304" pitchFamily="18" charset="0"/>
              </a:rPr>
              <a:t>A</a:t>
            </a:r>
            <a:endParaRPr lang="en-US" altLang="zh-CN" b="0" dirty="0">
              <a:latin typeface="Times New Roman" panose="02020603050405020304" pitchFamily="18" charset="0"/>
            </a:endParaRPr>
          </a:p>
        </p:txBody>
      </p:sp>
      <p:graphicFrame>
        <p:nvGraphicFramePr>
          <p:cNvPr id="73734" name="Object 6"/>
          <p:cNvGraphicFramePr/>
          <p:nvPr/>
        </p:nvGraphicFramePr>
        <p:xfrm>
          <a:off x="2195513" y="3141663"/>
          <a:ext cx="3224212" cy="981075"/>
        </p:xfrm>
        <a:graphic>
          <a:graphicData uri="http://schemas.openxmlformats.org/presentationml/2006/ole">
            <mc:AlternateContent xmlns:mc="http://schemas.openxmlformats.org/markup-compatibility/2006">
              <mc:Choice xmlns:v="urn:schemas-microsoft-com:vml" Requires="v">
                <p:oleObj spid="_x0000_s3331" name="" r:id="rId1" imgW="1002665" imgH="304800" progId="Equation.3">
                  <p:embed/>
                </p:oleObj>
              </mc:Choice>
              <mc:Fallback>
                <p:oleObj name="" r:id="rId1" imgW="1002665" imgH="304800" progId="Equation.3">
                  <p:embed/>
                  <p:pic>
                    <p:nvPicPr>
                      <p:cNvPr id="0" name="图片 3330"/>
                      <p:cNvPicPr/>
                      <p:nvPr/>
                    </p:nvPicPr>
                    <p:blipFill>
                      <a:blip r:embed="rId2"/>
                      <a:stretch>
                        <a:fillRect/>
                      </a:stretch>
                    </p:blipFill>
                    <p:spPr>
                      <a:xfrm>
                        <a:off x="2195513" y="3141663"/>
                        <a:ext cx="3224212" cy="981075"/>
                      </a:xfrm>
                      <a:prstGeom prst="rect">
                        <a:avLst/>
                      </a:prstGeom>
                      <a:gradFill rotWithShape="1">
                        <a:gsLst>
                          <a:gs pos="0">
                            <a:srgbClr val="FFCCFF"/>
                          </a:gs>
                          <a:gs pos="50000">
                            <a:schemeClr val="bg1"/>
                          </a:gs>
                          <a:gs pos="100000">
                            <a:srgbClr val="FFCCFF"/>
                          </a:gs>
                        </a:gsLst>
                        <a:lin ang="5400000" scaled="1"/>
                        <a:tileRect/>
                      </a:gradFill>
                      <a:ln w="38100">
                        <a:noFill/>
                        <a:miter/>
                      </a:ln>
                    </p:spPr>
                  </p:pic>
                </p:oleObj>
              </mc:Fallback>
            </mc:AlternateContent>
          </a:graphicData>
        </a:graphic>
      </p:graphicFrame>
      <p:grpSp>
        <p:nvGrpSpPr>
          <p:cNvPr id="2" name="Group 7"/>
          <p:cNvGrpSpPr/>
          <p:nvPr/>
        </p:nvGrpSpPr>
        <p:grpSpPr>
          <a:xfrm>
            <a:off x="2195513" y="4437063"/>
            <a:ext cx="1570037" cy="1565275"/>
            <a:chOff x="768" y="2304"/>
            <a:chExt cx="849" cy="806"/>
          </a:xfrm>
        </p:grpSpPr>
        <p:sp>
          <p:nvSpPr>
            <p:cNvPr id="55314" name="Line 8"/>
            <p:cNvSpPr/>
            <p:nvPr/>
          </p:nvSpPr>
          <p:spPr>
            <a:xfrm flipH="1">
              <a:off x="768" y="2304"/>
              <a:ext cx="624" cy="528"/>
            </a:xfrm>
            <a:prstGeom prst="line">
              <a:avLst/>
            </a:prstGeom>
            <a:ln w="38100" cap="flat" cmpd="sng">
              <a:solidFill>
                <a:srgbClr val="FF9900"/>
              </a:solidFill>
              <a:prstDash val="solid"/>
              <a:headEnd type="none" w="med" len="med"/>
              <a:tailEnd type="none" w="med" len="med"/>
            </a:ln>
          </p:spPr>
        </p:sp>
        <p:sp>
          <p:nvSpPr>
            <p:cNvPr id="55315" name="Line 9"/>
            <p:cNvSpPr/>
            <p:nvPr/>
          </p:nvSpPr>
          <p:spPr>
            <a:xfrm>
              <a:off x="1392" y="2304"/>
              <a:ext cx="0" cy="528"/>
            </a:xfrm>
            <a:prstGeom prst="line">
              <a:avLst/>
            </a:prstGeom>
            <a:ln w="38100" cap="flat" cmpd="sng">
              <a:solidFill>
                <a:srgbClr val="FF9900"/>
              </a:solidFill>
              <a:prstDash val="solid"/>
              <a:headEnd type="none" w="med" len="med"/>
              <a:tailEnd type="none" w="med" len="med"/>
            </a:ln>
          </p:spPr>
        </p:sp>
        <p:sp>
          <p:nvSpPr>
            <p:cNvPr id="55316" name="Line 10"/>
            <p:cNvSpPr/>
            <p:nvPr/>
          </p:nvSpPr>
          <p:spPr>
            <a:xfrm>
              <a:off x="768" y="2832"/>
              <a:ext cx="624" cy="0"/>
            </a:xfrm>
            <a:prstGeom prst="line">
              <a:avLst/>
            </a:prstGeom>
            <a:ln w="38100" cap="flat" cmpd="sng">
              <a:solidFill>
                <a:srgbClr val="FF9900"/>
              </a:solidFill>
              <a:prstDash val="solid"/>
              <a:headEnd type="none" w="med" len="med"/>
              <a:tailEnd type="none" w="med" len="med"/>
            </a:ln>
          </p:spPr>
        </p:sp>
        <p:sp>
          <p:nvSpPr>
            <p:cNvPr id="55317" name="Freeform 11"/>
            <p:cNvSpPr/>
            <p:nvPr/>
          </p:nvSpPr>
          <p:spPr>
            <a:xfrm>
              <a:off x="876" y="2736"/>
              <a:ext cx="60" cy="96"/>
            </a:xfrm>
            <a:custGeom>
              <a:avLst/>
              <a:gdLst>
                <a:gd name="txL" fmla="*/ 0 w 60"/>
                <a:gd name="txT" fmla="*/ 0 h 96"/>
                <a:gd name="txR" fmla="*/ 60 w 60"/>
                <a:gd name="txB" fmla="*/ 96 h 96"/>
              </a:gdLst>
              <a:ahLst/>
              <a:cxnLst>
                <a:cxn ang="0">
                  <a:pos x="0" y="0"/>
                </a:cxn>
                <a:cxn ang="0">
                  <a:pos x="60" y="96"/>
                </a:cxn>
              </a:cxnLst>
              <a:rect l="txL" t="txT" r="txR" b="txB"/>
              <a:pathLst>
                <a:path w="60" h="96">
                  <a:moveTo>
                    <a:pt x="0" y="0"/>
                  </a:moveTo>
                  <a:cubicBezTo>
                    <a:pt x="53" y="18"/>
                    <a:pt x="60" y="35"/>
                    <a:pt x="60" y="96"/>
                  </a:cubicBezTo>
                </a:path>
              </a:pathLst>
            </a:custGeom>
            <a:noFill/>
            <a:ln w="38100" cap="flat" cmpd="sng">
              <a:solidFill>
                <a:srgbClr val="66FF33"/>
              </a:solidFill>
              <a:prstDash val="solid"/>
              <a:round/>
              <a:headEnd type="none" w="med" len="med"/>
              <a:tailEnd type="none" w="med" len="med"/>
            </a:ln>
          </p:spPr>
          <p:txBody>
            <a:bodyPr wrap="none" anchor="ctr" anchorCtr="0"/>
            <a:p>
              <a:endParaRPr lang="zh-CN" altLang="en-US" dirty="0">
                <a:latin typeface="楷体_GB2312" pitchFamily="49" charset="-122"/>
              </a:endParaRPr>
            </a:p>
          </p:txBody>
        </p:sp>
        <p:sp>
          <p:nvSpPr>
            <p:cNvPr id="55318" name="Text Box 12"/>
            <p:cNvSpPr txBox="1"/>
            <p:nvPr/>
          </p:nvSpPr>
          <p:spPr>
            <a:xfrm>
              <a:off x="921" y="2555"/>
              <a:ext cx="215" cy="267"/>
            </a:xfrm>
            <a:prstGeom prst="rect">
              <a:avLst/>
            </a:prstGeom>
            <a:noFill/>
            <a:ln w="12700">
              <a:noFill/>
            </a:ln>
          </p:spPr>
          <p:txBody>
            <a:bodyPr wrap="none" anchor="ctr" anchorCtr="0">
              <a:spAutoFit/>
            </a:bodyPr>
            <a:p>
              <a:pPr algn="ctr"/>
              <a:r>
                <a:rPr lang="en-US" altLang="zh-CN" b="0" i="1" dirty="0">
                  <a:solidFill>
                    <a:schemeClr val="bg1"/>
                  </a:solidFill>
                  <a:latin typeface="Symbol" panose="05050102010706020507" pitchFamily="18" charset="2"/>
                  <a:ea typeface="宋体" panose="02010600030101010101" pitchFamily="2" charset="-122"/>
                </a:rPr>
                <a:t>j</a:t>
              </a:r>
              <a:endParaRPr lang="en-US" altLang="zh-CN" b="0" i="1" dirty="0">
                <a:solidFill>
                  <a:schemeClr val="bg1"/>
                </a:solidFill>
                <a:latin typeface="Times New Roman" panose="02020603050405020304" pitchFamily="18" charset="0"/>
                <a:ea typeface="宋体" panose="02010600030101010101" pitchFamily="2" charset="-122"/>
              </a:endParaRPr>
            </a:p>
          </p:txBody>
        </p:sp>
        <p:sp>
          <p:nvSpPr>
            <p:cNvPr id="55319" name="Text Box 13"/>
            <p:cNvSpPr txBox="1"/>
            <p:nvPr/>
          </p:nvSpPr>
          <p:spPr>
            <a:xfrm>
              <a:off x="862" y="2363"/>
              <a:ext cx="196" cy="267"/>
            </a:xfrm>
            <a:prstGeom prst="rect">
              <a:avLst/>
            </a:prstGeom>
            <a:noFill/>
            <a:ln w="12700">
              <a:noFill/>
            </a:ln>
          </p:spPr>
          <p:txBody>
            <a:bodyPr wrap="none" anchor="ctr" anchorCtr="0">
              <a:spAutoFit/>
            </a:bodyPr>
            <a:p>
              <a:pPr algn="ctr"/>
              <a:r>
                <a:rPr lang="en-US" altLang="zh-CN" b="0" i="1" dirty="0">
                  <a:solidFill>
                    <a:schemeClr val="bg1"/>
                  </a:solidFill>
                  <a:latin typeface="Times New Roman" panose="02020603050405020304" pitchFamily="18" charset="0"/>
                  <a:ea typeface="宋体" panose="02010600030101010101" pitchFamily="2" charset="-122"/>
                </a:rPr>
                <a:t>S</a:t>
              </a:r>
              <a:endParaRPr lang="en-US" altLang="zh-CN" b="0" i="1" dirty="0">
                <a:solidFill>
                  <a:schemeClr val="bg1"/>
                </a:solidFill>
                <a:latin typeface="Times New Roman" panose="02020603050405020304" pitchFamily="18" charset="0"/>
                <a:ea typeface="宋体" panose="02010600030101010101" pitchFamily="2" charset="-122"/>
              </a:endParaRPr>
            </a:p>
          </p:txBody>
        </p:sp>
        <p:sp>
          <p:nvSpPr>
            <p:cNvPr id="55320" name="Text Box 14"/>
            <p:cNvSpPr txBox="1"/>
            <p:nvPr/>
          </p:nvSpPr>
          <p:spPr>
            <a:xfrm>
              <a:off x="1036" y="2843"/>
              <a:ext cx="253" cy="267"/>
            </a:xfrm>
            <a:prstGeom prst="rect">
              <a:avLst/>
            </a:prstGeom>
            <a:noFill/>
            <a:ln w="12700">
              <a:noFill/>
            </a:ln>
          </p:spPr>
          <p:txBody>
            <a:bodyPr anchor="ctr" anchorCtr="0">
              <a:spAutoFit/>
            </a:bodyPr>
            <a:p>
              <a:pPr algn="ctr"/>
              <a:r>
                <a:rPr lang="en-US" altLang="zh-CN" b="0" i="1" dirty="0">
                  <a:solidFill>
                    <a:schemeClr val="bg1"/>
                  </a:solidFill>
                  <a:latin typeface="Times New Roman" panose="02020603050405020304" pitchFamily="18" charset="0"/>
                  <a:ea typeface="宋体" panose="02010600030101010101" pitchFamily="2" charset="-122"/>
                </a:rPr>
                <a:t>P</a:t>
              </a:r>
              <a:endParaRPr lang="en-US" altLang="zh-CN" b="0" i="1" dirty="0">
                <a:solidFill>
                  <a:schemeClr val="bg1"/>
                </a:solidFill>
                <a:latin typeface="Times New Roman" panose="02020603050405020304" pitchFamily="18" charset="0"/>
                <a:ea typeface="宋体" panose="02010600030101010101" pitchFamily="2" charset="-122"/>
              </a:endParaRPr>
            </a:p>
          </p:txBody>
        </p:sp>
        <p:sp>
          <p:nvSpPr>
            <p:cNvPr id="55321" name="Text Box 15"/>
            <p:cNvSpPr txBox="1"/>
            <p:nvPr/>
          </p:nvSpPr>
          <p:spPr>
            <a:xfrm>
              <a:off x="1379" y="2459"/>
              <a:ext cx="238" cy="267"/>
            </a:xfrm>
            <a:prstGeom prst="rect">
              <a:avLst/>
            </a:prstGeom>
            <a:noFill/>
            <a:ln w="12700">
              <a:noFill/>
            </a:ln>
          </p:spPr>
          <p:txBody>
            <a:bodyPr wrap="none" anchor="ctr" anchorCtr="0">
              <a:spAutoFit/>
            </a:bodyPr>
            <a:p>
              <a:pPr algn="ctr"/>
              <a:r>
                <a:rPr lang="en-US" altLang="zh-CN" b="0" i="1" dirty="0">
                  <a:solidFill>
                    <a:schemeClr val="bg1"/>
                  </a:solidFill>
                  <a:latin typeface="Times New Roman" panose="02020603050405020304" pitchFamily="18" charset="0"/>
                  <a:ea typeface="宋体" panose="02010600030101010101" pitchFamily="2" charset="-122"/>
                </a:rPr>
                <a:t>Q</a:t>
              </a:r>
              <a:endParaRPr lang="en-US" altLang="zh-CN" b="0" i="1" dirty="0">
                <a:solidFill>
                  <a:schemeClr val="bg1"/>
                </a:solidFill>
                <a:latin typeface="Times New Roman" panose="02020603050405020304" pitchFamily="18" charset="0"/>
                <a:ea typeface="宋体" panose="02010600030101010101" pitchFamily="2" charset="-122"/>
              </a:endParaRPr>
            </a:p>
          </p:txBody>
        </p:sp>
      </p:grpSp>
      <p:sp>
        <p:nvSpPr>
          <p:cNvPr id="73781" name="Text Box 53"/>
          <p:cNvSpPr txBox="1"/>
          <p:nvPr/>
        </p:nvSpPr>
        <p:spPr>
          <a:xfrm>
            <a:off x="4140200" y="4581525"/>
            <a:ext cx="1970088" cy="519113"/>
          </a:xfrm>
          <a:prstGeom prst="rect">
            <a:avLst/>
          </a:prstGeom>
          <a:solidFill>
            <a:srgbClr val="660033"/>
          </a:solidFill>
          <a:ln w="12700">
            <a:noFill/>
          </a:ln>
        </p:spPr>
        <p:txBody>
          <a:bodyPr wrap="none" anchor="ctr" anchorCtr="0">
            <a:spAutoFit/>
          </a:bodyPr>
          <a:p>
            <a:r>
              <a:rPr lang="zh-CN" altLang="en-US" dirty="0">
                <a:solidFill>
                  <a:schemeClr val="bg1"/>
                </a:solidFill>
                <a:latin typeface="Times New Roman" panose="02020603050405020304" pitchFamily="18" charset="0"/>
              </a:rPr>
              <a:t>功率三角形</a:t>
            </a:r>
            <a:endParaRPr lang="zh-CN" altLang="en-US" dirty="0">
              <a:solidFill>
                <a:schemeClr val="bg1"/>
              </a:solidFill>
              <a:latin typeface="Times New Roman" panose="02020603050405020304" pitchFamily="18" charset="0"/>
            </a:endParaRPr>
          </a:p>
        </p:txBody>
      </p:sp>
      <p:grpSp>
        <p:nvGrpSpPr>
          <p:cNvPr id="55305" name="Group 60"/>
          <p:cNvGrpSpPr/>
          <p:nvPr/>
        </p:nvGrpSpPr>
        <p:grpSpPr>
          <a:xfrm>
            <a:off x="8316913" y="6446838"/>
            <a:ext cx="792162" cy="366712"/>
            <a:chOff x="5193" y="4020"/>
            <a:chExt cx="499" cy="231"/>
          </a:xfrm>
        </p:grpSpPr>
        <p:pic>
          <p:nvPicPr>
            <p:cNvPr id="55312" name="Picture 61" descr="78900"/>
            <p:cNvPicPr>
              <a:picLocks noChangeAspect="1"/>
            </p:cNvPicPr>
            <p:nvPr/>
          </p:nvPicPr>
          <p:blipFill>
            <a:blip r:embed="rId3"/>
            <a:stretch>
              <a:fillRect/>
            </a:stretch>
          </p:blipFill>
          <p:spPr>
            <a:xfrm>
              <a:off x="5193" y="4066"/>
              <a:ext cx="499" cy="181"/>
            </a:xfrm>
            <a:prstGeom prst="rect">
              <a:avLst/>
            </a:prstGeom>
            <a:noFill/>
            <a:ln w="9525">
              <a:noFill/>
            </a:ln>
          </p:spPr>
        </p:pic>
        <p:sp>
          <p:nvSpPr>
            <p:cNvPr id="55313" name="Text Box 62">
              <a:hlinkClick r:id="" action="ppaction://hlinkshowjump?jump=nextslide"/>
            </p:cNvPr>
            <p:cNvSpPr txBox="1"/>
            <p:nvPr/>
          </p:nvSpPr>
          <p:spPr>
            <a:xfrm>
              <a:off x="5216" y="4020"/>
              <a:ext cx="476" cy="231"/>
            </a:xfrm>
            <a:prstGeom prst="rect">
              <a:avLst/>
            </a:prstGeom>
            <a:noFill/>
            <a:ln w="9525">
              <a:noFill/>
            </a:ln>
          </p:spPr>
          <p:txBody>
            <a:bodyPr wrap="none">
              <a:spAutoFit/>
            </a:bodyPr>
            <a:p>
              <a:pPr>
                <a:spcBef>
                  <a:spcPct val="50000"/>
                </a:spcBef>
              </a:pPr>
              <a:r>
                <a:rPr lang="zh-CN" altLang="en-US" sz="1800" b="0" dirty="0">
                  <a:solidFill>
                    <a:schemeClr val="bg1"/>
                  </a:solidFill>
                  <a:latin typeface="隶书" panose="02010509060101010101" pitchFamily="49" charset="-122"/>
                  <a:ea typeface="隶书" panose="02010509060101010101" pitchFamily="49" charset="-122"/>
                </a:rPr>
                <a:t>下 页</a:t>
              </a:r>
              <a:endParaRPr lang="zh-CN" altLang="en-US" sz="1800" b="0" dirty="0">
                <a:solidFill>
                  <a:schemeClr val="bg1"/>
                </a:solidFill>
                <a:latin typeface="隶书" panose="02010509060101010101" pitchFamily="49" charset="-122"/>
                <a:ea typeface="隶书" panose="02010509060101010101" pitchFamily="49" charset="-122"/>
              </a:endParaRPr>
            </a:p>
          </p:txBody>
        </p:sp>
      </p:grpSp>
      <p:grpSp>
        <p:nvGrpSpPr>
          <p:cNvPr id="55306" name="Group 63"/>
          <p:cNvGrpSpPr/>
          <p:nvPr/>
        </p:nvGrpSpPr>
        <p:grpSpPr>
          <a:xfrm>
            <a:off x="7453313" y="6446838"/>
            <a:ext cx="792162" cy="366712"/>
            <a:chOff x="4649" y="4020"/>
            <a:chExt cx="499" cy="231"/>
          </a:xfrm>
        </p:grpSpPr>
        <p:pic>
          <p:nvPicPr>
            <p:cNvPr id="55310" name="Picture 64" descr="78900"/>
            <p:cNvPicPr>
              <a:picLocks noChangeAspect="1"/>
            </p:cNvPicPr>
            <p:nvPr/>
          </p:nvPicPr>
          <p:blipFill>
            <a:blip r:embed="rId3"/>
            <a:stretch>
              <a:fillRect/>
            </a:stretch>
          </p:blipFill>
          <p:spPr>
            <a:xfrm>
              <a:off x="4649" y="4066"/>
              <a:ext cx="499" cy="181"/>
            </a:xfrm>
            <a:prstGeom prst="rect">
              <a:avLst/>
            </a:prstGeom>
            <a:noFill/>
            <a:ln w="9525">
              <a:noFill/>
            </a:ln>
          </p:spPr>
        </p:pic>
        <p:sp>
          <p:nvSpPr>
            <p:cNvPr id="55311" name="Text Box 65">
              <a:hlinkClick r:id="" action="ppaction://hlinkshowjump?jump=previousslide"/>
            </p:cNvPr>
            <p:cNvSpPr txBox="1"/>
            <p:nvPr/>
          </p:nvSpPr>
          <p:spPr>
            <a:xfrm>
              <a:off x="4672" y="4020"/>
              <a:ext cx="476" cy="231"/>
            </a:xfrm>
            <a:prstGeom prst="rect">
              <a:avLst/>
            </a:prstGeom>
            <a:noFill/>
            <a:ln w="9525">
              <a:noFill/>
            </a:ln>
          </p:spPr>
          <p:txBody>
            <a:bodyPr wrap="none">
              <a:spAutoFit/>
            </a:bodyPr>
            <a:p>
              <a:pPr>
                <a:spcBef>
                  <a:spcPct val="50000"/>
                </a:spcBef>
              </a:pPr>
              <a:r>
                <a:rPr lang="zh-CN" altLang="en-US" sz="1800" b="0" dirty="0">
                  <a:solidFill>
                    <a:schemeClr val="bg1"/>
                  </a:solidFill>
                  <a:latin typeface="隶书" panose="02010509060101010101" pitchFamily="49" charset="-122"/>
                  <a:ea typeface="隶书" panose="02010509060101010101" pitchFamily="49" charset="-122"/>
                </a:rPr>
                <a:t>上 页</a:t>
              </a:r>
              <a:endParaRPr lang="zh-CN" altLang="en-US" sz="1800" b="0" dirty="0">
                <a:solidFill>
                  <a:schemeClr val="bg1"/>
                </a:solidFill>
                <a:latin typeface="隶书" panose="02010509060101010101" pitchFamily="49" charset="-122"/>
                <a:ea typeface="隶书" panose="02010509060101010101" pitchFamily="49" charset="-122"/>
              </a:endParaRPr>
            </a:p>
          </p:txBody>
        </p:sp>
      </p:grpSp>
      <p:grpSp>
        <p:nvGrpSpPr>
          <p:cNvPr id="55307" name="Group 72"/>
          <p:cNvGrpSpPr/>
          <p:nvPr/>
        </p:nvGrpSpPr>
        <p:grpSpPr>
          <a:xfrm>
            <a:off x="6588125" y="6446838"/>
            <a:ext cx="792163" cy="366712"/>
            <a:chOff x="4649" y="4020"/>
            <a:chExt cx="499" cy="231"/>
          </a:xfrm>
        </p:grpSpPr>
        <p:pic>
          <p:nvPicPr>
            <p:cNvPr id="55308" name="Picture 73" descr="78900"/>
            <p:cNvPicPr>
              <a:picLocks noChangeAspect="1"/>
            </p:cNvPicPr>
            <p:nvPr/>
          </p:nvPicPr>
          <p:blipFill>
            <a:blip r:embed="rId3"/>
            <a:stretch>
              <a:fillRect/>
            </a:stretch>
          </p:blipFill>
          <p:spPr>
            <a:xfrm>
              <a:off x="4649" y="4066"/>
              <a:ext cx="499" cy="181"/>
            </a:xfrm>
            <a:prstGeom prst="rect">
              <a:avLst/>
            </a:prstGeom>
            <a:noFill/>
            <a:ln w="9525">
              <a:noFill/>
            </a:ln>
          </p:spPr>
        </p:pic>
        <p:sp>
          <p:nvSpPr>
            <p:cNvPr id="55309" name="Text Box 74">
              <a:hlinkClick r:id="" action="ppaction://hlinkshowjump?jump=firstslide"/>
            </p:cNvPr>
            <p:cNvSpPr txBox="1"/>
            <p:nvPr/>
          </p:nvSpPr>
          <p:spPr>
            <a:xfrm>
              <a:off x="4672" y="4020"/>
              <a:ext cx="476" cy="231"/>
            </a:xfrm>
            <a:prstGeom prst="rect">
              <a:avLst/>
            </a:prstGeom>
            <a:noFill/>
            <a:ln w="9525">
              <a:noFill/>
            </a:ln>
          </p:spPr>
          <p:txBody>
            <a:bodyPr wrap="none">
              <a:spAutoFit/>
            </a:bodyPr>
            <a:p>
              <a:pPr>
                <a:spcBef>
                  <a:spcPct val="50000"/>
                </a:spcBef>
              </a:pPr>
              <a:r>
                <a:rPr lang="zh-CN" altLang="en-US" sz="1800" b="0" dirty="0">
                  <a:solidFill>
                    <a:schemeClr val="bg1"/>
                  </a:solidFill>
                  <a:latin typeface="隶书" panose="02010509060101010101" pitchFamily="49" charset="-122"/>
                  <a:ea typeface="隶书" panose="02010509060101010101" pitchFamily="49" charset="-122"/>
                </a:rPr>
                <a:t>返 回</a:t>
              </a:r>
              <a:endParaRPr lang="zh-CN" altLang="en-US" sz="1800" b="0" dirty="0">
                <a:solidFill>
                  <a:schemeClr val="bg1"/>
                </a:solidFill>
                <a:latin typeface="隶书" panose="02010509060101010101" pitchFamily="49" charset="-122"/>
                <a:ea typeface="隶书" panose="02010509060101010101" pitchFamily="49" charset="-122"/>
              </a:endParaRP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5" presetClass="entr" presetSubtype="0" fill="hold" grpId="0" nodeType="withEffect">
                                  <p:stCondLst>
                                    <p:cond delay="0"/>
                                  </p:stCondLst>
                                  <p:childTnLst>
                                    <p:set>
                                      <p:cBhvr>
                                        <p:cTn id="6" dur="1" fill="hold">
                                          <p:stCondLst>
                                            <p:cond delay="0"/>
                                          </p:stCondLst>
                                        </p:cTn>
                                        <p:tgtEl>
                                          <p:spTgt spid="73730"/>
                                        </p:tgtEl>
                                        <p:attrNameLst>
                                          <p:attrName>style.visibility</p:attrName>
                                        </p:attrNameLst>
                                      </p:cBhvr>
                                      <p:to>
                                        <p:strVal val="visible"/>
                                      </p:to>
                                    </p:set>
                                    <p:anim calcmode="lin" valueType="num">
                                      <p:cBhvr>
                                        <p:cTn id="7" dur="1000" fill="hold"/>
                                        <p:tgtEl>
                                          <p:spTgt spid="73730"/>
                                        </p:tgtEl>
                                        <p:attrNameLst>
                                          <p:attrName>ppt_w</p:attrName>
                                        </p:attrNameLst>
                                      </p:cBhvr>
                                      <p:tavLst>
                                        <p:tav tm="0">
                                          <p:val>
                                            <p:fltVal val="0.000000"/>
                                          </p:val>
                                        </p:tav>
                                        <p:tav tm="100000">
                                          <p:val>
                                            <p:strVal val="#ppt_w"/>
                                          </p:val>
                                        </p:tav>
                                      </p:tavLst>
                                    </p:anim>
                                    <p:anim calcmode="lin" valueType="num">
                                      <p:cBhvr>
                                        <p:cTn id="8" dur="1000" fill="hold"/>
                                        <p:tgtEl>
                                          <p:spTgt spid="73730"/>
                                        </p:tgtEl>
                                        <p:attrNameLst>
                                          <p:attrName>ppt_h</p:attrName>
                                        </p:attrNameLst>
                                      </p:cBhvr>
                                      <p:tavLst>
                                        <p:tav tm="0">
                                          <p:val>
                                            <p:fltVal val="0.000000"/>
                                          </p:val>
                                        </p:tav>
                                        <p:tav tm="100000">
                                          <p:val>
                                            <p:strVal val="#ppt_h"/>
                                          </p:val>
                                        </p:tav>
                                      </p:tavLst>
                                    </p:anim>
                                    <p:anim calcmode="lin" valueType="num">
                                      <p:cBhvr>
                                        <p:cTn id="9" dur="1000" fill="hold"/>
                                        <p:tgtEl>
                                          <p:spTgt spid="73730"/>
                                        </p:tgtEl>
                                        <p:attrNameLst>
                                          <p:attrName>ppt_x</p:attrName>
                                        </p:attrNameLst>
                                      </p:cBhvr>
                                      <p:tavLst>
                                        <p:tav tm="0" fmla="#ppt_x+(cos(-2*pi*(1-$))*-#ppt_x-sin(-2*pi*(1-$))*(1-#ppt_y))*(1-$)">
                                          <p:val>
                                            <p:fltVal val="0.000000"/>
                                          </p:val>
                                        </p:tav>
                                        <p:tav tm="100000">
                                          <p:val>
                                            <p:fltVal val="1.000000"/>
                                          </p:val>
                                        </p:tav>
                                      </p:tavLst>
                                    </p:anim>
                                    <p:anim calcmode="lin" valueType="num">
                                      <p:cBhvr>
                                        <p:cTn id="10" dur="1000" fill="hold"/>
                                        <p:tgtEl>
                                          <p:spTgt spid="73730"/>
                                        </p:tgtEl>
                                        <p:attrNameLst>
                                          <p:attrName>ppt_y</p:attrName>
                                        </p:attrNameLst>
                                      </p:cBhvr>
                                      <p:tavLst>
                                        <p:tav tm="0" fmla="#ppt_y+(sin(-2*pi*(1-$))*-#ppt_x+cos(-2*pi*(1-$))*(1-#ppt_y))*(1-$)">
                                          <p:val>
                                            <p:fltVal val="0.000000"/>
                                          </p:val>
                                        </p:tav>
                                        <p:tav tm="100000">
                                          <p:val>
                                            <p:fltVal val="1.000000"/>
                                          </p:val>
                                        </p:tav>
                                      </p:tavLst>
                                    </p:anim>
                                  </p:childTnLst>
                                </p:cTn>
                              </p:par>
                            </p:childTnLst>
                          </p:cTn>
                        </p:par>
                      </p:childTnLst>
                    </p:cTn>
                  </p:par>
                  <p:par>
                    <p:cTn id="11" fill="hold">
                      <p:stCondLst>
                        <p:cond delay="indefinite"/>
                      </p:stCondLst>
                      <p:childTnLst>
                        <p:par>
                          <p:cTn id="12" fill="hold">
                            <p:stCondLst>
                              <p:cond delay="0"/>
                            </p:stCondLst>
                            <p:childTnLst>
                              <p:par>
                                <p:cTn id="13" presetID="12" presetClass="entr" presetSubtype="4" fill="hold" grpId="0" nodeType="clickEffect">
                                  <p:stCondLst>
                                    <p:cond delay="0"/>
                                  </p:stCondLst>
                                  <p:childTnLst>
                                    <p:set>
                                      <p:cBhvr>
                                        <p:cTn id="14" dur="1" fill="hold">
                                          <p:stCondLst>
                                            <p:cond delay="0"/>
                                          </p:stCondLst>
                                        </p:cTn>
                                        <p:tgtEl>
                                          <p:spTgt spid="73731"/>
                                        </p:tgtEl>
                                        <p:attrNameLst>
                                          <p:attrName>style.visibility</p:attrName>
                                        </p:attrNameLst>
                                      </p:cBhvr>
                                      <p:to>
                                        <p:strVal val="visible"/>
                                      </p:to>
                                    </p:set>
                                    <p:animEffect transition="in" filter="slide(fromBottom)">
                                      <p:cBhvr>
                                        <p:cTn id="15" dur="500"/>
                                        <p:tgtEl>
                                          <p:spTgt spid="73731"/>
                                        </p:tgtEl>
                                      </p:cBhvr>
                                    </p:animEffect>
                                  </p:childTnLst>
                                </p:cTn>
                              </p:par>
                            </p:childTnLst>
                          </p:cTn>
                        </p:par>
                      </p:childTnLst>
                    </p:cTn>
                  </p:par>
                  <p:par>
                    <p:cTn id="16" fill="hold">
                      <p:stCondLst>
                        <p:cond delay="indefinite"/>
                      </p:stCondLst>
                      <p:childTnLst>
                        <p:par>
                          <p:cTn id="17" fill="hold">
                            <p:stCondLst>
                              <p:cond delay="0"/>
                            </p:stCondLst>
                            <p:childTnLst>
                              <p:par>
                                <p:cTn id="18" presetID="12" presetClass="entr" presetSubtype="4" fill="hold" grpId="0" nodeType="clickEffect">
                                  <p:stCondLst>
                                    <p:cond delay="0"/>
                                  </p:stCondLst>
                                  <p:childTnLst>
                                    <p:set>
                                      <p:cBhvr>
                                        <p:cTn id="19" dur="1" fill="hold">
                                          <p:stCondLst>
                                            <p:cond delay="0"/>
                                          </p:stCondLst>
                                        </p:cTn>
                                        <p:tgtEl>
                                          <p:spTgt spid="73732"/>
                                        </p:tgtEl>
                                        <p:attrNameLst>
                                          <p:attrName>style.visibility</p:attrName>
                                        </p:attrNameLst>
                                      </p:cBhvr>
                                      <p:to>
                                        <p:strVal val="visible"/>
                                      </p:to>
                                    </p:set>
                                    <p:animEffect transition="in" filter="slide(fromBottom)">
                                      <p:cBhvr>
                                        <p:cTn id="20" dur="500"/>
                                        <p:tgtEl>
                                          <p:spTgt spid="73732"/>
                                        </p:tgtEl>
                                      </p:cBhvr>
                                    </p:animEffect>
                                  </p:childTnLst>
                                </p:cTn>
                              </p:par>
                            </p:childTnLst>
                          </p:cTn>
                        </p:par>
                      </p:childTnLst>
                    </p:cTn>
                  </p:par>
                  <p:par>
                    <p:cTn id="21" fill="hold">
                      <p:stCondLst>
                        <p:cond delay="indefinite"/>
                      </p:stCondLst>
                      <p:childTnLst>
                        <p:par>
                          <p:cTn id="22" fill="hold">
                            <p:stCondLst>
                              <p:cond delay="0"/>
                            </p:stCondLst>
                            <p:childTnLst>
                              <p:par>
                                <p:cTn id="23" presetID="12" presetClass="entr" presetSubtype="4" fill="hold" grpId="0" nodeType="clickEffect">
                                  <p:stCondLst>
                                    <p:cond delay="0"/>
                                  </p:stCondLst>
                                  <p:childTnLst>
                                    <p:set>
                                      <p:cBhvr>
                                        <p:cTn id="24" dur="1" fill="hold">
                                          <p:stCondLst>
                                            <p:cond delay="0"/>
                                          </p:stCondLst>
                                        </p:cTn>
                                        <p:tgtEl>
                                          <p:spTgt spid="73733"/>
                                        </p:tgtEl>
                                        <p:attrNameLst>
                                          <p:attrName>style.visibility</p:attrName>
                                        </p:attrNameLst>
                                      </p:cBhvr>
                                      <p:to>
                                        <p:strVal val="visible"/>
                                      </p:to>
                                    </p:set>
                                    <p:animEffect transition="in" filter="slide(fromBottom)">
                                      <p:cBhvr>
                                        <p:cTn id="25" dur="500"/>
                                        <p:tgtEl>
                                          <p:spTgt spid="73733"/>
                                        </p:tgtEl>
                                      </p:cBhvr>
                                    </p:animEffect>
                                  </p:childTnLst>
                                </p:cTn>
                              </p:par>
                            </p:childTnLst>
                          </p:cTn>
                        </p:par>
                      </p:childTnLst>
                    </p:cTn>
                  </p:par>
                  <p:par>
                    <p:cTn id="26" fill="hold">
                      <p:stCondLst>
                        <p:cond delay="indefinite"/>
                      </p:stCondLst>
                      <p:childTnLst>
                        <p:par>
                          <p:cTn id="27" fill="hold">
                            <p:stCondLst>
                              <p:cond delay="0"/>
                            </p:stCondLst>
                            <p:childTnLst>
                              <p:par>
                                <p:cTn id="28" presetID="12" presetClass="entr" presetSubtype="4" fill="hold" nodeType="clickEffect">
                                  <p:stCondLst>
                                    <p:cond delay="0"/>
                                  </p:stCondLst>
                                  <p:childTnLst>
                                    <p:set>
                                      <p:cBhvr>
                                        <p:cTn id="29" dur="1" fill="hold">
                                          <p:stCondLst>
                                            <p:cond delay="0"/>
                                          </p:stCondLst>
                                        </p:cTn>
                                        <p:tgtEl>
                                          <p:spTgt spid="73734"/>
                                        </p:tgtEl>
                                        <p:attrNameLst>
                                          <p:attrName>style.visibility</p:attrName>
                                        </p:attrNameLst>
                                      </p:cBhvr>
                                      <p:to>
                                        <p:strVal val="visible"/>
                                      </p:to>
                                    </p:set>
                                    <p:animEffect transition="in" filter="slide(fromBottom)">
                                      <p:cBhvr>
                                        <p:cTn id="30" dur="500"/>
                                        <p:tgtEl>
                                          <p:spTgt spid="73734"/>
                                        </p:tgtEl>
                                      </p:cBhvr>
                                    </p:animEffect>
                                  </p:childTnLst>
                                </p:cTn>
                              </p:par>
                            </p:childTnLst>
                          </p:cTn>
                        </p:par>
                      </p:childTnLst>
                    </p:cTn>
                  </p:par>
                  <p:par>
                    <p:cTn id="31" fill="hold">
                      <p:stCondLst>
                        <p:cond delay="indefinite"/>
                      </p:stCondLst>
                      <p:childTnLst>
                        <p:par>
                          <p:cTn id="32" fill="hold">
                            <p:stCondLst>
                              <p:cond delay="0"/>
                            </p:stCondLst>
                            <p:childTnLst>
                              <p:par>
                                <p:cTn id="33" presetID="23" presetClass="entr" presetSubtype="272" fill="hold" nodeType="clickEffect">
                                  <p:stCondLst>
                                    <p:cond delay="0"/>
                                  </p:stCondLst>
                                  <p:childTnLst>
                                    <p:set>
                                      <p:cBhvr>
                                        <p:cTn id="34" dur="1" fill="hold">
                                          <p:stCondLst>
                                            <p:cond delay="0"/>
                                          </p:stCondLst>
                                        </p:cTn>
                                        <p:tgtEl>
                                          <p:spTgt spid="2"/>
                                        </p:tgtEl>
                                        <p:attrNameLst>
                                          <p:attrName>style.visibility</p:attrName>
                                        </p:attrNameLst>
                                      </p:cBhvr>
                                      <p:to>
                                        <p:strVal val="visible"/>
                                      </p:to>
                                    </p:set>
                                    <p:anim calcmode="lin" valueType="num">
                                      <p:cBhvr>
                                        <p:cTn id="35" dur="500" fill="hold"/>
                                        <p:tgtEl>
                                          <p:spTgt spid="2"/>
                                        </p:tgtEl>
                                        <p:attrNameLst>
                                          <p:attrName>ppt_w</p:attrName>
                                        </p:attrNameLst>
                                      </p:cBhvr>
                                      <p:tavLst>
                                        <p:tav tm="0">
                                          <p:val>
                                            <p:strVal val="2/3*#ppt_w"/>
                                          </p:val>
                                        </p:tav>
                                        <p:tav tm="100000">
                                          <p:val>
                                            <p:strVal val="#ppt_w"/>
                                          </p:val>
                                        </p:tav>
                                      </p:tavLst>
                                    </p:anim>
                                    <p:anim calcmode="lin" valueType="num">
                                      <p:cBhvr>
                                        <p:cTn id="36" dur="500" fill="hold"/>
                                        <p:tgtEl>
                                          <p:spTgt spid="2"/>
                                        </p:tgtEl>
                                        <p:attrNameLst>
                                          <p:attrName>ppt_h</p:attrName>
                                        </p:attrNameLst>
                                      </p:cBhvr>
                                      <p:tavLst>
                                        <p:tav tm="0">
                                          <p:val>
                                            <p:strVal val="2/3*#ppt_h"/>
                                          </p:val>
                                        </p:tav>
                                        <p:tav tm="100000">
                                          <p:val>
                                            <p:strVal val="#ppt_h"/>
                                          </p:val>
                                        </p:tav>
                                      </p:tavLst>
                                    </p:anim>
                                  </p:childTnLst>
                                </p:cTn>
                              </p:par>
                            </p:childTnLst>
                          </p:cTn>
                        </p:par>
                        <p:par>
                          <p:cTn id="37" fill="hold">
                            <p:stCondLst>
                              <p:cond delay="500"/>
                            </p:stCondLst>
                            <p:childTnLst>
                              <p:par>
                                <p:cTn id="38" presetID="23" presetClass="entr" presetSubtype="272" fill="hold" grpId="0" nodeType="afterEffect">
                                  <p:stCondLst>
                                    <p:cond delay="0"/>
                                  </p:stCondLst>
                                  <p:childTnLst>
                                    <p:set>
                                      <p:cBhvr>
                                        <p:cTn id="39" dur="1" fill="hold">
                                          <p:stCondLst>
                                            <p:cond delay="0"/>
                                          </p:stCondLst>
                                        </p:cTn>
                                        <p:tgtEl>
                                          <p:spTgt spid="73781"/>
                                        </p:tgtEl>
                                        <p:attrNameLst>
                                          <p:attrName>style.visibility</p:attrName>
                                        </p:attrNameLst>
                                      </p:cBhvr>
                                      <p:to>
                                        <p:strVal val="visible"/>
                                      </p:to>
                                    </p:set>
                                    <p:anim calcmode="lin" valueType="num">
                                      <p:cBhvr>
                                        <p:cTn id="40" dur="500" fill="hold"/>
                                        <p:tgtEl>
                                          <p:spTgt spid="73781"/>
                                        </p:tgtEl>
                                        <p:attrNameLst>
                                          <p:attrName>ppt_w</p:attrName>
                                        </p:attrNameLst>
                                      </p:cBhvr>
                                      <p:tavLst>
                                        <p:tav tm="0">
                                          <p:val>
                                            <p:strVal val="2/3*#ppt_w"/>
                                          </p:val>
                                        </p:tav>
                                        <p:tav tm="100000">
                                          <p:val>
                                            <p:strVal val="#ppt_w"/>
                                          </p:val>
                                        </p:tav>
                                      </p:tavLst>
                                    </p:anim>
                                    <p:anim calcmode="lin" valueType="num">
                                      <p:cBhvr>
                                        <p:cTn id="41" dur="500" fill="hold"/>
                                        <p:tgtEl>
                                          <p:spTgt spid="73781"/>
                                        </p:tgtEl>
                                        <p:attrNameLst>
                                          <p:attrName>ppt_h</p:attrName>
                                        </p:attrNameLst>
                                      </p:cBhvr>
                                      <p:tavLst>
                                        <p:tav tm="0">
                                          <p:val>
                                            <p:strVal val="2/3*#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3730" grpId="0" animBg="1"/>
      <p:bldP spid="73731" grpId="0"/>
      <p:bldP spid="73732" grpId="0"/>
      <p:bldP spid="73733" grpId="0"/>
      <p:bldP spid="73781" grpId="0" animBg="1"/>
    </p:bld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8674" name="Text Box 2"/>
          <p:cNvSpPr txBox="1"/>
          <p:nvPr/>
        </p:nvSpPr>
        <p:spPr>
          <a:xfrm>
            <a:off x="539750" y="476250"/>
            <a:ext cx="8208963" cy="579438"/>
          </a:xfrm>
          <a:prstGeom prst="rect">
            <a:avLst/>
          </a:prstGeom>
          <a:noFill/>
          <a:ln w="9525">
            <a:noFill/>
          </a:ln>
        </p:spPr>
        <p:txBody>
          <a:bodyPr lIns="198000" rIns="198000">
            <a:spAutoFit/>
          </a:bodyPr>
          <a:p>
            <a:pPr>
              <a:spcBef>
                <a:spcPct val="50000"/>
              </a:spcBef>
            </a:pPr>
            <a:r>
              <a:rPr lang="en-US" altLang="zh-CN" sz="3200" b="0" dirty="0">
                <a:solidFill>
                  <a:schemeClr val="bg1"/>
                </a:solidFill>
                <a:latin typeface="Times New Roman" panose="02020603050405020304" pitchFamily="18" charset="0"/>
                <a:ea typeface="宋体" panose="02010600030101010101" pitchFamily="2" charset="-122"/>
              </a:rPr>
              <a:t>5</a:t>
            </a:r>
            <a:r>
              <a:rPr lang="en-US" altLang="zh-CN" sz="3200" dirty="0">
                <a:solidFill>
                  <a:schemeClr val="bg1"/>
                </a:solidFill>
                <a:latin typeface="Times New Roman" panose="02020603050405020304" pitchFamily="18" charset="0"/>
                <a:ea typeface="宋体" panose="02010600030101010101" pitchFamily="2" charset="-122"/>
              </a:rPr>
              <a:t>.   </a:t>
            </a:r>
            <a:r>
              <a:rPr lang="en-US" altLang="zh-CN" sz="3200" b="0" i="1" dirty="0">
                <a:solidFill>
                  <a:schemeClr val="bg1"/>
                </a:solidFill>
                <a:latin typeface="Times New Roman" panose="02020603050405020304" pitchFamily="18" charset="0"/>
                <a:ea typeface="宋体" panose="02010600030101010101" pitchFamily="2" charset="-122"/>
              </a:rPr>
              <a:t>R</a:t>
            </a:r>
            <a:r>
              <a:rPr lang="zh-CN" altLang="en-US" sz="3200" b="0" dirty="0">
                <a:solidFill>
                  <a:schemeClr val="bg1"/>
                </a:solidFill>
                <a:latin typeface="Times New Roman" panose="02020603050405020304" pitchFamily="18" charset="0"/>
                <a:ea typeface="宋体" panose="02010600030101010101" pitchFamily="2" charset="-122"/>
              </a:rPr>
              <a:t>、</a:t>
            </a:r>
            <a:r>
              <a:rPr lang="en-US" altLang="zh-CN" sz="3200" b="0" i="1" dirty="0">
                <a:solidFill>
                  <a:schemeClr val="bg1"/>
                </a:solidFill>
                <a:latin typeface="Times New Roman" panose="02020603050405020304" pitchFamily="18" charset="0"/>
                <a:ea typeface="宋体" panose="02010600030101010101" pitchFamily="2" charset="-122"/>
              </a:rPr>
              <a:t>L</a:t>
            </a:r>
            <a:r>
              <a:rPr lang="zh-CN" altLang="en-US" sz="3200" b="0" dirty="0">
                <a:solidFill>
                  <a:schemeClr val="bg1"/>
                </a:solidFill>
                <a:latin typeface="Times New Roman" panose="02020603050405020304" pitchFamily="18" charset="0"/>
                <a:ea typeface="宋体" panose="02010600030101010101" pitchFamily="2" charset="-122"/>
              </a:rPr>
              <a:t>、</a:t>
            </a:r>
            <a:r>
              <a:rPr lang="en-US" altLang="zh-CN" sz="3200" b="0" i="1" dirty="0">
                <a:solidFill>
                  <a:schemeClr val="bg1"/>
                </a:solidFill>
                <a:latin typeface="Times New Roman" panose="02020603050405020304" pitchFamily="18" charset="0"/>
                <a:ea typeface="宋体" panose="02010600030101010101" pitchFamily="2" charset="-122"/>
              </a:rPr>
              <a:t>C</a:t>
            </a:r>
            <a:r>
              <a:rPr lang="zh-CN" altLang="zh-CN" sz="3200" dirty="0">
                <a:solidFill>
                  <a:schemeClr val="bg1"/>
                </a:solidFill>
                <a:latin typeface="Times New Roman" panose="02020603050405020304" pitchFamily="18" charset="0"/>
              </a:rPr>
              <a:t>元件的有功功率和无功功率</a:t>
            </a:r>
            <a:endParaRPr lang="zh-CN" altLang="en-US" sz="3200" dirty="0">
              <a:solidFill>
                <a:schemeClr val="bg1"/>
              </a:solidFill>
              <a:latin typeface="Times New Roman" panose="02020603050405020304" pitchFamily="18" charset="0"/>
            </a:endParaRPr>
          </a:p>
        </p:txBody>
      </p:sp>
      <p:grpSp>
        <p:nvGrpSpPr>
          <p:cNvPr id="2" name="Group 90"/>
          <p:cNvGrpSpPr/>
          <p:nvPr/>
        </p:nvGrpSpPr>
        <p:grpSpPr>
          <a:xfrm>
            <a:off x="611188" y="1341438"/>
            <a:ext cx="1619250" cy="1308100"/>
            <a:chOff x="385" y="845"/>
            <a:chExt cx="1020" cy="824"/>
          </a:xfrm>
        </p:grpSpPr>
        <p:sp>
          <p:nvSpPr>
            <p:cNvPr id="89137" name="Line 4"/>
            <p:cNvSpPr/>
            <p:nvPr/>
          </p:nvSpPr>
          <p:spPr>
            <a:xfrm>
              <a:off x="1085" y="907"/>
              <a:ext cx="0" cy="720"/>
            </a:xfrm>
            <a:prstGeom prst="line">
              <a:avLst/>
            </a:prstGeom>
            <a:ln w="28575" cap="flat" cmpd="sng">
              <a:solidFill>
                <a:srgbClr val="FFCC00"/>
              </a:solidFill>
              <a:prstDash val="solid"/>
              <a:headEnd type="none" w="med" len="med"/>
              <a:tailEnd type="none" w="med" len="med"/>
            </a:ln>
          </p:spPr>
        </p:sp>
        <p:sp>
          <p:nvSpPr>
            <p:cNvPr id="89138" name="Rectangle 5"/>
            <p:cNvSpPr/>
            <p:nvPr/>
          </p:nvSpPr>
          <p:spPr>
            <a:xfrm>
              <a:off x="1025" y="1099"/>
              <a:ext cx="120" cy="288"/>
            </a:xfrm>
            <a:prstGeom prst="rect">
              <a:avLst/>
            </a:prstGeom>
            <a:gradFill rotWithShape="1">
              <a:gsLst>
                <a:gs pos="0">
                  <a:srgbClr val="764700"/>
                </a:gs>
                <a:gs pos="50000">
                  <a:srgbClr val="FF9900"/>
                </a:gs>
                <a:gs pos="100000">
                  <a:srgbClr val="764700"/>
                </a:gs>
              </a:gsLst>
              <a:lin ang="0" scaled="1"/>
              <a:tileRect/>
            </a:gradFill>
            <a:ln w="28575">
              <a:noFill/>
            </a:ln>
          </p:spPr>
          <p:txBody>
            <a:bodyPr wrap="none" anchor="ctr" anchorCtr="0">
              <a:spAutoFit/>
            </a:bodyPr>
            <a:p>
              <a:endParaRPr lang="zh-CN" altLang="en-US" dirty="0">
                <a:latin typeface="楷体_GB2312" pitchFamily="49" charset="-122"/>
              </a:endParaRPr>
            </a:p>
          </p:txBody>
        </p:sp>
        <p:sp>
          <p:nvSpPr>
            <p:cNvPr id="89139" name="Line 6"/>
            <p:cNvSpPr/>
            <p:nvPr/>
          </p:nvSpPr>
          <p:spPr>
            <a:xfrm>
              <a:off x="509" y="907"/>
              <a:ext cx="576" cy="0"/>
            </a:xfrm>
            <a:prstGeom prst="line">
              <a:avLst/>
            </a:prstGeom>
            <a:ln w="28575" cap="flat" cmpd="sng">
              <a:solidFill>
                <a:srgbClr val="FFCC00"/>
              </a:solidFill>
              <a:prstDash val="solid"/>
              <a:headEnd type="none" w="med" len="med"/>
              <a:tailEnd type="none" w="med" len="med"/>
            </a:ln>
          </p:spPr>
        </p:sp>
        <p:sp>
          <p:nvSpPr>
            <p:cNvPr id="89140" name="Line 7"/>
            <p:cNvSpPr/>
            <p:nvPr/>
          </p:nvSpPr>
          <p:spPr>
            <a:xfrm>
              <a:off x="509" y="1627"/>
              <a:ext cx="576" cy="0"/>
            </a:xfrm>
            <a:prstGeom prst="line">
              <a:avLst/>
            </a:prstGeom>
            <a:ln w="28575" cap="flat" cmpd="sng">
              <a:solidFill>
                <a:srgbClr val="FFCC00"/>
              </a:solidFill>
              <a:prstDash val="solid"/>
              <a:headEnd type="none" w="med" len="med"/>
              <a:tailEnd type="none" w="med" len="med"/>
            </a:ln>
          </p:spPr>
        </p:sp>
        <p:sp>
          <p:nvSpPr>
            <p:cNvPr id="89141" name="Text Box 8"/>
            <p:cNvSpPr txBox="1"/>
            <p:nvPr/>
          </p:nvSpPr>
          <p:spPr>
            <a:xfrm>
              <a:off x="385" y="1103"/>
              <a:ext cx="228" cy="327"/>
            </a:xfrm>
            <a:prstGeom prst="rect">
              <a:avLst/>
            </a:prstGeom>
            <a:noFill/>
            <a:ln w="28575">
              <a:noFill/>
            </a:ln>
          </p:spPr>
          <p:txBody>
            <a:bodyPr wrap="none">
              <a:spAutoFit/>
            </a:bodyPr>
            <a:p>
              <a:r>
                <a:rPr lang="en-US" altLang="zh-CN" b="0" i="1" dirty="0">
                  <a:solidFill>
                    <a:schemeClr val="bg1"/>
                  </a:solidFill>
                  <a:latin typeface="Times New Roman" panose="02020603050405020304" pitchFamily="18" charset="0"/>
                  <a:ea typeface="宋体" panose="02010600030101010101" pitchFamily="2" charset="-122"/>
                </a:rPr>
                <a:t>u</a:t>
              </a:r>
              <a:endParaRPr lang="en-US" altLang="zh-CN" b="0" dirty="0">
                <a:solidFill>
                  <a:schemeClr val="bg1"/>
                </a:solidFill>
                <a:latin typeface="Times New Roman" panose="02020603050405020304" pitchFamily="18" charset="0"/>
                <a:ea typeface="宋体" panose="02010600030101010101" pitchFamily="2" charset="-122"/>
              </a:endParaRPr>
            </a:p>
          </p:txBody>
        </p:sp>
        <p:sp>
          <p:nvSpPr>
            <p:cNvPr id="89142" name="Line 9"/>
            <p:cNvSpPr/>
            <p:nvPr/>
          </p:nvSpPr>
          <p:spPr>
            <a:xfrm>
              <a:off x="612" y="908"/>
              <a:ext cx="288" cy="0"/>
            </a:xfrm>
            <a:prstGeom prst="line">
              <a:avLst/>
            </a:prstGeom>
            <a:ln w="28575" cap="flat" cmpd="sng">
              <a:solidFill>
                <a:srgbClr val="66FFFF"/>
              </a:solidFill>
              <a:prstDash val="solid"/>
              <a:headEnd type="none" w="med" len="med"/>
              <a:tailEnd type="triangle" w="med" len="med"/>
            </a:ln>
          </p:spPr>
        </p:sp>
        <p:sp>
          <p:nvSpPr>
            <p:cNvPr id="89143" name="Text Box 10"/>
            <p:cNvSpPr txBox="1"/>
            <p:nvPr/>
          </p:nvSpPr>
          <p:spPr>
            <a:xfrm>
              <a:off x="657" y="845"/>
              <a:ext cx="178" cy="327"/>
            </a:xfrm>
            <a:prstGeom prst="rect">
              <a:avLst/>
            </a:prstGeom>
            <a:noFill/>
            <a:ln w="28575">
              <a:noFill/>
            </a:ln>
          </p:spPr>
          <p:txBody>
            <a:bodyPr wrap="none">
              <a:spAutoFit/>
            </a:bodyPr>
            <a:p>
              <a:r>
                <a:rPr lang="en-US" altLang="zh-CN" b="0" i="1" dirty="0">
                  <a:solidFill>
                    <a:schemeClr val="bg1"/>
                  </a:solidFill>
                  <a:latin typeface="Times New Roman" panose="02020603050405020304" pitchFamily="18" charset="0"/>
                  <a:ea typeface="宋体" panose="02010600030101010101" pitchFamily="2" charset="-122"/>
                </a:rPr>
                <a:t>i</a:t>
              </a:r>
              <a:endParaRPr lang="en-US" altLang="zh-CN" b="0" dirty="0">
                <a:solidFill>
                  <a:schemeClr val="bg1"/>
                </a:solidFill>
                <a:latin typeface="Times New Roman" panose="02020603050405020304" pitchFamily="18" charset="0"/>
                <a:ea typeface="宋体" panose="02010600030101010101" pitchFamily="2" charset="-122"/>
              </a:endParaRPr>
            </a:p>
          </p:txBody>
        </p:sp>
        <p:sp>
          <p:nvSpPr>
            <p:cNvPr id="89144" name="Text Box 11"/>
            <p:cNvSpPr txBox="1"/>
            <p:nvPr/>
          </p:nvSpPr>
          <p:spPr>
            <a:xfrm>
              <a:off x="1152" y="1067"/>
              <a:ext cx="253" cy="327"/>
            </a:xfrm>
            <a:prstGeom prst="rect">
              <a:avLst/>
            </a:prstGeom>
            <a:noFill/>
            <a:ln w="28575">
              <a:noFill/>
            </a:ln>
          </p:spPr>
          <p:txBody>
            <a:bodyPr wrap="none">
              <a:spAutoFit/>
            </a:bodyPr>
            <a:p>
              <a:r>
                <a:rPr lang="en-US" altLang="zh-CN" b="0" i="1" dirty="0">
                  <a:solidFill>
                    <a:schemeClr val="bg1"/>
                  </a:solidFill>
                  <a:latin typeface="Times New Roman" panose="02020603050405020304" pitchFamily="18" charset="0"/>
                  <a:ea typeface="宋体" panose="02010600030101010101" pitchFamily="2" charset="-122"/>
                </a:rPr>
                <a:t>R</a:t>
              </a:r>
              <a:endParaRPr lang="en-US" altLang="zh-CN" b="0" i="1" dirty="0">
                <a:solidFill>
                  <a:schemeClr val="bg1"/>
                </a:solidFill>
                <a:latin typeface="Times New Roman" panose="02020603050405020304" pitchFamily="18" charset="0"/>
                <a:ea typeface="宋体" panose="02010600030101010101" pitchFamily="2" charset="-122"/>
              </a:endParaRPr>
            </a:p>
          </p:txBody>
        </p:sp>
        <p:sp>
          <p:nvSpPr>
            <p:cNvPr id="89145" name="Oval 12"/>
            <p:cNvSpPr/>
            <p:nvPr/>
          </p:nvSpPr>
          <p:spPr>
            <a:xfrm>
              <a:off x="464" y="1606"/>
              <a:ext cx="48" cy="48"/>
            </a:xfrm>
            <a:prstGeom prst="ellipse">
              <a:avLst/>
            </a:prstGeom>
            <a:noFill/>
            <a:ln w="28575" cap="flat" cmpd="sng">
              <a:solidFill>
                <a:srgbClr val="FFCC99"/>
              </a:solidFill>
              <a:prstDash val="solid"/>
              <a:headEnd type="none" w="med" len="med"/>
              <a:tailEnd type="none" w="med" len="med"/>
            </a:ln>
          </p:spPr>
          <p:txBody>
            <a:bodyPr wrap="none" anchor="ctr" anchorCtr="0">
              <a:spAutoFit/>
            </a:bodyPr>
            <a:p>
              <a:endParaRPr lang="zh-CN" altLang="en-US" dirty="0">
                <a:latin typeface="楷体_GB2312" pitchFamily="49" charset="-122"/>
              </a:endParaRPr>
            </a:p>
          </p:txBody>
        </p:sp>
        <p:sp>
          <p:nvSpPr>
            <p:cNvPr id="89146" name="Oval 13"/>
            <p:cNvSpPr/>
            <p:nvPr/>
          </p:nvSpPr>
          <p:spPr>
            <a:xfrm>
              <a:off x="464" y="886"/>
              <a:ext cx="48" cy="48"/>
            </a:xfrm>
            <a:prstGeom prst="ellipse">
              <a:avLst/>
            </a:prstGeom>
            <a:noFill/>
            <a:ln w="28575" cap="flat" cmpd="sng">
              <a:solidFill>
                <a:srgbClr val="FFCC99"/>
              </a:solidFill>
              <a:prstDash val="solid"/>
              <a:headEnd type="none" w="med" len="med"/>
              <a:tailEnd type="none" w="med" len="med"/>
            </a:ln>
          </p:spPr>
          <p:txBody>
            <a:bodyPr wrap="none" anchor="ctr" anchorCtr="0">
              <a:spAutoFit/>
            </a:bodyPr>
            <a:p>
              <a:endParaRPr lang="zh-CN" altLang="en-US" dirty="0">
                <a:latin typeface="楷体_GB2312" pitchFamily="49" charset="-122"/>
              </a:endParaRPr>
            </a:p>
          </p:txBody>
        </p:sp>
        <p:sp>
          <p:nvSpPr>
            <p:cNvPr id="89147" name="Text Box 14"/>
            <p:cNvSpPr txBox="1"/>
            <p:nvPr/>
          </p:nvSpPr>
          <p:spPr>
            <a:xfrm>
              <a:off x="393" y="863"/>
              <a:ext cx="242" cy="327"/>
            </a:xfrm>
            <a:prstGeom prst="rect">
              <a:avLst/>
            </a:prstGeom>
            <a:noFill/>
            <a:ln w="28575">
              <a:noFill/>
            </a:ln>
          </p:spPr>
          <p:txBody>
            <a:bodyPr wrap="none">
              <a:spAutoFit/>
            </a:bodyPr>
            <a:p>
              <a:pPr>
                <a:spcBef>
                  <a:spcPct val="50000"/>
                </a:spcBef>
              </a:pPr>
              <a:r>
                <a:rPr lang="en-US" altLang="zh-CN" b="0" dirty="0">
                  <a:solidFill>
                    <a:schemeClr val="bg1"/>
                  </a:solidFill>
                  <a:latin typeface="Times New Roman" panose="02020603050405020304" pitchFamily="18" charset="0"/>
                  <a:ea typeface="宋体" panose="02010600030101010101" pitchFamily="2" charset="-122"/>
                </a:rPr>
                <a:t>+</a:t>
              </a:r>
              <a:endParaRPr lang="en-US" altLang="zh-CN" b="0" dirty="0">
                <a:solidFill>
                  <a:schemeClr val="bg1"/>
                </a:solidFill>
                <a:latin typeface="Times New Roman" panose="02020603050405020304" pitchFamily="18" charset="0"/>
                <a:ea typeface="宋体" panose="02010600030101010101" pitchFamily="2" charset="-122"/>
              </a:endParaRPr>
            </a:p>
          </p:txBody>
        </p:sp>
        <p:sp>
          <p:nvSpPr>
            <p:cNvPr id="89148" name="Text Box 15"/>
            <p:cNvSpPr txBox="1"/>
            <p:nvPr/>
          </p:nvSpPr>
          <p:spPr>
            <a:xfrm>
              <a:off x="405" y="1342"/>
              <a:ext cx="228" cy="327"/>
            </a:xfrm>
            <a:prstGeom prst="rect">
              <a:avLst/>
            </a:prstGeom>
            <a:noFill/>
            <a:ln w="28575">
              <a:noFill/>
            </a:ln>
          </p:spPr>
          <p:txBody>
            <a:bodyPr wrap="none">
              <a:spAutoFit/>
            </a:bodyPr>
            <a:p>
              <a:pPr>
                <a:spcBef>
                  <a:spcPct val="50000"/>
                </a:spcBef>
              </a:pPr>
              <a:r>
                <a:rPr lang="en-US" altLang="zh-CN" b="0" dirty="0">
                  <a:solidFill>
                    <a:schemeClr val="bg1"/>
                  </a:solidFill>
                  <a:latin typeface="宋体" panose="02010600030101010101" pitchFamily="2" charset="-122"/>
                  <a:ea typeface="宋体" panose="02010600030101010101" pitchFamily="2" charset="-122"/>
                </a:rPr>
                <a:t>-</a:t>
              </a:r>
              <a:endParaRPr lang="en-US" altLang="zh-CN" b="0" dirty="0">
                <a:solidFill>
                  <a:schemeClr val="bg1"/>
                </a:solidFill>
                <a:latin typeface="Times New Roman" panose="02020603050405020304" pitchFamily="18" charset="0"/>
                <a:ea typeface="宋体" panose="02010600030101010101" pitchFamily="2" charset="-122"/>
              </a:endParaRPr>
            </a:p>
          </p:txBody>
        </p:sp>
      </p:grpSp>
      <p:sp>
        <p:nvSpPr>
          <p:cNvPr id="28688" name="Text Box 16"/>
          <p:cNvSpPr txBox="1"/>
          <p:nvPr/>
        </p:nvSpPr>
        <p:spPr>
          <a:xfrm>
            <a:off x="2411413" y="1412875"/>
            <a:ext cx="6329362" cy="1163638"/>
          </a:xfrm>
          <a:prstGeom prst="rect">
            <a:avLst/>
          </a:prstGeom>
          <a:noFill/>
          <a:ln w="9525">
            <a:noFill/>
          </a:ln>
        </p:spPr>
        <p:txBody>
          <a:bodyPr wrap="none">
            <a:spAutoFit/>
          </a:bodyPr>
          <a:p>
            <a:pPr>
              <a:spcBef>
                <a:spcPct val="20000"/>
              </a:spcBef>
            </a:pPr>
            <a:r>
              <a:rPr lang="en-US" altLang="zh-CN" sz="3200" b="0" i="1" dirty="0">
                <a:solidFill>
                  <a:schemeClr val="bg1"/>
                </a:solidFill>
                <a:latin typeface="Times New Roman" panose="02020603050405020304" pitchFamily="18" charset="0"/>
                <a:ea typeface="宋体" panose="02010600030101010101" pitchFamily="2" charset="-122"/>
              </a:rPr>
              <a:t>P</a:t>
            </a:r>
            <a:r>
              <a:rPr lang="en-US" altLang="zh-CN" sz="3200" b="0" i="1" baseline="-25000" dirty="0">
                <a:solidFill>
                  <a:schemeClr val="bg1"/>
                </a:solidFill>
                <a:latin typeface="Times New Roman" panose="02020603050405020304" pitchFamily="18" charset="0"/>
                <a:ea typeface="宋体" panose="02010600030101010101" pitchFamily="2" charset="-122"/>
              </a:rPr>
              <a:t>R </a:t>
            </a:r>
            <a:r>
              <a:rPr lang="en-US" altLang="zh-CN" sz="3200" b="0" dirty="0">
                <a:solidFill>
                  <a:schemeClr val="bg1"/>
                </a:solidFill>
                <a:latin typeface="Times New Roman" panose="02020603050405020304" pitchFamily="18" charset="0"/>
                <a:ea typeface="宋体" panose="02010600030101010101" pitchFamily="2" charset="-122"/>
              </a:rPr>
              <a:t>=</a:t>
            </a:r>
            <a:r>
              <a:rPr lang="en-US" altLang="zh-CN" sz="3200" b="0" i="1" dirty="0">
                <a:solidFill>
                  <a:schemeClr val="bg1"/>
                </a:solidFill>
                <a:latin typeface="Times New Roman" panose="02020603050405020304" pitchFamily="18" charset="0"/>
                <a:ea typeface="宋体" panose="02010600030101010101" pitchFamily="2" charset="-122"/>
              </a:rPr>
              <a:t>UI</a:t>
            </a:r>
            <a:r>
              <a:rPr lang="en-US" altLang="zh-CN" sz="3200" b="0" dirty="0">
                <a:solidFill>
                  <a:schemeClr val="bg1"/>
                </a:solidFill>
                <a:latin typeface="Times New Roman" panose="02020603050405020304" pitchFamily="18" charset="0"/>
                <a:ea typeface="宋体" panose="02010600030101010101" pitchFamily="2" charset="-122"/>
              </a:rPr>
              <a:t>cos </a:t>
            </a:r>
            <a:r>
              <a:rPr lang="en-US" altLang="zh-CN" sz="3200" b="0" i="1" dirty="0">
                <a:solidFill>
                  <a:schemeClr val="bg1"/>
                </a:solidFill>
                <a:latin typeface="Times New Roman" panose="02020603050405020304" pitchFamily="18" charset="0"/>
                <a:ea typeface="宋体" panose="02010600030101010101" pitchFamily="2" charset="-122"/>
                <a:sym typeface="Symbol" panose="05050102010706020507" pitchFamily="18" charset="2"/>
              </a:rPr>
              <a:t> </a:t>
            </a:r>
            <a:r>
              <a:rPr lang="en-US" altLang="zh-CN" sz="3200" b="0" dirty="0">
                <a:solidFill>
                  <a:schemeClr val="bg1"/>
                </a:solidFill>
                <a:latin typeface="Times New Roman" panose="02020603050405020304" pitchFamily="18" charset="0"/>
                <a:ea typeface="宋体" panose="02010600030101010101" pitchFamily="2" charset="-122"/>
                <a:sym typeface="Symbol" panose="05050102010706020507" pitchFamily="18" charset="2"/>
              </a:rPr>
              <a:t>=</a:t>
            </a:r>
            <a:r>
              <a:rPr lang="en-US" altLang="zh-CN" sz="3200" b="0" i="1" dirty="0">
                <a:solidFill>
                  <a:schemeClr val="bg1"/>
                </a:solidFill>
                <a:latin typeface="Times New Roman" panose="02020603050405020304" pitchFamily="18" charset="0"/>
                <a:ea typeface="宋体" panose="02010600030101010101" pitchFamily="2" charset="-122"/>
                <a:sym typeface="Symbol" panose="05050102010706020507" pitchFamily="18" charset="2"/>
              </a:rPr>
              <a:t>UI</a:t>
            </a:r>
            <a:r>
              <a:rPr lang="en-US" altLang="zh-CN" sz="3200" b="0" dirty="0">
                <a:solidFill>
                  <a:schemeClr val="bg1"/>
                </a:solidFill>
                <a:latin typeface="Times New Roman" panose="02020603050405020304" pitchFamily="18" charset="0"/>
                <a:ea typeface="宋体" panose="02010600030101010101" pitchFamily="2" charset="-122"/>
                <a:sym typeface="Symbol" panose="05050102010706020507" pitchFamily="18" charset="2"/>
              </a:rPr>
              <a:t>cos0</a:t>
            </a:r>
            <a:r>
              <a:rPr lang="en-US" altLang="zh-CN" b="0" baseline="30000" dirty="0">
                <a:solidFill>
                  <a:schemeClr val="bg1"/>
                </a:solidFill>
                <a:latin typeface="Times New Roman" panose="02020603050405020304" pitchFamily="18" charset="0"/>
                <a:ea typeface="宋体" panose="02010600030101010101" pitchFamily="2" charset="-122"/>
                <a:sym typeface="Symbol" panose="05050102010706020507" pitchFamily="18" charset="2"/>
              </a:rPr>
              <a:t></a:t>
            </a:r>
            <a:r>
              <a:rPr lang="en-US" altLang="zh-CN" sz="3200" b="0" dirty="0">
                <a:solidFill>
                  <a:schemeClr val="bg1"/>
                </a:solidFill>
                <a:latin typeface="Times New Roman" panose="02020603050405020304" pitchFamily="18" charset="0"/>
                <a:ea typeface="宋体" panose="02010600030101010101" pitchFamily="2" charset="-122"/>
                <a:sym typeface="Symbol" panose="05050102010706020507" pitchFamily="18" charset="2"/>
              </a:rPr>
              <a:t> =</a:t>
            </a:r>
            <a:r>
              <a:rPr lang="en-US" altLang="zh-CN" sz="3200" b="0" i="1" dirty="0">
                <a:solidFill>
                  <a:schemeClr val="bg1"/>
                </a:solidFill>
                <a:latin typeface="Times New Roman" panose="02020603050405020304" pitchFamily="18" charset="0"/>
                <a:ea typeface="宋体" panose="02010600030101010101" pitchFamily="2" charset="-122"/>
                <a:sym typeface="Symbol" panose="05050102010706020507" pitchFamily="18" charset="2"/>
              </a:rPr>
              <a:t>UI</a:t>
            </a:r>
            <a:r>
              <a:rPr lang="en-US" altLang="zh-CN" sz="3200" b="0" dirty="0">
                <a:solidFill>
                  <a:schemeClr val="bg1"/>
                </a:solidFill>
                <a:latin typeface="Times New Roman" panose="02020603050405020304" pitchFamily="18" charset="0"/>
                <a:ea typeface="宋体" panose="02010600030101010101" pitchFamily="2" charset="-122"/>
                <a:sym typeface="Symbol" panose="05050102010706020507" pitchFamily="18" charset="2"/>
              </a:rPr>
              <a:t>=</a:t>
            </a:r>
            <a:r>
              <a:rPr lang="en-US" altLang="zh-CN" sz="3200" b="0" i="1" dirty="0">
                <a:solidFill>
                  <a:schemeClr val="bg1"/>
                </a:solidFill>
                <a:latin typeface="Times New Roman" panose="02020603050405020304" pitchFamily="18" charset="0"/>
                <a:ea typeface="宋体" panose="02010600030101010101" pitchFamily="2" charset="-122"/>
                <a:sym typeface="Symbol" panose="05050102010706020507" pitchFamily="18" charset="2"/>
              </a:rPr>
              <a:t>I</a:t>
            </a:r>
            <a:r>
              <a:rPr lang="en-US" altLang="zh-CN" sz="3200" b="0" baseline="30000" dirty="0">
                <a:solidFill>
                  <a:schemeClr val="bg1"/>
                </a:solidFill>
                <a:latin typeface="Times New Roman" panose="02020603050405020304" pitchFamily="18" charset="0"/>
                <a:ea typeface="宋体" panose="02010600030101010101" pitchFamily="2" charset="-122"/>
                <a:sym typeface="Symbol" panose="05050102010706020507" pitchFamily="18" charset="2"/>
              </a:rPr>
              <a:t>2</a:t>
            </a:r>
            <a:r>
              <a:rPr lang="en-US" altLang="zh-CN" sz="3200" b="0" i="1" dirty="0">
                <a:solidFill>
                  <a:schemeClr val="bg1"/>
                </a:solidFill>
                <a:latin typeface="Times New Roman" panose="02020603050405020304" pitchFamily="18" charset="0"/>
                <a:ea typeface="宋体" panose="02010600030101010101" pitchFamily="2" charset="-122"/>
                <a:sym typeface="Symbol" panose="05050102010706020507" pitchFamily="18" charset="2"/>
              </a:rPr>
              <a:t>R</a:t>
            </a:r>
            <a:r>
              <a:rPr lang="en-US" altLang="zh-CN" sz="3200" b="0" dirty="0">
                <a:solidFill>
                  <a:schemeClr val="bg1"/>
                </a:solidFill>
                <a:latin typeface="Times New Roman" panose="02020603050405020304" pitchFamily="18" charset="0"/>
                <a:ea typeface="宋体" panose="02010600030101010101" pitchFamily="2" charset="-122"/>
                <a:sym typeface="Symbol" panose="05050102010706020507" pitchFamily="18" charset="2"/>
              </a:rPr>
              <a:t>=</a:t>
            </a:r>
            <a:r>
              <a:rPr lang="en-US" altLang="zh-CN" sz="3200" b="0" i="1" dirty="0">
                <a:solidFill>
                  <a:schemeClr val="bg1"/>
                </a:solidFill>
                <a:latin typeface="Times New Roman" panose="02020603050405020304" pitchFamily="18" charset="0"/>
                <a:ea typeface="宋体" panose="02010600030101010101" pitchFamily="2" charset="-122"/>
                <a:sym typeface="Symbol" panose="05050102010706020507" pitchFamily="18" charset="2"/>
              </a:rPr>
              <a:t>U</a:t>
            </a:r>
            <a:r>
              <a:rPr lang="en-US" altLang="zh-CN" sz="3200" b="0" baseline="30000" dirty="0">
                <a:solidFill>
                  <a:schemeClr val="bg1"/>
                </a:solidFill>
                <a:latin typeface="Times New Roman" panose="02020603050405020304" pitchFamily="18" charset="0"/>
                <a:ea typeface="宋体" panose="02010600030101010101" pitchFamily="2" charset="-122"/>
                <a:sym typeface="Symbol" panose="05050102010706020507" pitchFamily="18" charset="2"/>
              </a:rPr>
              <a:t>2</a:t>
            </a:r>
            <a:r>
              <a:rPr lang="en-US" altLang="zh-CN" sz="3200" b="0" dirty="0">
                <a:solidFill>
                  <a:schemeClr val="bg1"/>
                </a:solidFill>
                <a:latin typeface="Times New Roman" panose="02020603050405020304" pitchFamily="18" charset="0"/>
                <a:ea typeface="宋体" panose="02010600030101010101" pitchFamily="2" charset="-122"/>
                <a:sym typeface="Symbol" panose="05050102010706020507" pitchFamily="18" charset="2"/>
              </a:rPr>
              <a:t>/</a:t>
            </a:r>
            <a:r>
              <a:rPr lang="en-US" altLang="zh-CN" sz="3200" b="0" i="1" dirty="0">
                <a:solidFill>
                  <a:schemeClr val="bg1"/>
                </a:solidFill>
                <a:latin typeface="Times New Roman" panose="02020603050405020304" pitchFamily="18" charset="0"/>
                <a:ea typeface="宋体" panose="02010600030101010101" pitchFamily="2" charset="-122"/>
                <a:sym typeface="Symbol" panose="05050102010706020507" pitchFamily="18" charset="2"/>
              </a:rPr>
              <a:t>R</a:t>
            </a:r>
            <a:endParaRPr lang="en-US" altLang="zh-CN" sz="3200" b="0" i="1" dirty="0">
              <a:solidFill>
                <a:schemeClr val="bg1"/>
              </a:solidFill>
              <a:latin typeface="Times New Roman" panose="02020603050405020304" pitchFamily="18" charset="0"/>
              <a:ea typeface="宋体" panose="02010600030101010101" pitchFamily="2" charset="-122"/>
              <a:sym typeface="Symbol" panose="05050102010706020507" pitchFamily="18" charset="2"/>
            </a:endParaRPr>
          </a:p>
          <a:p>
            <a:pPr>
              <a:spcBef>
                <a:spcPct val="20000"/>
              </a:spcBef>
            </a:pPr>
            <a:r>
              <a:rPr lang="en-US" altLang="zh-CN" sz="3200" b="0" i="1" dirty="0">
                <a:solidFill>
                  <a:schemeClr val="bg1"/>
                </a:solidFill>
                <a:latin typeface="Times New Roman" panose="02020603050405020304" pitchFamily="18" charset="0"/>
                <a:ea typeface="宋体" panose="02010600030101010101" pitchFamily="2" charset="-122"/>
              </a:rPr>
              <a:t>Q</a:t>
            </a:r>
            <a:r>
              <a:rPr lang="en-US" altLang="zh-CN" sz="3200" b="0" i="1" baseline="-25000" dirty="0">
                <a:solidFill>
                  <a:schemeClr val="bg1"/>
                </a:solidFill>
                <a:latin typeface="Times New Roman" panose="02020603050405020304" pitchFamily="18" charset="0"/>
                <a:ea typeface="宋体" panose="02010600030101010101" pitchFamily="2" charset="-122"/>
              </a:rPr>
              <a:t>R </a:t>
            </a:r>
            <a:r>
              <a:rPr lang="en-US" altLang="zh-CN" sz="3200" b="0" dirty="0">
                <a:solidFill>
                  <a:schemeClr val="bg1"/>
                </a:solidFill>
                <a:latin typeface="Times New Roman" panose="02020603050405020304" pitchFamily="18" charset="0"/>
                <a:ea typeface="宋体" panose="02010600030101010101" pitchFamily="2" charset="-122"/>
              </a:rPr>
              <a:t>=</a:t>
            </a:r>
            <a:r>
              <a:rPr lang="en-US" altLang="zh-CN" sz="3200" b="0" i="1" dirty="0">
                <a:solidFill>
                  <a:schemeClr val="bg1"/>
                </a:solidFill>
                <a:latin typeface="Times New Roman" panose="02020603050405020304" pitchFamily="18" charset="0"/>
                <a:ea typeface="宋体" panose="02010600030101010101" pitchFamily="2" charset="-122"/>
              </a:rPr>
              <a:t>UI</a:t>
            </a:r>
            <a:r>
              <a:rPr lang="en-US" altLang="zh-CN" sz="3200" b="0" dirty="0">
                <a:solidFill>
                  <a:schemeClr val="bg1"/>
                </a:solidFill>
                <a:latin typeface="Times New Roman" panose="02020603050405020304" pitchFamily="18" charset="0"/>
                <a:ea typeface="宋体" panose="02010600030101010101" pitchFamily="2" charset="-122"/>
              </a:rPr>
              <a:t>sin </a:t>
            </a:r>
            <a:r>
              <a:rPr lang="en-US" altLang="zh-CN" sz="3200" b="0" i="1" dirty="0">
                <a:solidFill>
                  <a:schemeClr val="bg1"/>
                </a:solidFill>
                <a:latin typeface="Times New Roman" panose="02020603050405020304" pitchFamily="18" charset="0"/>
                <a:ea typeface="宋体" panose="02010600030101010101" pitchFamily="2" charset="-122"/>
                <a:sym typeface="Symbol" panose="05050102010706020507" pitchFamily="18" charset="2"/>
              </a:rPr>
              <a:t> </a:t>
            </a:r>
            <a:r>
              <a:rPr lang="en-US" altLang="zh-CN" sz="3200" b="0" dirty="0">
                <a:solidFill>
                  <a:schemeClr val="bg1"/>
                </a:solidFill>
                <a:latin typeface="Times New Roman" panose="02020603050405020304" pitchFamily="18" charset="0"/>
                <a:ea typeface="宋体" panose="02010600030101010101" pitchFamily="2" charset="-122"/>
                <a:sym typeface="Symbol" panose="05050102010706020507" pitchFamily="18" charset="2"/>
              </a:rPr>
              <a:t>=</a:t>
            </a:r>
            <a:r>
              <a:rPr lang="en-US" altLang="zh-CN" sz="3200" b="0" i="1" dirty="0">
                <a:solidFill>
                  <a:schemeClr val="bg1"/>
                </a:solidFill>
                <a:latin typeface="Times New Roman" panose="02020603050405020304" pitchFamily="18" charset="0"/>
                <a:ea typeface="宋体" panose="02010600030101010101" pitchFamily="2" charset="-122"/>
                <a:sym typeface="Symbol" panose="05050102010706020507" pitchFamily="18" charset="2"/>
              </a:rPr>
              <a:t>UI</a:t>
            </a:r>
            <a:r>
              <a:rPr lang="en-US" altLang="zh-CN" sz="3200" b="0" dirty="0">
                <a:solidFill>
                  <a:schemeClr val="bg1"/>
                </a:solidFill>
                <a:latin typeface="Times New Roman" panose="02020603050405020304" pitchFamily="18" charset="0"/>
                <a:ea typeface="宋体" panose="02010600030101010101" pitchFamily="2" charset="-122"/>
                <a:sym typeface="Symbol" panose="05050102010706020507" pitchFamily="18" charset="2"/>
              </a:rPr>
              <a:t>sin0</a:t>
            </a:r>
            <a:r>
              <a:rPr lang="en-US" altLang="zh-CN" b="0" baseline="30000" dirty="0">
                <a:solidFill>
                  <a:schemeClr val="bg1"/>
                </a:solidFill>
                <a:latin typeface="Times New Roman" panose="02020603050405020304" pitchFamily="18" charset="0"/>
                <a:ea typeface="宋体" panose="02010600030101010101" pitchFamily="2" charset="-122"/>
                <a:sym typeface="Symbol" panose="05050102010706020507" pitchFamily="18" charset="2"/>
              </a:rPr>
              <a:t></a:t>
            </a:r>
            <a:r>
              <a:rPr lang="en-US" altLang="zh-CN" sz="3200" b="0" dirty="0">
                <a:solidFill>
                  <a:schemeClr val="bg1"/>
                </a:solidFill>
                <a:latin typeface="Times New Roman" panose="02020603050405020304" pitchFamily="18" charset="0"/>
                <a:ea typeface="宋体" panose="02010600030101010101" pitchFamily="2" charset="-122"/>
                <a:sym typeface="Symbol" panose="05050102010706020507" pitchFamily="18" charset="2"/>
              </a:rPr>
              <a:t> =0</a:t>
            </a:r>
            <a:endParaRPr lang="en-US" altLang="zh-CN" sz="3200" b="0" dirty="0">
              <a:solidFill>
                <a:schemeClr val="bg1"/>
              </a:solidFill>
              <a:latin typeface="Times New Roman" panose="02020603050405020304" pitchFamily="18" charset="0"/>
              <a:ea typeface="宋体" panose="02010600030101010101" pitchFamily="2" charset="-122"/>
              <a:sym typeface="Symbol" panose="05050102010706020507" pitchFamily="18" charset="2"/>
            </a:endParaRPr>
          </a:p>
        </p:txBody>
      </p:sp>
      <p:sp>
        <p:nvSpPr>
          <p:cNvPr id="28708" name="Text Box 36"/>
          <p:cNvSpPr txBox="1"/>
          <p:nvPr/>
        </p:nvSpPr>
        <p:spPr>
          <a:xfrm>
            <a:off x="2411413" y="3213100"/>
            <a:ext cx="6119812" cy="1163638"/>
          </a:xfrm>
          <a:prstGeom prst="rect">
            <a:avLst/>
          </a:prstGeom>
          <a:noFill/>
          <a:ln w="9525">
            <a:noFill/>
          </a:ln>
        </p:spPr>
        <p:txBody>
          <a:bodyPr>
            <a:spAutoFit/>
          </a:bodyPr>
          <a:p>
            <a:pPr>
              <a:spcBef>
                <a:spcPct val="20000"/>
              </a:spcBef>
            </a:pPr>
            <a:r>
              <a:rPr lang="en-US" altLang="zh-CN" sz="3200" b="0" i="1" dirty="0">
                <a:solidFill>
                  <a:schemeClr val="bg1"/>
                </a:solidFill>
                <a:latin typeface="Times New Roman" panose="02020603050405020304" pitchFamily="18" charset="0"/>
                <a:ea typeface="宋体" panose="02010600030101010101" pitchFamily="2" charset="-122"/>
              </a:rPr>
              <a:t>P</a:t>
            </a:r>
            <a:r>
              <a:rPr lang="en-US" altLang="zh-CN" sz="3200" b="0" i="1" baseline="-25000" dirty="0">
                <a:solidFill>
                  <a:schemeClr val="bg1"/>
                </a:solidFill>
                <a:latin typeface="Times New Roman" panose="02020603050405020304" pitchFamily="18" charset="0"/>
                <a:ea typeface="宋体" panose="02010600030101010101" pitchFamily="2" charset="-122"/>
              </a:rPr>
              <a:t>L</a:t>
            </a:r>
            <a:r>
              <a:rPr lang="en-US" altLang="zh-CN" sz="3200" b="0" dirty="0">
                <a:solidFill>
                  <a:schemeClr val="bg1"/>
                </a:solidFill>
                <a:latin typeface="Times New Roman" panose="02020603050405020304" pitchFamily="18" charset="0"/>
                <a:ea typeface="宋体" panose="02010600030101010101" pitchFamily="2" charset="-122"/>
              </a:rPr>
              <a:t>=</a:t>
            </a:r>
            <a:r>
              <a:rPr lang="en-US" altLang="zh-CN" sz="3200" b="0" i="1" dirty="0">
                <a:solidFill>
                  <a:schemeClr val="bg1"/>
                </a:solidFill>
                <a:latin typeface="Times New Roman" panose="02020603050405020304" pitchFamily="18" charset="0"/>
                <a:ea typeface="宋体" panose="02010600030101010101" pitchFamily="2" charset="-122"/>
              </a:rPr>
              <a:t>UI</a:t>
            </a:r>
            <a:r>
              <a:rPr lang="en-US" altLang="zh-CN" sz="3200" b="0" dirty="0">
                <a:solidFill>
                  <a:schemeClr val="bg1"/>
                </a:solidFill>
                <a:latin typeface="Times New Roman" panose="02020603050405020304" pitchFamily="18" charset="0"/>
                <a:ea typeface="宋体" panose="02010600030101010101" pitchFamily="2" charset="-122"/>
              </a:rPr>
              <a:t>cos </a:t>
            </a:r>
            <a:r>
              <a:rPr lang="en-US" altLang="zh-CN" sz="3200" b="0" i="1" dirty="0">
                <a:solidFill>
                  <a:schemeClr val="bg1"/>
                </a:solidFill>
                <a:latin typeface="Times New Roman" panose="02020603050405020304" pitchFamily="18" charset="0"/>
                <a:ea typeface="宋体" panose="02010600030101010101" pitchFamily="2" charset="-122"/>
                <a:sym typeface="Symbol" panose="05050102010706020507" pitchFamily="18" charset="2"/>
              </a:rPr>
              <a:t> </a:t>
            </a:r>
            <a:r>
              <a:rPr lang="en-US" altLang="zh-CN" sz="3200" b="0" dirty="0">
                <a:solidFill>
                  <a:schemeClr val="bg1"/>
                </a:solidFill>
                <a:latin typeface="Times New Roman" panose="02020603050405020304" pitchFamily="18" charset="0"/>
                <a:ea typeface="宋体" panose="02010600030101010101" pitchFamily="2" charset="-122"/>
                <a:sym typeface="Symbol" panose="05050102010706020507" pitchFamily="18" charset="2"/>
              </a:rPr>
              <a:t>=</a:t>
            </a:r>
            <a:r>
              <a:rPr lang="en-US" altLang="zh-CN" sz="3200" b="0" i="1" dirty="0">
                <a:solidFill>
                  <a:schemeClr val="bg1"/>
                </a:solidFill>
                <a:latin typeface="Times New Roman" panose="02020603050405020304" pitchFamily="18" charset="0"/>
                <a:ea typeface="宋体" panose="02010600030101010101" pitchFamily="2" charset="-122"/>
                <a:sym typeface="Symbol" panose="05050102010706020507" pitchFamily="18" charset="2"/>
              </a:rPr>
              <a:t>UI</a:t>
            </a:r>
            <a:r>
              <a:rPr lang="en-US" altLang="zh-CN" sz="3200" b="0" dirty="0">
                <a:solidFill>
                  <a:schemeClr val="bg1"/>
                </a:solidFill>
                <a:latin typeface="Times New Roman" panose="02020603050405020304" pitchFamily="18" charset="0"/>
                <a:ea typeface="宋体" panose="02010600030101010101" pitchFamily="2" charset="-122"/>
                <a:sym typeface="Symbol" panose="05050102010706020507" pitchFamily="18" charset="2"/>
              </a:rPr>
              <a:t>cos90</a:t>
            </a:r>
            <a:r>
              <a:rPr lang="en-US" altLang="zh-CN" b="0" baseline="30000" dirty="0">
                <a:solidFill>
                  <a:schemeClr val="bg1"/>
                </a:solidFill>
                <a:latin typeface="Times New Roman" panose="02020603050405020304" pitchFamily="18" charset="0"/>
                <a:ea typeface="宋体" panose="02010600030101010101" pitchFamily="2" charset="-122"/>
                <a:sym typeface="Symbol" panose="05050102010706020507" pitchFamily="18" charset="2"/>
              </a:rPr>
              <a:t></a:t>
            </a:r>
            <a:r>
              <a:rPr lang="en-US" altLang="zh-CN" sz="3200" b="0" dirty="0">
                <a:solidFill>
                  <a:schemeClr val="bg1"/>
                </a:solidFill>
                <a:latin typeface="Times New Roman" panose="02020603050405020304" pitchFamily="18" charset="0"/>
                <a:ea typeface="宋体" panose="02010600030101010101" pitchFamily="2" charset="-122"/>
                <a:sym typeface="Symbol" panose="05050102010706020507" pitchFamily="18" charset="2"/>
              </a:rPr>
              <a:t> =0</a:t>
            </a:r>
            <a:endParaRPr lang="en-US" altLang="zh-CN" sz="3200" b="0" i="1" dirty="0">
              <a:solidFill>
                <a:schemeClr val="bg1"/>
              </a:solidFill>
              <a:latin typeface="Times New Roman" panose="02020603050405020304" pitchFamily="18" charset="0"/>
              <a:ea typeface="宋体" panose="02010600030101010101" pitchFamily="2" charset="-122"/>
              <a:sym typeface="Symbol" panose="05050102010706020507" pitchFamily="18" charset="2"/>
            </a:endParaRPr>
          </a:p>
          <a:p>
            <a:pPr>
              <a:spcBef>
                <a:spcPct val="20000"/>
              </a:spcBef>
            </a:pPr>
            <a:r>
              <a:rPr lang="en-US" altLang="zh-CN" sz="3200" b="0" i="1" dirty="0">
                <a:solidFill>
                  <a:schemeClr val="bg1"/>
                </a:solidFill>
                <a:latin typeface="Times New Roman" panose="02020603050405020304" pitchFamily="18" charset="0"/>
                <a:ea typeface="宋体" panose="02010600030101010101" pitchFamily="2" charset="-122"/>
              </a:rPr>
              <a:t>Q</a:t>
            </a:r>
            <a:r>
              <a:rPr lang="en-US" altLang="zh-CN" sz="3200" b="0" i="1" baseline="-25000" dirty="0">
                <a:solidFill>
                  <a:schemeClr val="bg1"/>
                </a:solidFill>
                <a:latin typeface="Times New Roman" panose="02020603050405020304" pitchFamily="18" charset="0"/>
                <a:ea typeface="宋体" panose="02010600030101010101" pitchFamily="2" charset="-122"/>
              </a:rPr>
              <a:t>L </a:t>
            </a:r>
            <a:r>
              <a:rPr lang="en-US" altLang="zh-CN" sz="3200" b="0" dirty="0">
                <a:solidFill>
                  <a:schemeClr val="bg1"/>
                </a:solidFill>
                <a:latin typeface="Times New Roman" panose="02020603050405020304" pitchFamily="18" charset="0"/>
                <a:ea typeface="宋体" panose="02010600030101010101" pitchFamily="2" charset="-122"/>
              </a:rPr>
              <a:t>=</a:t>
            </a:r>
            <a:r>
              <a:rPr lang="en-US" altLang="zh-CN" sz="3200" b="0" i="1" dirty="0">
                <a:solidFill>
                  <a:schemeClr val="bg1"/>
                </a:solidFill>
                <a:latin typeface="Times New Roman" panose="02020603050405020304" pitchFamily="18" charset="0"/>
                <a:ea typeface="宋体" panose="02010600030101010101" pitchFamily="2" charset="-122"/>
              </a:rPr>
              <a:t>UI</a:t>
            </a:r>
            <a:r>
              <a:rPr lang="en-US" altLang="zh-CN" sz="3200" b="0" dirty="0">
                <a:solidFill>
                  <a:schemeClr val="bg1"/>
                </a:solidFill>
                <a:latin typeface="Times New Roman" panose="02020603050405020304" pitchFamily="18" charset="0"/>
                <a:ea typeface="宋体" panose="02010600030101010101" pitchFamily="2" charset="-122"/>
              </a:rPr>
              <a:t>sin </a:t>
            </a:r>
            <a:r>
              <a:rPr lang="en-US" altLang="zh-CN" sz="3200" b="0" i="1" dirty="0">
                <a:solidFill>
                  <a:schemeClr val="bg1"/>
                </a:solidFill>
                <a:latin typeface="Times New Roman" panose="02020603050405020304" pitchFamily="18" charset="0"/>
                <a:ea typeface="宋体" panose="02010600030101010101" pitchFamily="2" charset="-122"/>
                <a:sym typeface="Symbol" panose="05050102010706020507" pitchFamily="18" charset="2"/>
              </a:rPr>
              <a:t> </a:t>
            </a:r>
            <a:r>
              <a:rPr lang="en-US" altLang="zh-CN" sz="3200" b="0" dirty="0">
                <a:solidFill>
                  <a:schemeClr val="bg1"/>
                </a:solidFill>
                <a:latin typeface="Times New Roman" panose="02020603050405020304" pitchFamily="18" charset="0"/>
                <a:ea typeface="宋体" panose="02010600030101010101" pitchFamily="2" charset="-122"/>
                <a:sym typeface="Symbol" panose="05050102010706020507" pitchFamily="18" charset="2"/>
              </a:rPr>
              <a:t>=</a:t>
            </a:r>
            <a:r>
              <a:rPr lang="en-US" altLang="zh-CN" sz="3200" b="0" i="1" dirty="0">
                <a:solidFill>
                  <a:schemeClr val="bg1"/>
                </a:solidFill>
                <a:latin typeface="Times New Roman" panose="02020603050405020304" pitchFamily="18" charset="0"/>
                <a:ea typeface="宋体" panose="02010600030101010101" pitchFamily="2" charset="-122"/>
                <a:sym typeface="Symbol" panose="05050102010706020507" pitchFamily="18" charset="2"/>
              </a:rPr>
              <a:t>UI</a:t>
            </a:r>
            <a:r>
              <a:rPr lang="en-US" altLang="zh-CN" sz="3200" b="0" dirty="0">
                <a:solidFill>
                  <a:schemeClr val="bg1"/>
                </a:solidFill>
                <a:latin typeface="Times New Roman" panose="02020603050405020304" pitchFamily="18" charset="0"/>
                <a:ea typeface="宋体" panose="02010600030101010101" pitchFamily="2" charset="-122"/>
                <a:sym typeface="Symbol" panose="05050102010706020507" pitchFamily="18" charset="2"/>
              </a:rPr>
              <a:t>sin90</a:t>
            </a:r>
            <a:r>
              <a:rPr lang="en-US" altLang="zh-CN" b="0" baseline="30000" dirty="0">
                <a:solidFill>
                  <a:schemeClr val="bg1"/>
                </a:solidFill>
                <a:latin typeface="Times New Roman" panose="02020603050405020304" pitchFamily="18" charset="0"/>
                <a:ea typeface="宋体" panose="02010600030101010101" pitchFamily="2" charset="-122"/>
                <a:sym typeface="Symbol" panose="05050102010706020507" pitchFamily="18" charset="2"/>
              </a:rPr>
              <a:t></a:t>
            </a:r>
            <a:r>
              <a:rPr lang="en-US" altLang="zh-CN" sz="3200" b="0" dirty="0">
                <a:solidFill>
                  <a:schemeClr val="bg1"/>
                </a:solidFill>
                <a:latin typeface="Times New Roman" panose="02020603050405020304" pitchFamily="18" charset="0"/>
                <a:ea typeface="宋体" panose="02010600030101010101" pitchFamily="2" charset="-122"/>
                <a:sym typeface="Symbol" panose="05050102010706020507" pitchFamily="18" charset="2"/>
              </a:rPr>
              <a:t> =</a:t>
            </a:r>
            <a:r>
              <a:rPr lang="en-US" altLang="zh-CN" sz="3200" b="0" i="1" dirty="0">
                <a:solidFill>
                  <a:schemeClr val="bg1"/>
                </a:solidFill>
                <a:latin typeface="Times New Roman" panose="02020603050405020304" pitchFamily="18" charset="0"/>
                <a:ea typeface="宋体" panose="02010600030101010101" pitchFamily="2" charset="-122"/>
                <a:sym typeface="Symbol" panose="05050102010706020507" pitchFamily="18" charset="2"/>
              </a:rPr>
              <a:t>UI=I</a:t>
            </a:r>
            <a:r>
              <a:rPr lang="en-US" altLang="zh-CN" sz="3200" b="0" baseline="30000" dirty="0">
                <a:solidFill>
                  <a:schemeClr val="bg1"/>
                </a:solidFill>
                <a:latin typeface="Times New Roman" panose="02020603050405020304" pitchFamily="18" charset="0"/>
                <a:ea typeface="宋体" panose="02010600030101010101" pitchFamily="2" charset="-122"/>
                <a:sym typeface="Symbol" panose="05050102010706020507" pitchFamily="18" charset="2"/>
              </a:rPr>
              <a:t>2</a:t>
            </a:r>
            <a:r>
              <a:rPr lang="en-US" altLang="zh-CN" sz="3200" b="0" i="1" dirty="0">
                <a:solidFill>
                  <a:schemeClr val="bg1"/>
                </a:solidFill>
                <a:latin typeface="Times New Roman" panose="02020603050405020304" pitchFamily="18" charset="0"/>
                <a:ea typeface="宋体" panose="02010600030101010101" pitchFamily="2" charset="-122"/>
                <a:sym typeface="Symbol" panose="05050102010706020507" pitchFamily="18" charset="2"/>
              </a:rPr>
              <a:t>X</a:t>
            </a:r>
            <a:r>
              <a:rPr lang="en-US" altLang="zh-CN" sz="3200" b="0" i="1" baseline="-25000" dirty="0">
                <a:solidFill>
                  <a:schemeClr val="bg1"/>
                </a:solidFill>
                <a:latin typeface="Times New Roman" panose="02020603050405020304" pitchFamily="18" charset="0"/>
                <a:ea typeface="宋体" panose="02010600030101010101" pitchFamily="2" charset="-122"/>
                <a:sym typeface="Symbol" panose="05050102010706020507" pitchFamily="18" charset="2"/>
              </a:rPr>
              <a:t>L</a:t>
            </a:r>
            <a:endParaRPr lang="en-US" altLang="zh-CN" sz="3200" b="0" i="1" baseline="-25000" dirty="0">
              <a:solidFill>
                <a:schemeClr val="bg1"/>
              </a:solidFill>
              <a:latin typeface="Times New Roman" panose="02020603050405020304" pitchFamily="18" charset="0"/>
              <a:ea typeface="宋体" panose="02010600030101010101" pitchFamily="2" charset="-122"/>
              <a:sym typeface="Symbol" panose="05050102010706020507" pitchFamily="18" charset="2"/>
            </a:endParaRPr>
          </a:p>
        </p:txBody>
      </p:sp>
      <p:grpSp>
        <p:nvGrpSpPr>
          <p:cNvPr id="3" name="Group 97"/>
          <p:cNvGrpSpPr/>
          <p:nvPr/>
        </p:nvGrpSpPr>
        <p:grpSpPr>
          <a:xfrm>
            <a:off x="611188" y="4508500"/>
            <a:ext cx="1657350" cy="1670050"/>
            <a:chOff x="385" y="2840"/>
            <a:chExt cx="1044" cy="1052"/>
          </a:xfrm>
        </p:grpSpPr>
        <p:sp>
          <p:nvSpPr>
            <p:cNvPr id="89123" name="Freeform 39"/>
            <p:cNvSpPr/>
            <p:nvPr/>
          </p:nvSpPr>
          <p:spPr>
            <a:xfrm>
              <a:off x="1096" y="3142"/>
              <a:ext cx="1" cy="306"/>
            </a:xfrm>
            <a:custGeom>
              <a:avLst/>
              <a:gdLst>
                <a:gd name="txL" fmla="*/ 0 w 1"/>
                <a:gd name="txT" fmla="*/ 0 h 306"/>
                <a:gd name="txR" fmla="*/ 1 w 1"/>
                <a:gd name="txB" fmla="*/ 306 h 306"/>
              </a:gdLst>
              <a:ahLst/>
              <a:cxnLst>
                <a:cxn ang="0">
                  <a:pos x="1" y="306"/>
                </a:cxn>
                <a:cxn ang="0">
                  <a:pos x="0" y="0"/>
                </a:cxn>
              </a:cxnLst>
              <a:rect l="txL" t="txT" r="txR" b="txB"/>
              <a:pathLst>
                <a:path w="1" h="306">
                  <a:moveTo>
                    <a:pt x="1" y="306"/>
                  </a:moveTo>
                  <a:lnTo>
                    <a:pt x="0" y="0"/>
                  </a:lnTo>
                </a:path>
              </a:pathLst>
            </a:custGeom>
            <a:noFill/>
            <a:ln w="28575" cap="flat" cmpd="sng">
              <a:solidFill>
                <a:srgbClr val="FFCC00"/>
              </a:solidFill>
              <a:prstDash val="solid"/>
              <a:round/>
              <a:headEnd type="none" w="med" len="med"/>
              <a:tailEnd type="none" w="med" len="med"/>
            </a:ln>
          </p:spPr>
          <p:txBody>
            <a:bodyPr wrap="none" anchor="ctr" anchorCtr="0"/>
            <a:p>
              <a:endParaRPr lang="zh-CN" altLang="en-US" dirty="0">
                <a:latin typeface="楷体_GB2312" pitchFamily="49" charset="-122"/>
              </a:endParaRPr>
            </a:p>
          </p:txBody>
        </p:sp>
        <p:sp>
          <p:nvSpPr>
            <p:cNvPr id="89124" name="Freeform 40"/>
            <p:cNvSpPr/>
            <p:nvPr/>
          </p:nvSpPr>
          <p:spPr>
            <a:xfrm>
              <a:off x="1090" y="3556"/>
              <a:ext cx="1" cy="312"/>
            </a:xfrm>
            <a:custGeom>
              <a:avLst/>
              <a:gdLst>
                <a:gd name="txL" fmla="*/ 0 w 1"/>
                <a:gd name="txT" fmla="*/ 0 h 312"/>
                <a:gd name="txR" fmla="*/ 1 w 1"/>
                <a:gd name="txB" fmla="*/ 312 h 312"/>
              </a:gdLst>
              <a:ahLst/>
              <a:cxnLst>
                <a:cxn ang="0">
                  <a:pos x="1" y="0"/>
                </a:cxn>
                <a:cxn ang="0">
                  <a:pos x="0" y="312"/>
                </a:cxn>
              </a:cxnLst>
              <a:rect l="txL" t="txT" r="txR" b="txB"/>
              <a:pathLst>
                <a:path w="1" h="312">
                  <a:moveTo>
                    <a:pt x="1" y="0"/>
                  </a:moveTo>
                  <a:lnTo>
                    <a:pt x="0" y="312"/>
                  </a:lnTo>
                </a:path>
              </a:pathLst>
            </a:custGeom>
            <a:noFill/>
            <a:ln w="28575" cap="flat" cmpd="sng">
              <a:solidFill>
                <a:srgbClr val="FFCC00"/>
              </a:solidFill>
              <a:prstDash val="solid"/>
              <a:round/>
              <a:headEnd type="none" w="med" len="med"/>
              <a:tailEnd type="none" w="med" len="med"/>
            </a:ln>
          </p:spPr>
          <p:txBody>
            <a:bodyPr wrap="none" anchor="ctr" anchorCtr="0"/>
            <a:p>
              <a:endParaRPr lang="zh-CN" altLang="en-US" dirty="0">
                <a:latin typeface="楷体_GB2312" pitchFamily="49" charset="-122"/>
              </a:endParaRPr>
            </a:p>
          </p:txBody>
        </p:sp>
        <p:sp>
          <p:nvSpPr>
            <p:cNvPr id="89125" name="Freeform 41"/>
            <p:cNvSpPr/>
            <p:nvPr/>
          </p:nvSpPr>
          <p:spPr>
            <a:xfrm>
              <a:off x="520" y="3142"/>
              <a:ext cx="576" cy="6"/>
            </a:xfrm>
            <a:custGeom>
              <a:avLst/>
              <a:gdLst>
                <a:gd name="txL" fmla="*/ 0 w 576"/>
                <a:gd name="txT" fmla="*/ 0 h 6"/>
                <a:gd name="txR" fmla="*/ 576 w 576"/>
                <a:gd name="txB" fmla="*/ 6 h 6"/>
              </a:gdLst>
              <a:ahLst/>
              <a:cxnLst>
                <a:cxn ang="0">
                  <a:pos x="0" y="6"/>
                </a:cxn>
                <a:cxn ang="0">
                  <a:pos x="576" y="0"/>
                </a:cxn>
              </a:cxnLst>
              <a:rect l="txL" t="txT" r="txR" b="txB"/>
              <a:pathLst>
                <a:path w="576" h="6">
                  <a:moveTo>
                    <a:pt x="0" y="6"/>
                  </a:moveTo>
                  <a:lnTo>
                    <a:pt x="576" y="0"/>
                  </a:lnTo>
                </a:path>
              </a:pathLst>
            </a:custGeom>
            <a:noFill/>
            <a:ln w="28575" cap="flat" cmpd="sng">
              <a:solidFill>
                <a:srgbClr val="FFCC00"/>
              </a:solidFill>
              <a:prstDash val="solid"/>
              <a:round/>
              <a:headEnd type="none" w="med" len="med"/>
              <a:tailEnd type="none" w="med" len="med"/>
            </a:ln>
          </p:spPr>
          <p:txBody>
            <a:bodyPr wrap="none" anchor="ctr" anchorCtr="0"/>
            <a:p>
              <a:endParaRPr lang="zh-CN" altLang="en-US" dirty="0">
                <a:latin typeface="楷体_GB2312" pitchFamily="49" charset="-122"/>
              </a:endParaRPr>
            </a:p>
          </p:txBody>
        </p:sp>
        <p:sp>
          <p:nvSpPr>
            <p:cNvPr id="89126" name="Freeform 42"/>
            <p:cNvSpPr/>
            <p:nvPr/>
          </p:nvSpPr>
          <p:spPr>
            <a:xfrm>
              <a:off x="517" y="3862"/>
              <a:ext cx="570" cy="3"/>
            </a:xfrm>
            <a:custGeom>
              <a:avLst/>
              <a:gdLst>
                <a:gd name="txL" fmla="*/ 0 w 570"/>
                <a:gd name="txT" fmla="*/ 0 h 3"/>
                <a:gd name="txR" fmla="*/ 570 w 570"/>
                <a:gd name="txB" fmla="*/ 3 h 3"/>
              </a:gdLst>
              <a:ahLst/>
              <a:cxnLst>
                <a:cxn ang="0">
                  <a:pos x="0" y="3"/>
                </a:cxn>
                <a:cxn ang="0">
                  <a:pos x="570" y="0"/>
                </a:cxn>
              </a:cxnLst>
              <a:rect l="txL" t="txT" r="txR" b="txB"/>
              <a:pathLst>
                <a:path w="570" h="3">
                  <a:moveTo>
                    <a:pt x="0" y="3"/>
                  </a:moveTo>
                  <a:lnTo>
                    <a:pt x="570" y="0"/>
                  </a:lnTo>
                </a:path>
              </a:pathLst>
            </a:custGeom>
            <a:noFill/>
            <a:ln w="28575" cap="flat" cmpd="sng">
              <a:solidFill>
                <a:srgbClr val="FFCC00"/>
              </a:solidFill>
              <a:prstDash val="solid"/>
              <a:round/>
              <a:headEnd type="none" w="med" len="med"/>
              <a:tailEnd type="none" w="med" len="med"/>
            </a:ln>
          </p:spPr>
          <p:txBody>
            <a:bodyPr wrap="none" anchor="ctr" anchorCtr="0"/>
            <a:p>
              <a:endParaRPr lang="zh-CN" altLang="en-US" dirty="0">
                <a:latin typeface="楷体_GB2312" pitchFamily="49" charset="-122"/>
              </a:endParaRPr>
            </a:p>
          </p:txBody>
        </p:sp>
        <p:sp>
          <p:nvSpPr>
            <p:cNvPr id="89127" name="Line 43"/>
            <p:cNvSpPr/>
            <p:nvPr/>
          </p:nvSpPr>
          <p:spPr>
            <a:xfrm>
              <a:off x="612" y="3149"/>
              <a:ext cx="288" cy="0"/>
            </a:xfrm>
            <a:prstGeom prst="line">
              <a:avLst/>
            </a:prstGeom>
            <a:ln w="28575" cap="flat" cmpd="sng">
              <a:solidFill>
                <a:srgbClr val="00FFFF"/>
              </a:solidFill>
              <a:prstDash val="solid"/>
              <a:headEnd type="none" w="med" len="med"/>
              <a:tailEnd type="triangle" w="med" len="med"/>
            </a:ln>
          </p:spPr>
        </p:sp>
        <p:sp>
          <p:nvSpPr>
            <p:cNvPr id="89128" name="Text Box 44"/>
            <p:cNvSpPr txBox="1"/>
            <p:nvPr/>
          </p:nvSpPr>
          <p:spPr>
            <a:xfrm>
              <a:off x="657" y="2840"/>
              <a:ext cx="178" cy="327"/>
            </a:xfrm>
            <a:prstGeom prst="rect">
              <a:avLst/>
            </a:prstGeom>
            <a:noFill/>
            <a:ln w="28575">
              <a:noFill/>
            </a:ln>
          </p:spPr>
          <p:txBody>
            <a:bodyPr wrap="none">
              <a:spAutoFit/>
            </a:bodyPr>
            <a:p>
              <a:r>
                <a:rPr lang="en-US" altLang="zh-CN" b="0" i="1" dirty="0">
                  <a:solidFill>
                    <a:schemeClr val="bg1"/>
                  </a:solidFill>
                  <a:latin typeface="Times New Roman" panose="02020603050405020304" pitchFamily="18" charset="0"/>
                  <a:ea typeface="宋体" panose="02010600030101010101" pitchFamily="2" charset="-122"/>
                </a:rPr>
                <a:t>i</a:t>
              </a:r>
              <a:endParaRPr lang="en-US" altLang="zh-CN" b="0" dirty="0">
                <a:solidFill>
                  <a:schemeClr val="bg1"/>
                </a:solidFill>
                <a:latin typeface="Times New Roman" panose="02020603050405020304" pitchFamily="18" charset="0"/>
                <a:ea typeface="宋体" panose="02010600030101010101" pitchFamily="2" charset="-122"/>
              </a:endParaRPr>
            </a:p>
          </p:txBody>
        </p:sp>
        <p:sp>
          <p:nvSpPr>
            <p:cNvPr id="89129" name="Text Box 45"/>
            <p:cNvSpPr txBox="1"/>
            <p:nvPr/>
          </p:nvSpPr>
          <p:spPr>
            <a:xfrm>
              <a:off x="400" y="3358"/>
              <a:ext cx="245" cy="327"/>
            </a:xfrm>
            <a:prstGeom prst="rect">
              <a:avLst/>
            </a:prstGeom>
            <a:noFill/>
            <a:ln w="28575">
              <a:noFill/>
            </a:ln>
          </p:spPr>
          <p:txBody>
            <a:bodyPr>
              <a:spAutoFit/>
            </a:bodyPr>
            <a:p>
              <a:r>
                <a:rPr lang="en-US" altLang="zh-CN" b="0" i="1" dirty="0">
                  <a:solidFill>
                    <a:schemeClr val="bg1"/>
                  </a:solidFill>
                  <a:latin typeface="Times New Roman" panose="02020603050405020304" pitchFamily="18" charset="0"/>
                  <a:ea typeface="宋体" panose="02010600030101010101" pitchFamily="2" charset="-122"/>
                </a:rPr>
                <a:t>u</a:t>
              </a:r>
              <a:endParaRPr lang="en-US" altLang="zh-CN" b="0" dirty="0">
                <a:solidFill>
                  <a:schemeClr val="bg1"/>
                </a:solidFill>
                <a:latin typeface="Times New Roman" panose="02020603050405020304" pitchFamily="18" charset="0"/>
                <a:ea typeface="宋体" panose="02010600030101010101" pitchFamily="2" charset="-122"/>
              </a:endParaRPr>
            </a:p>
          </p:txBody>
        </p:sp>
        <p:sp>
          <p:nvSpPr>
            <p:cNvPr id="89130" name="Text Box 46"/>
            <p:cNvSpPr txBox="1"/>
            <p:nvPr/>
          </p:nvSpPr>
          <p:spPr>
            <a:xfrm>
              <a:off x="1164" y="3326"/>
              <a:ext cx="265" cy="327"/>
            </a:xfrm>
            <a:prstGeom prst="rect">
              <a:avLst/>
            </a:prstGeom>
            <a:noFill/>
            <a:ln w="28575">
              <a:noFill/>
            </a:ln>
          </p:spPr>
          <p:txBody>
            <a:bodyPr wrap="none">
              <a:spAutoFit/>
            </a:bodyPr>
            <a:p>
              <a:r>
                <a:rPr lang="en-US" altLang="zh-CN" b="0" i="1" dirty="0">
                  <a:solidFill>
                    <a:schemeClr val="bg1"/>
                  </a:solidFill>
                  <a:latin typeface="Times New Roman" panose="02020603050405020304" pitchFamily="18" charset="0"/>
                  <a:ea typeface="宋体" panose="02010600030101010101" pitchFamily="2" charset="-122"/>
                </a:rPr>
                <a:t>C</a:t>
              </a:r>
              <a:endParaRPr lang="en-US" altLang="zh-CN" b="0" i="1" dirty="0">
                <a:solidFill>
                  <a:schemeClr val="bg1"/>
                </a:solidFill>
                <a:latin typeface="Times New Roman" panose="02020603050405020304" pitchFamily="18" charset="0"/>
                <a:ea typeface="宋体" panose="02010600030101010101" pitchFamily="2" charset="-122"/>
              </a:endParaRPr>
            </a:p>
          </p:txBody>
        </p:sp>
        <p:sp>
          <p:nvSpPr>
            <p:cNvPr id="89131" name="Oval 47"/>
            <p:cNvSpPr/>
            <p:nvPr/>
          </p:nvSpPr>
          <p:spPr>
            <a:xfrm>
              <a:off x="466" y="3838"/>
              <a:ext cx="48" cy="48"/>
            </a:xfrm>
            <a:prstGeom prst="ellipse">
              <a:avLst/>
            </a:prstGeom>
            <a:noFill/>
            <a:ln w="28575" cap="flat" cmpd="sng">
              <a:solidFill>
                <a:srgbClr val="FFCC99"/>
              </a:solidFill>
              <a:prstDash val="solid"/>
              <a:headEnd type="none" w="med" len="med"/>
              <a:tailEnd type="none" w="med" len="med"/>
            </a:ln>
          </p:spPr>
          <p:txBody>
            <a:bodyPr wrap="none" anchor="ctr" anchorCtr="0">
              <a:spAutoFit/>
            </a:bodyPr>
            <a:p>
              <a:endParaRPr lang="zh-CN" altLang="en-US" dirty="0">
                <a:latin typeface="楷体_GB2312" pitchFamily="49" charset="-122"/>
              </a:endParaRPr>
            </a:p>
          </p:txBody>
        </p:sp>
        <p:sp>
          <p:nvSpPr>
            <p:cNvPr id="89132" name="Oval 48"/>
            <p:cNvSpPr/>
            <p:nvPr/>
          </p:nvSpPr>
          <p:spPr>
            <a:xfrm>
              <a:off x="466" y="3127"/>
              <a:ext cx="48" cy="48"/>
            </a:xfrm>
            <a:prstGeom prst="ellipse">
              <a:avLst/>
            </a:prstGeom>
            <a:noFill/>
            <a:ln w="28575" cap="flat" cmpd="sng">
              <a:solidFill>
                <a:srgbClr val="FFCC99"/>
              </a:solidFill>
              <a:prstDash val="solid"/>
              <a:headEnd type="none" w="med" len="med"/>
              <a:tailEnd type="none" w="med" len="med"/>
            </a:ln>
          </p:spPr>
          <p:txBody>
            <a:bodyPr wrap="none" anchor="ctr" anchorCtr="0">
              <a:spAutoFit/>
            </a:bodyPr>
            <a:p>
              <a:endParaRPr lang="zh-CN" altLang="en-US" dirty="0">
                <a:latin typeface="楷体_GB2312" pitchFamily="49" charset="-122"/>
              </a:endParaRPr>
            </a:p>
          </p:txBody>
        </p:sp>
        <p:sp>
          <p:nvSpPr>
            <p:cNvPr id="89133" name="Text Box 49"/>
            <p:cNvSpPr txBox="1"/>
            <p:nvPr/>
          </p:nvSpPr>
          <p:spPr>
            <a:xfrm>
              <a:off x="385" y="3134"/>
              <a:ext cx="242" cy="327"/>
            </a:xfrm>
            <a:prstGeom prst="rect">
              <a:avLst/>
            </a:prstGeom>
            <a:noFill/>
            <a:ln w="28575">
              <a:noFill/>
            </a:ln>
          </p:spPr>
          <p:txBody>
            <a:bodyPr wrap="none">
              <a:spAutoFit/>
            </a:bodyPr>
            <a:p>
              <a:pPr>
                <a:spcBef>
                  <a:spcPct val="50000"/>
                </a:spcBef>
              </a:pPr>
              <a:r>
                <a:rPr lang="en-US" altLang="zh-CN" b="0" dirty="0">
                  <a:solidFill>
                    <a:schemeClr val="bg1"/>
                  </a:solidFill>
                  <a:latin typeface="Times New Roman" panose="02020603050405020304" pitchFamily="18" charset="0"/>
                  <a:ea typeface="宋体" panose="02010600030101010101" pitchFamily="2" charset="-122"/>
                </a:rPr>
                <a:t>+</a:t>
              </a:r>
              <a:endParaRPr lang="en-US" altLang="zh-CN" b="0" dirty="0">
                <a:solidFill>
                  <a:schemeClr val="bg1"/>
                </a:solidFill>
                <a:latin typeface="Times New Roman" panose="02020603050405020304" pitchFamily="18" charset="0"/>
                <a:ea typeface="宋体" panose="02010600030101010101" pitchFamily="2" charset="-122"/>
              </a:endParaRPr>
            </a:p>
          </p:txBody>
        </p:sp>
        <p:sp>
          <p:nvSpPr>
            <p:cNvPr id="89134" name="Text Box 50"/>
            <p:cNvSpPr txBox="1"/>
            <p:nvPr/>
          </p:nvSpPr>
          <p:spPr>
            <a:xfrm>
              <a:off x="398" y="3565"/>
              <a:ext cx="228" cy="327"/>
            </a:xfrm>
            <a:prstGeom prst="rect">
              <a:avLst/>
            </a:prstGeom>
            <a:noFill/>
            <a:ln w="28575">
              <a:noFill/>
            </a:ln>
          </p:spPr>
          <p:txBody>
            <a:bodyPr wrap="none">
              <a:spAutoFit/>
            </a:bodyPr>
            <a:p>
              <a:pPr>
                <a:spcBef>
                  <a:spcPct val="50000"/>
                </a:spcBef>
              </a:pPr>
              <a:r>
                <a:rPr lang="en-US" altLang="zh-CN" b="0" dirty="0">
                  <a:solidFill>
                    <a:schemeClr val="bg1"/>
                  </a:solidFill>
                  <a:latin typeface="宋体" panose="02010600030101010101" pitchFamily="2" charset="-122"/>
                  <a:ea typeface="宋体" panose="02010600030101010101" pitchFamily="2" charset="-122"/>
                </a:rPr>
                <a:t>-</a:t>
              </a:r>
              <a:endParaRPr lang="en-US" altLang="zh-CN" b="0" dirty="0">
                <a:solidFill>
                  <a:schemeClr val="bg1"/>
                </a:solidFill>
                <a:latin typeface="Times New Roman" panose="02020603050405020304" pitchFamily="18" charset="0"/>
                <a:ea typeface="宋体" panose="02010600030101010101" pitchFamily="2" charset="-122"/>
              </a:endParaRPr>
            </a:p>
          </p:txBody>
        </p:sp>
        <p:sp>
          <p:nvSpPr>
            <p:cNvPr id="89135" name="Line 51"/>
            <p:cNvSpPr/>
            <p:nvPr/>
          </p:nvSpPr>
          <p:spPr>
            <a:xfrm>
              <a:off x="971" y="3454"/>
              <a:ext cx="240" cy="0"/>
            </a:xfrm>
            <a:prstGeom prst="line">
              <a:avLst/>
            </a:prstGeom>
            <a:ln w="57150" cap="flat" cmpd="sng">
              <a:solidFill>
                <a:srgbClr val="FF9900"/>
              </a:solidFill>
              <a:prstDash val="solid"/>
              <a:headEnd type="none" w="med" len="med"/>
              <a:tailEnd type="none" w="med" len="med"/>
            </a:ln>
          </p:spPr>
        </p:sp>
        <p:sp>
          <p:nvSpPr>
            <p:cNvPr id="89136" name="Line 52"/>
            <p:cNvSpPr/>
            <p:nvPr/>
          </p:nvSpPr>
          <p:spPr>
            <a:xfrm>
              <a:off x="971" y="3550"/>
              <a:ext cx="240" cy="0"/>
            </a:xfrm>
            <a:prstGeom prst="line">
              <a:avLst/>
            </a:prstGeom>
            <a:ln w="57150" cap="flat" cmpd="sng">
              <a:solidFill>
                <a:srgbClr val="FF9900"/>
              </a:solidFill>
              <a:prstDash val="solid"/>
              <a:headEnd type="none" w="med" len="med"/>
              <a:tailEnd type="none" w="med" len="med"/>
            </a:ln>
          </p:spPr>
        </p:sp>
      </p:grpSp>
      <p:sp>
        <p:nvSpPr>
          <p:cNvPr id="28725" name="Text Box 53"/>
          <p:cNvSpPr txBox="1"/>
          <p:nvPr/>
        </p:nvSpPr>
        <p:spPr>
          <a:xfrm>
            <a:off x="2411413" y="4868863"/>
            <a:ext cx="6732587" cy="1163637"/>
          </a:xfrm>
          <a:prstGeom prst="rect">
            <a:avLst/>
          </a:prstGeom>
          <a:noFill/>
          <a:ln w="9525">
            <a:noFill/>
          </a:ln>
        </p:spPr>
        <p:txBody>
          <a:bodyPr>
            <a:spAutoFit/>
          </a:bodyPr>
          <a:p>
            <a:pPr>
              <a:spcBef>
                <a:spcPct val="20000"/>
              </a:spcBef>
            </a:pPr>
            <a:r>
              <a:rPr lang="en-US" altLang="zh-CN" sz="3200" b="0" i="1" dirty="0">
                <a:solidFill>
                  <a:schemeClr val="bg1"/>
                </a:solidFill>
                <a:latin typeface="Times New Roman" panose="02020603050405020304" pitchFamily="18" charset="0"/>
                <a:ea typeface="宋体" panose="02010600030101010101" pitchFamily="2" charset="-122"/>
              </a:rPr>
              <a:t>P</a:t>
            </a:r>
            <a:r>
              <a:rPr lang="en-US" altLang="zh-CN" sz="3200" b="0" i="1" baseline="-25000" dirty="0">
                <a:solidFill>
                  <a:schemeClr val="bg1"/>
                </a:solidFill>
                <a:latin typeface="Times New Roman" panose="02020603050405020304" pitchFamily="18" charset="0"/>
                <a:ea typeface="宋体" panose="02010600030101010101" pitchFamily="2" charset="-122"/>
              </a:rPr>
              <a:t>C</a:t>
            </a:r>
            <a:r>
              <a:rPr lang="en-US" altLang="zh-CN" sz="3200" b="0" dirty="0">
                <a:solidFill>
                  <a:schemeClr val="bg1"/>
                </a:solidFill>
                <a:latin typeface="Times New Roman" panose="02020603050405020304" pitchFamily="18" charset="0"/>
                <a:ea typeface="宋体" panose="02010600030101010101" pitchFamily="2" charset="-122"/>
              </a:rPr>
              <a:t>=</a:t>
            </a:r>
            <a:r>
              <a:rPr lang="en-US" altLang="zh-CN" sz="3200" b="0" i="1" dirty="0">
                <a:solidFill>
                  <a:schemeClr val="bg1"/>
                </a:solidFill>
                <a:latin typeface="Times New Roman" panose="02020603050405020304" pitchFamily="18" charset="0"/>
                <a:ea typeface="宋体" panose="02010600030101010101" pitchFamily="2" charset="-122"/>
              </a:rPr>
              <a:t>UI</a:t>
            </a:r>
            <a:r>
              <a:rPr lang="en-US" altLang="zh-CN" sz="3200" b="0" dirty="0">
                <a:solidFill>
                  <a:schemeClr val="bg1"/>
                </a:solidFill>
                <a:latin typeface="Times New Roman" panose="02020603050405020304" pitchFamily="18" charset="0"/>
                <a:ea typeface="宋体" panose="02010600030101010101" pitchFamily="2" charset="-122"/>
              </a:rPr>
              <a:t>cos </a:t>
            </a:r>
            <a:r>
              <a:rPr lang="en-US" altLang="zh-CN" sz="3200" b="0" i="1" dirty="0">
                <a:solidFill>
                  <a:schemeClr val="bg1"/>
                </a:solidFill>
                <a:latin typeface="Times New Roman" panose="02020603050405020304" pitchFamily="18" charset="0"/>
                <a:ea typeface="宋体" panose="02010600030101010101" pitchFamily="2" charset="-122"/>
                <a:sym typeface="Symbol" panose="05050102010706020507" pitchFamily="18" charset="2"/>
              </a:rPr>
              <a:t> </a:t>
            </a:r>
            <a:r>
              <a:rPr lang="en-US" altLang="zh-CN" sz="3200" b="0" dirty="0">
                <a:solidFill>
                  <a:schemeClr val="bg1"/>
                </a:solidFill>
                <a:latin typeface="Times New Roman" panose="02020603050405020304" pitchFamily="18" charset="0"/>
                <a:ea typeface="宋体" panose="02010600030101010101" pitchFamily="2" charset="-122"/>
                <a:sym typeface="Symbol" panose="05050102010706020507" pitchFamily="18" charset="2"/>
              </a:rPr>
              <a:t>=</a:t>
            </a:r>
            <a:r>
              <a:rPr lang="en-US" altLang="zh-CN" sz="3200" b="0" i="1" dirty="0">
                <a:solidFill>
                  <a:schemeClr val="bg1"/>
                </a:solidFill>
                <a:latin typeface="Times New Roman" panose="02020603050405020304" pitchFamily="18" charset="0"/>
                <a:ea typeface="宋体" panose="02010600030101010101" pitchFamily="2" charset="-122"/>
                <a:sym typeface="Symbol" panose="05050102010706020507" pitchFamily="18" charset="2"/>
              </a:rPr>
              <a:t>UI</a:t>
            </a:r>
            <a:r>
              <a:rPr lang="en-US" altLang="zh-CN" sz="3200" b="0" dirty="0">
                <a:solidFill>
                  <a:schemeClr val="bg1"/>
                </a:solidFill>
                <a:latin typeface="Times New Roman" panose="02020603050405020304" pitchFamily="18" charset="0"/>
                <a:ea typeface="宋体" panose="02010600030101010101" pitchFamily="2" charset="-122"/>
                <a:sym typeface="Symbol" panose="05050102010706020507" pitchFamily="18" charset="2"/>
              </a:rPr>
              <a:t>cos(</a:t>
            </a:r>
            <a:r>
              <a:rPr lang="en-US" altLang="zh-CN" sz="3200" b="0" dirty="0">
                <a:solidFill>
                  <a:schemeClr val="bg1"/>
                </a:solidFill>
                <a:latin typeface="宋体" panose="02010600030101010101" pitchFamily="2" charset="-122"/>
                <a:ea typeface="宋体" panose="02010600030101010101" pitchFamily="2" charset="-122"/>
                <a:sym typeface="Symbol" panose="05050102010706020507" pitchFamily="18" charset="2"/>
              </a:rPr>
              <a:t>-</a:t>
            </a:r>
            <a:r>
              <a:rPr lang="en-US" altLang="zh-CN" sz="3200" b="0" dirty="0">
                <a:solidFill>
                  <a:schemeClr val="bg1"/>
                </a:solidFill>
                <a:latin typeface="Times New Roman" panose="02020603050405020304" pitchFamily="18" charset="0"/>
                <a:ea typeface="宋体" panose="02010600030101010101" pitchFamily="2" charset="-122"/>
                <a:sym typeface="Symbol" panose="05050102010706020507" pitchFamily="18" charset="2"/>
              </a:rPr>
              <a:t>90</a:t>
            </a:r>
            <a:r>
              <a:rPr lang="en-US" altLang="zh-CN" b="0" baseline="30000" dirty="0">
                <a:solidFill>
                  <a:schemeClr val="bg1"/>
                </a:solidFill>
                <a:latin typeface="Times New Roman" panose="02020603050405020304" pitchFamily="18" charset="0"/>
                <a:ea typeface="宋体" panose="02010600030101010101" pitchFamily="2" charset="-122"/>
                <a:sym typeface="Symbol" panose="05050102010706020507" pitchFamily="18" charset="2"/>
              </a:rPr>
              <a:t></a:t>
            </a:r>
            <a:r>
              <a:rPr lang="en-US" altLang="zh-CN" sz="3200" b="0" dirty="0">
                <a:solidFill>
                  <a:schemeClr val="bg1"/>
                </a:solidFill>
                <a:latin typeface="Times New Roman" panose="02020603050405020304" pitchFamily="18" charset="0"/>
                <a:ea typeface="宋体" panose="02010600030101010101" pitchFamily="2" charset="-122"/>
                <a:sym typeface="Symbol" panose="05050102010706020507" pitchFamily="18" charset="2"/>
              </a:rPr>
              <a:t>)=0</a:t>
            </a:r>
            <a:endParaRPr lang="en-US" altLang="zh-CN" sz="3200" b="0" i="1" dirty="0">
              <a:solidFill>
                <a:schemeClr val="bg1"/>
              </a:solidFill>
              <a:latin typeface="Times New Roman" panose="02020603050405020304" pitchFamily="18" charset="0"/>
              <a:ea typeface="宋体" panose="02010600030101010101" pitchFamily="2" charset="-122"/>
              <a:sym typeface="Symbol" panose="05050102010706020507" pitchFamily="18" charset="2"/>
            </a:endParaRPr>
          </a:p>
          <a:p>
            <a:pPr>
              <a:spcBef>
                <a:spcPct val="20000"/>
              </a:spcBef>
            </a:pPr>
            <a:r>
              <a:rPr lang="en-US" altLang="zh-CN" sz="3200" b="0" i="1" dirty="0">
                <a:solidFill>
                  <a:schemeClr val="bg1"/>
                </a:solidFill>
                <a:latin typeface="Times New Roman" panose="02020603050405020304" pitchFamily="18" charset="0"/>
                <a:ea typeface="宋体" panose="02010600030101010101" pitchFamily="2" charset="-122"/>
              </a:rPr>
              <a:t>Q</a:t>
            </a:r>
            <a:r>
              <a:rPr lang="en-US" altLang="zh-CN" sz="3200" b="0" i="1" baseline="-25000" dirty="0">
                <a:solidFill>
                  <a:schemeClr val="bg1"/>
                </a:solidFill>
                <a:latin typeface="Times New Roman" panose="02020603050405020304" pitchFamily="18" charset="0"/>
                <a:ea typeface="宋体" panose="02010600030101010101" pitchFamily="2" charset="-122"/>
              </a:rPr>
              <a:t>C </a:t>
            </a:r>
            <a:r>
              <a:rPr lang="en-US" altLang="zh-CN" sz="3200" b="0" dirty="0">
                <a:solidFill>
                  <a:schemeClr val="bg1"/>
                </a:solidFill>
                <a:latin typeface="Times New Roman" panose="02020603050405020304" pitchFamily="18" charset="0"/>
                <a:ea typeface="宋体" panose="02010600030101010101" pitchFamily="2" charset="-122"/>
              </a:rPr>
              <a:t>=</a:t>
            </a:r>
            <a:r>
              <a:rPr lang="en-US" altLang="zh-CN" sz="3200" b="0" i="1" dirty="0">
                <a:solidFill>
                  <a:schemeClr val="bg1"/>
                </a:solidFill>
                <a:latin typeface="Times New Roman" panose="02020603050405020304" pitchFamily="18" charset="0"/>
                <a:ea typeface="宋体" panose="02010600030101010101" pitchFamily="2" charset="-122"/>
              </a:rPr>
              <a:t>UI</a:t>
            </a:r>
            <a:r>
              <a:rPr lang="en-US" altLang="zh-CN" sz="3200" b="0" dirty="0">
                <a:solidFill>
                  <a:schemeClr val="bg1"/>
                </a:solidFill>
                <a:latin typeface="Times New Roman" panose="02020603050405020304" pitchFamily="18" charset="0"/>
                <a:ea typeface="宋体" panose="02010600030101010101" pitchFamily="2" charset="-122"/>
              </a:rPr>
              <a:t>sin </a:t>
            </a:r>
            <a:r>
              <a:rPr lang="en-US" altLang="zh-CN" sz="3200" b="0" i="1" dirty="0">
                <a:solidFill>
                  <a:schemeClr val="bg1"/>
                </a:solidFill>
                <a:latin typeface="Times New Roman" panose="02020603050405020304" pitchFamily="18" charset="0"/>
                <a:ea typeface="宋体" panose="02010600030101010101" pitchFamily="2" charset="-122"/>
                <a:sym typeface="Symbol" panose="05050102010706020507" pitchFamily="18" charset="2"/>
              </a:rPr>
              <a:t> </a:t>
            </a:r>
            <a:r>
              <a:rPr lang="en-US" altLang="zh-CN" sz="3200" b="0" dirty="0">
                <a:solidFill>
                  <a:schemeClr val="bg1"/>
                </a:solidFill>
                <a:latin typeface="Times New Roman" panose="02020603050405020304" pitchFamily="18" charset="0"/>
                <a:ea typeface="宋体" panose="02010600030101010101" pitchFamily="2" charset="-122"/>
                <a:sym typeface="Symbol" panose="05050102010706020507" pitchFamily="18" charset="2"/>
              </a:rPr>
              <a:t>=</a:t>
            </a:r>
            <a:r>
              <a:rPr lang="en-US" altLang="zh-CN" sz="3200" b="0" i="1" dirty="0">
                <a:solidFill>
                  <a:schemeClr val="bg1"/>
                </a:solidFill>
                <a:latin typeface="Times New Roman" panose="02020603050405020304" pitchFamily="18" charset="0"/>
                <a:ea typeface="宋体" panose="02010600030101010101" pitchFamily="2" charset="-122"/>
                <a:sym typeface="Symbol" panose="05050102010706020507" pitchFamily="18" charset="2"/>
              </a:rPr>
              <a:t>UI</a:t>
            </a:r>
            <a:r>
              <a:rPr lang="en-US" altLang="zh-CN" sz="3200" b="0" dirty="0">
                <a:solidFill>
                  <a:schemeClr val="bg1"/>
                </a:solidFill>
                <a:latin typeface="Times New Roman" panose="02020603050405020304" pitchFamily="18" charset="0"/>
                <a:ea typeface="宋体" panose="02010600030101010101" pitchFamily="2" charset="-122"/>
                <a:sym typeface="Symbol" panose="05050102010706020507" pitchFamily="18" charset="2"/>
              </a:rPr>
              <a:t>sin (</a:t>
            </a:r>
            <a:r>
              <a:rPr lang="en-US" altLang="zh-CN" sz="3200" b="0" dirty="0">
                <a:solidFill>
                  <a:schemeClr val="bg1"/>
                </a:solidFill>
                <a:latin typeface="宋体" panose="02010600030101010101" pitchFamily="2" charset="-122"/>
                <a:ea typeface="宋体" panose="02010600030101010101" pitchFamily="2" charset="-122"/>
                <a:sym typeface="Symbol" panose="05050102010706020507" pitchFamily="18" charset="2"/>
              </a:rPr>
              <a:t>-</a:t>
            </a:r>
            <a:r>
              <a:rPr lang="en-US" altLang="zh-CN" sz="3200" b="0" dirty="0">
                <a:solidFill>
                  <a:schemeClr val="bg1"/>
                </a:solidFill>
                <a:latin typeface="Times New Roman" panose="02020603050405020304" pitchFamily="18" charset="0"/>
                <a:ea typeface="宋体" panose="02010600030101010101" pitchFamily="2" charset="-122"/>
                <a:sym typeface="Symbol" panose="05050102010706020507" pitchFamily="18" charset="2"/>
              </a:rPr>
              <a:t>90</a:t>
            </a:r>
            <a:r>
              <a:rPr lang="en-US" altLang="zh-CN" b="0" baseline="30000" dirty="0">
                <a:solidFill>
                  <a:schemeClr val="bg1"/>
                </a:solidFill>
                <a:latin typeface="Times New Roman" panose="02020603050405020304" pitchFamily="18" charset="0"/>
                <a:ea typeface="宋体" panose="02010600030101010101" pitchFamily="2" charset="-122"/>
                <a:sym typeface="Symbol" panose="05050102010706020507" pitchFamily="18" charset="2"/>
              </a:rPr>
              <a:t></a:t>
            </a:r>
            <a:r>
              <a:rPr lang="en-US" altLang="zh-CN" sz="3200" b="0" dirty="0">
                <a:solidFill>
                  <a:schemeClr val="bg1"/>
                </a:solidFill>
                <a:latin typeface="Times New Roman" panose="02020603050405020304" pitchFamily="18" charset="0"/>
                <a:ea typeface="宋体" panose="02010600030101010101" pitchFamily="2" charset="-122"/>
                <a:sym typeface="Symbol" panose="05050102010706020507" pitchFamily="18" charset="2"/>
              </a:rPr>
              <a:t>)= </a:t>
            </a:r>
            <a:r>
              <a:rPr lang="en-US" altLang="zh-CN" sz="3200" b="0" dirty="0">
                <a:solidFill>
                  <a:schemeClr val="bg1"/>
                </a:solidFill>
                <a:latin typeface="宋体" panose="02010600030101010101" pitchFamily="2" charset="-122"/>
                <a:ea typeface="宋体" panose="02010600030101010101" pitchFamily="2" charset="-122"/>
                <a:sym typeface="Symbol" panose="05050102010706020507" pitchFamily="18" charset="2"/>
              </a:rPr>
              <a:t>-</a:t>
            </a:r>
            <a:r>
              <a:rPr lang="en-US" altLang="zh-CN" sz="3200" b="0" i="1" dirty="0">
                <a:solidFill>
                  <a:schemeClr val="bg1"/>
                </a:solidFill>
                <a:latin typeface="Times New Roman" panose="02020603050405020304" pitchFamily="18" charset="0"/>
                <a:ea typeface="宋体" panose="02010600030101010101" pitchFamily="2" charset="-122"/>
                <a:sym typeface="Symbol" panose="05050102010706020507" pitchFamily="18" charset="2"/>
              </a:rPr>
              <a:t>UI=</a:t>
            </a:r>
            <a:r>
              <a:rPr lang="en-US" altLang="zh-CN" sz="3200" b="0" dirty="0">
                <a:latin typeface="Times New Roman" panose="02020603050405020304" pitchFamily="18" charset="0"/>
                <a:ea typeface="仿宋_GB2312" pitchFamily="49" charset="-122"/>
                <a:sym typeface="Symbol" panose="05050102010706020507" pitchFamily="18" charset="2"/>
              </a:rPr>
              <a:t> </a:t>
            </a:r>
            <a:r>
              <a:rPr lang="en-US" altLang="zh-CN" sz="3200" b="0" i="1" dirty="0">
                <a:solidFill>
                  <a:schemeClr val="bg1"/>
                </a:solidFill>
                <a:latin typeface="Times New Roman" panose="02020603050405020304" pitchFamily="18" charset="0"/>
                <a:ea typeface="仿宋_GB2312" pitchFamily="49" charset="-122"/>
                <a:sym typeface="Symbol" panose="05050102010706020507" pitchFamily="18" charset="2"/>
              </a:rPr>
              <a:t>I</a:t>
            </a:r>
            <a:r>
              <a:rPr lang="en-US" altLang="zh-CN" sz="3200" b="0" baseline="30000" dirty="0">
                <a:solidFill>
                  <a:schemeClr val="bg1"/>
                </a:solidFill>
                <a:latin typeface="Times New Roman" panose="02020603050405020304" pitchFamily="18" charset="0"/>
                <a:ea typeface="仿宋_GB2312" pitchFamily="49" charset="-122"/>
                <a:sym typeface="Symbol" panose="05050102010706020507" pitchFamily="18" charset="2"/>
              </a:rPr>
              <a:t>2</a:t>
            </a:r>
            <a:r>
              <a:rPr lang="en-US" altLang="zh-CN" sz="3200" b="0" i="1" dirty="0">
                <a:solidFill>
                  <a:schemeClr val="bg1"/>
                </a:solidFill>
                <a:latin typeface="Times New Roman" panose="02020603050405020304" pitchFamily="18" charset="0"/>
                <a:ea typeface="仿宋_GB2312" pitchFamily="49" charset="-122"/>
                <a:sym typeface="Symbol" panose="05050102010706020507" pitchFamily="18" charset="2"/>
              </a:rPr>
              <a:t>X</a:t>
            </a:r>
            <a:r>
              <a:rPr lang="en-US" altLang="zh-CN" sz="3200" b="0" i="1" baseline="-25000" dirty="0">
                <a:solidFill>
                  <a:schemeClr val="bg1"/>
                </a:solidFill>
                <a:latin typeface="Times New Roman" panose="02020603050405020304" pitchFamily="18" charset="0"/>
                <a:ea typeface="仿宋_GB2312" pitchFamily="49" charset="-122"/>
                <a:sym typeface="Symbol" panose="05050102010706020507" pitchFamily="18" charset="2"/>
              </a:rPr>
              <a:t>C</a:t>
            </a:r>
            <a:endParaRPr lang="en-US" altLang="zh-CN" sz="3200" b="0" i="1" baseline="-25000" dirty="0">
              <a:solidFill>
                <a:schemeClr val="bg1"/>
              </a:solidFill>
              <a:latin typeface="Times New Roman" panose="02020603050405020304" pitchFamily="18" charset="0"/>
              <a:ea typeface="仿宋_GB2312" pitchFamily="49" charset="-122"/>
              <a:sym typeface="Symbol" panose="05050102010706020507" pitchFamily="18" charset="2"/>
            </a:endParaRPr>
          </a:p>
        </p:txBody>
      </p:sp>
      <p:grpSp>
        <p:nvGrpSpPr>
          <p:cNvPr id="89096" name="Group 58"/>
          <p:cNvGrpSpPr/>
          <p:nvPr/>
        </p:nvGrpSpPr>
        <p:grpSpPr>
          <a:xfrm>
            <a:off x="8316913" y="6446838"/>
            <a:ext cx="792162" cy="366712"/>
            <a:chOff x="5193" y="4020"/>
            <a:chExt cx="499" cy="231"/>
          </a:xfrm>
        </p:grpSpPr>
        <p:pic>
          <p:nvPicPr>
            <p:cNvPr id="89121" name="Picture 59" descr="78900"/>
            <p:cNvPicPr>
              <a:picLocks noChangeAspect="1"/>
            </p:cNvPicPr>
            <p:nvPr/>
          </p:nvPicPr>
          <p:blipFill>
            <a:blip r:embed="rId1"/>
            <a:stretch>
              <a:fillRect/>
            </a:stretch>
          </p:blipFill>
          <p:spPr>
            <a:xfrm>
              <a:off x="5193" y="4066"/>
              <a:ext cx="499" cy="181"/>
            </a:xfrm>
            <a:prstGeom prst="rect">
              <a:avLst/>
            </a:prstGeom>
            <a:noFill/>
            <a:ln w="9525">
              <a:noFill/>
            </a:ln>
          </p:spPr>
        </p:pic>
        <p:sp>
          <p:nvSpPr>
            <p:cNvPr id="89122" name="Text Box 60">
              <a:hlinkClick r:id="" action="ppaction://hlinkshowjump?jump=nextslide"/>
            </p:cNvPr>
            <p:cNvSpPr txBox="1"/>
            <p:nvPr/>
          </p:nvSpPr>
          <p:spPr>
            <a:xfrm>
              <a:off x="5216" y="4020"/>
              <a:ext cx="476" cy="231"/>
            </a:xfrm>
            <a:prstGeom prst="rect">
              <a:avLst/>
            </a:prstGeom>
            <a:noFill/>
            <a:ln w="9525">
              <a:noFill/>
            </a:ln>
          </p:spPr>
          <p:txBody>
            <a:bodyPr wrap="none">
              <a:spAutoFit/>
            </a:bodyPr>
            <a:p>
              <a:pPr>
                <a:spcBef>
                  <a:spcPct val="50000"/>
                </a:spcBef>
              </a:pPr>
              <a:r>
                <a:rPr lang="zh-CN" altLang="en-US" sz="1800" b="0" dirty="0">
                  <a:solidFill>
                    <a:schemeClr val="bg1"/>
                  </a:solidFill>
                  <a:latin typeface="隶书" panose="02010509060101010101" pitchFamily="49" charset="-122"/>
                  <a:ea typeface="隶书" panose="02010509060101010101" pitchFamily="49" charset="-122"/>
                </a:rPr>
                <a:t>下 页</a:t>
              </a:r>
              <a:endParaRPr lang="zh-CN" altLang="en-US" sz="1800" b="0" dirty="0">
                <a:solidFill>
                  <a:schemeClr val="bg1"/>
                </a:solidFill>
                <a:latin typeface="隶书" panose="02010509060101010101" pitchFamily="49" charset="-122"/>
                <a:ea typeface="隶书" panose="02010509060101010101" pitchFamily="49" charset="-122"/>
              </a:endParaRPr>
            </a:p>
          </p:txBody>
        </p:sp>
      </p:grpSp>
      <p:grpSp>
        <p:nvGrpSpPr>
          <p:cNvPr id="89097" name="Group 61"/>
          <p:cNvGrpSpPr/>
          <p:nvPr/>
        </p:nvGrpSpPr>
        <p:grpSpPr>
          <a:xfrm>
            <a:off x="7453313" y="6446838"/>
            <a:ext cx="792162" cy="366712"/>
            <a:chOff x="4649" y="4020"/>
            <a:chExt cx="499" cy="231"/>
          </a:xfrm>
        </p:grpSpPr>
        <p:pic>
          <p:nvPicPr>
            <p:cNvPr id="89119" name="Picture 62" descr="78900"/>
            <p:cNvPicPr>
              <a:picLocks noChangeAspect="1"/>
            </p:cNvPicPr>
            <p:nvPr/>
          </p:nvPicPr>
          <p:blipFill>
            <a:blip r:embed="rId1"/>
            <a:stretch>
              <a:fillRect/>
            </a:stretch>
          </p:blipFill>
          <p:spPr>
            <a:xfrm>
              <a:off x="4649" y="4066"/>
              <a:ext cx="499" cy="181"/>
            </a:xfrm>
            <a:prstGeom prst="rect">
              <a:avLst/>
            </a:prstGeom>
            <a:noFill/>
            <a:ln w="9525">
              <a:noFill/>
            </a:ln>
          </p:spPr>
        </p:pic>
        <p:sp>
          <p:nvSpPr>
            <p:cNvPr id="89120" name="Text Box 63">
              <a:hlinkClick r:id="" action="ppaction://hlinkshowjump?jump=previousslide"/>
            </p:cNvPr>
            <p:cNvSpPr txBox="1"/>
            <p:nvPr/>
          </p:nvSpPr>
          <p:spPr>
            <a:xfrm>
              <a:off x="4672" y="4020"/>
              <a:ext cx="476" cy="231"/>
            </a:xfrm>
            <a:prstGeom prst="rect">
              <a:avLst/>
            </a:prstGeom>
            <a:noFill/>
            <a:ln w="9525">
              <a:noFill/>
            </a:ln>
          </p:spPr>
          <p:txBody>
            <a:bodyPr wrap="none">
              <a:spAutoFit/>
            </a:bodyPr>
            <a:p>
              <a:pPr>
                <a:spcBef>
                  <a:spcPct val="50000"/>
                </a:spcBef>
              </a:pPr>
              <a:r>
                <a:rPr lang="zh-CN" altLang="en-US" sz="1800" b="0" dirty="0">
                  <a:solidFill>
                    <a:schemeClr val="bg1"/>
                  </a:solidFill>
                  <a:latin typeface="隶书" panose="02010509060101010101" pitchFamily="49" charset="-122"/>
                  <a:ea typeface="隶书" panose="02010509060101010101" pitchFamily="49" charset="-122"/>
                </a:rPr>
                <a:t>上 页</a:t>
              </a:r>
              <a:endParaRPr lang="zh-CN" altLang="en-US" sz="1800" b="0" dirty="0">
                <a:solidFill>
                  <a:schemeClr val="bg1"/>
                </a:solidFill>
                <a:latin typeface="隶书" panose="02010509060101010101" pitchFamily="49" charset="-122"/>
                <a:ea typeface="隶书" panose="02010509060101010101" pitchFamily="49" charset="-122"/>
              </a:endParaRPr>
            </a:p>
          </p:txBody>
        </p:sp>
      </p:grpSp>
      <p:grpSp>
        <p:nvGrpSpPr>
          <p:cNvPr id="89098" name="Group 87"/>
          <p:cNvGrpSpPr/>
          <p:nvPr/>
        </p:nvGrpSpPr>
        <p:grpSpPr>
          <a:xfrm>
            <a:off x="6588125" y="6446838"/>
            <a:ext cx="792163" cy="366712"/>
            <a:chOff x="4649" y="4020"/>
            <a:chExt cx="499" cy="231"/>
          </a:xfrm>
        </p:grpSpPr>
        <p:pic>
          <p:nvPicPr>
            <p:cNvPr id="89117" name="Picture 88" descr="78900"/>
            <p:cNvPicPr>
              <a:picLocks noChangeAspect="1"/>
            </p:cNvPicPr>
            <p:nvPr/>
          </p:nvPicPr>
          <p:blipFill>
            <a:blip r:embed="rId1"/>
            <a:stretch>
              <a:fillRect/>
            </a:stretch>
          </p:blipFill>
          <p:spPr>
            <a:xfrm>
              <a:off x="4649" y="4066"/>
              <a:ext cx="499" cy="181"/>
            </a:xfrm>
            <a:prstGeom prst="rect">
              <a:avLst/>
            </a:prstGeom>
            <a:noFill/>
            <a:ln w="9525">
              <a:noFill/>
            </a:ln>
          </p:spPr>
        </p:pic>
        <p:sp>
          <p:nvSpPr>
            <p:cNvPr id="89118" name="Text Box 89">
              <a:hlinkClick r:id="" action="ppaction://hlinkshowjump?jump=firstslide"/>
            </p:cNvPr>
            <p:cNvSpPr txBox="1"/>
            <p:nvPr/>
          </p:nvSpPr>
          <p:spPr>
            <a:xfrm>
              <a:off x="4672" y="4020"/>
              <a:ext cx="476" cy="231"/>
            </a:xfrm>
            <a:prstGeom prst="rect">
              <a:avLst/>
            </a:prstGeom>
            <a:noFill/>
            <a:ln w="9525">
              <a:noFill/>
            </a:ln>
          </p:spPr>
          <p:txBody>
            <a:bodyPr wrap="none">
              <a:spAutoFit/>
            </a:bodyPr>
            <a:p>
              <a:pPr>
                <a:spcBef>
                  <a:spcPct val="50000"/>
                </a:spcBef>
              </a:pPr>
              <a:r>
                <a:rPr lang="zh-CN" altLang="en-US" sz="1800" b="0" dirty="0">
                  <a:solidFill>
                    <a:schemeClr val="bg1"/>
                  </a:solidFill>
                  <a:latin typeface="隶书" panose="02010509060101010101" pitchFamily="49" charset="-122"/>
                  <a:ea typeface="隶书" panose="02010509060101010101" pitchFamily="49" charset="-122"/>
                </a:rPr>
                <a:t>返 回</a:t>
              </a:r>
              <a:endParaRPr lang="zh-CN" altLang="en-US" sz="1800" b="0" dirty="0">
                <a:solidFill>
                  <a:schemeClr val="bg1"/>
                </a:solidFill>
                <a:latin typeface="隶书" panose="02010509060101010101" pitchFamily="49" charset="-122"/>
                <a:ea typeface="隶书" panose="02010509060101010101" pitchFamily="49" charset="-122"/>
              </a:endParaRPr>
            </a:p>
          </p:txBody>
        </p:sp>
      </p:grpSp>
      <p:grpSp>
        <p:nvGrpSpPr>
          <p:cNvPr id="7" name="Group 96"/>
          <p:cNvGrpSpPr/>
          <p:nvPr/>
        </p:nvGrpSpPr>
        <p:grpSpPr>
          <a:xfrm>
            <a:off x="611188" y="2708275"/>
            <a:ext cx="1619250" cy="1816100"/>
            <a:chOff x="385" y="1706"/>
            <a:chExt cx="1020" cy="1144"/>
          </a:xfrm>
        </p:grpSpPr>
        <p:sp>
          <p:nvSpPr>
            <p:cNvPr id="89100" name="Freeform 68"/>
            <p:cNvSpPr/>
            <p:nvPr/>
          </p:nvSpPr>
          <p:spPr>
            <a:xfrm>
              <a:off x="1096" y="2008"/>
              <a:ext cx="60" cy="197"/>
            </a:xfrm>
            <a:custGeom>
              <a:avLst/>
              <a:gdLst>
                <a:gd name="txL" fmla="*/ 0 w 1"/>
                <a:gd name="txT" fmla="*/ 0 h 168"/>
                <a:gd name="txR" fmla="*/ 1 w 1"/>
                <a:gd name="txB" fmla="*/ 168 h 168"/>
              </a:gdLst>
              <a:ahLst/>
              <a:cxnLst>
                <a:cxn ang="0">
                  <a:pos x="0" y="168"/>
                </a:cxn>
                <a:cxn ang="0">
                  <a:pos x="0" y="0"/>
                </a:cxn>
              </a:cxnLst>
              <a:rect l="txL" t="txT" r="txR" b="txB"/>
              <a:pathLst>
                <a:path w="1" h="168">
                  <a:moveTo>
                    <a:pt x="0" y="168"/>
                  </a:moveTo>
                  <a:lnTo>
                    <a:pt x="0" y="0"/>
                  </a:lnTo>
                </a:path>
              </a:pathLst>
            </a:custGeom>
            <a:noFill/>
            <a:ln w="28575" cap="flat" cmpd="sng">
              <a:solidFill>
                <a:srgbClr val="FFCC00"/>
              </a:solidFill>
              <a:prstDash val="solid"/>
              <a:round/>
              <a:headEnd type="none" w="med" len="med"/>
              <a:tailEnd type="none" w="med" len="med"/>
            </a:ln>
          </p:spPr>
          <p:txBody>
            <a:bodyPr wrap="none" anchor="ctr" anchorCtr="0"/>
            <a:p>
              <a:endParaRPr lang="zh-CN" altLang="en-US" dirty="0">
                <a:latin typeface="楷体_GB2312" pitchFamily="49" charset="-122"/>
              </a:endParaRPr>
            </a:p>
          </p:txBody>
        </p:sp>
        <p:sp>
          <p:nvSpPr>
            <p:cNvPr id="89101" name="Freeform 69"/>
            <p:cNvSpPr/>
            <p:nvPr/>
          </p:nvSpPr>
          <p:spPr>
            <a:xfrm flipH="1">
              <a:off x="1065" y="2568"/>
              <a:ext cx="44" cy="227"/>
            </a:xfrm>
            <a:custGeom>
              <a:avLst/>
              <a:gdLst>
                <a:gd name="txL" fmla="*/ 0 w 1"/>
                <a:gd name="txT" fmla="*/ 0 h 174"/>
                <a:gd name="txR" fmla="*/ 1 w 1"/>
                <a:gd name="txB" fmla="*/ 174 h 174"/>
              </a:gdLst>
              <a:ahLst/>
              <a:cxnLst>
                <a:cxn ang="0">
                  <a:pos x="0" y="0"/>
                </a:cxn>
                <a:cxn ang="0">
                  <a:pos x="0" y="174"/>
                </a:cxn>
              </a:cxnLst>
              <a:rect l="txL" t="txT" r="txR" b="txB"/>
              <a:pathLst>
                <a:path w="1" h="174">
                  <a:moveTo>
                    <a:pt x="0" y="0"/>
                  </a:moveTo>
                  <a:lnTo>
                    <a:pt x="0" y="174"/>
                  </a:lnTo>
                </a:path>
              </a:pathLst>
            </a:custGeom>
            <a:noFill/>
            <a:ln w="28575" cap="flat" cmpd="sng">
              <a:solidFill>
                <a:srgbClr val="FFCC00"/>
              </a:solidFill>
              <a:prstDash val="solid"/>
              <a:round/>
              <a:headEnd type="none" w="med" len="med"/>
              <a:tailEnd type="none" w="med" len="med"/>
            </a:ln>
          </p:spPr>
          <p:txBody>
            <a:bodyPr wrap="none" anchor="ctr" anchorCtr="0"/>
            <a:p>
              <a:endParaRPr lang="zh-CN" altLang="en-US" dirty="0">
                <a:latin typeface="楷体_GB2312" pitchFamily="49" charset="-122"/>
              </a:endParaRPr>
            </a:p>
          </p:txBody>
        </p:sp>
        <p:sp>
          <p:nvSpPr>
            <p:cNvPr id="89102" name="Freeform 70"/>
            <p:cNvSpPr/>
            <p:nvPr/>
          </p:nvSpPr>
          <p:spPr>
            <a:xfrm>
              <a:off x="520" y="2008"/>
              <a:ext cx="576" cy="6"/>
            </a:xfrm>
            <a:custGeom>
              <a:avLst/>
              <a:gdLst>
                <a:gd name="txL" fmla="*/ 0 w 576"/>
                <a:gd name="txT" fmla="*/ 0 h 6"/>
                <a:gd name="txR" fmla="*/ 576 w 576"/>
                <a:gd name="txB" fmla="*/ 6 h 6"/>
              </a:gdLst>
              <a:ahLst/>
              <a:cxnLst>
                <a:cxn ang="0">
                  <a:pos x="0" y="6"/>
                </a:cxn>
                <a:cxn ang="0">
                  <a:pos x="576" y="0"/>
                </a:cxn>
              </a:cxnLst>
              <a:rect l="txL" t="txT" r="txR" b="txB"/>
              <a:pathLst>
                <a:path w="576" h="6">
                  <a:moveTo>
                    <a:pt x="0" y="6"/>
                  </a:moveTo>
                  <a:lnTo>
                    <a:pt x="576" y="0"/>
                  </a:lnTo>
                </a:path>
              </a:pathLst>
            </a:custGeom>
            <a:noFill/>
            <a:ln w="28575" cap="flat" cmpd="sng">
              <a:solidFill>
                <a:srgbClr val="FFCC00"/>
              </a:solidFill>
              <a:prstDash val="solid"/>
              <a:round/>
              <a:headEnd type="none" w="med" len="med"/>
              <a:tailEnd type="none" w="med" len="med"/>
            </a:ln>
          </p:spPr>
          <p:txBody>
            <a:bodyPr wrap="none" anchor="ctr" anchorCtr="0"/>
            <a:p>
              <a:endParaRPr lang="zh-CN" altLang="en-US" dirty="0">
                <a:latin typeface="楷体_GB2312" pitchFamily="49" charset="-122"/>
              </a:endParaRPr>
            </a:p>
          </p:txBody>
        </p:sp>
        <p:sp>
          <p:nvSpPr>
            <p:cNvPr id="89103" name="Freeform 71"/>
            <p:cNvSpPr/>
            <p:nvPr/>
          </p:nvSpPr>
          <p:spPr>
            <a:xfrm>
              <a:off x="530" y="2795"/>
              <a:ext cx="570" cy="3"/>
            </a:xfrm>
            <a:custGeom>
              <a:avLst/>
              <a:gdLst>
                <a:gd name="txL" fmla="*/ 0 w 570"/>
                <a:gd name="txT" fmla="*/ 0 h 3"/>
                <a:gd name="txR" fmla="*/ 570 w 570"/>
                <a:gd name="txB" fmla="*/ 3 h 3"/>
              </a:gdLst>
              <a:ahLst/>
              <a:cxnLst>
                <a:cxn ang="0">
                  <a:pos x="0" y="3"/>
                </a:cxn>
                <a:cxn ang="0">
                  <a:pos x="570" y="0"/>
                </a:cxn>
              </a:cxnLst>
              <a:rect l="txL" t="txT" r="txR" b="txB"/>
              <a:pathLst>
                <a:path w="570" h="3">
                  <a:moveTo>
                    <a:pt x="0" y="3"/>
                  </a:moveTo>
                  <a:lnTo>
                    <a:pt x="570" y="0"/>
                  </a:lnTo>
                </a:path>
              </a:pathLst>
            </a:custGeom>
            <a:noFill/>
            <a:ln w="28575" cap="flat" cmpd="sng">
              <a:solidFill>
                <a:srgbClr val="FFCC00"/>
              </a:solidFill>
              <a:prstDash val="solid"/>
              <a:round/>
              <a:headEnd type="none" w="med" len="med"/>
              <a:tailEnd type="none" w="med" len="med"/>
            </a:ln>
          </p:spPr>
          <p:txBody>
            <a:bodyPr wrap="none" anchor="ctr" anchorCtr="0"/>
            <a:p>
              <a:endParaRPr lang="zh-CN" altLang="en-US" dirty="0">
                <a:latin typeface="楷体_GB2312" pitchFamily="49" charset="-122"/>
              </a:endParaRPr>
            </a:p>
          </p:txBody>
        </p:sp>
        <p:sp>
          <p:nvSpPr>
            <p:cNvPr id="89104" name="Line 72"/>
            <p:cNvSpPr/>
            <p:nvPr/>
          </p:nvSpPr>
          <p:spPr>
            <a:xfrm>
              <a:off x="657" y="2006"/>
              <a:ext cx="288" cy="0"/>
            </a:xfrm>
            <a:prstGeom prst="line">
              <a:avLst/>
            </a:prstGeom>
            <a:ln w="28575" cap="flat" cmpd="sng">
              <a:solidFill>
                <a:srgbClr val="66FFFF"/>
              </a:solidFill>
              <a:prstDash val="solid"/>
              <a:headEnd type="none" w="med" len="med"/>
              <a:tailEnd type="triangle" w="med" len="med"/>
            </a:ln>
          </p:spPr>
        </p:sp>
        <p:sp>
          <p:nvSpPr>
            <p:cNvPr id="89105" name="Text Box 73"/>
            <p:cNvSpPr txBox="1"/>
            <p:nvPr/>
          </p:nvSpPr>
          <p:spPr>
            <a:xfrm>
              <a:off x="703" y="1706"/>
              <a:ext cx="178" cy="327"/>
            </a:xfrm>
            <a:prstGeom prst="rect">
              <a:avLst/>
            </a:prstGeom>
            <a:noFill/>
            <a:ln w="28575">
              <a:noFill/>
            </a:ln>
          </p:spPr>
          <p:txBody>
            <a:bodyPr wrap="none">
              <a:spAutoFit/>
            </a:bodyPr>
            <a:p>
              <a:r>
                <a:rPr lang="en-US" altLang="zh-CN" b="0" i="1" dirty="0">
                  <a:solidFill>
                    <a:schemeClr val="bg1"/>
                  </a:solidFill>
                  <a:latin typeface="Times New Roman" panose="02020603050405020304" pitchFamily="18" charset="0"/>
                  <a:ea typeface="宋体" panose="02010600030101010101" pitchFamily="2" charset="-122"/>
                </a:rPr>
                <a:t>i</a:t>
              </a:r>
              <a:endParaRPr lang="en-US" altLang="zh-CN" b="0" dirty="0">
                <a:solidFill>
                  <a:schemeClr val="bg1"/>
                </a:solidFill>
                <a:latin typeface="Times New Roman" panose="02020603050405020304" pitchFamily="18" charset="0"/>
                <a:ea typeface="宋体" panose="02010600030101010101" pitchFamily="2" charset="-122"/>
              </a:endParaRPr>
            </a:p>
          </p:txBody>
        </p:sp>
        <p:sp>
          <p:nvSpPr>
            <p:cNvPr id="89106" name="Text Box 74"/>
            <p:cNvSpPr txBox="1"/>
            <p:nvPr/>
          </p:nvSpPr>
          <p:spPr>
            <a:xfrm>
              <a:off x="395" y="2224"/>
              <a:ext cx="192" cy="327"/>
            </a:xfrm>
            <a:prstGeom prst="rect">
              <a:avLst/>
            </a:prstGeom>
            <a:noFill/>
            <a:ln w="28575">
              <a:noFill/>
            </a:ln>
          </p:spPr>
          <p:txBody>
            <a:bodyPr>
              <a:spAutoFit/>
            </a:bodyPr>
            <a:p>
              <a:r>
                <a:rPr lang="en-US" altLang="zh-CN" b="0" i="1" dirty="0">
                  <a:solidFill>
                    <a:schemeClr val="bg1"/>
                  </a:solidFill>
                  <a:latin typeface="Times New Roman" panose="02020603050405020304" pitchFamily="18" charset="0"/>
                  <a:ea typeface="宋体" panose="02010600030101010101" pitchFamily="2" charset="-122"/>
                </a:rPr>
                <a:t>u</a:t>
              </a:r>
              <a:endParaRPr lang="en-US" altLang="zh-CN" b="0" dirty="0">
                <a:solidFill>
                  <a:schemeClr val="bg1"/>
                </a:solidFill>
                <a:latin typeface="Times New Roman" panose="02020603050405020304" pitchFamily="18" charset="0"/>
                <a:ea typeface="宋体" panose="02010600030101010101" pitchFamily="2" charset="-122"/>
              </a:endParaRPr>
            </a:p>
          </p:txBody>
        </p:sp>
        <p:sp>
          <p:nvSpPr>
            <p:cNvPr id="89107" name="Text Box 75"/>
            <p:cNvSpPr txBox="1"/>
            <p:nvPr/>
          </p:nvSpPr>
          <p:spPr>
            <a:xfrm>
              <a:off x="1164" y="2192"/>
              <a:ext cx="241" cy="327"/>
            </a:xfrm>
            <a:prstGeom prst="rect">
              <a:avLst/>
            </a:prstGeom>
            <a:noFill/>
            <a:ln w="28575">
              <a:noFill/>
            </a:ln>
          </p:spPr>
          <p:txBody>
            <a:bodyPr wrap="none">
              <a:spAutoFit/>
            </a:bodyPr>
            <a:p>
              <a:r>
                <a:rPr lang="en-US" altLang="zh-CN" b="0" i="1" dirty="0">
                  <a:solidFill>
                    <a:schemeClr val="bg1"/>
                  </a:solidFill>
                  <a:latin typeface="Times New Roman" panose="02020603050405020304" pitchFamily="18" charset="0"/>
                  <a:ea typeface="宋体" panose="02010600030101010101" pitchFamily="2" charset="-122"/>
                </a:rPr>
                <a:t>L</a:t>
              </a:r>
              <a:endParaRPr lang="en-US" altLang="zh-CN" b="0" i="1" dirty="0">
                <a:solidFill>
                  <a:schemeClr val="bg1"/>
                </a:solidFill>
                <a:latin typeface="Times New Roman" panose="02020603050405020304" pitchFamily="18" charset="0"/>
                <a:ea typeface="宋体" panose="02010600030101010101" pitchFamily="2" charset="-122"/>
              </a:endParaRPr>
            </a:p>
          </p:txBody>
        </p:sp>
        <p:sp>
          <p:nvSpPr>
            <p:cNvPr id="89108" name="Oval 76"/>
            <p:cNvSpPr/>
            <p:nvPr/>
          </p:nvSpPr>
          <p:spPr>
            <a:xfrm>
              <a:off x="483" y="2776"/>
              <a:ext cx="48" cy="48"/>
            </a:xfrm>
            <a:prstGeom prst="ellipse">
              <a:avLst/>
            </a:prstGeom>
            <a:noFill/>
            <a:ln w="28575" cap="flat" cmpd="sng">
              <a:solidFill>
                <a:srgbClr val="FFCC99"/>
              </a:solidFill>
              <a:prstDash val="solid"/>
              <a:headEnd type="none" w="med" len="med"/>
              <a:tailEnd type="none" w="med" len="med"/>
            </a:ln>
          </p:spPr>
          <p:txBody>
            <a:bodyPr wrap="none" anchor="ctr" anchorCtr="0">
              <a:spAutoFit/>
            </a:bodyPr>
            <a:p>
              <a:endParaRPr lang="zh-CN" altLang="en-US" dirty="0">
                <a:latin typeface="楷体_GB2312" pitchFamily="49" charset="-122"/>
              </a:endParaRPr>
            </a:p>
          </p:txBody>
        </p:sp>
        <p:sp>
          <p:nvSpPr>
            <p:cNvPr id="89109" name="Oval 77"/>
            <p:cNvSpPr/>
            <p:nvPr/>
          </p:nvSpPr>
          <p:spPr>
            <a:xfrm>
              <a:off x="466" y="1993"/>
              <a:ext cx="48" cy="48"/>
            </a:xfrm>
            <a:prstGeom prst="ellipse">
              <a:avLst/>
            </a:prstGeom>
            <a:noFill/>
            <a:ln w="28575" cap="flat" cmpd="sng">
              <a:solidFill>
                <a:srgbClr val="FFCC99"/>
              </a:solidFill>
              <a:prstDash val="solid"/>
              <a:headEnd type="none" w="med" len="med"/>
              <a:tailEnd type="none" w="med" len="med"/>
            </a:ln>
          </p:spPr>
          <p:txBody>
            <a:bodyPr wrap="none" anchor="ctr" anchorCtr="0">
              <a:spAutoFit/>
            </a:bodyPr>
            <a:p>
              <a:endParaRPr lang="zh-CN" altLang="en-US" dirty="0">
                <a:latin typeface="楷体_GB2312" pitchFamily="49" charset="-122"/>
              </a:endParaRPr>
            </a:p>
          </p:txBody>
        </p:sp>
        <p:sp>
          <p:nvSpPr>
            <p:cNvPr id="89110" name="Text Box 78"/>
            <p:cNvSpPr txBox="1"/>
            <p:nvPr/>
          </p:nvSpPr>
          <p:spPr>
            <a:xfrm>
              <a:off x="385" y="2000"/>
              <a:ext cx="242" cy="327"/>
            </a:xfrm>
            <a:prstGeom prst="rect">
              <a:avLst/>
            </a:prstGeom>
            <a:noFill/>
            <a:ln w="28575">
              <a:noFill/>
            </a:ln>
          </p:spPr>
          <p:txBody>
            <a:bodyPr wrap="none">
              <a:spAutoFit/>
            </a:bodyPr>
            <a:p>
              <a:pPr>
                <a:spcBef>
                  <a:spcPct val="50000"/>
                </a:spcBef>
              </a:pPr>
              <a:r>
                <a:rPr lang="en-US" altLang="zh-CN" b="0" dirty="0">
                  <a:solidFill>
                    <a:schemeClr val="bg1"/>
                  </a:solidFill>
                  <a:latin typeface="Times New Roman" panose="02020603050405020304" pitchFamily="18" charset="0"/>
                  <a:ea typeface="宋体" panose="02010600030101010101" pitchFamily="2" charset="-122"/>
                </a:rPr>
                <a:t>+</a:t>
              </a:r>
              <a:endParaRPr lang="en-US" altLang="zh-CN" b="0" dirty="0">
                <a:solidFill>
                  <a:schemeClr val="bg1"/>
                </a:solidFill>
                <a:latin typeface="Times New Roman" panose="02020603050405020304" pitchFamily="18" charset="0"/>
                <a:ea typeface="宋体" panose="02010600030101010101" pitchFamily="2" charset="-122"/>
              </a:endParaRPr>
            </a:p>
          </p:txBody>
        </p:sp>
        <p:sp>
          <p:nvSpPr>
            <p:cNvPr id="89111" name="Text Box 79"/>
            <p:cNvSpPr txBox="1"/>
            <p:nvPr/>
          </p:nvSpPr>
          <p:spPr>
            <a:xfrm>
              <a:off x="385" y="2523"/>
              <a:ext cx="228" cy="327"/>
            </a:xfrm>
            <a:prstGeom prst="rect">
              <a:avLst/>
            </a:prstGeom>
            <a:noFill/>
            <a:ln w="28575">
              <a:noFill/>
            </a:ln>
          </p:spPr>
          <p:txBody>
            <a:bodyPr wrap="none">
              <a:spAutoFit/>
            </a:bodyPr>
            <a:p>
              <a:pPr>
                <a:spcBef>
                  <a:spcPct val="50000"/>
                </a:spcBef>
              </a:pPr>
              <a:r>
                <a:rPr lang="en-US" altLang="zh-CN" b="0" dirty="0">
                  <a:solidFill>
                    <a:schemeClr val="bg1"/>
                  </a:solidFill>
                  <a:latin typeface="宋体" panose="02010600030101010101" pitchFamily="2" charset="-122"/>
                  <a:ea typeface="宋体" panose="02010600030101010101" pitchFamily="2" charset="-122"/>
                </a:rPr>
                <a:t>-</a:t>
              </a:r>
              <a:endParaRPr lang="en-US" altLang="zh-CN" b="0" dirty="0">
                <a:solidFill>
                  <a:schemeClr val="bg1"/>
                </a:solidFill>
                <a:latin typeface="Times New Roman" panose="02020603050405020304" pitchFamily="18" charset="0"/>
                <a:ea typeface="宋体" panose="02010600030101010101" pitchFamily="2" charset="-122"/>
              </a:endParaRPr>
            </a:p>
          </p:txBody>
        </p:sp>
        <p:grpSp>
          <p:nvGrpSpPr>
            <p:cNvPr id="89112" name="Group 91"/>
            <p:cNvGrpSpPr/>
            <p:nvPr/>
          </p:nvGrpSpPr>
          <p:grpSpPr>
            <a:xfrm rot="10800000">
              <a:off x="1093" y="2205"/>
              <a:ext cx="90" cy="363"/>
              <a:chOff x="1565" y="2614"/>
              <a:chExt cx="90" cy="486"/>
            </a:xfrm>
          </p:grpSpPr>
          <p:sp>
            <p:nvSpPr>
              <p:cNvPr id="89113" name="Arc 92"/>
              <p:cNvSpPr/>
              <p:nvPr/>
            </p:nvSpPr>
            <p:spPr>
              <a:xfrm flipH="1" flipV="1">
                <a:off x="1565" y="2860"/>
                <a:ext cx="90" cy="116"/>
              </a:xfrm>
              <a:custGeom>
                <a:avLst/>
                <a:gdLst>
                  <a:gd name="txL" fmla="*/ 0 w 22723"/>
                  <a:gd name="txT" fmla="*/ 0 h 43200"/>
                  <a:gd name="txR" fmla="*/ 22723 w 22723"/>
                  <a:gd name="txB" fmla="*/ 43200 h 43200"/>
                </a:gdLst>
                <a:ahLst/>
                <a:cxnLst>
                  <a:cxn ang="0">
                    <a:pos x="1122" y="0"/>
                  </a:cxn>
                  <a:cxn ang="0">
                    <a:pos x="22723" y="21600"/>
                  </a:cxn>
                  <a:cxn ang="0">
                    <a:pos x="1123" y="43200"/>
                  </a:cxn>
                  <a:cxn ang="0">
                    <a:pos x="0" y="43170"/>
                  </a:cxn>
                  <a:cxn ang="0">
                    <a:pos x="1122" y="0"/>
                  </a:cxn>
                  <a:cxn ang="0">
                    <a:pos x="22723" y="21600"/>
                  </a:cxn>
                  <a:cxn ang="0">
                    <a:pos x="1123" y="43200"/>
                  </a:cxn>
                  <a:cxn ang="0">
                    <a:pos x="0" y="43170"/>
                  </a:cxn>
                  <a:cxn ang="0">
                    <a:pos x="1123" y="21600"/>
                  </a:cxn>
                </a:cxnLst>
                <a:rect l="txL" t="txT" r="txR" b="txB"/>
                <a:pathLst>
                  <a:path w="22723" h="43200" fill="none">
                    <a:moveTo>
                      <a:pt x="1122" y="0"/>
                    </a:moveTo>
                    <a:cubicBezTo>
                      <a:pt x="13052" y="0"/>
                      <a:pt x="22723" y="9670"/>
                      <a:pt x="22723" y="21600"/>
                    </a:cubicBezTo>
                    <a:cubicBezTo>
                      <a:pt x="22723" y="33529"/>
                      <a:pt x="13052" y="43200"/>
                      <a:pt x="1123" y="43200"/>
                    </a:cubicBezTo>
                    <a:cubicBezTo>
                      <a:pt x="748" y="43200"/>
                      <a:pt x="374" y="43190"/>
                      <a:pt x="0" y="43170"/>
                    </a:cubicBezTo>
                  </a:path>
                  <a:path w="22723" h="43200" stroke="0">
                    <a:moveTo>
                      <a:pt x="1122" y="0"/>
                    </a:moveTo>
                    <a:cubicBezTo>
                      <a:pt x="13052" y="0"/>
                      <a:pt x="22723" y="9670"/>
                      <a:pt x="22723" y="21600"/>
                    </a:cubicBezTo>
                    <a:cubicBezTo>
                      <a:pt x="22723" y="33529"/>
                      <a:pt x="13052" y="43200"/>
                      <a:pt x="1123" y="43200"/>
                    </a:cubicBezTo>
                    <a:cubicBezTo>
                      <a:pt x="748" y="43200"/>
                      <a:pt x="374" y="43190"/>
                      <a:pt x="0" y="43170"/>
                    </a:cubicBezTo>
                    <a:lnTo>
                      <a:pt x="1123" y="21600"/>
                    </a:lnTo>
                    <a:close/>
                  </a:path>
                </a:pathLst>
              </a:custGeom>
              <a:noFill/>
              <a:ln w="28575" cap="flat" cmpd="sng">
                <a:solidFill>
                  <a:srgbClr val="FF9900"/>
                </a:solidFill>
                <a:prstDash val="solid"/>
                <a:round/>
                <a:headEnd type="none" w="med" len="med"/>
                <a:tailEnd type="none" w="med" len="med"/>
              </a:ln>
            </p:spPr>
            <p:txBody>
              <a:bodyPr wrap="none" anchor="ctr" anchorCtr="0"/>
              <a:p>
                <a:endParaRPr lang="zh-CN" altLang="en-US" dirty="0">
                  <a:latin typeface="楷体_GB2312" pitchFamily="49" charset="-122"/>
                </a:endParaRPr>
              </a:p>
            </p:txBody>
          </p:sp>
          <p:sp>
            <p:nvSpPr>
              <p:cNvPr id="89114" name="Arc 93"/>
              <p:cNvSpPr/>
              <p:nvPr/>
            </p:nvSpPr>
            <p:spPr>
              <a:xfrm flipH="1" flipV="1">
                <a:off x="1565" y="2737"/>
                <a:ext cx="90" cy="116"/>
              </a:xfrm>
              <a:custGeom>
                <a:avLst/>
                <a:gdLst>
                  <a:gd name="txL" fmla="*/ 0 w 22723"/>
                  <a:gd name="txT" fmla="*/ 0 h 43200"/>
                  <a:gd name="txR" fmla="*/ 22723 w 22723"/>
                  <a:gd name="txB" fmla="*/ 43200 h 43200"/>
                </a:gdLst>
                <a:ahLst/>
                <a:cxnLst>
                  <a:cxn ang="0">
                    <a:pos x="1122" y="0"/>
                  </a:cxn>
                  <a:cxn ang="0">
                    <a:pos x="22723" y="21600"/>
                  </a:cxn>
                  <a:cxn ang="0">
                    <a:pos x="1123" y="43200"/>
                  </a:cxn>
                  <a:cxn ang="0">
                    <a:pos x="0" y="43170"/>
                  </a:cxn>
                  <a:cxn ang="0">
                    <a:pos x="1122" y="0"/>
                  </a:cxn>
                  <a:cxn ang="0">
                    <a:pos x="22723" y="21600"/>
                  </a:cxn>
                  <a:cxn ang="0">
                    <a:pos x="1123" y="43200"/>
                  </a:cxn>
                  <a:cxn ang="0">
                    <a:pos x="0" y="43170"/>
                  </a:cxn>
                  <a:cxn ang="0">
                    <a:pos x="1123" y="21600"/>
                  </a:cxn>
                </a:cxnLst>
                <a:rect l="txL" t="txT" r="txR" b="txB"/>
                <a:pathLst>
                  <a:path w="22723" h="43200" fill="none">
                    <a:moveTo>
                      <a:pt x="1122" y="0"/>
                    </a:moveTo>
                    <a:cubicBezTo>
                      <a:pt x="13052" y="0"/>
                      <a:pt x="22723" y="9670"/>
                      <a:pt x="22723" y="21600"/>
                    </a:cubicBezTo>
                    <a:cubicBezTo>
                      <a:pt x="22723" y="33529"/>
                      <a:pt x="13052" y="43200"/>
                      <a:pt x="1123" y="43200"/>
                    </a:cubicBezTo>
                    <a:cubicBezTo>
                      <a:pt x="748" y="43200"/>
                      <a:pt x="374" y="43190"/>
                      <a:pt x="0" y="43170"/>
                    </a:cubicBezTo>
                  </a:path>
                  <a:path w="22723" h="43200" stroke="0">
                    <a:moveTo>
                      <a:pt x="1122" y="0"/>
                    </a:moveTo>
                    <a:cubicBezTo>
                      <a:pt x="13052" y="0"/>
                      <a:pt x="22723" y="9670"/>
                      <a:pt x="22723" y="21600"/>
                    </a:cubicBezTo>
                    <a:cubicBezTo>
                      <a:pt x="22723" y="33529"/>
                      <a:pt x="13052" y="43200"/>
                      <a:pt x="1123" y="43200"/>
                    </a:cubicBezTo>
                    <a:cubicBezTo>
                      <a:pt x="748" y="43200"/>
                      <a:pt x="374" y="43190"/>
                      <a:pt x="0" y="43170"/>
                    </a:cubicBezTo>
                    <a:lnTo>
                      <a:pt x="1123" y="21600"/>
                    </a:lnTo>
                    <a:close/>
                  </a:path>
                </a:pathLst>
              </a:custGeom>
              <a:noFill/>
              <a:ln w="28575" cap="flat" cmpd="sng">
                <a:solidFill>
                  <a:srgbClr val="FF9900"/>
                </a:solidFill>
                <a:prstDash val="solid"/>
                <a:round/>
                <a:headEnd type="none" w="med" len="med"/>
                <a:tailEnd type="none" w="med" len="med"/>
              </a:ln>
            </p:spPr>
            <p:txBody>
              <a:bodyPr wrap="none" anchor="ctr" anchorCtr="0"/>
              <a:p>
                <a:endParaRPr lang="zh-CN" altLang="en-US" dirty="0">
                  <a:latin typeface="楷体_GB2312" pitchFamily="49" charset="-122"/>
                </a:endParaRPr>
              </a:p>
            </p:txBody>
          </p:sp>
          <p:sp>
            <p:nvSpPr>
              <p:cNvPr id="89115" name="Arc 94"/>
              <p:cNvSpPr/>
              <p:nvPr/>
            </p:nvSpPr>
            <p:spPr>
              <a:xfrm flipH="1" flipV="1">
                <a:off x="1565" y="2614"/>
                <a:ext cx="90" cy="116"/>
              </a:xfrm>
              <a:custGeom>
                <a:avLst/>
                <a:gdLst>
                  <a:gd name="txL" fmla="*/ 0 w 22723"/>
                  <a:gd name="txT" fmla="*/ 0 h 43200"/>
                  <a:gd name="txR" fmla="*/ 22723 w 22723"/>
                  <a:gd name="txB" fmla="*/ 43200 h 43200"/>
                </a:gdLst>
                <a:ahLst/>
                <a:cxnLst>
                  <a:cxn ang="0">
                    <a:pos x="1122" y="0"/>
                  </a:cxn>
                  <a:cxn ang="0">
                    <a:pos x="22723" y="21600"/>
                  </a:cxn>
                  <a:cxn ang="0">
                    <a:pos x="1123" y="43200"/>
                  </a:cxn>
                  <a:cxn ang="0">
                    <a:pos x="0" y="43170"/>
                  </a:cxn>
                  <a:cxn ang="0">
                    <a:pos x="1122" y="0"/>
                  </a:cxn>
                  <a:cxn ang="0">
                    <a:pos x="22723" y="21600"/>
                  </a:cxn>
                  <a:cxn ang="0">
                    <a:pos x="1123" y="43200"/>
                  </a:cxn>
                  <a:cxn ang="0">
                    <a:pos x="0" y="43170"/>
                  </a:cxn>
                  <a:cxn ang="0">
                    <a:pos x="1123" y="21600"/>
                  </a:cxn>
                </a:cxnLst>
                <a:rect l="txL" t="txT" r="txR" b="txB"/>
                <a:pathLst>
                  <a:path w="22723" h="43200" fill="none">
                    <a:moveTo>
                      <a:pt x="1122" y="0"/>
                    </a:moveTo>
                    <a:cubicBezTo>
                      <a:pt x="13052" y="0"/>
                      <a:pt x="22723" y="9670"/>
                      <a:pt x="22723" y="21600"/>
                    </a:cubicBezTo>
                    <a:cubicBezTo>
                      <a:pt x="22723" y="33529"/>
                      <a:pt x="13052" y="43200"/>
                      <a:pt x="1123" y="43200"/>
                    </a:cubicBezTo>
                    <a:cubicBezTo>
                      <a:pt x="748" y="43200"/>
                      <a:pt x="374" y="43190"/>
                      <a:pt x="0" y="43170"/>
                    </a:cubicBezTo>
                  </a:path>
                  <a:path w="22723" h="43200" stroke="0">
                    <a:moveTo>
                      <a:pt x="1122" y="0"/>
                    </a:moveTo>
                    <a:cubicBezTo>
                      <a:pt x="13052" y="0"/>
                      <a:pt x="22723" y="9670"/>
                      <a:pt x="22723" y="21600"/>
                    </a:cubicBezTo>
                    <a:cubicBezTo>
                      <a:pt x="22723" y="33529"/>
                      <a:pt x="13052" y="43200"/>
                      <a:pt x="1123" y="43200"/>
                    </a:cubicBezTo>
                    <a:cubicBezTo>
                      <a:pt x="748" y="43200"/>
                      <a:pt x="374" y="43190"/>
                      <a:pt x="0" y="43170"/>
                    </a:cubicBezTo>
                    <a:lnTo>
                      <a:pt x="1123" y="21600"/>
                    </a:lnTo>
                    <a:close/>
                  </a:path>
                </a:pathLst>
              </a:custGeom>
              <a:noFill/>
              <a:ln w="28575" cap="flat" cmpd="sng">
                <a:solidFill>
                  <a:srgbClr val="FF9900"/>
                </a:solidFill>
                <a:prstDash val="solid"/>
                <a:round/>
                <a:headEnd type="none" w="med" len="med"/>
                <a:tailEnd type="none" w="med" len="med"/>
              </a:ln>
            </p:spPr>
            <p:txBody>
              <a:bodyPr wrap="none" anchor="ctr" anchorCtr="0"/>
              <a:p>
                <a:endParaRPr lang="zh-CN" altLang="en-US" dirty="0">
                  <a:latin typeface="楷体_GB2312" pitchFamily="49" charset="-122"/>
                </a:endParaRPr>
              </a:p>
            </p:txBody>
          </p:sp>
          <p:sp>
            <p:nvSpPr>
              <p:cNvPr id="89116" name="Arc 95"/>
              <p:cNvSpPr/>
              <p:nvPr/>
            </p:nvSpPr>
            <p:spPr>
              <a:xfrm flipH="1" flipV="1">
                <a:off x="1565" y="2984"/>
                <a:ext cx="90" cy="116"/>
              </a:xfrm>
              <a:custGeom>
                <a:avLst/>
                <a:gdLst>
                  <a:gd name="txL" fmla="*/ 0 w 22723"/>
                  <a:gd name="txT" fmla="*/ 0 h 43200"/>
                  <a:gd name="txR" fmla="*/ 22723 w 22723"/>
                  <a:gd name="txB" fmla="*/ 43200 h 43200"/>
                </a:gdLst>
                <a:ahLst/>
                <a:cxnLst>
                  <a:cxn ang="0">
                    <a:pos x="1122" y="0"/>
                  </a:cxn>
                  <a:cxn ang="0">
                    <a:pos x="22723" y="21600"/>
                  </a:cxn>
                  <a:cxn ang="0">
                    <a:pos x="1123" y="43200"/>
                  </a:cxn>
                  <a:cxn ang="0">
                    <a:pos x="0" y="43170"/>
                  </a:cxn>
                  <a:cxn ang="0">
                    <a:pos x="1122" y="0"/>
                  </a:cxn>
                  <a:cxn ang="0">
                    <a:pos x="22723" y="21600"/>
                  </a:cxn>
                  <a:cxn ang="0">
                    <a:pos x="1123" y="43200"/>
                  </a:cxn>
                  <a:cxn ang="0">
                    <a:pos x="0" y="43170"/>
                  </a:cxn>
                  <a:cxn ang="0">
                    <a:pos x="1123" y="21600"/>
                  </a:cxn>
                </a:cxnLst>
                <a:rect l="txL" t="txT" r="txR" b="txB"/>
                <a:pathLst>
                  <a:path w="22723" h="43200" fill="none">
                    <a:moveTo>
                      <a:pt x="1122" y="0"/>
                    </a:moveTo>
                    <a:cubicBezTo>
                      <a:pt x="13052" y="0"/>
                      <a:pt x="22723" y="9670"/>
                      <a:pt x="22723" y="21600"/>
                    </a:cubicBezTo>
                    <a:cubicBezTo>
                      <a:pt x="22723" y="33529"/>
                      <a:pt x="13052" y="43200"/>
                      <a:pt x="1123" y="43200"/>
                    </a:cubicBezTo>
                    <a:cubicBezTo>
                      <a:pt x="748" y="43200"/>
                      <a:pt x="374" y="43190"/>
                      <a:pt x="0" y="43170"/>
                    </a:cubicBezTo>
                  </a:path>
                  <a:path w="22723" h="43200" stroke="0">
                    <a:moveTo>
                      <a:pt x="1122" y="0"/>
                    </a:moveTo>
                    <a:cubicBezTo>
                      <a:pt x="13052" y="0"/>
                      <a:pt x="22723" y="9670"/>
                      <a:pt x="22723" y="21600"/>
                    </a:cubicBezTo>
                    <a:cubicBezTo>
                      <a:pt x="22723" y="33529"/>
                      <a:pt x="13052" y="43200"/>
                      <a:pt x="1123" y="43200"/>
                    </a:cubicBezTo>
                    <a:cubicBezTo>
                      <a:pt x="748" y="43200"/>
                      <a:pt x="374" y="43190"/>
                      <a:pt x="0" y="43170"/>
                    </a:cubicBezTo>
                    <a:lnTo>
                      <a:pt x="1123" y="21600"/>
                    </a:lnTo>
                    <a:close/>
                  </a:path>
                </a:pathLst>
              </a:custGeom>
              <a:noFill/>
              <a:ln w="28575" cap="flat" cmpd="sng">
                <a:solidFill>
                  <a:srgbClr val="FF9900"/>
                </a:solidFill>
                <a:prstDash val="solid"/>
                <a:round/>
                <a:headEnd type="none" w="med" len="med"/>
                <a:tailEnd type="none" w="med" len="med"/>
              </a:ln>
            </p:spPr>
            <p:txBody>
              <a:bodyPr wrap="none" anchor="ctr" anchorCtr="0"/>
              <a:p>
                <a:endParaRPr lang="zh-CN" altLang="en-US" dirty="0">
                  <a:latin typeface="楷体_GB2312" pitchFamily="49" charset="-122"/>
                </a:endParaRPr>
              </a:p>
            </p:txBody>
          </p:sp>
        </p:gr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grpId="0" nodeType="withEffect">
                                  <p:stCondLst>
                                    <p:cond delay="0"/>
                                  </p:stCondLst>
                                  <p:childTnLst>
                                    <p:set>
                                      <p:cBhvr>
                                        <p:cTn id="6" dur="1" fill="hold">
                                          <p:stCondLst>
                                            <p:cond delay="0"/>
                                          </p:stCondLst>
                                        </p:cTn>
                                        <p:tgtEl>
                                          <p:spTgt spid="28674"/>
                                        </p:tgtEl>
                                        <p:attrNameLst>
                                          <p:attrName>style.visibility</p:attrName>
                                        </p:attrNameLst>
                                      </p:cBhvr>
                                      <p:to>
                                        <p:strVal val="visible"/>
                                      </p:to>
                                    </p:set>
                                    <p:anim calcmode="lin" valueType="num">
                                      <p:cBhvr additive="base">
                                        <p:cTn id="7" dur="500" fill="hold"/>
                                        <p:tgtEl>
                                          <p:spTgt spid="28674"/>
                                        </p:tgtEl>
                                        <p:attrNameLst>
                                          <p:attrName>ppt_x</p:attrName>
                                        </p:attrNameLst>
                                      </p:cBhvr>
                                      <p:tavLst>
                                        <p:tav tm="0">
                                          <p:val>
                                            <p:strVal val="0-#ppt_w/2"/>
                                          </p:val>
                                        </p:tav>
                                        <p:tav tm="100000">
                                          <p:val>
                                            <p:strVal val="#ppt_x"/>
                                          </p:val>
                                        </p:tav>
                                      </p:tavLst>
                                    </p:anim>
                                    <p:anim calcmode="lin" valueType="num">
                                      <p:cBhvr additive="base">
                                        <p:cTn id="8" dur="500" fill="hold"/>
                                        <p:tgtEl>
                                          <p:spTgt spid="28674"/>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3" presetClass="entr" presetSubtype="10" fill="hold" nodeType="clickEffect">
                                  <p:stCondLst>
                                    <p:cond delay="0"/>
                                  </p:stCondLst>
                                  <p:childTnLst>
                                    <p:set>
                                      <p:cBhvr>
                                        <p:cTn id="12" dur="1" fill="hold">
                                          <p:stCondLst>
                                            <p:cond delay="0"/>
                                          </p:stCondLst>
                                        </p:cTn>
                                        <p:tgtEl>
                                          <p:spTgt spid="2"/>
                                        </p:tgtEl>
                                        <p:attrNameLst>
                                          <p:attrName>style.visibility</p:attrName>
                                        </p:attrNameLst>
                                      </p:cBhvr>
                                      <p:to>
                                        <p:strVal val="visible"/>
                                      </p:to>
                                    </p:set>
                                    <p:animEffect transition="in" filter="blinds(horizontal)">
                                      <p:cBhvr>
                                        <p:cTn id="13" dur="500"/>
                                        <p:tgtEl>
                                          <p:spTgt spid="2"/>
                                        </p:tgtEl>
                                      </p:cBhvr>
                                    </p:animEffect>
                                  </p:childTnLst>
                                </p:cTn>
                              </p:par>
                            </p:childTnLst>
                          </p:cTn>
                        </p:par>
                      </p:childTnLst>
                    </p:cTn>
                  </p:par>
                  <p:par>
                    <p:cTn id="14" fill="hold">
                      <p:stCondLst>
                        <p:cond delay="indefinite"/>
                      </p:stCondLst>
                      <p:childTnLst>
                        <p:par>
                          <p:cTn id="15" fill="hold">
                            <p:stCondLst>
                              <p:cond delay="0"/>
                            </p:stCondLst>
                            <p:childTnLst>
                              <p:par>
                                <p:cTn id="16" presetID="22" presetClass="entr" presetSubtype="1" fill="hold" grpId="0" nodeType="clickEffect">
                                  <p:stCondLst>
                                    <p:cond delay="0"/>
                                  </p:stCondLst>
                                  <p:childTnLst>
                                    <p:set>
                                      <p:cBhvr>
                                        <p:cTn id="17" dur="1" fill="hold">
                                          <p:stCondLst>
                                            <p:cond delay="0"/>
                                          </p:stCondLst>
                                        </p:cTn>
                                        <p:tgtEl>
                                          <p:spTgt spid="28688"/>
                                        </p:tgtEl>
                                        <p:attrNameLst>
                                          <p:attrName>style.visibility</p:attrName>
                                        </p:attrNameLst>
                                      </p:cBhvr>
                                      <p:to>
                                        <p:strVal val="visible"/>
                                      </p:to>
                                    </p:set>
                                    <p:animEffect transition="in" filter="wipe(up)">
                                      <p:cBhvr>
                                        <p:cTn id="18" dur="2000"/>
                                        <p:tgtEl>
                                          <p:spTgt spid="28688"/>
                                        </p:tgtEl>
                                      </p:cBhvr>
                                    </p:animEffect>
                                  </p:childTnLst>
                                </p:cTn>
                              </p:par>
                            </p:childTnLst>
                          </p:cTn>
                        </p:par>
                      </p:childTnLst>
                    </p:cTn>
                  </p:par>
                  <p:par>
                    <p:cTn id="19" fill="hold">
                      <p:stCondLst>
                        <p:cond delay="indefinite"/>
                      </p:stCondLst>
                      <p:childTnLst>
                        <p:par>
                          <p:cTn id="20" fill="hold">
                            <p:stCondLst>
                              <p:cond delay="0"/>
                            </p:stCondLst>
                            <p:childTnLst>
                              <p:par>
                                <p:cTn id="21" presetID="3" presetClass="entr" presetSubtype="10" fill="hold" nodeType="clickEffect">
                                  <p:stCondLst>
                                    <p:cond delay="0"/>
                                  </p:stCondLst>
                                  <p:childTnLst>
                                    <p:set>
                                      <p:cBhvr>
                                        <p:cTn id="22" dur="1" fill="hold">
                                          <p:stCondLst>
                                            <p:cond delay="0"/>
                                          </p:stCondLst>
                                        </p:cTn>
                                        <p:tgtEl>
                                          <p:spTgt spid="7"/>
                                        </p:tgtEl>
                                        <p:attrNameLst>
                                          <p:attrName>style.visibility</p:attrName>
                                        </p:attrNameLst>
                                      </p:cBhvr>
                                      <p:to>
                                        <p:strVal val="visible"/>
                                      </p:to>
                                    </p:set>
                                    <p:animEffect transition="in" filter="blinds(horizontal)">
                                      <p:cBhvr>
                                        <p:cTn id="23" dur="500"/>
                                        <p:tgtEl>
                                          <p:spTgt spid="7"/>
                                        </p:tgtEl>
                                      </p:cBhvr>
                                    </p:animEffect>
                                  </p:childTnLst>
                                </p:cTn>
                              </p:par>
                            </p:childTnLst>
                          </p:cTn>
                        </p:par>
                      </p:childTnLst>
                    </p:cTn>
                  </p:par>
                  <p:par>
                    <p:cTn id="24" fill="hold">
                      <p:stCondLst>
                        <p:cond delay="indefinite"/>
                      </p:stCondLst>
                      <p:childTnLst>
                        <p:par>
                          <p:cTn id="25" fill="hold">
                            <p:stCondLst>
                              <p:cond delay="0"/>
                            </p:stCondLst>
                            <p:childTnLst>
                              <p:par>
                                <p:cTn id="26" presetID="18" presetClass="entr" presetSubtype="6" fill="hold" grpId="0" nodeType="clickEffect">
                                  <p:stCondLst>
                                    <p:cond delay="0"/>
                                  </p:stCondLst>
                                  <p:childTnLst>
                                    <p:set>
                                      <p:cBhvr>
                                        <p:cTn id="27" dur="1" fill="hold">
                                          <p:stCondLst>
                                            <p:cond delay="0"/>
                                          </p:stCondLst>
                                        </p:cTn>
                                        <p:tgtEl>
                                          <p:spTgt spid="28708"/>
                                        </p:tgtEl>
                                        <p:attrNameLst>
                                          <p:attrName>style.visibility</p:attrName>
                                        </p:attrNameLst>
                                      </p:cBhvr>
                                      <p:to>
                                        <p:strVal val="visible"/>
                                      </p:to>
                                    </p:set>
                                    <p:animEffect transition="in" filter="strips(downRight)">
                                      <p:cBhvr>
                                        <p:cTn id="28" dur="2000"/>
                                        <p:tgtEl>
                                          <p:spTgt spid="28708"/>
                                        </p:tgtEl>
                                      </p:cBhvr>
                                    </p:animEffect>
                                  </p:childTnLst>
                                </p:cTn>
                              </p:par>
                            </p:childTnLst>
                          </p:cTn>
                        </p:par>
                      </p:childTnLst>
                    </p:cTn>
                  </p:par>
                  <p:par>
                    <p:cTn id="29" fill="hold">
                      <p:stCondLst>
                        <p:cond delay="indefinite"/>
                      </p:stCondLst>
                      <p:childTnLst>
                        <p:par>
                          <p:cTn id="30" fill="hold">
                            <p:stCondLst>
                              <p:cond delay="0"/>
                            </p:stCondLst>
                            <p:childTnLst>
                              <p:par>
                                <p:cTn id="31" presetID="3" presetClass="entr" presetSubtype="10" fill="hold" nodeType="clickEffect">
                                  <p:stCondLst>
                                    <p:cond delay="0"/>
                                  </p:stCondLst>
                                  <p:childTnLst>
                                    <p:set>
                                      <p:cBhvr>
                                        <p:cTn id="32" dur="1" fill="hold">
                                          <p:stCondLst>
                                            <p:cond delay="0"/>
                                          </p:stCondLst>
                                        </p:cTn>
                                        <p:tgtEl>
                                          <p:spTgt spid="3"/>
                                        </p:tgtEl>
                                        <p:attrNameLst>
                                          <p:attrName>style.visibility</p:attrName>
                                        </p:attrNameLst>
                                      </p:cBhvr>
                                      <p:to>
                                        <p:strVal val="visible"/>
                                      </p:to>
                                    </p:set>
                                    <p:animEffect transition="in" filter="blinds(horizontal)">
                                      <p:cBhvr>
                                        <p:cTn id="33" dur="500"/>
                                        <p:tgtEl>
                                          <p:spTgt spid="3"/>
                                        </p:tgtEl>
                                      </p:cBhvr>
                                    </p:animEffect>
                                  </p:childTnLst>
                                </p:cTn>
                              </p:par>
                            </p:childTnLst>
                          </p:cTn>
                        </p:par>
                      </p:childTnLst>
                    </p:cTn>
                  </p:par>
                  <p:par>
                    <p:cTn id="34" fill="hold">
                      <p:stCondLst>
                        <p:cond delay="indefinite"/>
                      </p:stCondLst>
                      <p:childTnLst>
                        <p:par>
                          <p:cTn id="35" fill="hold">
                            <p:stCondLst>
                              <p:cond delay="0"/>
                            </p:stCondLst>
                            <p:childTnLst>
                              <p:par>
                                <p:cTn id="36" presetID="22" presetClass="entr" presetSubtype="1" fill="hold" grpId="0" nodeType="clickEffect">
                                  <p:stCondLst>
                                    <p:cond delay="0"/>
                                  </p:stCondLst>
                                  <p:childTnLst>
                                    <p:set>
                                      <p:cBhvr>
                                        <p:cTn id="37" dur="1" fill="hold">
                                          <p:stCondLst>
                                            <p:cond delay="0"/>
                                          </p:stCondLst>
                                        </p:cTn>
                                        <p:tgtEl>
                                          <p:spTgt spid="28725"/>
                                        </p:tgtEl>
                                        <p:attrNameLst>
                                          <p:attrName>style.visibility</p:attrName>
                                        </p:attrNameLst>
                                      </p:cBhvr>
                                      <p:to>
                                        <p:strVal val="visible"/>
                                      </p:to>
                                    </p:set>
                                    <p:animEffect transition="in" filter="wipe(up)">
                                      <p:cBhvr>
                                        <p:cTn id="38" dur="2000"/>
                                        <p:tgtEl>
                                          <p:spTgt spid="2872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8674" grpId="0"/>
      <p:bldP spid="28688" grpId="0"/>
      <p:bldP spid="28708" grpId="0"/>
      <p:bldP spid="28725" grpId="0"/>
    </p:bld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93186" name="Text Box 2"/>
          <p:cNvSpPr txBox="1"/>
          <p:nvPr/>
        </p:nvSpPr>
        <p:spPr>
          <a:xfrm>
            <a:off x="684213" y="549275"/>
            <a:ext cx="4057650" cy="519113"/>
          </a:xfrm>
          <a:prstGeom prst="rect">
            <a:avLst/>
          </a:prstGeom>
          <a:noFill/>
          <a:ln w="9525">
            <a:noFill/>
          </a:ln>
        </p:spPr>
        <p:txBody>
          <a:bodyPr wrap="none" lIns="198000" rIns="198000">
            <a:spAutoFit/>
          </a:bodyPr>
          <a:p>
            <a:pPr>
              <a:spcBef>
                <a:spcPct val="50000"/>
              </a:spcBef>
            </a:pPr>
            <a:r>
              <a:rPr lang="en-US" altLang="zh-CN" b="0" dirty="0">
                <a:solidFill>
                  <a:schemeClr val="bg1"/>
                </a:solidFill>
                <a:latin typeface="Times New Roman" panose="02020603050405020304" pitchFamily="18" charset="0"/>
              </a:rPr>
              <a:t>6.</a:t>
            </a:r>
            <a:r>
              <a:rPr lang="en-US" altLang="zh-CN" dirty="0">
                <a:solidFill>
                  <a:schemeClr val="bg1"/>
                </a:solidFill>
                <a:latin typeface="楷体_GB2312" pitchFamily="49" charset="-122"/>
              </a:rPr>
              <a:t> </a:t>
            </a:r>
            <a:r>
              <a:rPr lang="zh-CN" altLang="en-US" dirty="0">
                <a:solidFill>
                  <a:schemeClr val="bg1"/>
                </a:solidFill>
                <a:latin typeface="楷体_GB2312" pitchFamily="49" charset="-122"/>
              </a:rPr>
              <a:t>任意阻抗的功率计算</a:t>
            </a:r>
            <a:endParaRPr lang="zh-CN" altLang="en-US" dirty="0">
              <a:solidFill>
                <a:schemeClr val="bg1"/>
              </a:solidFill>
              <a:latin typeface="楷体_GB2312" pitchFamily="49" charset="-122"/>
            </a:endParaRPr>
          </a:p>
        </p:txBody>
      </p:sp>
      <p:sp>
        <p:nvSpPr>
          <p:cNvPr id="93200" name="Text Box 16"/>
          <p:cNvSpPr txBox="1"/>
          <p:nvPr/>
        </p:nvSpPr>
        <p:spPr>
          <a:xfrm>
            <a:off x="2627313" y="1125538"/>
            <a:ext cx="5545137" cy="579437"/>
          </a:xfrm>
          <a:prstGeom prst="rect">
            <a:avLst/>
          </a:prstGeom>
          <a:noFill/>
          <a:ln w="9525">
            <a:noFill/>
          </a:ln>
        </p:spPr>
        <p:txBody>
          <a:bodyPr>
            <a:spAutoFit/>
          </a:bodyPr>
          <a:p>
            <a:pPr>
              <a:spcBef>
                <a:spcPct val="50000"/>
              </a:spcBef>
            </a:pPr>
            <a:r>
              <a:rPr lang="en-US" altLang="zh-CN" sz="3200" b="0" i="1" dirty="0">
                <a:solidFill>
                  <a:schemeClr val="bg1"/>
                </a:solidFill>
                <a:latin typeface="Times New Roman" panose="02020603050405020304" pitchFamily="18" charset="0"/>
                <a:ea typeface="宋体" panose="02010600030101010101" pitchFamily="2" charset="-122"/>
              </a:rPr>
              <a:t>P</a:t>
            </a:r>
            <a:r>
              <a:rPr lang="en-US" altLang="zh-CN" sz="3200" b="0" i="1" baseline="-25000" dirty="0">
                <a:solidFill>
                  <a:schemeClr val="bg1"/>
                </a:solidFill>
                <a:latin typeface="Times New Roman" panose="02020603050405020304" pitchFamily="18" charset="0"/>
                <a:ea typeface="宋体" panose="02010600030101010101" pitchFamily="2" charset="-122"/>
              </a:rPr>
              <a:t>Z </a:t>
            </a:r>
            <a:r>
              <a:rPr lang="en-US" altLang="zh-CN" sz="3200" b="0" dirty="0">
                <a:solidFill>
                  <a:schemeClr val="bg1"/>
                </a:solidFill>
                <a:latin typeface="Times New Roman" panose="02020603050405020304" pitchFamily="18" charset="0"/>
                <a:ea typeface="宋体" panose="02010600030101010101" pitchFamily="2" charset="-122"/>
              </a:rPr>
              <a:t>=</a:t>
            </a:r>
            <a:r>
              <a:rPr lang="en-US" altLang="zh-CN" sz="3200" b="0" i="1" dirty="0">
                <a:solidFill>
                  <a:schemeClr val="bg1"/>
                </a:solidFill>
                <a:latin typeface="Times New Roman" panose="02020603050405020304" pitchFamily="18" charset="0"/>
                <a:ea typeface="宋体" panose="02010600030101010101" pitchFamily="2" charset="-122"/>
              </a:rPr>
              <a:t>UI</a:t>
            </a:r>
            <a:r>
              <a:rPr lang="en-US" altLang="zh-CN" sz="3200" b="0" dirty="0">
                <a:solidFill>
                  <a:schemeClr val="bg1"/>
                </a:solidFill>
                <a:latin typeface="Times New Roman" panose="02020603050405020304" pitchFamily="18" charset="0"/>
                <a:ea typeface="宋体" panose="02010600030101010101" pitchFamily="2" charset="-122"/>
              </a:rPr>
              <a:t>cos </a:t>
            </a:r>
            <a:r>
              <a:rPr lang="en-US" altLang="zh-CN" sz="3200" b="0" i="1" dirty="0">
                <a:solidFill>
                  <a:schemeClr val="bg1"/>
                </a:solidFill>
                <a:latin typeface="Times New Roman" panose="02020603050405020304" pitchFamily="18" charset="0"/>
                <a:ea typeface="宋体" panose="02010600030101010101" pitchFamily="2" charset="-122"/>
                <a:sym typeface="Symbol" panose="05050102010706020507" pitchFamily="18" charset="2"/>
              </a:rPr>
              <a:t> </a:t>
            </a:r>
            <a:r>
              <a:rPr lang="en-US" altLang="zh-CN" sz="3200" b="0" dirty="0">
                <a:solidFill>
                  <a:schemeClr val="bg1"/>
                </a:solidFill>
                <a:latin typeface="Times New Roman" panose="02020603050405020304" pitchFamily="18" charset="0"/>
                <a:ea typeface="宋体" panose="02010600030101010101" pitchFamily="2" charset="-122"/>
                <a:sym typeface="Symbol" panose="05050102010706020507" pitchFamily="18" charset="2"/>
              </a:rPr>
              <a:t>=</a:t>
            </a:r>
            <a:r>
              <a:rPr lang="en-US" altLang="zh-CN" sz="3200" b="0" i="1" dirty="0">
                <a:solidFill>
                  <a:schemeClr val="bg1"/>
                </a:solidFill>
                <a:latin typeface="Times New Roman" panose="02020603050405020304" pitchFamily="18" charset="0"/>
                <a:ea typeface="宋体" panose="02010600030101010101" pitchFamily="2" charset="-122"/>
                <a:sym typeface="Symbol" panose="05050102010706020507" pitchFamily="18" charset="2"/>
              </a:rPr>
              <a:t>I</a:t>
            </a:r>
            <a:r>
              <a:rPr lang="en-US" altLang="zh-CN" sz="3200" b="0" baseline="30000" dirty="0">
                <a:solidFill>
                  <a:schemeClr val="bg1"/>
                </a:solidFill>
                <a:latin typeface="Times New Roman" panose="02020603050405020304" pitchFamily="18" charset="0"/>
                <a:ea typeface="宋体" panose="02010600030101010101" pitchFamily="2" charset="-122"/>
                <a:sym typeface="Symbol" panose="05050102010706020507" pitchFamily="18" charset="2"/>
              </a:rPr>
              <a:t>2</a:t>
            </a:r>
            <a:r>
              <a:rPr lang="en-US" altLang="zh-CN" sz="3200" b="0" i="1" dirty="0">
                <a:solidFill>
                  <a:schemeClr val="bg1"/>
                </a:solidFill>
                <a:latin typeface="Arial" panose="020B0604020202020204" pitchFamily="34" charset="0"/>
                <a:ea typeface="仿宋_GB2312" pitchFamily="49" charset="-122"/>
                <a:sym typeface="Symbol" panose="05050102010706020507" pitchFamily="18" charset="2"/>
              </a:rPr>
              <a:t>|</a:t>
            </a:r>
            <a:r>
              <a:rPr lang="en-US" altLang="zh-CN" sz="3200" b="0" i="1" dirty="0">
                <a:solidFill>
                  <a:schemeClr val="bg1"/>
                </a:solidFill>
                <a:latin typeface="Times New Roman" panose="02020603050405020304" pitchFamily="18" charset="0"/>
                <a:ea typeface="宋体" panose="02010600030101010101" pitchFamily="2" charset="-122"/>
                <a:sym typeface="Symbol" panose="05050102010706020507" pitchFamily="18" charset="2"/>
              </a:rPr>
              <a:t>Z|</a:t>
            </a:r>
            <a:r>
              <a:rPr lang="en-US" altLang="zh-CN" sz="3200" b="0" dirty="0">
                <a:solidFill>
                  <a:schemeClr val="bg1"/>
                </a:solidFill>
                <a:latin typeface="Times New Roman" panose="02020603050405020304" pitchFamily="18" charset="0"/>
                <a:ea typeface="宋体" panose="02010600030101010101" pitchFamily="2" charset="-122"/>
                <a:sym typeface="Symbol" panose="05050102010706020507" pitchFamily="18" charset="2"/>
              </a:rPr>
              <a:t>cos </a:t>
            </a:r>
            <a:r>
              <a:rPr lang="en-US" altLang="zh-CN" sz="3200" b="0" i="1" dirty="0">
                <a:solidFill>
                  <a:schemeClr val="bg1"/>
                </a:solidFill>
                <a:latin typeface="Arial" panose="020B0604020202020204" pitchFamily="34" charset="0"/>
                <a:ea typeface="仿宋_GB2312" pitchFamily="49" charset="-122"/>
                <a:sym typeface="Symbol" panose="05050102010706020507" pitchFamily="18" charset="2"/>
              </a:rPr>
              <a:t></a:t>
            </a:r>
            <a:r>
              <a:rPr lang="en-US" altLang="zh-CN" sz="3200" b="0" dirty="0">
                <a:latin typeface="Arial" panose="020B0604020202020204" pitchFamily="34" charset="0"/>
                <a:ea typeface="仿宋_GB2312" pitchFamily="49" charset="-122"/>
                <a:sym typeface="Symbol" panose="05050102010706020507" pitchFamily="18" charset="2"/>
              </a:rPr>
              <a:t> </a:t>
            </a:r>
            <a:r>
              <a:rPr lang="en-US" altLang="zh-CN" sz="3200" b="0" dirty="0">
                <a:solidFill>
                  <a:schemeClr val="bg1"/>
                </a:solidFill>
                <a:latin typeface="Times New Roman" panose="02020603050405020304" pitchFamily="18" charset="0"/>
                <a:ea typeface="宋体" panose="02010600030101010101" pitchFamily="2" charset="-122"/>
                <a:sym typeface="Symbol" panose="05050102010706020507" pitchFamily="18" charset="2"/>
              </a:rPr>
              <a:t> =</a:t>
            </a:r>
            <a:r>
              <a:rPr lang="en-US" altLang="zh-CN" sz="3200" b="0" i="1" dirty="0">
                <a:solidFill>
                  <a:schemeClr val="bg1"/>
                </a:solidFill>
                <a:latin typeface="Times New Roman" panose="02020603050405020304" pitchFamily="18" charset="0"/>
                <a:ea typeface="宋体" panose="02010600030101010101" pitchFamily="2" charset="-122"/>
                <a:sym typeface="Symbol" panose="05050102010706020507" pitchFamily="18" charset="2"/>
              </a:rPr>
              <a:t>I</a:t>
            </a:r>
            <a:r>
              <a:rPr lang="en-US" altLang="zh-CN" sz="3200" b="0" baseline="30000" dirty="0">
                <a:solidFill>
                  <a:schemeClr val="bg1"/>
                </a:solidFill>
                <a:latin typeface="Times New Roman" panose="02020603050405020304" pitchFamily="18" charset="0"/>
                <a:ea typeface="宋体" panose="02010600030101010101" pitchFamily="2" charset="-122"/>
                <a:sym typeface="Symbol" panose="05050102010706020507" pitchFamily="18" charset="2"/>
              </a:rPr>
              <a:t>2</a:t>
            </a:r>
            <a:r>
              <a:rPr lang="en-US" altLang="zh-CN" sz="3200" b="0" i="1" dirty="0">
                <a:solidFill>
                  <a:schemeClr val="bg1"/>
                </a:solidFill>
                <a:latin typeface="Times New Roman" panose="02020603050405020304" pitchFamily="18" charset="0"/>
                <a:ea typeface="宋体" panose="02010600030101010101" pitchFamily="2" charset="-122"/>
                <a:sym typeface="Symbol" panose="05050102010706020507" pitchFamily="18" charset="2"/>
              </a:rPr>
              <a:t>R</a:t>
            </a:r>
            <a:endParaRPr lang="en-US" altLang="zh-CN" sz="3200" b="0" i="1" dirty="0">
              <a:solidFill>
                <a:schemeClr val="bg1"/>
              </a:solidFill>
              <a:latin typeface="Times New Roman" panose="02020603050405020304" pitchFamily="18" charset="0"/>
              <a:ea typeface="宋体" panose="02010600030101010101" pitchFamily="2" charset="-122"/>
              <a:sym typeface="Symbol" panose="05050102010706020507" pitchFamily="18" charset="2"/>
            </a:endParaRPr>
          </a:p>
        </p:txBody>
      </p:sp>
      <p:sp>
        <p:nvSpPr>
          <p:cNvPr id="93219" name="Text Box 35"/>
          <p:cNvSpPr txBox="1"/>
          <p:nvPr/>
        </p:nvSpPr>
        <p:spPr>
          <a:xfrm>
            <a:off x="2555875" y="1700213"/>
            <a:ext cx="5229225" cy="1212850"/>
          </a:xfrm>
          <a:prstGeom prst="rect">
            <a:avLst/>
          </a:prstGeom>
          <a:noFill/>
          <a:ln w="9525">
            <a:noFill/>
          </a:ln>
        </p:spPr>
        <p:txBody>
          <a:bodyPr>
            <a:spAutoFit/>
          </a:bodyPr>
          <a:p>
            <a:pPr>
              <a:spcBef>
                <a:spcPct val="30000"/>
              </a:spcBef>
            </a:pPr>
            <a:r>
              <a:rPr lang="en-US" altLang="zh-CN" sz="3200" b="0" i="1" dirty="0">
                <a:solidFill>
                  <a:schemeClr val="bg1"/>
                </a:solidFill>
                <a:latin typeface="Times New Roman" panose="02020603050405020304" pitchFamily="18" charset="0"/>
                <a:ea typeface="宋体" panose="02010600030101010101" pitchFamily="2" charset="-122"/>
              </a:rPr>
              <a:t>Q</a:t>
            </a:r>
            <a:r>
              <a:rPr lang="en-US" altLang="zh-CN" sz="3200" b="0" i="1" baseline="-25000" dirty="0">
                <a:solidFill>
                  <a:schemeClr val="bg1"/>
                </a:solidFill>
                <a:latin typeface="Times New Roman" panose="02020603050405020304" pitchFamily="18" charset="0"/>
                <a:ea typeface="宋体" panose="02010600030101010101" pitchFamily="2" charset="-122"/>
              </a:rPr>
              <a:t>Z </a:t>
            </a:r>
            <a:r>
              <a:rPr lang="en-US" altLang="zh-CN" sz="3200" b="0" dirty="0">
                <a:solidFill>
                  <a:schemeClr val="bg1"/>
                </a:solidFill>
                <a:latin typeface="Times New Roman" panose="02020603050405020304" pitchFamily="18" charset="0"/>
                <a:ea typeface="宋体" panose="02010600030101010101" pitchFamily="2" charset="-122"/>
              </a:rPr>
              <a:t>=</a:t>
            </a:r>
            <a:r>
              <a:rPr lang="en-US" altLang="zh-CN" sz="3200" b="0" i="1" dirty="0">
                <a:solidFill>
                  <a:schemeClr val="bg1"/>
                </a:solidFill>
                <a:latin typeface="Times New Roman" panose="02020603050405020304" pitchFamily="18" charset="0"/>
                <a:ea typeface="宋体" panose="02010600030101010101" pitchFamily="2" charset="-122"/>
              </a:rPr>
              <a:t>UI</a:t>
            </a:r>
            <a:r>
              <a:rPr lang="en-US" altLang="zh-CN" sz="3200" b="0" dirty="0">
                <a:solidFill>
                  <a:schemeClr val="bg1"/>
                </a:solidFill>
                <a:latin typeface="Times New Roman" panose="02020603050405020304" pitchFamily="18" charset="0"/>
                <a:ea typeface="宋体" panose="02010600030101010101" pitchFamily="2" charset="-122"/>
              </a:rPr>
              <a:t>sin </a:t>
            </a:r>
            <a:r>
              <a:rPr lang="en-US" altLang="zh-CN" sz="3200" b="0" i="1" dirty="0">
                <a:solidFill>
                  <a:schemeClr val="bg1"/>
                </a:solidFill>
                <a:latin typeface="Times New Roman" panose="02020603050405020304" pitchFamily="18" charset="0"/>
                <a:ea typeface="宋体" panose="02010600030101010101" pitchFamily="2" charset="-122"/>
                <a:sym typeface="Symbol" panose="05050102010706020507" pitchFamily="18" charset="2"/>
              </a:rPr>
              <a:t> </a:t>
            </a:r>
            <a:r>
              <a:rPr lang="en-US" altLang="zh-CN" sz="3200" b="0" dirty="0">
                <a:solidFill>
                  <a:schemeClr val="bg1"/>
                </a:solidFill>
                <a:latin typeface="Times New Roman" panose="02020603050405020304" pitchFamily="18" charset="0"/>
                <a:ea typeface="宋体" panose="02010600030101010101" pitchFamily="2" charset="-122"/>
                <a:sym typeface="Symbol" panose="05050102010706020507" pitchFamily="18" charset="2"/>
              </a:rPr>
              <a:t>=</a:t>
            </a:r>
            <a:r>
              <a:rPr lang="en-US" altLang="zh-CN" sz="3200" b="0" i="1" dirty="0">
                <a:solidFill>
                  <a:schemeClr val="bg1"/>
                </a:solidFill>
                <a:latin typeface="Times New Roman" panose="02020603050405020304" pitchFamily="18" charset="0"/>
                <a:ea typeface="宋体" panose="02010600030101010101" pitchFamily="2" charset="-122"/>
                <a:sym typeface="Symbol" panose="05050102010706020507" pitchFamily="18" charset="2"/>
              </a:rPr>
              <a:t>I</a:t>
            </a:r>
            <a:r>
              <a:rPr lang="en-US" altLang="zh-CN" sz="3200" b="0" baseline="30000" dirty="0">
                <a:solidFill>
                  <a:schemeClr val="bg1"/>
                </a:solidFill>
                <a:latin typeface="Times New Roman" panose="02020603050405020304" pitchFamily="18" charset="0"/>
                <a:ea typeface="宋体" panose="02010600030101010101" pitchFamily="2" charset="-122"/>
                <a:sym typeface="Symbol" panose="05050102010706020507" pitchFamily="18" charset="2"/>
              </a:rPr>
              <a:t>2</a:t>
            </a:r>
            <a:r>
              <a:rPr lang="en-US" altLang="zh-CN" sz="3200" b="0" i="1" dirty="0">
                <a:solidFill>
                  <a:schemeClr val="bg1"/>
                </a:solidFill>
                <a:latin typeface="Arial" panose="020B0604020202020204" pitchFamily="34" charset="0"/>
                <a:ea typeface="仿宋_GB2312" pitchFamily="49" charset="-122"/>
                <a:sym typeface="Symbol" panose="05050102010706020507" pitchFamily="18" charset="2"/>
              </a:rPr>
              <a:t>|</a:t>
            </a:r>
            <a:r>
              <a:rPr lang="en-US" altLang="zh-CN" sz="3200" b="0" i="1" dirty="0">
                <a:solidFill>
                  <a:schemeClr val="bg1"/>
                </a:solidFill>
                <a:latin typeface="Times New Roman" panose="02020603050405020304" pitchFamily="18" charset="0"/>
                <a:ea typeface="仿宋_GB2312" pitchFamily="49" charset="-122"/>
                <a:sym typeface="Symbol" panose="05050102010706020507" pitchFamily="18" charset="2"/>
              </a:rPr>
              <a:t>Z</a:t>
            </a:r>
            <a:r>
              <a:rPr lang="en-US" altLang="zh-CN" sz="3200" b="0" i="1" dirty="0">
                <a:solidFill>
                  <a:schemeClr val="bg1"/>
                </a:solidFill>
                <a:latin typeface="Arial" panose="020B0604020202020204" pitchFamily="34" charset="0"/>
                <a:ea typeface="仿宋_GB2312" pitchFamily="49" charset="-122"/>
                <a:sym typeface="Symbol" panose="05050102010706020507" pitchFamily="18" charset="2"/>
              </a:rPr>
              <a:t>|</a:t>
            </a:r>
            <a:r>
              <a:rPr lang="en-US" altLang="zh-CN" sz="3200" b="0" dirty="0">
                <a:solidFill>
                  <a:schemeClr val="bg1"/>
                </a:solidFill>
                <a:latin typeface="Times New Roman" panose="02020603050405020304" pitchFamily="18" charset="0"/>
                <a:ea typeface="宋体" panose="02010600030101010101" pitchFamily="2" charset="-122"/>
                <a:sym typeface="Symbol" panose="05050102010706020507" pitchFamily="18" charset="2"/>
              </a:rPr>
              <a:t>sin </a:t>
            </a:r>
            <a:r>
              <a:rPr lang="en-US" altLang="zh-CN" sz="3200" b="0" i="1" dirty="0">
                <a:solidFill>
                  <a:schemeClr val="bg1"/>
                </a:solidFill>
                <a:latin typeface="Arial" panose="020B0604020202020204" pitchFamily="34" charset="0"/>
                <a:ea typeface="仿宋_GB2312" pitchFamily="49" charset="-122"/>
                <a:sym typeface="Symbol" panose="05050102010706020507" pitchFamily="18" charset="2"/>
              </a:rPr>
              <a:t></a:t>
            </a:r>
            <a:r>
              <a:rPr lang="en-US" altLang="zh-CN" sz="3200" b="0" dirty="0">
                <a:latin typeface="Arial" panose="020B0604020202020204" pitchFamily="34" charset="0"/>
                <a:ea typeface="仿宋_GB2312" pitchFamily="49" charset="-122"/>
                <a:sym typeface="Symbol" panose="05050102010706020507" pitchFamily="18" charset="2"/>
              </a:rPr>
              <a:t> </a:t>
            </a:r>
            <a:r>
              <a:rPr lang="en-US" altLang="zh-CN" sz="3200" b="0" dirty="0">
                <a:solidFill>
                  <a:schemeClr val="bg1"/>
                </a:solidFill>
                <a:latin typeface="Times New Roman" panose="02020603050405020304" pitchFamily="18" charset="0"/>
                <a:ea typeface="宋体" panose="02010600030101010101" pitchFamily="2" charset="-122"/>
                <a:sym typeface="Symbol" panose="05050102010706020507" pitchFamily="18" charset="2"/>
              </a:rPr>
              <a:t> =</a:t>
            </a:r>
            <a:r>
              <a:rPr lang="en-US" altLang="zh-CN" sz="3200" b="0" i="1" dirty="0">
                <a:solidFill>
                  <a:schemeClr val="bg1"/>
                </a:solidFill>
                <a:latin typeface="Times New Roman" panose="02020603050405020304" pitchFamily="18" charset="0"/>
                <a:ea typeface="宋体" panose="02010600030101010101" pitchFamily="2" charset="-122"/>
                <a:sym typeface="Symbol" panose="05050102010706020507" pitchFamily="18" charset="2"/>
              </a:rPr>
              <a:t>I</a:t>
            </a:r>
            <a:r>
              <a:rPr lang="en-US" altLang="zh-CN" sz="3200" b="0" baseline="30000" dirty="0">
                <a:solidFill>
                  <a:schemeClr val="bg1"/>
                </a:solidFill>
                <a:latin typeface="Times New Roman" panose="02020603050405020304" pitchFamily="18" charset="0"/>
                <a:ea typeface="宋体" panose="02010600030101010101" pitchFamily="2" charset="-122"/>
                <a:sym typeface="Symbol" panose="05050102010706020507" pitchFamily="18" charset="2"/>
              </a:rPr>
              <a:t>2</a:t>
            </a:r>
            <a:r>
              <a:rPr lang="en-US" altLang="zh-CN" sz="3200" b="0" i="1" dirty="0">
                <a:solidFill>
                  <a:schemeClr val="bg1"/>
                </a:solidFill>
                <a:latin typeface="Times New Roman" panose="02020603050405020304" pitchFamily="18" charset="0"/>
                <a:ea typeface="宋体" panose="02010600030101010101" pitchFamily="2" charset="-122"/>
                <a:sym typeface="Symbol" panose="05050102010706020507" pitchFamily="18" charset="2"/>
              </a:rPr>
              <a:t>X</a:t>
            </a:r>
            <a:endParaRPr lang="en-US" altLang="zh-CN" sz="3200" b="0" i="1" dirty="0">
              <a:solidFill>
                <a:schemeClr val="bg1"/>
              </a:solidFill>
              <a:latin typeface="Times New Roman" panose="02020603050405020304" pitchFamily="18" charset="0"/>
              <a:ea typeface="宋体" panose="02010600030101010101" pitchFamily="2" charset="-122"/>
              <a:sym typeface="Symbol" panose="05050102010706020507" pitchFamily="18" charset="2"/>
            </a:endParaRPr>
          </a:p>
          <a:p>
            <a:pPr>
              <a:spcBef>
                <a:spcPct val="30000"/>
              </a:spcBef>
            </a:pPr>
            <a:r>
              <a:rPr lang="en-US" altLang="zh-CN" sz="3200" b="0" i="1" dirty="0">
                <a:solidFill>
                  <a:schemeClr val="bg1"/>
                </a:solidFill>
                <a:latin typeface="Times New Roman" panose="02020603050405020304" pitchFamily="18" charset="0"/>
                <a:ea typeface="宋体" panose="02010600030101010101" pitchFamily="2" charset="-122"/>
                <a:sym typeface="Symbol" panose="05050102010706020507" pitchFamily="18" charset="2"/>
              </a:rPr>
              <a:t>    </a:t>
            </a:r>
            <a:r>
              <a:rPr lang="zh-CN" altLang="en-US" sz="3200" b="0" dirty="0">
                <a:solidFill>
                  <a:schemeClr val="bg1"/>
                </a:solidFill>
                <a:latin typeface="Times New Roman" panose="02020603050405020304" pitchFamily="18" charset="0"/>
                <a:ea typeface="宋体" panose="02010600030101010101" pitchFamily="2" charset="-122"/>
                <a:sym typeface="Symbol" panose="05050102010706020507" pitchFamily="18" charset="2"/>
              </a:rPr>
              <a:t>＝</a:t>
            </a:r>
            <a:r>
              <a:rPr lang="en-US" altLang="zh-CN" sz="3200" b="0" i="1" dirty="0">
                <a:solidFill>
                  <a:schemeClr val="bg1"/>
                </a:solidFill>
                <a:latin typeface="Times New Roman" panose="02020603050405020304" pitchFamily="18" charset="0"/>
                <a:ea typeface="宋体" panose="02010600030101010101" pitchFamily="2" charset="-122"/>
                <a:sym typeface="Symbol" panose="05050102010706020507" pitchFamily="18" charset="2"/>
              </a:rPr>
              <a:t>I</a:t>
            </a:r>
            <a:r>
              <a:rPr lang="en-US" altLang="zh-CN" sz="3200" b="0" i="1" baseline="30000" dirty="0">
                <a:solidFill>
                  <a:schemeClr val="bg1"/>
                </a:solidFill>
                <a:latin typeface="Times New Roman" panose="02020603050405020304" pitchFamily="18" charset="0"/>
                <a:ea typeface="宋体" panose="02010600030101010101" pitchFamily="2" charset="-122"/>
                <a:sym typeface="Symbol" panose="05050102010706020507" pitchFamily="18" charset="2"/>
              </a:rPr>
              <a:t>2</a:t>
            </a:r>
            <a:r>
              <a:rPr lang="en-US" altLang="zh-CN" sz="3200" b="0" dirty="0">
                <a:solidFill>
                  <a:schemeClr val="bg1"/>
                </a:solidFill>
                <a:latin typeface="Times New Roman" panose="02020603050405020304" pitchFamily="18" charset="0"/>
                <a:ea typeface="宋体" panose="02010600030101010101" pitchFamily="2" charset="-122"/>
                <a:sym typeface="Symbol" panose="05050102010706020507" pitchFamily="18" charset="2"/>
              </a:rPr>
              <a:t>(</a:t>
            </a:r>
            <a:r>
              <a:rPr lang="en-US" altLang="zh-CN" sz="3200" b="0" i="1" dirty="0">
                <a:solidFill>
                  <a:schemeClr val="bg1"/>
                </a:solidFill>
                <a:latin typeface="Times New Roman" panose="02020603050405020304" pitchFamily="18" charset="0"/>
                <a:ea typeface="宋体" panose="02010600030101010101" pitchFamily="2" charset="-122"/>
                <a:sym typeface="Symbol" panose="05050102010706020507" pitchFamily="18" charset="2"/>
              </a:rPr>
              <a:t>X</a:t>
            </a:r>
            <a:r>
              <a:rPr lang="en-US" altLang="zh-CN" sz="3200" b="0" i="1" baseline="-25000" dirty="0">
                <a:solidFill>
                  <a:schemeClr val="bg1"/>
                </a:solidFill>
                <a:latin typeface="Times New Roman" panose="02020603050405020304" pitchFamily="18" charset="0"/>
                <a:ea typeface="宋体" panose="02010600030101010101" pitchFamily="2" charset="-122"/>
                <a:sym typeface="Symbol" panose="05050102010706020507" pitchFamily="18" charset="2"/>
              </a:rPr>
              <a:t>L</a:t>
            </a:r>
            <a:r>
              <a:rPr lang="zh-CN" altLang="en-US" sz="3200" b="0" dirty="0">
                <a:solidFill>
                  <a:schemeClr val="bg1"/>
                </a:solidFill>
                <a:latin typeface="Times New Roman" panose="02020603050405020304" pitchFamily="18" charset="0"/>
                <a:ea typeface="宋体" panose="02010600030101010101" pitchFamily="2" charset="-122"/>
                <a:sym typeface="Symbol" panose="05050102010706020507" pitchFamily="18" charset="2"/>
              </a:rPr>
              <a:t>＋</a:t>
            </a:r>
            <a:r>
              <a:rPr lang="en-US" altLang="zh-CN" sz="3200" b="0" i="1" dirty="0">
                <a:solidFill>
                  <a:schemeClr val="bg1"/>
                </a:solidFill>
                <a:latin typeface="Times New Roman" panose="02020603050405020304" pitchFamily="18" charset="0"/>
                <a:ea typeface="宋体" panose="02010600030101010101" pitchFamily="2" charset="-122"/>
                <a:sym typeface="Symbol" panose="05050102010706020507" pitchFamily="18" charset="2"/>
              </a:rPr>
              <a:t>X</a:t>
            </a:r>
            <a:r>
              <a:rPr lang="en-US" altLang="zh-CN" sz="3200" b="0" i="1" baseline="-25000" dirty="0">
                <a:solidFill>
                  <a:schemeClr val="bg1"/>
                </a:solidFill>
                <a:latin typeface="Times New Roman" panose="02020603050405020304" pitchFamily="18" charset="0"/>
                <a:ea typeface="宋体" panose="02010600030101010101" pitchFamily="2" charset="-122"/>
                <a:sym typeface="Symbol" panose="05050102010706020507" pitchFamily="18" charset="2"/>
              </a:rPr>
              <a:t>C</a:t>
            </a:r>
            <a:r>
              <a:rPr lang="en-US" altLang="zh-CN" sz="3200" b="0" dirty="0">
                <a:solidFill>
                  <a:schemeClr val="bg1"/>
                </a:solidFill>
                <a:latin typeface="Times New Roman" panose="02020603050405020304" pitchFamily="18" charset="0"/>
                <a:ea typeface="宋体" panose="02010600030101010101" pitchFamily="2" charset="-122"/>
                <a:sym typeface="Symbol" panose="05050102010706020507" pitchFamily="18" charset="2"/>
              </a:rPr>
              <a:t>)=</a:t>
            </a:r>
            <a:r>
              <a:rPr lang="en-US" altLang="zh-CN" sz="3200" b="0" i="1" dirty="0">
                <a:solidFill>
                  <a:schemeClr val="bg1"/>
                </a:solidFill>
                <a:latin typeface="Times New Roman" panose="02020603050405020304" pitchFamily="18" charset="0"/>
                <a:ea typeface="宋体" panose="02010600030101010101" pitchFamily="2" charset="-122"/>
                <a:sym typeface="Symbol" panose="05050102010706020507" pitchFamily="18" charset="2"/>
              </a:rPr>
              <a:t>Q</a:t>
            </a:r>
            <a:r>
              <a:rPr lang="en-US" altLang="zh-CN" sz="3200" b="0" i="1" baseline="-25000" dirty="0">
                <a:solidFill>
                  <a:schemeClr val="bg1"/>
                </a:solidFill>
                <a:latin typeface="Times New Roman" panose="02020603050405020304" pitchFamily="18" charset="0"/>
                <a:ea typeface="宋体" panose="02010600030101010101" pitchFamily="2" charset="-122"/>
                <a:sym typeface="Symbol" panose="05050102010706020507" pitchFamily="18" charset="2"/>
              </a:rPr>
              <a:t>L</a:t>
            </a:r>
            <a:r>
              <a:rPr lang="zh-CN" altLang="en-US" sz="3200" b="0" dirty="0">
                <a:solidFill>
                  <a:schemeClr val="bg1"/>
                </a:solidFill>
                <a:latin typeface="Times New Roman" panose="02020603050405020304" pitchFamily="18" charset="0"/>
                <a:ea typeface="宋体" panose="02010600030101010101" pitchFamily="2" charset="-122"/>
                <a:sym typeface="Symbol" panose="05050102010706020507" pitchFamily="18" charset="2"/>
              </a:rPr>
              <a:t>＋</a:t>
            </a:r>
            <a:r>
              <a:rPr lang="en-US" altLang="zh-CN" sz="3200" b="0" i="1" dirty="0">
                <a:solidFill>
                  <a:schemeClr val="bg1"/>
                </a:solidFill>
                <a:latin typeface="Times New Roman" panose="02020603050405020304" pitchFamily="18" charset="0"/>
                <a:ea typeface="宋体" panose="02010600030101010101" pitchFamily="2" charset="-122"/>
                <a:sym typeface="Symbol" panose="05050102010706020507" pitchFamily="18" charset="2"/>
              </a:rPr>
              <a:t>Q</a:t>
            </a:r>
            <a:r>
              <a:rPr lang="en-US" altLang="zh-CN" sz="3200" b="0" i="1" baseline="-25000" dirty="0">
                <a:solidFill>
                  <a:schemeClr val="bg1"/>
                </a:solidFill>
                <a:latin typeface="Times New Roman" panose="02020603050405020304" pitchFamily="18" charset="0"/>
                <a:ea typeface="宋体" panose="02010600030101010101" pitchFamily="2" charset="-122"/>
                <a:sym typeface="Symbol" panose="05050102010706020507" pitchFamily="18" charset="2"/>
              </a:rPr>
              <a:t>C</a:t>
            </a:r>
            <a:endParaRPr lang="en-US" altLang="zh-CN" sz="3200" b="0" i="1" baseline="-25000" dirty="0">
              <a:solidFill>
                <a:schemeClr val="bg1"/>
              </a:solidFill>
              <a:latin typeface="Times New Roman" panose="02020603050405020304" pitchFamily="18" charset="0"/>
              <a:ea typeface="宋体" panose="02010600030101010101" pitchFamily="2" charset="-122"/>
              <a:sym typeface="Symbol" panose="05050102010706020507" pitchFamily="18" charset="2"/>
            </a:endParaRPr>
          </a:p>
        </p:txBody>
      </p:sp>
      <p:graphicFrame>
        <p:nvGraphicFramePr>
          <p:cNvPr id="93239" name="Object 55"/>
          <p:cNvGraphicFramePr/>
          <p:nvPr/>
        </p:nvGraphicFramePr>
        <p:xfrm>
          <a:off x="1778000" y="2997200"/>
          <a:ext cx="5359400" cy="1063625"/>
        </p:xfrm>
        <a:graphic>
          <a:graphicData uri="http://schemas.openxmlformats.org/presentationml/2006/ole">
            <mc:AlternateContent xmlns:mc="http://schemas.openxmlformats.org/markup-compatibility/2006">
              <mc:Choice xmlns:v="urn:schemas-microsoft-com:vml" Requires="v">
                <p:oleObj spid="_x0000_s3423" name="" r:id="rId1" imgW="2754630" imgH="546100" progId="Equation.3">
                  <p:embed/>
                </p:oleObj>
              </mc:Choice>
              <mc:Fallback>
                <p:oleObj name="" r:id="rId1" imgW="2754630" imgH="546100" progId="Equation.3">
                  <p:embed/>
                  <p:pic>
                    <p:nvPicPr>
                      <p:cNvPr id="0" name="图片 3422"/>
                      <p:cNvPicPr/>
                      <p:nvPr/>
                    </p:nvPicPr>
                    <p:blipFill>
                      <a:blip r:embed="rId2">
                        <a:clrChange>
                          <a:clrFrom>
                            <a:srgbClr val="000000"/>
                          </a:clrFrom>
                          <a:clrTo>
                            <a:srgbClr val="FFFFFF"/>
                          </a:clrTo>
                        </a:clrChange>
                      </a:blip>
                      <a:stretch>
                        <a:fillRect/>
                      </a:stretch>
                    </p:blipFill>
                    <p:spPr>
                      <a:xfrm>
                        <a:off x="1778000" y="2997200"/>
                        <a:ext cx="5359400" cy="1063625"/>
                      </a:xfrm>
                      <a:prstGeom prst="rect">
                        <a:avLst/>
                      </a:prstGeom>
                      <a:noFill/>
                      <a:ln w="38100">
                        <a:noFill/>
                        <a:miter/>
                      </a:ln>
                    </p:spPr>
                  </p:pic>
                </p:oleObj>
              </mc:Fallback>
            </mc:AlternateContent>
          </a:graphicData>
        </a:graphic>
      </p:graphicFrame>
      <p:graphicFrame>
        <p:nvGraphicFramePr>
          <p:cNvPr id="93241" name="Object 57"/>
          <p:cNvGraphicFramePr/>
          <p:nvPr/>
        </p:nvGraphicFramePr>
        <p:xfrm>
          <a:off x="2124075" y="4149725"/>
          <a:ext cx="5168900" cy="620713"/>
        </p:xfrm>
        <a:graphic>
          <a:graphicData uri="http://schemas.openxmlformats.org/presentationml/2006/ole">
            <mc:AlternateContent xmlns:mc="http://schemas.openxmlformats.org/markup-compatibility/2006">
              <mc:Choice xmlns:v="urn:schemas-microsoft-com:vml" Requires="v">
                <p:oleObj spid="_x0000_s3422" name="" r:id="rId3" imgW="2538095" imgH="304800" progId="Equation.3">
                  <p:embed/>
                </p:oleObj>
              </mc:Choice>
              <mc:Fallback>
                <p:oleObj name="" r:id="rId3" imgW="2538095" imgH="304800" progId="Equation.3">
                  <p:embed/>
                  <p:pic>
                    <p:nvPicPr>
                      <p:cNvPr id="0" name="图片 3421"/>
                      <p:cNvPicPr/>
                      <p:nvPr/>
                    </p:nvPicPr>
                    <p:blipFill>
                      <a:blip r:embed="rId4">
                        <a:clrChange>
                          <a:clrFrom>
                            <a:srgbClr val="000000"/>
                          </a:clrFrom>
                          <a:clrTo>
                            <a:srgbClr val="FFFFFF"/>
                          </a:clrTo>
                        </a:clrChange>
                      </a:blip>
                      <a:stretch>
                        <a:fillRect/>
                      </a:stretch>
                    </p:blipFill>
                    <p:spPr>
                      <a:xfrm>
                        <a:off x="2124075" y="4149725"/>
                        <a:ext cx="5168900" cy="620713"/>
                      </a:xfrm>
                      <a:prstGeom prst="rect">
                        <a:avLst/>
                      </a:prstGeom>
                      <a:noFill/>
                      <a:ln w="38100">
                        <a:noFill/>
                        <a:miter/>
                      </a:ln>
                    </p:spPr>
                  </p:pic>
                </p:oleObj>
              </mc:Fallback>
            </mc:AlternateContent>
          </a:graphicData>
        </a:graphic>
      </p:graphicFrame>
      <p:grpSp>
        <p:nvGrpSpPr>
          <p:cNvPr id="2" name="Group 79"/>
          <p:cNvGrpSpPr/>
          <p:nvPr/>
        </p:nvGrpSpPr>
        <p:grpSpPr>
          <a:xfrm>
            <a:off x="1619250" y="4868863"/>
            <a:ext cx="5257800" cy="1398587"/>
            <a:chOff x="1020" y="3022"/>
            <a:chExt cx="3312" cy="881"/>
          </a:xfrm>
        </p:grpSpPr>
        <p:grpSp>
          <p:nvGrpSpPr>
            <p:cNvPr id="56351" name="Group 58"/>
            <p:cNvGrpSpPr/>
            <p:nvPr/>
          </p:nvGrpSpPr>
          <p:grpSpPr>
            <a:xfrm>
              <a:off x="1020" y="3067"/>
              <a:ext cx="870" cy="836"/>
              <a:chOff x="768" y="2304"/>
              <a:chExt cx="870" cy="836"/>
            </a:xfrm>
          </p:grpSpPr>
          <p:sp>
            <p:nvSpPr>
              <p:cNvPr id="56363" name="Line 59"/>
              <p:cNvSpPr/>
              <p:nvPr/>
            </p:nvSpPr>
            <p:spPr>
              <a:xfrm flipH="1">
                <a:off x="768" y="2304"/>
                <a:ext cx="624" cy="528"/>
              </a:xfrm>
              <a:prstGeom prst="line">
                <a:avLst/>
              </a:prstGeom>
              <a:ln w="38100" cap="flat" cmpd="sng">
                <a:solidFill>
                  <a:srgbClr val="FF9900"/>
                </a:solidFill>
                <a:prstDash val="solid"/>
                <a:headEnd type="none" w="med" len="med"/>
                <a:tailEnd type="none" w="med" len="med"/>
              </a:ln>
            </p:spPr>
          </p:sp>
          <p:sp>
            <p:nvSpPr>
              <p:cNvPr id="56364" name="Line 60"/>
              <p:cNvSpPr/>
              <p:nvPr/>
            </p:nvSpPr>
            <p:spPr>
              <a:xfrm>
                <a:off x="1392" y="2304"/>
                <a:ext cx="0" cy="528"/>
              </a:xfrm>
              <a:prstGeom prst="line">
                <a:avLst/>
              </a:prstGeom>
              <a:ln w="38100" cap="flat" cmpd="sng">
                <a:solidFill>
                  <a:srgbClr val="FF9900"/>
                </a:solidFill>
                <a:prstDash val="solid"/>
                <a:headEnd type="none" w="med" len="med"/>
                <a:tailEnd type="none" w="med" len="med"/>
              </a:ln>
            </p:spPr>
          </p:sp>
          <p:sp>
            <p:nvSpPr>
              <p:cNvPr id="56365" name="Line 61"/>
              <p:cNvSpPr/>
              <p:nvPr/>
            </p:nvSpPr>
            <p:spPr>
              <a:xfrm>
                <a:off x="768" y="2832"/>
                <a:ext cx="624" cy="0"/>
              </a:xfrm>
              <a:prstGeom prst="line">
                <a:avLst/>
              </a:prstGeom>
              <a:ln w="38100" cap="flat" cmpd="sng">
                <a:solidFill>
                  <a:srgbClr val="FF9900"/>
                </a:solidFill>
                <a:prstDash val="solid"/>
                <a:headEnd type="none" w="med" len="med"/>
                <a:tailEnd type="none" w="med" len="med"/>
              </a:ln>
            </p:spPr>
          </p:sp>
          <p:sp>
            <p:nvSpPr>
              <p:cNvPr id="56366" name="Freeform 62"/>
              <p:cNvSpPr/>
              <p:nvPr/>
            </p:nvSpPr>
            <p:spPr>
              <a:xfrm>
                <a:off x="876" y="2736"/>
                <a:ext cx="60" cy="96"/>
              </a:xfrm>
              <a:custGeom>
                <a:avLst/>
                <a:gdLst>
                  <a:gd name="txL" fmla="*/ 0 w 60"/>
                  <a:gd name="txT" fmla="*/ 0 h 96"/>
                  <a:gd name="txR" fmla="*/ 60 w 60"/>
                  <a:gd name="txB" fmla="*/ 96 h 96"/>
                </a:gdLst>
                <a:ahLst/>
                <a:cxnLst>
                  <a:cxn ang="0">
                    <a:pos x="0" y="0"/>
                  </a:cxn>
                  <a:cxn ang="0">
                    <a:pos x="60" y="96"/>
                  </a:cxn>
                </a:cxnLst>
                <a:rect l="txL" t="txT" r="txR" b="txB"/>
                <a:pathLst>
                  <a:path w="60" h="96">
                    <a:moveTo>
                      <a:pt x="0" y="0"/>
                    </a:moveTo>
                    <a:cubicBezTo>
                      <a:pt x="53" y="18"/>
                      <a:pt x="60" y="35"/>
                      <a:pt x="60" y="96"/>
                    </a:cubicBezTo>
                  </a:path>
                </a:pathLst>
              </a:custGeom>
              <a:noFill/>
              <a:ln w="38100" cap="flat" cmpd="sng">
                <a:solidFill>
                  <a:srgbClr val="66FF33"/>
                </a:solidFill>
                <a:prstDash val="solid"/>
                <a:round/>
                <a:headEnd type="none" w="med" len="med"/>
                <a:tailEnd type="none" w="med" len="med"/>
              </a:ln>
            </p:spPr>
            <p:txBody>
              <a:bodyPr wrap="none" anchor="ctr" anchorCtr="0"/>
              <a:p>
                <a:endParaRPr lang="zh-CN" altLang="en-US" dirty="0">
                  <a:latin typeface="楷体_GB2312" pitchFamily="49" charset="-122"/>
                </a:endParaRPr>
              </a:p>
            </p:txBody>
          </p:sp>
          <p:sp>
            <p:nvSpPr>
              <p:cNvPr id="56367" name="Text Box 63"/>
              <p:cNvSpPr txBox="1"/>
              <p:nvPr/>
            </p:nvSpPr>
            <p:spPr>
              <a:xfrm>
                <a:off x="903" y="2525"/>
                <a:ext cx="251" cy="327"/>
              </a:xfrm>
              <a:prstGeom prst="rect">
                <a:avLst/>
              </a:prstGeom>
              <a:noFill/>
              <a:ln w="12700">
                <a:noFill/>
              </a:ln>
            </p:spPr>
            <p:txBody>
              <a:bodyPr wrap="none" anchor="ctr" anchorCtr="0">
                <a:spAutoFit/>
              </a:bodyPr>
              <a:p>
                <a:pPr algn="ctr"/>
                <a:r>
                  <a:rPr lang="en-US" altLang="zh-CN" b="0" i="1" dirty="0">
                    <a:solidFill>
                      <a:schemeClr val="bg1"/>
                    </a:solidFill>
                    <a:latin typeface="Symbol" panose="05050102010706020507" pitchFamily="18" charset="2"/>
                    <a:ea typeface="宋体" panose="02010600030101010101" pitchFamily="2" charset="-122"/>
                  </a:rPr>
                  <a:t>j</a:t>
                </a:r>
                <a:endParaRPr lang="en-US" altLang="zh-CN" b="0" i="1" dirty="0">
                  <a:solidFill>
                    <a:schemeClr val="bg1"/>
                  </a:solidFill>
                  <a:latin typeface="Times New Roman" panose="02020603050405020304" pitchFamily="18" charset="0"/>
                  <a:ea typeface="宋体" panose="02010600030101010101" pitchFamily="2" charset="-122"/>
                </a:endParaRPr>
              </a:p>
            </p:txBody>
          </p:sp>
          <p:sp>
            <p:nvSpPr>
              <p:cNvPr id="56368" name="Text Box 64"/>
              <p:cNvSpPr txBox="1"/>
              <p:nvPr/>
            </p:nvSpPr>
            <p:spPr>
              <a:xfrm>
                <a:off x="846" y="2333"/>
                <a:ext cx="228" cy="327"/>
              </a:xfrm>
              <a:prstGeom prst="rect">
                <a:avLst/>
              </a:prstGeom>
              <a:noFill/>
              <a:ln w="12700">
                <a:noFill/>
              </a:ln>
            </p:spPr>
            <p:txBody>
              <a:bodyPr wrap="none" anchor="ctr" anchorCtr="0">
                <a:spAutoFit/>
              </a:bodyPr>
              <a:p>
                <a:pPr algn="ctr"/>
                <a:r>
                  <a:rPr lang="en-US" altLang="zh-CN" b="0" i="1" dirty="0">
                    <a:solidFill>
                      <a:schemeClr val="bg1"/>
                    </a:solidFill>
                    <a:latin typeface="Times New Roman" panose="02020603050405020304" pitchFamily="18" charset="0"/>
                    <a:ea typeface="宋体" panose="02010600030101010101" pitchFamily="2" charset="-122"/>
                  </a:rPr>
                  <a:t>S</a:t>
                </a:r>
                <a:endParaRPr lang="en-US" altLang="zh-CN" b="0" i="1" dirty="0">
                  <a:solidFill>
                    <a:schemeClr val="bg1"/>
                  </a:solidFill>
                  <a:latin typeface="Times New Roman" panose="02020603050405020304" pitchFamily="18" charset="0"/>
                  <a:ea typeface="宋体" panose="02010600030101010101" pitchFamily="2" charset="-122"/>
                </a:endParaRPr>
              </a:p>
            </p:txBody>
          </p:sp>
          <p:sp>
            <p:nvSpPr>
              <p:cNvPr id="56369" name="Text Box 65"/>
              <p:cNvSpPr txBox="1"/>
              <p:nvPr/>
            </p:nvSpPr>
            <p:spPr>
              <a:xfrm>
                <a:off x="1036" y="2813"/>
                <a:ext cx="253" cy="327"/>
              </a:xfrm>
              <a:prstGeom prst="rect">
                <a:avLst/>
              </a:prstGeom>
              <a:noFill/>
              <a:ln w="12700">
                <a:noFill/>
              </a:ln>
            </p:spPr>
            <p:txBody>
              <a:bodyPr wrap="none" anchor="ctr" anchorCtr="0">
                <a:spAutoFit/>
              </a:bodyPr>
              <a:p>
                <a:pPr algn="ctr"/>
                <a:r>
                  <a:rPr lang="en-US" altLang="zh-CN" b="0" i="1" dirty="0">
                    <a:solidFill>
                      <a:schemeClr val="bg1"/>
                    </a:solidFill>
                    <a:latin typeface="Times New Roman" panose="02020603050405020304" pitchFamily="18" charset="0"/>
                    <a:ea typeface="宋体" panose="02010600030101010101" pitchFamily="2" charset="-122"/>
                  </a:rPr>
                  <a:t>P</a:t>
                </a:r>
                <a:endParaRPr lang="en-US" altLang="zh-CN" b="0" i="1" dirty="0">
                  <a:solidFill>
                    <a:schemeClr val="bg1"/>
                  </a:solidFill>
                  <a:latin typeface="Times New Roman" panose="02020603050405020304" pitchFamily="18" charset="0"/>
                  <a:ea typeface="宋体" panose="02010600030101010101" pitchFamily="2" charset="-122"/>
                </a:endParaRPr>
              </a:p>
            </p:txBody>
          </p:sp>
          <p:sp>
            <p:nvSpPr>
              <p:cNvPr id="56370" name="Text Box 66"/>
              <p:cNvSpPr txBox="1"/>
              <p:nvPr/>
            </p:nvSpPr>
            <p:spPr>
              <a:xfrm>
                <a:off x="1360" y="2429"/>
                <a:ext cx="278" cy="327"/>
              </a:xfrm>
              <a:prstGeom prst="rect">
                <a:avLst/>
              </a:prstGeom>
              <a:noFill/>
              <a:ln w="12700">
                <a:noFill/>
              </a:ln>
            </p:spPr>
            <p:txBody>
              <a:bodyPr wrap="none" anchor="ctr" anchorCtr="0">
                <a:spAutoFit/>
              </a:bodyPr>
              <a:p>
                <a:pPr algn="ctr"/>
                <a:r>
                  <a:rPr lang="en-US" altLang="zh-CN" b="0" i="1" dirty="0">
                    <a:solidFill>
                      <a:schemeClr val="bg1"/>
                    </a:solidFill>
                    <a:latin typeface="Times New Roman" panose="02020603050405020304" pitchFamily="18" charset="0"/>
                    <a:ea typeface="宋体" panose="02010600030101010101" pitchFamily="2" charset="-122"/>
                  </a:rPr>
                  <a:t>Q</a:t>
                </a:r>
                <a:endParaRPr lang="en-US" altLang="zh-CN" b="0" i="1" dirty="0">
                  <a:solidFill>
                    <a:schemeClr val="bg1"/>
                  </a:solidFill>
                  <a:latin typeface="Times New Roman" panose="02020603050405020304" pitchFamily="18" charset="0"/>
                  <a:ea typeface="宋体" panose="02010600030101010101" pitchFamily="2" charset="-122"/>
                </a:endParaRPr>
              </a:p>
            </p:txBody>
          </p:sp>
        </p:grpSp>
        <p:grpSp>
          <p:nvGrpSpPr>
            <p:cNvPr id="56352" name="Group 67"/>
            <p:cNvGrpSpPr/>
            <p:nvPr/>
          </p:nvGrpSpPr>
          <p:grpSpPr>
            <a:xfrm>
              <a:off x="3470" y="3022"/>
              <a:ext cx="862" cy="836"/>
              <a:chOff x="1920" y="2304"/>
              <a:chExt cx="862" cy="836"/>
            </a:xfrm>
          </p:grpSpPr>
          <p:sp>
            <p:nvSpPr>
              <p:cNvPr id="56355" name="Line 68"/>
              <p:cNvSpPr/>
              <p:nvPr/>
            </p:nvSpPr>
            <p:spPr>
              <a:xfrm flipH="1">
                <a:off x="1920" y="2304"/>
                <a:ext cx="624" cy="528"/>
              </a:xfrm>
              <a:prstGeom prst="line">
                <a:avLst/>
              </a:prstGeom>
              <a:ln w="38100" cap="flat" cmpd="sng">
                <a:solidFill>
                  <a:srgbClr val="FF9900"/>
                </a:solidFill>
                <a:prstDash val="solid"/>
                <a:headEnd type="none" w="med" len="med"/>
                <a:tailEnd type="none" w="med" len="med"/>
              </a:ln>
            </p:spPr>
          </p:sp>
          <p:sp>
            <p:nvSpPr>
              <p:cNvPr id="56356" name="Line 69"/>
              <p:cNvSpPr/>
              <p:nvPr/>
            </p:nvSpPr>
            <p:spPr>
              <a:xfrm>
                <a:off x="2544" y="2304"/>
                <a:ext cx="0" cy="528"/>
              </a:xfrm>
              <a:prstGeom prst="line">
                <a:avLst/>
              </a:prstGeom>
              <a:ln w="38100" cap="flat" cmpd="sng">
                <a:solidFill>
                  <a:srgbClr val="FF9900"/>
                </a:solidFill>
                <a:prstDash val="solid"/>
                <a:headEnd type="none" w="med" len="med"/>
                <a:tailEnd type="none" w="med" len="med"/>
              </a:ln>
            </p:spPr>
          </p:sp>
          <p:sp>
            <p:nvSpPr>
              <p:cNvPr id="56357" name="Line 70"/>
              <p:cNvSpPr/>
              <p:nvPr/>
            </p:nvSpPr>
            <p:spPr>
              <a:xfrm>
                <a:off x="1920" y="2832"/>
                <a:ext cx="624" cy="0"/>
              </a:xfrm>
              <a:prstGeom prst="line">
                <a:avLst/>
              </a:prstGeom>
              <a:ln w="38100" cap="flat" cmpd="sng">
                <a:solidFill>
                  <a:srgbClr val="FF9900"/>
                </a:solidFill>
                <a:prstDash val="solid"/>
                <a:headEnd type="none" w="med" len="med"/>
                <a:tailEnd type="none" w="med" len="med"/>
              </a:ln>
            </p:spPr>
          </p:sp>
          <p:sp>
            <p:nvSpPr>
              <p:cNvPr id="56358" name="Freeform 71"/>
              <p:cNvSpPr/>
              <p:nvPr/>
            </p:nvSpPr>
            <p:spPr>
              <a:xfrm>
                <a:off x="2028" y="2736"/>
                <a:ext cx="60" cy="96"/>
              </a:xfrm>
              <a:custGeom>
                <a:avLst/>
                <a:gdLst>
                  <a:gd name="txL" fmla="*/ 0 w 60"/>
                  <a:gd name="txT" fmla="*/ 0 h 96"/>
                  <a:gd name="txR" fmla="*/ 60 w 60"/>
                  <a:gd name="txB" fmla="*/ 96 h 96"/>
                </a:gdLst>
                <a:ahLst/>
                <a:cxnLst>
                  <a:cxn ang="0">
                    <a:pos x="0" y="0"/>
                  </a:cxn>
                  <a:cxn ang="0">
                    <a:pos x="60" y="96"/>
                  </a:cxn>
                </a:cxnLst>
                <a:rect l="txL" t="txT" r="txR" b="txB"/>
                <a:pathLst>
                  <a:path w="60" h="96">
                    <a:moveTo>
                      <a:pt x="0" y="0"/>
                    </a:moveTo>
                    <a:cubicBezTo>
                      <a:pt x="53" y="18"/>
                      <a:pt x="60" y="35"/>
                      <a:pt x="60" y="96"/>
                    </a:cubicBezTo>
                  </a:path>
                </a:pathLst>
              </a:custGeom>
              <a:noFill/>
              <a:ln w="38100" cap="flat" cmpd="sng">
                <a:solidFill>
                  <a:srgbClr val="66FF33"/>
                </a:solidFill>
                <a:prstDash val="solid"/>
                <a:round/>
                <a:headEnd type="none" w="med" len="med"/>
                <a:tailEnd type="none" w="med" len="med"/>
              </a:ln>
            </p:spPr>
            <p:txBody>
              <a:bodyPr wrap="none" anchor="ctr" anchorCtr="0"/>
              <a:p>
                <a:endParaRPr lang="zh-CN" altLang="en-US" dirty="0">
                  <a:latin typeface="楷体_GB2312" pitchFamily="49" charset="-122"/>
                </a:endParaRPr>
              </a:p>
            </p:txBody>
          </p:sp>
          <p:sp>
            <p:nvSpPr>
              <p:cNvPr id="56359" name="Text Box 72"/>
              <p:cNvSpPr txBox="1"/>
              <p:nvPr/>
            </p:nvSpPr>
            <p:spPr>
              <a:xfrm>
                <a:off x="2055" y="2525"/>
                <a:ext cx="251" cy="327"/>
              </a:xfrm>
              <a:prstGeom prst="rect">
                <a:avLst/>
              </a:prstGeom>
              <a:noFill/>
              <a:ln w="12700">
                <a:noFill/>
              </a:ln>
            </p:spPr>
            <p:txBody>
              <a:bodyPr wrap="none" anchor="ctr" anchorCtr="0">
                <a:spAutoFit/>
              </a:bodyPr>
              <a:p>
                <a:pPr algn="ctr"/>
                <a:r>
                  <a:rPr lang="en-US" altLang="zh-CN" b="0" i="1" dirty="0">
                    <a:solidFill>
                      <a:schemeClr val="bg1"/>
                    </a:solidFill>
                    <a:latin typeface="Symbol" panose="05050102010706020507" pitchFamily="18" charset="2"/>
                    <a:ea typeface="宋体" panose="02010600030101010101" pitchFamily="2" charset="-122"/>
                  </a:rPr>
                  <a:t>j</a:t>
                </a:r>
                <a:endParaRPr lang="en-US" altLang="zh-CN" b="0" i="1" dirty="0">
                  <a:solidFill>
                    <a:schemeClr val="bg1"/>
                  </a:solidFill>
                  <a:latin typeface="Times New Roman" panose="02020603050405020304" pitchFamily="18" charset="0"/>
                  <a:ea typeface="宋体" panose="02010600030101010101" pitchFamily="2" charset="-122"/>
                </a:endParaRPr>
              </a:p>
            </p:txBody>
          </p:sp>
          <p:sp>
            <p:nvSpPr>
              <p:cNvPr id="56360" name="Text Box 73"/>
              <p:cNvSpPr txBox="1"/>
              <p:nvPr/>
            </p:nvSpPr>
            <p:spPr>
              <a:xfrm>
                <a:off x="1976" y="2333"/>
                <a:ext cx="241" cy="327"/>
              </a:xfrm>
              <a:prstGeom prst="rect">
                <a:avLst/>
              </a:prstGeom>
              <a:noFill/>
              <a:ln w="12700">
                <a:noFill/>
              </a:ln>
            </p:spPr>
            <p:txBody>
              <a:bodyPr wrap="none" anchor="ctr" anchorCtr="0">
                <a:spAutoFit/>
              </a:bodyPr>
              <a:p>
                <a:pPr algn="ctr"/>
                <a:r>
                  <a:rPr lang="en-US" altLang="zh-CN" b="0" i="1" dirty="0">
                    <a:solidFill>
                      <a:schemeClr val="bg1"/>
                    </a:solidFill>
                    <a:latin typeface="Times New Roman" panose="02020603050405020304" pitchFamily="18" charset="0"/>
                    <a:ea typeface="宋体" panose="02010600030101010101" pitchFamily="2" charset="-122"/>
                  </a:rPr>
                  <a:t>Z</a:t>
                </a:r>
                <a:endParaRPr lang="en-US" altLang="zh-CN" b="0" i="1" dirty="0">
                  <a:solidFill>
                    <a:schemeClr val="bg1"/>
                  </a:solidFill>
                  <a:latin typeface="Times New Roman" panose="02020603050405020304" pitchFamily="18" charset="0"/>
                  <a:ea typeface="宋体" panose="02010600030101010101" pitchFamily="2" charset="-122"/>
                </a:endParaRPr>
              </a:p>
            </p:txBody>
          </p:sp>
          <p:sp>
            <p:nvSpPr>
              <p:cNvPr id="56361" name="Text Box 74"/>
              <p:cNvSpPr txBox="1"/>
              <p:nvPr/>
            </p:nvSpPr>
            <p:spPr>
              <a:xfrm>
                <a:off x="2145" y="2813"/>
                <a:ext cx="253" cy="327"/>
              </a:xfrm>
              <a:prstGeom prst="rect">
                <a:avLst/>
              </a:prstGeom>
              <a:noFill/>
              <a:ln w="12700">
                <a:noFill/>
              </a:ln>
            </p:spPr>
            <p:txBody>
              <a:bodyPr wrap="none" anchor="ctr" anchorCtr="0">
                <a:spAutoFit/>
              </a:bodyPr>
              <a:p>
                <a:pPr algn="ctr"/>
                <a:r>
                  <a:rPr lang="en-US" altLang="zh-CN" b="0" i="1" dirty="0">
                    <a:solidFill>
                      <a:schemeClr val="bg1"/>
                    </a:solidFill>
                    <a:latin typeface="Times New Roman" panose="02020603050405020304" pitchFamily="18" charset="0"/>
                    <a:ea typeface="宋体" panose="02010600030101010101" pitchFamily="2" charset="-122"/>
                  </a:rPr>
                  <a:t>R</a:t>
                </a:r>
                <a:endParaRPr lang="en-US" altLang="zh-CN" b="0" i="1" dirty="0">
                  <a:solidFill>
                    <a:schemeClr val="bg1"/>
                  </a:solidFill>
                  <a:latin typeface="Times New Roman" panose="02020603050405020304" pitchFamily="18" charset="0"/>
                  <a:ea typeface="宋体" panose="02010600030101010101" pitchFamily="2" charset="-122"/>
                </a:endParaRPr>
              </a:p>
            </p:txBody>
          </p:sp>
          <p:sp>
            <p:nvSpPr>
              <p:cNvPr id="56362" name="Text Box 75"/>
              <p:cNvSpPr txBox="1"/>
              <p:nvPr/>
            </p:nvSpPr>
            <p:spPr>
              <a:xfrm>
                <a:off x="2529" y="2429"/>
                <a:ext cx="253" cy="327"/>
              </a:xfrm>
              <a:prstGeom prst="rect">
                <a:avLst/>
              </a:prstGeom>
              <a:noFill/>
              <a:ln w="12700">
                <a:noFill/>
              </a:ln>
            </p:spPr>
            <p:txBody>
              <a:bodyPr wrap="none" anchor="ctr" anchorCtr="0">
                <a:spAutoFit/>
              </a:bodyPr>
              <a:p>
                <a:pPr algn="ctr"/>
                <a:r>
                  <a:rPr lang="en-US" altLang="zh-CN" b="0" i="1" dirty="0">
                    <a:solidFill>
                      <a:schemeClr val="bg1"/>
                    </a:solidFill>
                    <a:latin typeface="Times New Roman" panose="02020603050405020304" pitchFamily="18" charset="0"/>
                    <a:ea typeface="宋体" panose="02010600030101010101" pitchFamily="2" charset="-122"/>
                  </a:rPr>
                  <a:t>X</a:t>
                </a:r>
                <a:endParaRPr lang="en-US" altLang="zh-CN" b="0" i="1" dirty="0">
                  <a:solidFill>
                    <a:schemeClr val="bg1"/>
                  </a:solidFill>
                  <a:latin typeface="Times New Roman" panose="02020603050405020304" pitchFamily="18" charset="0"/>
                  <a:ea typeface="宋体" panose="02010600030101010101" pitchFamily="2" charset="-122"/>
                </a:endParaRPr>
              </a:p>
            </p:txBody>
          </p:sp>
        </p:grpSp>
        <p:sp>
          <p:nvSpPr>
            <p:cNvPr id="56353" name="Text Box 76"/>
            <p:cNvSpPr txBox="1"/>
            <p:nvPr/>
          </p:nvSpPr>
          <p:spPr>
            <a:xfrm>
              <a:off x="2120" y="3094"/>
              <a:ext cx="1241" cy="327"/>
            </a:xfrm>
            <a:prstGeom prst="rect">
              <a:avLst/>
            </a:prstGeom>
            <a:solidFill>
              <a:srgbClr val="660033"/>
            </a:solidFill>
            <a:ln w="12700">
              <a:noFill/>
            </a:ln>
          </p:spPr>
          <p:txBody>
            <a:bodyPr wrap="none" anchor="ctr" anchorCtr="0">
              <a:spAutoFit/>
            </a:bodyPr>
            <a:p>
              <a:pPr algn="ctr"/>
              <a:r>
                <a:rPr lang="zh-CN" altLang="en-US" dirty="0">
                  <a:solidFill>
                    <a:schemeClr val="bg1"/>
                  </a:solidFill>
                  <a:latin typeface="Times New Roman" panose="02020603050405020304" pitchFamily="18" charset="0"/>
                </a:rPr>
                <a:t>相似三角形</a:t>
              </a:r>
              <a:endParaRPr lang="zh-CN" altLang="en-US" dirty="0">
                <a:solidFill>
                  <a:schemeClr val="bg1"/>
                </a:solidFill>
                <a:latin typeface="Times New Roman" panose="02020603050405020304" pitchFamily="18" charset="0"/>
              </a:endParaRPr>
            </a:p>
          </p:txBody>
        </p:sp>
        <p:sp>
          <p:nvSpPr>
            <p:cNvPr id="56354" name="Line 78"/>
            <p:cNvSpPr/>
            <p:nvPr/>
          </p:nvSpPr>
          <p:spPr>
            <a:xfrm>
              <a:off x="2109" y="3521"/>
              <a:ext cx="1179" cy="0"/>
            </a:xfrm>
            <a:prstGeom prst="line">
              <a:avLst/>
            </a:prstGeom>
            <a:ln w="76200" cap="flat" cmpd="sng">
              <a:solidFill>
                <a:srgbClr val="0066FF"/>
              </a:solidFill>
              <a:prstDash val="solid"/>
              <a:headEnd type="none" w="med" len="med"/>
              <a:tailEnd type="triangle" w="med" len="med"/>
            </a:ln>
          </p:spPr>
        </p:sp>
      </p:grpSp>
      <p:sp>
        <p:nvSpPr>
          <p:cNvPr id="93264" name="Text Box 80"/>
          <p:cNvSpPr txBox="1"/>
          <p:nvPr/>
        </p:nvSpPr>
        <p:spPr>
          <a:xfrm>
            <a:off x="7172325" y="3500438"/>
            <a:ext cx="1971675" cy="519112"/>
          </a:xfrm>
          <a:prstGeom prst="rect">
            <a:avLst/>
          </a:prstGeom>
          <a:noFill/>
          <a:ln w="12700">
            <a:noFill/>
          </a:ln>
        </p:spPr>
        <p:txBody>
          <a:bodyPr wrap="none" anchor="ctr" anchorCtr="0">
            <a:spAutoFit/>
          </a:bodyPr>
          <a:p>
            <a:pPr algn="ctr"/>
            <a:r>
              <a:rPr lang="en-US" altLang="zh-CN" dirty="0">
                <a:latin typeface="楷体_GB2312" pitchFamily="49" charset="-122"/>
              </a:rPr>
              <a:t>(</a:t>
            </a:r>
            <a:r>
              <a:rPr lang="zh-CN" altLang="en-US" dirty="0">
                <a:latin typeface="楷体_GB2312" pitchFamily="49" charset="-122"/>
              </a:rPr>
              <a:t>发出无功</a:t>
            </a:r>
            <a:r>
              <a:rPr lang="en-US" altLang="zh-CN" dirty="0">
                <a:latin typeface="楷体_GB2312" pitchFamily="49" charset="-122"/>
              </a:rPr>
              <a:t>)</a:t>
            </a:r>
            <a:endParaRPr lang="en-US" altLang="zh-CN" dirty="0">
              <a:latin typeface="楷体_GB2312" pitchFamily="49" charset="-122"/>
            </a:endParaRPr>
          </a:p>
        </p:txBody>
      </p:sp>
      <p:grpSp>
        <p:nvGrpSpPr>
          <p:cNvPr id="56329" name="Group 82"/>
          <p:cNvGrpSpPr/>
          <p:nvPr/>
        </p:nvGrpSpPr>
        <p:grpSpPr>
          <a:xfrm>
            <a:off x="8316913" y="6446838"/>
            <a:ext cx="792162" cy="366712"/>
            <a:chOff x="5193" y="4020"/>
            <a:chExt cx="499" cy="231"/>
          </a:xfrm>
        </p:grpSpPr>
        <p:pic>
          <p:nvPicPr>
            <p:cNvPr id="56349" name="Picture 83" descr="78900"/>
            <p:cNvPicPr>
              <a:picLocks noChangeAspect="1"/>
            </p:cNvPicPr>
            <p:nvPr/>
          </p:nvPicPr>
          <p:blipFill>
            <a:blip r:embed="rId5"/>
            <a:stretch>
              <a:fillRect/>
            </a:stretch>
          </p:blipFill>
          <p:spPr>
            <a:xfrm>
              <a:off x="5193" y="4066"/>
              <a:ext cx="499" cy="181"/>
            </a:xfrm>
            <a:prstGeom prst="rect">
              <a:avLst/>
            </a:prstGeom>
            <a:noFill/>
            <a:ln w="9525">
              <a:noFill/>
            </a:ln>
          </p:spPr>
        </p:pic>
        <p:sp>
          <p:nvSpPr>
            <p:cNvPr id="56350" name="Text Box 84">
              <a:hlinkClick r:id="" action="ppaction://hlinkshowjump?jump=nextslide"/>
            </p:cNvPr>
            <p:cNvSpPr txBox="1"/>
            <p:nvPr/>
          </p:nvSpPr>
          <p:spPr>
            <a:xfrm>
              <a:off x="5216" y="4020"/>
              <a:ext cx="476" cy="231"/>
            </a:xfrm>
            <a:prstGeom prst="rect">
              <a:avLst/>
            </a:prstGeom>
            <a:noFill/>
            <a:ln w="9525">
              <a:noFill/>
            </a:ln>
          </p:spPr>
          <p:txBody>
            <a:bodyPr wrap="none">
              <a:spAutoFit/>
            </a:bodyPr>
            <a:p>
              <a:pPr>
                <a:spcBef>
                  <a:spcPct val="50000"/>
                </a:spcBef>
              </a:pPr>
              <a:r>
                <a:rPr lang="zh-CN" altLang="en-US" sz="1800" b="0" dirty="0">
                  <a:solidFill>
                    <a:schemeClr val="bg1"/>
                  </a:solidFill>
                  <a:latin typeface="隶书" panose="02010509060101010101" pitchFamily="49" charset="-122"/>
                  <a:ea typeface="隶书" panose="02010509060101010101" pitchFamily="49" charset="-122"/>
                </a:rPr>
                <a:t>下 页</a:t>
              </a:r>
              <a:endParaRPr lang="zh-CN" altLang="en-US" sz="1800" b="0" dirty="0">
                <a:solidFill>
                  <a:schemeClr val="bg1"/>
                </a:solidFill>
                <a:latin typeface="隶书" panose="02010509060101010101" pitchFamily="49" charset="-122"/>
                <a:ea typeface="隶书" panose="02010509060101010101" pitchFamily="49" charset="-122"/>
              </a:endParaRPr>
            </a:p>
          </p:txBody>
        </p:sp>
      </p:grpSp>
      <p:grpSp>
        <p:nvGrpSpPr>
          <p:cNvPr id="56330" name="Group 85"/>
          <p:cNvGrpSpPr/>
          <p:nvPr/>
        </p:nvGrpSpPr>
        <p:grpSpPr>
          <a:xfrm>
            <a:off x="7453313" y="6446838"/>
            <a:ext cx="792162" cy="366712"/>
            <a:chOff x="4649" y="4020"/>
            <a:chExt cx="499" cy="231"/>
          </a:xfrm>
        </p:grpSpPr>
        <p:pic>
          <p:nvPicPr>
            <p:cNvPr id="56347" name="Picture 86" descr="78900"/>
            <p:cNvPicPr>
              <a:picLocks noChangeAspect="1"/>
            </p:cNvPicPr>
            <p:nvPr/>
          </p:nvPicPr>
          <p:blipFill>
            <a:blip r:embed="rId5"/>
            <a:stretch>
              <a:fillRect/>
            </a:stretch>
          </p:blipFill>
          <p:spPr>
            <a:xfrm>
              <a:off x="4649" y="4066"/>
              <a:ext cx="499" cy="181"/>
            </a:xfrm>
            <a:prstGeom prst="rect">
              <a:avLst/>
            </a:prstGeom>
            <a:noFill/>
            <a:ln w="9525">
              <a:noFill/>
            </a:ln>
          </p:spPr>
        </p:pic>
        <p:sp>
          <p:nvSpPr>
            <p:cNvPr id="56348" name="Text Box 87">
              <a:hlinkClick r:id="" action="ppaction://hlinkshowjump?jump=previousslide"/>
            </p:cNvPr>
            <p:cNvSpPr txBox="1"/>
            <p:nvPr/>
          </p:nvSpPr>
          <p:spPr>
            <a:xfrm>
              <a:off x="4672" y="4020"/>
              <a:ext cx="476" cy="231"/>
            </a:xfrm>
            <a:prstGeom prst="rect">
              <a:avLst/>
            </a:prstGeom>
            <a:noFill/>
            <a:ln w="9525">
              <a:noFill/>
            </a:ln>
          </p:spPr>
          <p:txBody>
            <a:bodyPr wrap="none">
              <a:spAutoFit/>
            </a:bodyPr>
            <a:p>
              <a:pPr>
                <a:spcBef>
                  <a:spcPct val="50000"/>
                </a:spcBef>
              </a:pPr>
              <a:r>
                <a:rPr lang="zh-CN" altLang="en-US" sz="1800" b="0" dirty="0">
                  <a:solidFill>
                    <a:schemeClr val="bg1"/>
                  </a:solidFill>
                  <a:latin typeface="隶书" panose="02010509060101010101" pitchFamily="49" charset="-122"/>
                  <a:ea typeface="隶书" panose="02010509060101010101" pitchFamily="49" charset="-122"/>
                </a:rPr>
                <a:t>上 页</a:t>
              </a:r>
              <a:endParaRPr lang="zh-CN" altLang="en-US" sz="1800" b="0" dirty="0">
                <a:solidFill>
                  <a:schemeClr val="bg1"/>
                </a:solidFill>
                <a:latin typeface="隶书" panose="02010509060101010101" pitchFamily="49" charset="-122"/>
                <a:ea typeface="隶书" panose="02010509060101010101" pitchFamily="49" charset="-122"/>
              </a:endParaRPr>
            </a:p>
          </p:txBody>
        </p:sp>
      </p:grpSp>
      <p:grpSp>
        <p:nvGrpSpPr>
          <p:cNvPr id="56331" name="Group 94"/>
          <p:cNvGrpSpPr/>
          <p:nvPr/>
        </p:nvGrpSpPr>
        <p:grpSpPr>
          <a:xfrm>
            <a:off x="6588125" y="6446838"/>
            <a:ext cx="792163" cy="366712"/>
            <a:chOff x="4649" y="4020"/>
            <a:chExt cx="499" cy="231"/>
          </a:xfrm>
        </p:grpSpPr>
        <p:pic>
          <p:nvPicPr>
            <p:cNvPr id="56345" name="Picture 95" descr="78900"/>
            <p:cNvPicPr>
              <a:picLocks noChangeAspect="1"/>
            </p:cNvPicPr>
            <p:nvPr/>
          </p:nvPicPr>
          <p:blipFill>
            <a:blip r:embed="rId5"/>
            <a:stretch>
              <a:fillRect/>
            </a:stretch>
          </p:blipFill>
          <p:spPr>
            <a:xfrm>
              <a:off x="4649" y="4066"/>
              <a:ext cx="499" cy="181"/>
            </a:xfrm>
            <a:prstGeom prst="rect">
              <a:avLst/>
            </a:prstGeom>
            <a:noFill/>
            <a:ln w="9525">
              <a:noFill/>
            </a:ln>
          </p:spPr>
        </p:pic>
        <p:sp>
          <p:nvSpPr>
            <p:cNvPr id="56346" name="Text Box 96">
              <a:hlinkClick r:id="" action="ppaction://hlinkshowjump?jump=firstslide"/>
            </p:cNvPr>
            <p:cNvSpPr txBox="1"/>
            <p:nvPr/>
          </p:nvSpPr>
          <p:spPr>
            <a:xfrm>
              <a:off x="4672" y="4020"/>
              <a:ext cx="476" cy="231"/>
            </a:xfrm>
            <a:prstGeom prst="rect">
              <a:avLst/>
            </a:prstGeom>
            <a:noFill/>
            <a:ln w="9525">
              <a:noFill/>
            </a:ln>
          </p:spPr>
          <p:txBody>
            <a:bodyPr wrap="none">
              <a:spAutoFit/>
            </a:bodyPr>
            <a:p>
              <a:pPr>
                <a:spcBef>
                  <a:spcPct val="50000"/>
                </a:spcBef>
              </a:pPr>
              <a:r>
                <a:rPr lang="zh-CN" altLang="en-US" sz="1800" b="0" dirty="0">
                  <a:solidFill>
                    <a:schemeClr val="bg1"/>
                  </a:solidFill>
                  <a:latin typeface="隶书" panose="02010509060101010101" pitchFamily="49" charset="-122"/>
                  <a:ea typeface="隶书" panose="02010509060101010101" pitchFamily="49" charset="-122"/>
                </a:rPr>
                <a:t>返 回</a:t>
              </a:r>
              <a:endParaRPr lang="zh-CN" altLang="en-US" sz="1800" b="0" dirty="0">
                <a:solidFill>
                  <a:schemeClr val="bg1"/>
                </a:solidFill>
                <a:latin typeface="隶书" panose="02010509060101010101" pitchFamily="49" charset="-122"/>
                <a:ea typeface="隶书" panose="02010509060101010101" pitchFamily="49" charset="-122"/>
              </a:endParaRPr>
            </a:p>
          </p:txBody>
        </p:sp>
      </p:grpSp>
      <p:grpSp>
        <p:nvGrpSpPr>
          <p:cNvPr id="8" name="Group 97"/>
          <p:cNvGrpSpPr/>
          <p:nvPr/>
        </p:nvGrpSpPr>
        <p:grpSpPr>
          <a:xfrm>
            <a:off x="611188" y="1341438"/>
            <a:ext cx="1600200" cy="1308100"/>
            <a:chOff x="385" y="845"/>
            <a:chExt cx="1008" cy="824"/>
          </a:xfrm>
        </p:grpSpPr>
        <p:sp>
          <p:nvSpPr>
            <p:cNvPr id="56333" name="Line 98"/>
            <p:cNvSpPr/>
            <p:nvPr/>
          </p:nvSpPr>
          <p:spPr>
            <a:xfrm>
              <a:off x="1085" y="907"/>
              <a:ext cx="0" cy="720"/>
            </a:xfrm>
            <a:prstGeom prst="line">
              <a:avLst/>
            </a:prstGeom>
            <a:ln w="28575" cap="flat" cmpd="sng">
              <a:solidFill>
                <a:srgbClr val="FFCC00"/>
              </a:solidFill>
              <a:prstDash val="solid"/>
              <a:headEnd type="none" w="med" len="med"/>
              <a:tailEnd type="none" w="med" len="med"/>
            </a:ln>
          </p:spPr>
        </p:sp>
        <p:sp>
          <p:nvSpPr>
            <p:cNvPr id="56334" name="Rectangle 99"/>
            <p:cNvSpPr/>
            <p:nvPr/>
          </p:nvSpPr>
          <p:spPr>
            <a:xfrm>
              <a:off x="1025" y="1099"/>
              <a:ext cx="120" cy="288"/>
            </a:xfrm>
            <a:prstGeom prst="rect">
              <a:avLst/>
            </a:prstGeom>
            <a:gradFill rotWithShape="1">
              <a:gsLst>
                <a:gs pos="0">
                  <a:srgbClr val="764700"/>
                </a:gs>
                <a:gs pos="50000">
                  <a:srgbClr val="FF9900"/>
                </a:gs>
                <a:gs pos="100000">
                  <a:srgbClr val="764700"/>
                </a:gs>
              </a:gsLst>
              <a:lin ang="0" scaled="1"/>
              <a:tileRect/>
            </a:gradFill>
            <a:ln w="28575">
              <a:noFill/>
            </a:ln>
          </p:spPr>
          <p:txBody>
            <a:bodyPr wrap="none" anchor="ctr" anchorCtr="0">
              <a:spAutoFit/>
            </a:bodyPr>
            <a:p>
              <a:endParaRPr lang="zh-CN" altLang="en-US" dirty="0">
                <a:latin typeface="楷体_GB2312" pitchFamily="49" charset="-122"/>
              </a:endParaRPr>
            </a:p>
          </p:txBody>
        </p:sp>
        <p:sp>
          <p:nvSpPr>
            <p:cNvPr id="56335" name="Line 100"/>
            <p:cNvSpPr/>
            <p:nvPr/>
          </p:nvSpPr>
          <p:spPr>
            <a:xfrm>
              <a:off x="509" y="907"/>
              <a:ext cx="576" cy="0"/>
            </a:xfrm>
            <a:prstGeom prst="line">
              <a:avLst/>
            </a:prstGeom>
            <a:ln w="28575" cap="flat" cmpd="sng">
              <a:solidFill>
                <a:srgbClr val="FFCC00"/>
              </a:solidFill>
              <a:prstDash val="solid"/>
              <a:headEnd type="none" w="med" len="med"/>
              <a:tailEnd type="none" w="med" len="med"/>
            </a:ln>
          </p:spPr>
        </p:sp>
        <p:sp>
          <p:nvSpPr>
            <p:cNvPr id="56336" name="Line 101"/>
            <p:cNvSpPr/>
            <p:nvPr/>
          </p:nvSpPr>
          <p:spPr>
            <a:xfrm>
              <a:off x="509" y="1627"/>
              <a:ext cx="576" cy="0"/>
            </a:xfrm>
            <a:prstGeom prst="line">
              <a:avLst/>
            </a:prstGeom>
            <a:ln w="28575" cap="flat" cmpd="sng">
              <a:solidFill>
                <a:srgbClr val="FFCC00"/>
              </a:solidFill>
              <a:prstDash val="solid"/>
              <a:headEnd type="none" w="med" len="med"/>
              <a:tailEnd type="none" w="med" len="med"/>
            </a:ln>
          </p:spPr>
        </p:sp>
        <p:sp>
          <p:nvSpPr>
            <p:cNvPr id="56337" name="Text Box 102"/>
            <p:cNvSpPr txBox="1"/>
            <p:nvPr/>
          </p:nvSpPr>
          <p:spPr>
            <a:xfrm>
              <a:off x="385" y="1103"/>
              <a:ext cx="228" cy="327"/>
            </a:xfrm>
            <a:prstGeom prst="rect">
              <a:avLst/>
            </a:prstGeom>
            <a:noFill/>
            <a:ln w="28575">
              <a:noFill/>
            </a:ln>
          </p:spPr>
          <p:txBody>
            <a:bodyPr wrap="none">
              <a:spAutoFit/>
            </a:bodyPr>
            <a:p>
              <a:r>
                <a:rPr lang="en-US" altLang="zh-CN" b="0" i="1" dirty="0">
                  <a:solidFill>
                    <a:schemeClr val="bg1"/>
                  </a:solidFill>
                  <a:latin typeface="Times New Roman" panose="02020603050405020304" pitchFamily="18" charset="0"/>
                  <a:ea typeface="宋体" panose="02010600030101010101" pitchFamily="2" charset="-122"/>
                </a:rPr>
                <a:t>u</a:t>
              </a:r>
              <a:endParaRPr lang="en-US" altLang="zh-CN" b="0" dirty="0">
                <a:solidFill>
                  <a:schemeClr val="bg1"/>
                </a:solidFill>
                <a:latin typeface="Times New Roman" panose="02020603050405020304" pitchFamily="18" charset="0"/>
                <a:ea typeface="宋体" panose="02010600030101010101" pitchFamily="2" charset="-122"/>
              </a:endParaRPr>
            </a:p>
          </p:txBody>
        </p:sp>
        <p:sp>
          <p:nvSpPr>
            <p:cNvPr id="56338" name="Line 103"/>
            <p:cNvSpPr/>
            <p:nvPr/>
          </p:nvSpPr>
          <p:spPr>
            <a:xfrm>
              <a:off x="612" y="908"/>
              <a:ext cx="288" cy="0"/>
            </a:xfrm>
            <a:prstGeom prst="line">
              <a:avLst/>
            </a:prstGeom>
            <a:ln w="28575" cap="flat" cmpd="sng">
              <a:solidFill>
                <a:srgbClr val="66FFFF"/>
              </a:solidFill>
              <a:prstDash val="solid"/>
              <a:headEnd type="none" w="med" len="med"/>
              <a:tailEnd type="triangle" w="med" len="med"/>
            </a:ln>
          </p:spPr>
        </p:sp>
        <p:sp>
          <p:nvSpPr>
            <p:cNvPr id="56339" name="Text Box 104"/>
            <p:cNvSpPr txBox="1"/>
            <p:nvPr/>
          </p:nvSpPr>
          <p:spPr>
            <a:xfrm>
              <a:off x="657" y="845"/>
              <a:ext cx="178" cy="327"/>
            </a:xfrm>
            <a:prstGeom prst="rect">
              <a:avLst/>
            </a:prstGeom>
            <a:noFill/>
            <a:ln w="28575">
              <a:noFill/>
            </a:ln>
          </p:spPr>
          <p:txBody>
            <a:bodyPr wrap="none">
              <a:spAutoFit/>
            </a:bodyPr>
            <a:p>
              <a:r>
                <a:rPr lang="en-US" altLang="zh-CN" b="0" i="1" dirty="0">
                  <a:solidFill>
                    <a:schemeClr val="bg1"/>
                  </a:solidFill>
                  <a:latin typeface="Times New Roman" panose="02020603050405020304" pitchFamily="18" charset="0"/>
                  <a:ea typeface="宋体" panose="02010600030101010101" pitchFamily="2" charset="-122"/>
                </a:rPr>
                <a:t>i</a:t>
              </a:r>
              <a:endParaRPr lang="en-US" altLang="zh-CN" b="0" dirty="0">
                <a:solidFill>
                  <a:schemeClr val="bg1"/>
                </a:solidFill>
                <a:latin typeface="Times New Roman" panose="02020603050405020304" pitchFamily="18" charset="0"/>
                <a:ea typeface="宋体" panose="02010600030101010101" pitchFamily="2" charset="-122"/>
              </a:endParaRPr>
            </a:p>
          </p:txBody>
        </p:sp>
        <p:sp>
          <p:nvSpPr>
            <p:cNvPr id="56340" name="Text Box 105"/>
            <p:cNvSpPr txBox="1"/>
            <p:nvPr/>
          </p:nvSpPr>
          <p:spPr>
            <a:xfrm>
              <a:off x="1152" y="1067"/>
              <a:ext cx="241" cy="327"/>
            </a:xfrm>
            <a:prstGeom prst="rect">
              <a:avLst/>
            </a:prstGeom>
            <a:noFill/>
            <a:ln w="28575">
              <a:noFill/>
            </a:ln>
          </p:spPr>
          <p:txBody>
            <a:bodyPr wrap="none">
              <a:spAutoFit/>
            </a:bodyPr>
            <a:p>
              <a:r>
                <a:rPr lang="en-US" altLang="zh-CN" b="0" i="1" dirty="0">
                  <a:solidFill>
                    <a:schemeClr val="bg1"/>
                  </a:solidFill>
                  <a:latin typeface="Times New Roman" panose="02020603050405020304" pitchFamily="18" charset="0"/>
                  <a:ea typeface="宋体" panose="02010600030101010101" pitchFamily="2" charset="-122"/>
                </a:rPr>
                <a:t>Z</a:t>
              </a:r>
              <a:endParaRPr lang="en-US" altLang="zh-CN" b="0" i="1" dirty="0">
                <a:solidFill>
                  <a:schemeClr val="bg1"/>
                </a:solidFill>
                <a:latin typeface="Times New Roman" panose="02020603050405020304" pitchFamily="18" charset="0"/>
                <a:ea typeface="宋体" panose="02010600030101010101" pitchFamily="2" charset="-122"/>
              </a:endParaRPr>
            </a:p>
          </p:txBody>
        </p:sp>
        <p:sp>
          <p:nvSpPr>
            <p:cNvPr id="56341" name="Oval 106"/>
            <p:cNvSpPr/>
            <p:nvPr/>
          </p:nvSpPr>
          <p:spPr>
            <a:xfrm>
              <a:off x="464" y="1606"/>
              <a:ext cx="48" cy="48"/>
            </a:xfrm>
            <a:prstGeom prst="ellipse">
              <a:avLst/>
            </a:prstGeom>
            <a:noFill/>
            <a:ln w="28575" cap="flat" cmpd="sng">
              <a:solidFill>
                <a:srgbClr val="FFCC99"/>
              </a:solidFill>
              <a:prstDash val="solid"/>
              <a:headEnd type="none" w="med" len="med"/>
              <a:tailEnd type="none" w="med" len="med"/>
            </a:ln>
          </p:spPr>
          <p:txBody>
            <a:bodyPr wrap="none" anchor="ctr" anchorCtr="0">
              <a:spAutoFit/>
            </a:bodyPr>
            <a:p>
              <a:endParaRPr lang="zh-CN" altLang="en-US" dirty="0">
                <a:latin typeface="楷体_GB2312" pitchFamily="49" charset="-122"/>
              </a:endParaRPr>
            </a:p>
          </p:txBody>
        </p:sp>
        <p:sp>
          <p:nvSpPr>
            <p:cNvPr id="56342" name="Oval 107"/>
            <p:cNvSpPr/>
            <p:nvPr/>
          </p:nvSpPr>
          <p:spPr>
            <a:xfrm>
              <a:off x="464" y="886"/>
              <a:ext cx="48" cy="48"/>
            </a:xfrm>
            <a:prstGeom prst="ellipse">
              <a:avLst/>
            </a:prstGeom>
            <a:noFill/>
            <a:ln w="28575" cap="flat" cmpd="sng">
              <a:solidFill>
                <a:srgbClr val="FFCC99"/>
              </a:solidFill>
              <a:prstDash val="solid"/>
              <a:headEnd type="none" w="med" len="med"/>
              <a:tailEnd type="none" w="med" len="med"/>
            </a:ln>
          </p:spPr>
          <p:txBody>
            <a:bodyPr wrap="none" anchor="ctr" anchorCtr="0">
              <a:spAutoFit/>
            </a:bodyPr>
            <a:p>
              <a:endParaRPr lang="zh-CN" altLang="en-US" dirty="0">
                <a:latin typeface="楷体_GB2312" pitchFamily="49" charset="-122"/>
              </a:endParaRPr>
            </a:p>
          </p:txBody>
        </p:sp>
        <p:sp>
          <p:nvSpPr>
            <p:cNvPr id="56343" name="Text Box 108"/>
            <p:cNvSpPr txBox="1"/>
            <p:nvPr/>
          </p:nvSpPr>
          <p:spPr>
            <a:xfrm>
              <a:off x="393" y="863"/>
              <a:ext cx="242" cy="327"/>
            </a:xfrm>
            <a:prstGeom prst="rect">
              <a:avLst/>
            </a:prstGeom>
            <a:noFill/>
            <a:ln w="28575">
              <a:noFill/>
            </a:ln>
          </p:spPr>
          <p:txBody>
            <a:bodyPr wrap="none">
              <a:spAutoFit/>
            </a:bodyPr>
            <a:p>
              <a:pPr>
                <a:spcBef>
                  <a:spcPct val="50000"/>
                </a:spcBef>
              </a:pPr>
              <a:r>
                <a:rPr lang="en-US" altLang="zh-CN" b="0" dirty="0">
                  <a:solidFill>
                    <a:schemeClr val="bg1"/>
                  </a:solidFill>
                  <a:latin typeface="Times New Roman" panose="02020603050405020304" pitchFamily="18" charset="0"/>
                  <a:ea typeface="宋体" panose="02010600030101010101" pitchFamily="2" charset="-122"/>
                </a:rPr>
                <a:t>+</a:t>
              </a:r>
              <a:endParaRPr lang="en-US" altLang="zh-CN" b="0" dirty="0">
                <a:solidFill>
                  <a:schemeClr val="bg1"/>
                </a:solidFill>
                <a:latin typeface="Times New Roman" panose="02020603050405020304" pitchFamily="18" charset="0"/>
                <a:ea typeface="宋体" panose="02010600030101010101" pitchFamily="2" charset="-122"/>
              </a:endParaRPr>
            </a:p>
          </p:txBody>
        </p:sp>
        <p:sp>
          <p:nvSpPr>
            <p:cNvPr id="56344" name="Text Box 109"/>
            <p:cNvSpPr txBox="1"/>
            <p:nvPr/>
          </p:nvSpPr>
          <p:spPr>
            <a:xfrm>
              <a:off x="405" y="1342"/>
              <a:ext cx="228" cy="327"/>
            </a:xfrm>
            <a:prstGeom prst="rect">
              <a:avLst/>
            </a:prstGeom>
            <a:noFill/>
            <a:ln w="28575">
              <a:noFill/>
            </a:ln>
          </p:spPr>
          <p:txBody>
            <a:bodyPr wrap="none">
              <a:spAutoFit/>
            </a:bodyPr>
            <a:p>
              <a:pPr>
                <a:spcBef>
                  <a:spcPct val="50000"/>
                </a:spcBef>
              </a:pPr>
              <a:r>
                <a:rPr lang="en-US" altLang="zh-CN" b="0" dirty="0">
                  <a:solidFill>
                    <a:schemeClr val="bg1"/>
                  </a:solidFill>
                  <a:latin typeface="宋体" panose="02010600030101010101" pitchFamily="2" charset="-122"/>
                  <a:ea typeface="宋体" panose="02010600030101010101" pitchFamily="2" charset="-122"/>
                </a:rPr>
                <a:t>-</a:t>
              </a:r>
              <a:endParaRPr lang="en-US" altLang="zh-CN" b="0" dirty="0">
                <a:solidFill>
                  <a:schemeClr val="bg1"/>
                </a:solidFill>
                <a:latin typeface="Times New Roman" panose="02020603050405020304" pitchFamily="18" charset="0"/>
                <a:ea typeface="宋体" panose="02010600030101010101" pitchFamily="2" charset="-122"/>
              </a:endParaRP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grpId="0" nodeType="withEffect">
                                  <p:stCondLst>
                                    <p:cond delay="0"/>
                                  </p:stCondLst>
                                  <p:childTnLst>
                                    <p:set>
                                      <p:cBhvr>
                                        <p:cTn id="6" dur="1" fill="hold">
                                          <p:stCondLst>
                                            <p:cond delay="0"/>
                                          </p:stCondLst>
                                        </p:cTn>
                                        <p:tgtEl>
                                          <p:spTgt spid="93186"/>
                                        </p:tgtEl>
                                        <p:attrNameLst>
                                          <p:attrName>style.visibility</p:attrName>
                                        </p:attrNameLst>
                                      </p:cBhvr>
                                      <p:to>
                                        <p:strVal val="visible"/>
                                      </p:to>
                                    </p:set>
                                    <p:anim calcmode="lin" valueType="num">
                                      <p:cBhvr additive="base">
                                        <p:cTn id="7" dur="500" fill="hold"/>
                                        <p:tgtEl>
                                          <p:spTgt spid="93186"/>
                                        </p:tgtEl>
                                        <p:attrNameLst>
                                          <p:attrName>ppt_x</p:attrName>
                                        </p:attrNameLst>
                                      </p:cBhvr>
                                      <p:tavLst>
                                        <p:tav tm="0">
                                          <p:val>
                                            <p:strVal val="0-#ppt_w/2"/>
                                          </p:val>
                                        </p:tav>
                                        <p:tav tm="100000">
                                          <p:val>
                                            <p:strVal val="#ppt_x"/>
                                          </p:val>
                                        </p:tav>
                                      </p:tavLst>
                                    </p:anim>
                                    <p:anim calcmode="lin" valueType="num">
                                      <p:cBhvr additive="base">
                                        <p:cTn id="8" dur="500" fill="hold"/>
                                        <p:tgtEl>
                                          <p:spTgt spid="93186"/>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3" presetClass="entr" presetSubtype="10" fill="hold" nodeType="clickEffect">
                                  <p:stCondLst>
                                    <p:cond delay="0"/>
                                  </p:stCondLst>
                                  <p:childTnLst>
                                    <p:set>
                                      <p:cBhvr>
                                        <p:cTn id="12" dur="1" fill="hold">
                                          <p:stCondLst>
                                            <p:cond delay="0"/>
                                          </p:stCondLst>
                                        </p:cTn>
                                        <p:tgtEl>
                                          <p:spTgt spid="8"/>
                                        </p:tgtEl>
                                        <p:attrNameLst>
                                          <p:attrName>style.visibility</p:attrName>
                                        </p:attrNameLst>
                                      </p:cBhvr>
                                      <p:to>
                                        <p:strVal val="visible"/>
                                      </p:to>
                                    </p:set>
                                    <p:animEffect transition="in" filter="blinds(horizontal)">
                                      <p:cBhvr>
                                        <p:cTn id="13" dur="500"/>
                                        <p:tgtEl>
                                          <p:spTgt spid="8"/>
                                        </p:tgtEl>
                                      </p:cBhvr>
                                    </p:animEffect>
                                  </p:childTnLst>
                                </p:cTn>
                              </p:par>
                            </p:childTnLst>
                          </p:cTn>
                        </p:par>
                      </p:childTnLst>
                    </p:cTn>
                  </p:par>
                  <p:par>
                    <p:cTn id="14" fill="hold">
                      <p:stCondLst>
                        <p:cond delay="indefinite"/>
                      </p:stCondLst>
                      <p:childTnLst>
                        <p:par>
                          <p:cTn id="15" fill="hold">
                            <p:stCondLst>
                              <p:cond delay="0"/>
                            </p:stCondLst>
                            <p:childTnLst>
                              <p:par>
                                <p:cTn id="16" presetID="22" presetClass="entr" presetSubtype="1" fill="hold" grpId="0" nodeType="clickEffect">
                                  <p:stCondLst>
                                    <p:cond delay="0"/>
                                  </p:stCondLst>
                                  <p:childTnLst>
                                    <p:set>
                                      <p:cBhvr>
                                        <p:cTn id="17" dur="1" fill="hold">
                                          <p:stCondLst>
                                            <p:cond delay="0"/>
                                          </p:stCondLst>
                                        </p:cTn>
                                        <p:tgtEl>
                                          <p:spTgt spid="93200"/>
                                        </p:tgtEl>
                                        <p:attrNameLst>
                                          <p:attrName>style.visibility</p:attrName>
                                        </p:attrNameLst>
                                      </p:cBhvr>
                                      <p:to>
                                        <p:strVal val="visible"/>
                                      </p:to>
                                    </p:set>
                                    <p:animEffect transition="in" filter="wipe(up)">
                                      <p:cBhvr>
                                        <p:cTn id="18" dur="2000"/>
                                        <p:tgtEl>
                                          <p:spTgt spid="93200"/>
                                        </p:tgtEl>
                                      </p:cBhvr>
                                    </p:animEffect>
                                  </p:childTnLst>
                                </p:cTn>
                              </p:par>
                            </p:childTnLst>
                          </p:cTn>
                        </p:par>
                      </p:childTnLst>
                    </p:cTn>
                  </p:par>
                  <p:par>
                    <p:cTn id="19" fill="hold">
                      <p:stCondLst>
                        <p:cond delay="indefinite"/>
                      </p:stCondLst>
                      <p:childTnLst>
                        <p:par>
                          <p:cTn id="20" fill="hold">
                            <p:stCondLst>
                              <p:cond delay="0"/>
                            </p:stCondLst>
                            <p:childTnLst>
                              <p:par>
                                <p:cTn id="21" presetID="18" presetClass="entr" presetSubtype="6" fill="hold" grpId="0" nodeType="clickEffect">
                                  <p:stCondLst>
                                    <p:cond delay="0"/>
                                  </p:stCondLst>
                                  <p:childTnLst>
                                    <p:set>
                                      <p:cBhvr>
                                        <p:cTn id="22" dur="1" fill="hold">
                                          <p:stCondLst>
                                            <p:cond delay="0"/>
                                          </p:stCondLst>
                                        </p:cTn>
                                        <p:tgtEl>
                                          <p:spTgt spid="93219"/>
                                        </p:tgtEl>
                                        <p:attrNameLst>
                                          <p:attrName>style.visibility</p:attrName>
                                        </p:attrNameLst>
                                      </p:cBhvr>
                                      <p:to>
                                        <p:strVal val="visible"/>
                                      </p:to>
                                    </p:set>
                                    <p:animEffect transition="in" filter="strips(downRight)">
                                      <p:cBhvr>
                                        <p:cTn id="23" dur="2000"/>
                                        <p:tgtEl>
                                          <p:spTgt spid="93219"/>
                                        </p:tgtEl>
                                      </p:cBhvr>
                                    </p:animEffect>
                                  </p:childTnLst>
                                </p:cTn>
                              </p:par>
                            </p:childTnLst>
                          </p:cTn>
                        </p:par>
                      </p:childTnLst>
                    </p:cTn>
                  </p:par>
                  <p:par>
                    <p:cTn id="24" fill="hold">
                      <p:stCondLst>
                        <p:cond delay="indefinite"/>
                      </p:stCondLst>
                      <p:childTnLst>
                        <p:par>
                          <p:cTn id="25" fill="hold">
                            <p:stCondLst>
                              <p:cond delay="0"/>
                            </p:stCondLst>
                            <p:childTnLst>
                              <p:par>
                                <p:cTn id="26" presetID="12" presetClass="entr" presetSubtype="4" fill="hold" nodeType="clickEffect">
                                  <p:stCondLst>
                                    <p:cond delay="0"/>
                                  </p:stCondLst>
                                  <p:childTnLst>
                                    <p:set>
                                      <p:cBhvr>
                                        <p:cTn id="27" dur="1" fill="hold">
                                          <p:stCondLst>
                                            <p:cond delay="0"/>
                                          </p:stCondLst>
                                        </p:cTn>
                                        <p:tgtEl>
                                          <p:spTgt spid="93239"/>
                                        </p:tgtEl>
                                        <p:attrNameLst>
                                          <p:attrName>style.visibility</p:attrName>
                                        </p:attrNameLst>
                                      </p:cBhvr>
                                      <p:to>
                                        <p:strVal val="visible"/>
                                      </p:to>
                                    </p:set>
                                    <p:animEffect transition="in" filter="slide(fromBottom)">
                                      <p:cBhvr>
                                        <p:cTn id="28" dur="1000"/>
                                        <p:tgtEl>
                                          <p:spTgt spid="93239"/>
                                        </p:tgtEl>
                                      </p:cBhvr>
                                    </p:animEffect>
                                  </p:childTnLst>
                                </p:cTn>
                              </p:par>
                            </p:childTnLst>
                          </p:cTn>
                        </p:par>
                      </p:childTnLst>
                    </p:cTn>
                  </p:par>
                  <p:par>
                    <p:cTn id="29" fill="hold">
                      <p:stCondLst>
                        <p:cond delay="indefinite"/>
                      </p:stCondLst>
                      <p:childTnLst>
                        <p:par>
                          <p:cTn id="30" fill="hold">
                            <p:stCondLst>
                              <p:cond delay="0"/>
                            </p:stCondLst>
                            <p:childTnLst>
                              <p:par>
                                <p:cTn id="31" presetID="22" presetClass="entr" presetSubtype="4" fill="hold" grpId="0" nodeType="clickEffect">
                                  <p:stCondLst>
                                    <p:cond delay="0"/>
                                  </p:stCondLst>
                                  <p:childTnLst>
                                    <p:set>
                                      <p:cBhvr>
                                        <p:cTn id="32" dur="1" fill="hold">
                                          <p:stCondLst>
                                            <p:cond delay="0"/>
                                          </p:stCondLst>
                                        </p:cTn>
                                        <p:tgtEl>
                                          <p:spTgt spid="93264"/>
                                        </p:tgtEl>
                                        <p:attrNameLst>
                                          <p:attrName>style.visibility</p:attrName>
                                        </p:attrNameLst>
                                      </p:cBhvr>
                                      <p:to>
                                        <p:strVal val="visible"/>
                                      </p:to>
                                    </p:set>
                                    <p:animEffect transition="in" filter="wipe(down)">
                                      <p:cBhvr>
                                        <p:cTn id="33" dur="500"/>
                                        <p:tgtEl>
                                          <p:spTgt spid="93264"/>
                                        </p:tgtEl>
                                      </p:cBhvr>
                                    </p:animEffect>
                                  </p:childTnLst>
                                </p:cTn>
                              </p:par>
                            </p:childTnLst>
                          </p:cTn>
                        </p:par>
                      </p:childTnLst>
                    </p:cTn>
                  </p:par>
                  <p:par>
                    <p:cTn id="34" fill="hold">
                      <p:stCondLst>
                        <p:cond delay="indefinite"/>
                      </p:stCondLst>
                      <p:childTnLst>
                        <p:par>
                          <p:cTn id="35" fill="hold">
                            <p:stCondLst>
                              <p:cond delay="0"/>
                            </p:stCondLst>
                            <p:childTnLst>
                              <p:par>
                                <p:cTn id="36" presetID="22" presetClass="entr" presetSubtype="8" fill="hold" nodeType="clickEffect">
                                  <p:stCondLst>
                                    <p:cond delay="0"/>
                                  </p:stCondLst>
                                  <p:childTnLst>
                                    <p:set>
                                      <p:cBhvr>
                                        <p:cTn id="37" dur="1" fill="hold">
                                          <p:stCondLst>
                                            <p:cond delay="0"/>
                                          </p:stCondLst>
                                        </p:cTn>
                                        <p:tgtEl>
                                          <p:spTgt spid="93241"/>
                                        </p:tgtEl>
                                        <p:attrNameLst>
                                          <p:attrName>style.visibility</p:attrName>
                                        </p:attrNameLst>
                                      </p:cBhvr>
                                      <p:to>
                                        <p:strVal val="visible"/>
                                      </p:to>
                                    </p:set>
                                    <p:animEffect transition="in" filter="wipe(left)">
                                      <p:cBhvr>
                                        <p:cTn id="38" dur="1000"/>
                                        <p:tgtEl>
                                          <p:spTgt spid="93241"/>
                                        </p:tgtEl>
                                      </p:cBhvr>
                                    </p:animEffect>
                                  </p:childTnLst>
                                </p:cTn>
                              </p:par>
                            </p:childTnLst>
                          </p:cTn>
                        </p:par>
                      </p:childTnLst>
                    </p:cTn>
                  </p:par>
                  <p:par>
                    <p:cTn id="39" fill="hold">
                      <p:stCondLst>
                        <p:cond delay="indefinite"/>
                      </p:stCondLst>
                      <p:childTnLst>
                        <p:par>
                          <p:cTn id="40" fill="hold">
                            <p:stCondLst>
                              <p:cond delay="0"/>
                            </p:stCondLst>
                            <p:childTnLst>
                              <p:par>
                                <p:cTn id="41" presetID="55" presetClass="entr" presetSubtype="0" fill="hold" nodeType="clickEffect">
                                  <p:stCondLst>
                                    <p:cond delay="0"/>
                                  </p:stCondLst>
                                  <p:childTnLst>
                                    <p:set>
                                      <p:cBhvr>
                                        <p:cTn id="42" dur="1" fill="hold">
                                          <p:stCondLst>
                                            <p:cond delay="0"/>
                                          </p:stCondLst>
                                        </p:cTn>
                                        <p:tgtEl>
                                          <p:spTgt spid="2"/>
                                        </p:tgtEl>
                                        <p:attrNameLst>
                                          <p:attrName>style.visibility</p:attrName>
                                        </p:attrNameLst>
                                      </p:cBhvr>
                                      <p:to>
                                        <p:strVal val="visible"/>
                                      </p:to>
                                    </p:set>
                                    <p:anim calcmode="lin" valueType="num">
                                      <p:cBhvr>
                                        <p:cTn id="43" dur="1000" fill="hold"/>
                                        <p:tgtEl>
                                          <p:spTgt spid="2"/>
                                        </p:tgtEl>
                                        <p:attrNameLst>
                                          <p:attrName>ppt_w</p:attrName>
                                        </p:attrNameLst>
                                      </p:cBhvr>
                                      <p:tavLst>
                                        <p:tav tm="0">
                                          <p:val>
                                            <p:strVal val="#ppt_w*0.70"/>
                                          </p:val>
                                        </p:tav>
                                        <p:tav tm="100000">
                                          <p:val>
                                            <p:strVal val="#ppt_w"/>
                                          </p:val>
                                        </p:tav>
                                      </p:tavLst>
                                    </p:anim>
                                    <p:anim calcmode="lin" valueType="num">
                                      <p:cBhvr>
                                        <p:cTn id="44" dur="1000" fill="hold"/>
                                        <p:tgtEl>
                                          <p:spTgt spid="2"/>
                                        </p:tgtEl>
                                        <p:attrNameLst>
                                          <p:attrName>ppt_h</p:attrName>
                                        </p:attrNameLst>
                                      </p:cBhvr>
                                      <p:tavLst>
                                        <p:tav tm="0">
                                          <p:val>
                                            <p:strVal val="#ppt_h"/>
                                          </p:val>
                                        </p:tav>
                                        <p:tav tm="100000">
                                          <p:val>
                                            <p:strVal val="#ppt_h"/>
                                          </p:val>
                                        </p:tav>
                                      </p:tavLst>
                                    </p:anim>
                                    <p:animEffect transition="in" filter="fade">
                                      <p:cBhvr>
                                        <p:cTn id="45" dur="10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3186" grpId="0"/>
      <p:bldP spid="93200" grpId="0"/>
      <p:bldP spid="93219" grpId="0"/>
      <p:bldP spid="93264" grpId="0"/>
    </p:bld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7667" name="Text Box 19"/>
          <p:cNvSpPr txBox="1"/>
          <p:nvPr/>
        </p:nvSpPr>
        <p:spPr>
          <a:xfrm>
            <a:off x="755650" y="549275"/>
            <a:ext cx="4968875" cy="519113"/>
          </a:xfrm>
          <a:prstGeom prst="rect">
            <a:avLst/>
          </a:prstGeom>
          <a:solidFill>
            <a:schemeClr val="hlink"/>
          </a:solidFill>
          <a:ln w="9525">
            <a:noFill/>
          </a:ln>
        </p:spPr>
        <p:txBody>
          <a:bodyPr>
            <a:spAutoFit/>
          </a:bodyPr>
          <a:p>
            <a:pPr>
              <a:spcBef>
                <a:spcPct val="50000"/>
              </a:spcBef>
            </a:pPr>
            <a:r>
              <a:rPr lang="zh-CN" altLang="en-US" dirty="0">
                <a:solidFill>
                  <a:schemeClr val="bg1"/>
                </a:solidFill>
                <a:latin typeface="Times New Roman" panose="02020603050405020304" pitchFamily="18" charset="0"/>
              </a:rPr>
              <a:t>电感、电容的无功补偿作用</a:t>
            </a:r>
            <a:endParaRPr lang="zh-CN" altLang="en-US" dirty="0">
              <a:solidFill>
                <a:schemeClr val="bg1"/>
              </a:solidFill>
              <a:latin typeface="Times New Roman" panose="02020603050405020304" pitchFamily="18" charset="0"/>
            </a:endParaRPr>
          </a:p>
        </p:txBody>
      </p:sp>
      <p:grpSp>
        <p:nvGrpSpPr>
          <p:cNvPr id="2" name="Group 73"/>
          <p:cNvGrpSpPr/>
          <p:nvPr/>
        </p:nvGrpSpPr>
        <p:grpSpPr>
          <a:xfrm>
            <a:off x="4513263" y="1198563"/>
            <a:ext cx="4595812" cy="2316162"/>
            <a:chOff x="2699" y="796"/>
            <a:chExt cx="2836" cy="1459"/>
          </a:xfrm>
        </p:grpSpPr>
        <p:sp>
          <p:nvSpPr>
            <p:cNvPr id="90174" name="Freeform 52"/>
            <p:cNvSpPr/>
            <p:nvPr/>
          </p:nvSpPr>
          <p:spPr>
            <a:xfrm>
              <a:off x="2969" y="796"/>
              <a:ext cx="1" cy="1459"/>
            </a:xfrm>
            <a:custGeom>
              <a:avLst/>
              <a:gdLst>
                <a:gd name="txL" fmla="*/ 0 w 1"/>
                <a:gd name="txT" fmla="*/ 0 h 1446"/>
                <a:gd name="txR" fmla="*/ 1 w 1"/>
                <a:gd name="txB" fmla="*/ 1446 h 1446"/>
              </a:gdLst>
              <a:ahLst/>
              <a:cxnLst>
                <a:cxn ang="0">
                  <a:pos x="0" y="1446"/>
                </a:cxn>
                <a:cxn ang="0">
                  <a:pos x="0" y="0"/>
                </a:cxn>
              </a:cxnLst>
              <a:rect l="txL" t="txT" r="txR" b="txB"/>
              <a:pathLst>
                <a:path w="1" h="1446">
                  <a:moveTo>
                    <a:pt x="0" y="1446"/>
                  </a:moveTo>
                  <a:lnTo>
                    <a:pt x="0" y="0"/>
                  </a:lnTo>
                </a:path>
              </a:pathLst>
            </a:custGeom>
            <a:noFill/>
            <a:ln w="28575" cap="flat" cmpd="sng">
              <a:solidFill>
                <a:srgbClr val="FFFF00"/>
              </a:solidFill>
              <a:prstDash val="solid"/>
              <a:round/>
              <a:headEnd type="none" w="med" len="med"/>
              <a:tailEnd type="triangle" w="med" len="med"/>
            </a:ln>
          </p:spPr>
          <p:txBody>
            <a:bodyPr wrap="none" anchor="ctr" anchorCtr="0"/>
            <a:p>
              <a:endParaRPr lang="zh-CN" altLang="en-US" dirty="0">
                <a:latin typeface="楷体_GB2312" pitchFamily="49" charset="-122"/>
              </a:endParaRPr>
            </a:p>
          </p:txBody>
        </p:sp>
        <p:sp>
          <p:nvSpPr>
            <p:cNvPr id="90175" name="Line 53"/>
            <p:cNvSpPr/>
            <p:nvPr/>
          </p:nvSpPr>
          <p:spPr>
            <a:xfrm flipV="1">
              <a:off x="2773" y="1688"/>
              <a:ext cx="2485" cy="7"/>
            </a:xfrm>
            <a:prstGeom prst="line">
              <a:avLst/>
            </a:prstGeom>
            <a:ln w="28575" cap="flat" cmpd="sng">
              <a:solidFill>
                <a:srgbClr val="FFFF00"/>
              </a:solidFill>
              <a:prstDash val="solid"/>
              <a:headEnd type="none" w="med" len="med"/>
              <a:tailEnd type="triangle" w="med" len="med"/>
            </a:ln>
          </p:spPr>
        </p:sp>
        <p:sp>
          <p:nvSpPr>
            <p:cNvPr id="90176" name="Text Box 54"/>
            <p:cNvSpPr txBox="1"/>
            <p:nvPr/>
          </p:nvSpPr>
          <p:spPr>
            <a:xfrm>
              <a:off x="5155" y="1641"/>
              <a:ext cx="380" cy="327"/>
            </a:xfrm>
            <a:prstGeom prst="rect">
              <a:avLst/>
            </a:prstGeom>
            <a:noFill/>
            <a:ln w="28575">
              <a:noFill/>
            </a:ln>
          </p:spPr>
          <p:txBody>
            <a:bodyPr wrap="none">
              <a:spAutoFit/>
            </a:bodyPr>
            <a:p>
              <a:pPr eaLnBrk="0" hangingPunct="0"/>
              <a:r>
                <a:rPr lang="en-US" altLang="zh-CN" b="0" i="1" dirty="0">
                  <a:solidFill>
                    <a:schemeClr val="bg1"/>
                  </a:solidFill>
                  <a:latin typeface="Times New Roman" panose="02020603050405020304" pitchFamily="18" charset="0"/>
                  <a:ea typeface="宋体" panose="02010600030101010101" pitchFamily="2" charset="-122"/>
                  <a:sym typeface="Symbol" panose="05050102010706020507" pitchFamily="18" charset="2"/>
                </a:rPr>
                <a:t> </a:t>
              </a:r>
              <a:r>
                <a:rPr lang="en-US" altLang="zh-CN" b="0" i="1" dirty="0">
                  <a:solidFill>
                    <a:schemeClr val="bg1"/>
                  </a:solidFill>
                  <a:latin typeface="Times New Roman" panose="02020603050405020304" pitchFamily="18" charset="0"/>
                  <a:ea typeface="宋体" panose="02010600030101010101" pitchFamily="2" charset="-122"/>
                </a:rPr>
                <a:t>t</a:t>
              </a:r>
              <a:endParaRPr lang="en-US" altLang="zh-CN" b="0" i="1" dirty="0">
                <a:solidFill>
                  <a:schemeClr val="bg1"/>
                </a:solidFill>
                <a:latin typeface="Times New Roman" panose="02020603050405020304" pitchFamily="18" charset="0"/>
                <a:ea typeface="宋体" panose="02010600030101010101" pitchFamily="2" charset="-122"/>
              </a:endParaRPr>
            </a:p>
          </p:txBody>
        </p:sp>
        <p:sp>
          <p:nvSpPr>
            <p:cNvPr id="90177" name="Freeform 55"/>
            <p:cNvSpPr/>
            <p:nvPr/>
          </p:nvSpPr>
          <p:spPr>
            <a:xfrm flipH="1">
              <a:off x="2945" y="1335"/>
              <a:ext cx="2069" cy="726"/>
            </a:xfrm>
            <a:custGeom>
              <a:avLst/>
              <a:gdLst>
                <a:gd name="txL" fmla="*/ 0 w 2022"/>
                <a:gd name="txT" fmla="*/ 0 h 452"/>
                <a:gd name="txR" fmla="*/ 2022 w 2022"/>
                <a:gd name="txB" fmla="*/ 452 h 452"/>
              </a:gdLst>
              <a:ahLst/>
              <a:cxnLst>
                <a:cxn ang="0">
                  <a:pos x="0" y="368"/>
                </a:cxn>
                <a:cxn ang="0">
                  <a:pos x="258" y="151"/>
                </a:cxn>
                <a:cxn ang="0">
                  <a:pos x="333" y="86"/>
                </a:cxn>
                <a:cxn ang="0">
                  <a:pos x="428" y="30"/>
                </a:cxn>
                <a:cxn ang="0">
                  <a:pos x="536" y="4"/>
                </a:cxn>
                <a:cxn ang="0">
                  <a:pos x="670" y="36"/>
                </a:cxn>
                <a:cxn ang="0">
                  <a:pos x="804" y="130"/>
                </a:cxn>
                <a:cxn ang="0">
                  <a:pos x="904" y="225"/>
                </a:cxn>
                <a:cxn ang="0">
                  <a:pos x="1017" y="328"/>
                </a:cxn>
                <a:cxn ang="0">
                  <a:pos x="1128" y="411"/>
                </a:cxn>
                <a:cxn ang="0">
                  <a:pos x="1282" y="449"/>
                </a:cxn>
                <a:cxn ang="0">
                  <a:pos x="1447" y="389"/>
                </a:cxn>
                <a:cxn ang="0">
                  <a:pos x="1635" y="231"/>
                </a:cxn>
                <a:cxn ang="0">
                  <a:pos x="1722" y="146"/>
                </a:cxn>
                <a:cxn ang="0">
                  <a:pos x="1874" y="37"/>
                </a:cxn>
                <a:cxn ang="0">
                  <a:pos x="2000" y="5"/>
                </a:cxn>
                <a:cxn ang="0">
                  <a:pos x="2007" y="7"/>
                </a:cxn>
              </a:cxnLst>
              <a:rect l="txL" t="txT" r="txR" b="txB"/>
              <a:pathLst>
                <a:path w="2022" h="452">
                  <a:moveTo>
                    <a:pt x="0" y="368"/>
                  </a:moveTo>
                  <a:cubicBezTo>
                    <a:pt x="43" y="333"/>
                    <a:pt x="202" y="198"/>
                    <a:pt x="258" y="151"/>
                  </a:cubicBezTo>
                  <a:cubicBezTo>
                    <a:pt x="314" y="104"/>
                    <a:pt x="305" y="107"/>
                    <a:pt x="333" y="86"/>
                  </a:cubicBezTo>
                  <a:cubicBezTo>
                    <a:pt x="361" y="66"/>
                    <a:pt x="395" y="43"/>
                    <a:pt x="428" y="30"/>
                  </a:cubicBezTo>
                  <a:cubicBezTo>
                    <a:pt x="462" y="16"/>
                    <a:pt x="496" y="3"/>
                    <a:pt x="536" y="4"/>
                  </a:cubicBezTo>
                  <a:cubicBezTo>
                    <a:pt x="577" y="5"/>
                    <a:pt x="625" y="15"/>
                    <a:pt x="670" y="36"/>
                  </a:cubicBezTo>
                  <a:cubicBezTo>
                    <a:pt x="715" y="57"/>
                    <a:pt x="765" y="98"/>
                    <a:pt x="804" y="130"/>
                  </a:cubicBezTo>
                  <a:cubicBezTo>
                    <a:pt x="842" y="161"/>
                    <a:pt x="868" y="192"/>
                    <a:pt x="904" y="225"/>
                  </a:cubicBezTo>
                  <a:cubicBezTo>
                    <a:pt x="940" y="258"/>
                    <a:pt x="980" y="297"/>
                    <a:pt x="1017" y="328"/>
                  </a:cubicBezTo>
                  <a:cubicBezTo>
                    <a:pt x="1055" y="358"/>
                    <a:pt x="1084" y="390"/>
                    <a:pt x="1128" y="411"/>
                  </a:cubicBezTo>
                  <a:cubicBezTo>
                    <a:pt x="1172" y="431"/>
                    <a:pt x="1229" y="452"/>
                    <a:pt x="1282" y="449"/>
                  </a:cubicBezTo>
                  <a:cubicBezTo>
                    <a:pt x="1336" y="445"/>
                    <a:pt x="1388" y="426"/>
                    <a:pt x="1447" y="389"/>
                  </a:cubicBezTo>
                  <a:cubicBezTo>
                    <a:pt x="1506" y="353"/>
                    <a:pt x="1589" y="272"/>
                    <a:pt x="1635" y="231"/>
                  </a:cubicBezTo>
                  <a:cubicBezTo>
                    <a:pt x="1680" y="191"/>
                    <a:pt x="1683" y="178"/>
                    <a:pt x="1722" y="146"/>
                  </a:cubicBezTo>
                  <a:cubicBezTo>
                    <a:pt x="1762" y="114"/>
                    <a:pt x="1828" y="61"/>
                    <a:pt x="1874" y="37"/>
                  </a:cubicBezTo>
                  <a:cubicBezTo>
                    <a:pt x="1920" y="13"/>
                    <a:pt x="1978" y="10"/>
                    <a:pt x="2000" y="5"/>
                  </a:cubicBezTo>
                  <a:cubicBezTo>
                    <a:pt x="2022" y="0"/>
                    <a:pt x="2006" y="7"/>
                    <a:pt x="2007" y="7"/>
                  </a:cubicBezTo>
                </a:path>
              </a:pathLst>
            </a:custGeom>
            <a:noFill/>
            <a:ln w="28575" cap="flat" cmpd="sng">
              <a:solidFill>
                <a:srgbClr val="66FFFF"/>
              </a:solidFill>
              <a:prstDash val="dash"/>
              <a:round/>
              <a:headEnd type="none" w="med" len="med"/>
              <a:tailEnd type="none" w="med" len="med"/>
            </a:ln>
          </p:spPr>
          <p:txBody>
            <a:bodyPr anchor="ctr" anchorCtr="0">
              <a:spAutoFit/>
            </a:bodyPr>
            <a:p>
              <a:endParaRPr lang="zh-CN" altLang="en-US" dirty="0">
                <a:latin typeface="楷体_GB2312" pitchFamily="49" charset="-122"/>
              </a:endParaRPr>
            </a:p>
          </p:txBody>
        </p:sp>
        <p:sp>
          <p:nvSpPr>
            <p:cNvPr id="90178" name="Freeform 56"/>
            <p:cNvSpPr/>
            <p:nvPr/>
          </p:nvSpPr>
          <p:spPr>
            <a:xfrm>
              <a:off x="2945" y="1335"/>
              <a:ext cx="2063" cy="678"/>
            </a:xfrm>
            <a:custGeom>
              <a:avLst/>
              <a:gdLst>
                <a:gd name="txL" fmla="*/ 0 w 1977"/>
                <a:gd name="txT" fmla="*/ 0 h 432"/>
                <a:gd name="txR" fmla="*/ 1977 w 1977"/>
                <a:gd name="txB" fmla="*/ 432 h 432"/>
              </a:gdLst>
              <a:ahLst/>
              <a:cxnLst>
                <a:cxn ang="0">
                  <a:pos x="24" y="217"/>
                </a:cxn>
                <a:cxn ang="0">
                  <a:pos x="30" y="217"/>
                </a:cxn>
                <a:cxn ang="0">
                  <a:pos x="33" y="215"/>
                </a:cxn>
                <a:cxn ang="0">
                  <a:pos x="231" y="53"/>
                </a:cxn>
                <a:cxn ang="0">
                  <a:pos x="411" y="2"/>
                </a:cxn>
                <a:cxn ang="0">
                  <a:pos x="586" y="67"/>
                </a:cxn>
                <a:cxn ang="0">
                  <a:pos x="764" y="217"/>
                </a:cxn>
                <a:cxn ang="0">
                  <a:pos x="981" y="385"/>
                </a:cxn>
                <a:cxn ang="0">
                  <a:pos x="1116" y="430"/>
                </a:cxn>
                <a:cxn ang="0">
                  <a:pos x="1258" y="397"/>
                </a:cxn>
                <a:cxn ang="0">
                  <a:pos x="1401" y="286"/>
                </a:cxn>
                <a:cxn ang="0">
                  <a:pos x="1500" y="205"/>
                </a:cxn>
                <a:cxn ang="0">
                  <a:pos x="1638" y="82"/>
                </a:cxn>
                <a:cxn ang="0">
                  <a:pos x="1809" y="13"/>
                </a:cxn>
                <a:cxn ang="0">
                  <a:pos x="1926" y="28"/>
                </a:cxn>
                <a:cxn ang="0">
                  <a:pos x="1977" y="52"/>
                </a:cxn>
              </a:cxnLst>
              <a:rect l="txL" t="txT" r="txR" b="txB"/>
              <a:pathLst>
                <a:path w="1977" h="432">
                  <a:moveTo>
                    <a:pt x="24" y="217"/>
                  </a:moveTo>
                  <a:cubicBezTo>
                    <a:pt x="24" y="217"/>
                    <a:pt x="29" y="217"/>
                    <a:pt x="30" y="217"/>
                  </a:cubicBezTo>
                  <a:cubicBezTo>
                    <a:pt x="31" y="217"/>
                    <a:pt x="0" y="242"/>
                    <a:pt x="33" y="215"/>
                  </a:cubicBezTo>
                  <a:cubicBezTo>
                    <a:pt x="66" y="188"/>
                    <a:pt x="168" y="88"/>
                    <a:pt x="231" y="53"/>
                  </a:cubicBezTo>
                  <a:cubicBezTo>
                    <a:pt x="294" y="18"/>
                    <a:pt x="352" y="0"/>
                    <a:pt x="411" y="2"/>
                  </a:cubicBezTo>
                  <a:cubicBezTo>
                    <a:pt x="470" y="5"/>
                    <a:pt x="528" y="31"/>
                    <a:pt x="586" y="67"/>
                  </a:cubicBezTo>
                  <a:cubicBezTo>
                    <a:pt x="644" y="103"/>
                    <a:pt x="698" y="164"/>
                    <a:pt x="764" y="217"/>
                  </a:cubicBezTo>
                  <a:cubicBezTo>
                    <a:pt x="830" y="270"/>
                    <a:pt x="922" y="349"/>
                    <a:pt x="981" y="385"/>
                  </a:cubicBezTo>
                  <a:cubicBezTo>
                    <a:pt x="1040" y="421"/>
                    <a:pt x="1070" y="428"/>
                    <a:pt x="1116" y="430"/>
                  </a:cubicBezTo>
                  <a:cubicBezTo>
                    <a:pt x="1162" y="432"/>
                    <a:pt x="1210" y="421"/>
                    <a:pt x="1258" y="397"/>
                  </a:cubicBezTo>
                  <a:cubicBezTo>
                    <a:pt x="1306" y="373"/>
                    <a:pt x="1361" y="318"/>
                    <a:pt x="1401" y="286"/>
                  </a:cubicBezTo>
                  <a:cubicBezTo>
                    <a:pt x="1441" y="254"/>
                    <a:pt x="1461" y="239"/>
                    <a:pt x="1500" y="205"/>
                  </a:cubicBezTo>
                  <a:cubicBezTo>
                    <a:pt x="1539" y="171"/>
                    <a:pt x="1587" y="114"/>
                    <a:pt x="1638" y="82"/>
                  </a:cubicBezTo>
                  <a:cubicBezTo>
                    <a:pt x="1689" y="50"/>
                    <a:pt x="1761" y="22"/>
                    <a:pt x="1809" y="13"/>
                  </a:cubicBezTo>
                  <a:cubicBezTo>
                    <a:pt x="1857" y="4"/>
                    <a:pt x="1898" y="21"/>
                    <a:pt x="1926" y="28"/>
                  </a:cubicBezTo>
                  <a:cubicBezTo>
                    <a:pt x="1954" y="35"/>
                    <a:pt x="1967" y="47"/>
                    <a:pt x="1977" y="52"/>
                  </a:cubicBezTo>
                </a:path>
              </a:pathLst>
            </a:custGeom>
            <a:noFill/>
            <a:ln w="28575" cap="flat" cmpd="sng">
              <a:solidFill>
                <a:srgbClr val="FF66FF"/>
              </a:solidFill>
              <a:prstDash val="dash"/>
              <a:round/>
              <a:headEnd type="none" w="med" len="med"/>
              <a:tailEnd type="none" w="med" len="med"/>
            </a:ln>
          </p:spPr>
          <p:txBody>
            <a:bodyPr anchor="ctr" anchorCtr="0">
              <a:spAutoFit/>
            </a:bodyPr>
            <a:p>
              <a:endParaRPr lang="zh-CN" altLang="en-US" dirty="0">
                <a:latin typeface="楷体_GB2312" pitchFamily="49" charset="-122"/>
              </a:endParaRPr>
            </a:p>
          </p:txBody>
        </p:sp>
        <p:sp>
          <p:nvSpPr>
            <p:cNvPr id="90179" name="Text Box 57"/>
            <p:cNvSpPr txBox="1"/>
            <p:nvPr/>
          </p:nvSpPr>
          <p:spPr>
            <a:xfrm>
              <a:off x="4910" y="1190"/>
              <a:ext cx="309" cy="327"/>
            </a:xfrm>
            <a:prstGeom prst="rect">
              <a:avLst/>
            </a:prstGeom>
            <a:noFill/>
            <a:ln w="28575">
              <a:noFill/>
            </a:ln>
          </p:spPr>
          <p:txBody>
            <a:bodyPr>
              <a:spAutoFit/>
            </a:bodyPr>
            <a:p>
              <a:pPr>
                <a:spcBef>
                  <a:spcPct val="50000"/>
                </a:spcBef>
              </a:pPr>
              <a:r>
                <a:rPr lang="en-US" altLang="zh-CN" b="0" dirty="0">
                  <a:solidFill>
                    <a:schemeClr val="bg1"/>
                  </a:solidFill>
                  <a:latin typeface="Times New Roman" panose="02020603050405020304" pitchFamily="18" charset="0"/>
                  <a:ea typeface="宋体" panose="02010600030101010101" pitchFamily="2" charset="-122"/>
                </a:rPr>
                <a:t> </a:t>
              </a:r>
              <a:r>
                <a:rPr lang="en-US" altLang="zh-CN" b="0" i="1" dirty="0">
                  <a:solidFill>
                    <a:schemeClr val="bg1"/>
                  </a:solidFill>
                  <a:latin typeface="Times New Roman" panose="02020603050405020304" pitchFamily="18" charset="0"/>
                  <a:ea typeface="宋体" panose="02010600030101010101" pitchFamily="2" charset="-122"/>
                </a:rPr>
                <a:t>i</a:t>
              </a:r>
              <a:endParaRPr lang="en-US" altLang="zh-CN" b="0" dirty="0">
                <a:solidFill>
                  <a:schemeClr val="bg1"/>
                </a:solidFill>
                <a:latin typeface="Times New Roman" panose="02020603050405020304" pitchFamily="18" charset="0"/>
                <a:ea typeface="宋体" panose="02010600030101010101" pitchFamily="2" charset="-122"/>
              </a:endParaRPr>
            </a:p>
          </p:txBody>
        </p:sp>
        <p:sp>
          <p:nvSpPr>
            <p:cNvPr id="90180" name="Text Box 58"/>
            <p:cNvSpPr txBox="1"/>
            <p:nvPr/>
          </p:nvSpPr>
          <p:spPr>
            <a:xfrm>
              <a:off x="2699" y="1753"/>
              <a:ext cx="227" cy="250"/>
            </a:xfrm>
            <a:prstGeom prst="rect">
              <a:avLst/>
            </a:prstGeom>
            <a:noFill/>
            <a:ln w="28575">
              <a:noFill/>
            </a:ln>
          </p:spPr>
          <p:txBody>
            <a:bodyPr wrap="none">
              <a:spAutoFit/>
            </a:bodyPr>
            <a:p>
              <a:pPr>
                <a:spcBef>
                  <a:spcPct val="50000"/>
                </a:spcBef>
              </a:pPr>
              <a:r>
                <a:rPr lang="en-US" altLang="zh-CN" sz="2000" b="0" i="1" dirty="0">
                  <a:solidFill>
                    <a:schemeClr val="bg1"/>
                  </a:solidFill>
                  <a:latin typeface="Times New Roman" panose="02020603050405020304" pitchFamily="18" charset="0"/>
                  <a:ea typeface="宋体" panose="02010600030101010101" pitchFamily="2" charset="-122"/>
                </a:rPr>
                <a:t>O</a:t>
              </a:r>
              <a:endParaRPr lang="en-US" altLang="zh-CN" sz="2000" b="0" i="1" dirty="0">
                <a:solidFill>
                  <a:schemeClr val="bg1"/>
                </a:solidFill>
                <a:latin typeface="Times New Roman" panose="02020603050405020304" pitchFamily="18" charset="0"/>
                <a:ea typeface="宋体" panose="02010600030101010101" pitchFamily="2" charset="-122"/>
              </a:endParaRPr>
            </a:p>
          </p:txBody>
        </p:sp>
        <p:sp>
          <p:nvSpPr>
            <p:cNvPr id="90181" name="Text Box 59"/>
            <p:cNvSpPr txBox="1"/>
            <p:nvPr/>
          </p:nvSpPr>
          <p:spPr>
            <a:xfrm>
              <a:off x="4860" y="1722"/>
              <a:ext cx="308" cy="327"/>
            </a:xfrm>
            <a:prstGeom prst="rect">
              <a:avLst/>
            </a:prstGeom>
            <a:noFill/>
            <a:ln w="28575">
              <a:noFill/>
            </a:ln>
          </p:spPr>
          <p:txBody>
            <a:bodyPr>
              <a:spAutoFit/>
            </a:bodyPr>
            <a:p>
              <a:pPr>
                <a:spcBef>
                  <a:spcPct val="50000"/>
                </a:spcBef>
              </a:pPr>
              <a:r>
                <a:rPr lang="en-US" altLang="zh-CN" b="0" i="1" dirty="0">
                  <a:solidFill>
                    <a:schemeClr val="bg1"/>
                  </a:solidFill>
                  <a:latin typeface="Times New Roman" panose="02020603050405020304" pitchFamily="18" charset="0"/>
                  <a:ea typeface="宋体" panose="02010600030101010101" pitchFamily="2" charset="-122"/>
                </a:rPr>
                <a:t>u</a:t>
              </a:r>
              <a:r>
                <a:rPr lang="en-US" altLang="zh-CN" b="0" i="1" baseline="-25000" dirty="0">
                  <a:solidFill>
                    <a:schemeClr val="bg1"/>
                  </a:solidFill>
                  <a:latin typeface="Times New Roman" panose="02020603050405020304" pitchFamily="18" charset="0"/>
                  <a:ea typeface="宋体" panose="02010600030101010101" pitchFamily="2" charset="-122"/>
                </a:rPr>
                <a:t>L</a:t>
              </a:r>
              <a:endParaRPr lang="en-US" altLang="zh-CN" b="0" dirty="0">
                <a:solidFill>
                  <a:schemeClr val="bg1"/>
                </a:solidFill>
                <a:latin typeface="Times New Roman" panose="02020603050405020304" pitchFamily="18" charset="0"/>
                <a:ea typeface="宋体" panose="02010600030101010101" pitchFamily="2" charset="-122"/>
              </a:endParaRPr>
            </a:p>
          </p:txBody>
        </p:sp>
      </p:grpSp>
      <p:sp>
        <p:nvSpPr>
          <p:cNvPr id="27717" name="Text Box 69"/>
          <p:cNvSpPr txBox="1"/>
          <p:nvPr/>
        </p:nvSpPr>
        <p:spPr>
          <a:xfrm>
            <a:off x="395288" y="3500438"/>
            <a:ext cx="3960812" cy="2655887"/>
          </a:xfrm>
          <a:prstGeom prst="rect">
            <a:avLst/>
          </a:prstGeom>
          <a:noFill/>
          <a:ln w="9525">
            <a:noFill/>
          </a:ln>
        </p:spPr>
        <p:txBody>
          <a:bodyPr>
            <a:spAutoFit/>
          </a:bodyPr>
          <a:p>
            <a:pPr indent="571500" algn="just">
              <a:lnSpc>
                <a:spcPct val="120000"/>
              </a:lnSpc>
              <a:spcBef>
                <a:spcPct val="50000"/>
              </a:spcBef>
            </a:pPr>
            <a:r>
              <a:rPr lang="en-US" altLang="zh-CN" b="0" i="1" dirty="0">
                <a:solidFill>
                  <a:schemeClr val="bg1"/>
                </a:solidFill>
                <a:latin typeface="Times New Roman" panose="02020603050405020304" pitchFamily="18" charset="0"/>
              </a:rPr>
              <a:t>L</a:t>
            </a:r>
            <a:r>
              <a:rPr lang="zh-CN" altLang="en-US" dirty="0">
                <a:latin typeface="楷体_GB2312" pitchFamily="49" charset="-122"/>
              </a:rPr>
              <a:t>发出功率时，</a:t>
            </a:r>
            <a:r>
              <a:rPr lang="en-US" altLang="zh-CN" b="0" i="1" dirty="0">
                <a:solidFill>
                  <a:schemeClr val="bg1"/>
                </a:solidFill>
                <a:latin typeface="Times New Roman" panose="02020603050405020304" pitchFamily="18" charset="0"/>
              </a:rPr>
              <a:t>C</a:t>
            </a:r>
            <a:r>
              <a:rPr lang="zh-CN" altLang="en-US" dirty="0">
                <a:latin typeface="楷体_GB2312" pitchFamily="49" charset="-122"/>
              </a:rPr>
              <a:t>刚好吸收功率，与外电路交换功率为 </a:t>
            </a:r>
            <a:r>
              <a:rPr lang="en-US" altLang="zh-CN" b="0" i="1" dirty="0">
                <a:solidFill>
                  <a:schemeClr val="bg1"/>
                </a:solidFill>
                <a:latin typeface="Times New Roman" panose="02020603050405020304" pitchFamily="18" charset="0"/>
              </a:rPr>
              <a:t>p</a:t>
            </a:r>
            <a:r>
              <a:rPr lang="en-US" altLang="zh-CN" b="0" i="1" baseline="-25000" dirty="0">
                <a:solidFill>
                  <a:schemeClr val="bg1"/>
                </a:solidFill>
                <a:latin typeface="Times New Roman" panose="02020603050405020304" pitchFamily="18" charset="0"/>
              </a:rPr>
              <a:t>L</a:t>
            </a:r>
            <a:r>
              <a:rPr lang="en-US" altLang="zh-CN" b="0" dirty="0">
                <a:solidFill>
                  <a:schemeClr val="bg1"/>
                </a:solidFill>
                <a:latin typeface="Times New Roman" panose="02020603050405020304" pitchFamily="18" charset="0"/>
              </a:rPr>
              <a:t>+</a:t>
            </a:r>
            <a:r>
              <a:rPr lang="en-US" altLang="zh-CN" b="0" i="1" dirty="0">
                <a:solidFill>
                  <a:schemeClr val="bg1"/>
                </a:solidFill>
                <a:latin typeface="Times New Roman" panose="02020603050405020304" pitchFamily="18" charset="0"/>
              </a:rPr>
              <a:t>p</a:t>
            </a:r>
            <a:r>
              <a:rPr lang="en-US" altLang="zh-CN" b="0" i="1" baseline="-25000" dirty="0">
                <a:solidFill>
                  <a:schemeClr val="bg1"/>
                </a:solidFill>
                <a:latin typeface="Times New Roman" panose="02020603050405020304" pitchFamily="18" charset="0"/>
              </a:rPr>
              <a:t>C</a:t>
            </a:r>
            <a:r>
              <a:rPr lang="zh-CN" altLang="en-US" dirty="0">
                <a:solidFill>
                  <a:schemeClr val="bg1"/>
                </a:solidFill>
                <a:latin typeface="楷体_GB2312" pitchFamily="49" charset="-122"/>
              </a:rPr>
              <a:t>。</a:t>
            </a:r>
            <a:r>
              <a:rPr lang="en-US" altLang="zh-CN" b="0" i="1" dirty="0">
                <a:solidFill>
                  <a:schemeClr val="bg1"/>
                </a:solidFill>
                <a:latin typeface="Times New Roman" panose="02020603050405020304" pitchFamily="18" charset="0"/>
              </a:rPr>
              <a:t>L</a:t>
            </a:r>
            <a:r>
              <a:rPr lang="zh-CN" altLang="en-US" b="0" dirty="0">
                <a:latin typeface="Times New Roman" panose="02020603050405020304" pitchFamily="18" charset="0"/>
              </a:rPr>
              <a:t>、</a:t>
            </a:r>
            <a:r>
              <a:rPr lang="en-US" altLang="zh-CN" b="0" i="1" dirty="0">
                <a:solidFill>
                  <a:schemeClr val="bg1"/>
                </a:solidFill>
                <a:latin typeface="Times New Roman" panose="02020603050405020304" pitchFamily="18" charset="0"/>
              </a:rPr>
              <a:t>C</a:t>
            </a:r>
            <a:r>
              <a:rPr lang="zh-CN" altLang="en-US" dirty="0">
                <a:latin typeface="楷体_GB2312" pitchFamily="49" charset="-122"/>
              </a:rPr>
              <a:t>的无功功率具有互相补偿的作用。</a:t>
            </a:r>
            <a:endParaRPr lang="zh-CN" altLang="en-US" dirty="0">
              <a:latin typeface="楷体_GB2312" pitchFamily="49" charset="-122"/>
            </a:endParaRPr>
          </a:p>
        </p:txBody>
      </p:sp>
      <p:grpSp>
        <p:nvGrpSpPr>
          <p:cNvPr id="3" name="Group 92"/>
          <p:cNvGrpSpPr/>
          <p:nvPr/>
        </p:nvGrpSpPr>
        <p:grpSpPr>
          <a:xfrm>
            <a:off x="4513263" y="3573463"/>
            <a:ext cx="4514850" cy="2316162"/>
            <a:chOff x="2381" y="1703"/>
            <a:chExt cx="2844" cy="1459"/>
          </a:xfrm>
        </p:grpSpPr>
        <p:sp>
          <p:nvSpPr>
            <p:cNvPr id="90166" name="Freeform 74"/>
            <p:cNvSpPr/>
            <p:nvPr/>
          </p:nvSpPr>
          <p:spPr>
            <a:xfrm>
              <a:off x="2651" y="1703"/>
              <a:ext cx="1" cy="1459"/>
            </a:xfrm>
            <a:custGeom>
              <a:avLst/>
              <a:gdLst>
                <a:gd name="txL" fmla="*/ 0 w 1"/>
                <a:gd name="txT" fmla="*/ 0 h 1446"/>
                <a:gd name="txR" fmla="*/ 1 w 1"/>
                <a:gd name="txB" fmla="*/ 1446 h 1446"/>
              </a:gdLst>
              <a:ahLst/>
              <a:cxnLst>
                <a:cxn ang="0">
                  <a:pos x="0" y="1446"/>
                </a:cxn>
                <a:cxn ang="0">
                  <a:pos x="0" y="0"/>
                </a:cxn>
              </a:cxnLst>
              <a:rect l="txL" t="txT" r="txR" b="txB"/>
              <a:pathLst>
                <a:path w="1" h="1446">
                  <a:moveTo>
                    <a:pt x="0" y="1446"/>
                  </a:moveTo>
                  <a:lnTo>
                    <a:pt x="0" y="0"/>
                  </a:lnTo>
                </a:path>
              </a:pathLst>
            </a:custGeom>
            <a:noFill/>
            <a:ln w="28575" cap="flat" cmpd="sng">
              <a:solidFill>
                <a:srgbClr val="FFFF00"/>
              </a:solidFill>
              <a:prstDash val="solid"/>
              <a:round/>
              <a:headEnd type="none" w="med" len="med"/>
              <a:tailEnd type="triangle" w="med" len="med"/>
            </a:ln>
          </p:spPr>
          <p:txBody>
            <a:bodyPr wrap="none" anchor="ctr" anchorCtr="0"/>
            <a:p>
              <a:endParaRPr lang="zh-CN" altLang="en-US" dirty="0">
                <a:latin typeface="楷体_GB2312" pitchFamily="49" charset="-122"/>
              </a:endParaRPr>
            </a:p>
          </p:txBody>
        </p:sp>
        <p:sp>
          <p:nvSpPr>
            <p:cNvPr id="90167" name="Line 75"/>
            <p:cNvSpPr/>
            <p:nvPr/>
          </p:nvSpPr>
          <p:spPr>
            <a:xfrm flipV="1">
              <a:off x="2455" y="2595"/>
              <a:ext cx="2485" cy="7"/>
            </a:xfrm>
            <a:prstGeom prst="line">
              <a:avLst/>
            </a:prstGeom>
            <a:ln w="28575" cap="flat" cmpd="sng">
              <a:solidFill>
                <a:srgbClr val="FFFF00"/>
              </a:solidFill>
              <a:prstDash val="solid"/>
              <a:headEnd type="none" w="med" len="med"/>
              <a:tailEnd type="triangle" w="med" len="med"/>
            </a:ln>
          </p:spPr>
        </p:sp>
        <p:sp>
          <p:nvSpPr>
            <p:cNvPr id="90168" name="Text Box 76"/>
            <p:cNvSpPr txBox="1"/>
            <p:nvPr/>
          </p:nvSpPr>
          <p:spPr>
            <a:xfrm>
              <a:off x="4837" y="2548"/>
              <a:ext cx="388" cy="327"/>
            </a:xfrm>
            <a:prstGeom prst="rect">
              <a:avLst/>
            </a:prstGeom>
            <a:noFill/>
            <a:ln w="28575">
              <a:noFill/>
            </a:ln>
          </p:spPr>
          <p:txBody>
            <a:bodyPr wrap="none">
              <a:spAutoFit/>
            </a:bodyPr>
            <a:p>
              <a:pPr eaLnBrk="0" hangingPunct="0"/>
              <a:r>
                <a:rPr lang="en-US" altLang="zh-CN" b="0" i="1" dirty="0">
                  <a:solidFill>
                    <a:schemeClr val="bg1"/>
                  </a:solidFill>
                  <a:latin typeface="Times New Roman" panose="02020603050405020304" pitchFamily="18" charset="0"/>
                  <a:ea typeface="宋体" panose="02010600030101010101" pitchFamily="2" charset="-122"/>
                  <a:sym typeface="Symbol" panose="05050102010706020507" pitchFamily="18" charset="2"/>
                </a:rPr>
                <a:t> </a:t>
              </a:r>
              <a:r>
                <a:rPr lang="en-US" altLang="zh-CN" b="0" i="1" dirty="0">
                  <a:solidFill>
                    <a:schemeClr val="bg1"/>
                  </a:solidFill>
                  <a:latin typeface="Times New Roman" panose="02020603050405020304" pitchFamily="18" charset="0"/>
                  <a:ea typeface="宋体" panose="02010600030101010101" pitchFamily="2" charset="-122"/>
                </a:rPr>
                <a:t>t</a:t>
              </a:r>
              <a:endParaRPr lang="en-US" altLang="zh-CN" b="0" i="1" dirty="0">
                <a:solidFill>
                  <a:schemeClr val="bg1"/>
                </a:solidFill>
                <a:latin typeface="Times New Roman" panose="02020603050405020304" pitchFamily="18" charset="0"/>
                <a:ea typeface="宋体" panose="02010600030101010101" pitchFamily="2" charset="-122"/>
              </a:endParaRPr>
            </a:p>
          </p:txBody>
        </p:sp>
        <p:sp>
          <p:nvSpPr>
            <p:cNvPr id="90169" name="Freeform 78"/>
            <p:cNvSpPr/>
            <p:nvPr/>
          </p:nvSpPr>
          <p:spPr>
            <a:xfrm>
              <a:off x="2627" y="2242"/>
              <a:ext cx="2063" cy="678"/>
            </a:xfrm>
            <a:custGeom>
              <a:avLst/>
              <a:gdLst>
                <a:gd name="txL" fmla="*/ 0 w 1977"/>
                <a:gd name="txT" fmla="*/ 0 h 432"/>
                <a:gd name="txR" fmla="*/ 1977 w 1977"/>
                <a:gd name="txB" fmla="*/ 432 h 432"/>
              </a:gdLst>
              <a:ahLst/>
              <a:cxnLst>
                <a:cxn ang="0">
                  <a:pos x="24" y="217"/>
                </a:cxn>
                <a:cxn ang="0">
                  <a:pos x="30" y="217"/>
                </a:cxn>
                <a:cxn ang="0">
                  <a:pos x="33" y="215"/>
                </a:cxn>
                <a:cxn ang="0">
                  <a:pos x="231" y="53"/>
                </a:cxn>
                <a:cxn ang="0">
                  <a:pos x="411" y="2"/>
                </a:cxn>
                <a:cxn ang="0">
                  <a:pos x="586" y="67"/>
                </a:cxn>
                <a:cxn ang="0">
                  <a:pos x="764" y="217"/>
                </a:cxn>
                <a:cxn ang="0">
                  <a:pos x="981" y="385"/>
                </a:cxn>
                <a:cxn ang="0">
                  <a:pos x="1116" y="430"/>
                </a:cxn>
                <a:cxn ang="0">
                  <a:pos x="1258" y="397"/>
                </a:cxn>
                <a:cxn ang="0">
                  <a:pos x="1401" y="286"/>
                </a:cxn>
                <a:cxn ang="0">
                  <a:pos x="1500" y="205"/>
                </a:cxn>
                <a:cxn ang="0">
                  <a:pos x="1638" y="82"/>
                </a:cxn>
                <a:cxn ang="0">
                  <a:pos x="1809" y="13"/>
                </a:cxn>
                <a:cxn ang="0">
                  <a:pos x="1926" y="28"/>
                </a:cxn>
                <a:cxn ang="0">
                  <a:pos x="1977" y="52"/>
                </a:cxn>
              </a:cxnLst>
              <a:rect l="txL" t="txT" r="txR" b="txB"/>
              <a:pathLst>
                <a:path w="1977" h="432">
                  <a:moveTo>
                    <a:pt x="24" y="217"/>
                  </a:moveTo>
                  <a:cubicBezTo>
                    <a:pt x="24" y="217"/>
                    <a:pt x="29" y="217"/>
                    <a:pt x="30" y="217"/>
                  </a:cubicBezTo>
                  <a:cubicBezTo>
                    <a:pt x="31" y="217"/>
                    <a:pt x="0" y="242"/>
                    <a:pt x="33" y="215"/>
                  </a:cubicBezTo>
                  <a:cubicBezTo>
                    <a:pt x="66" y="188"/>
                    <a:pt x="168" y="88"/>
                    <a:pt x="231" y="53"/>
                  </a:cubicBezTo>
                  <a:cubicBezTo>
                    <a:pt x="294" y="18"/>
                    <a:pt x="352" y="0"/>
                    <a:pt x="411" y="2"/>
                  </a:cubicBezTo>
                  <a:cubicBezTo>
                    <a:pt x="470" y="5"/>
                    <a:pt x="528" y="31"/>
                    <a:pt x="586" y="67"/>
                  </a:cubicBezTo>
                  <a:cubicBezTo>
                    <a:pt x="644" y="103"/>
                    <a:pt x="698" y="164"/>
                    <a:pt x="764" y="217"/>
                  </a:cubicBezTo>
                  <a:cubicBezTo>
                    <a:pt x="830" y="270"/>
                    <a:pt x="922" y="349"/>
                    <a:pt x="981" y="385"/>
                  </a:cubicBezTo>
                  <a:cubicBezTo>
                    <a:pt x="1040" y="421"/>
                    <a:pt x="1070" y="428"/>
                    <a:pt x="1116" y="430"/>
                  </a:cubicBezTo>
                  <a:cubicBezTo>
                    <a:pt x="1162" y="432"/>
                    <a:pt x="1210" y="421"/>
                    <a:pt x="1258" y="397"/>
                  </a:cubicBezTo>
                  <a:cubicBezTo>
                    <a:pt x="1306" y="373"/>
                    <a:pt x="1361" y="318"/>
                    <a:pt x="1401" y="286"/>
                  </a:cubicBezTo>
                  <a:cubicBezTo>
                    <a:pt x="1441" y="254"/>
                    <a:pt x="1461" y="239"/>
                    <a:pt x="1500" y="205"/>
                  </a:cubicBezTo>
                  <a:cubicBezTo>
                    <a:pt x="1539" y="171"/>
                    <a:pt x="1587" y="114"/>
                    <a:pt x="1638" y="82"/>
                  </a:cubicBezTo>
                  <a:cubicBezTo>
                    <a:pt x="1689" y="50"/>
                    <a:pt x="1761" y="22"/>
                    <a:pt x="1809" y="13"/>
                  </a:cubicBezTo>
                  <a:cubicBezTo>
                    <a:pt x="1857" y="4"/>
                    <a:pt x="1898" y="21"/>
                    <a:pt x="1926" y="28"/>
                  </a:cubicBezTo>
                  <a:cubicBezTo>
                    <a:pt x="1954" y="35"/>
                    <a:pt x="1967" y="47"/>
                    <a:pt x="1977" y="52"/>
                  </a:cubicBezTo>
                </a:path>
              </a:pathLst>
            </a:custGeom>
            <a:noFill/>
            <a:ln w="28575" cap="flat" cmpd="sng">
              <a:solidFill>
                <a:srgbClr val="FF66FF"/>
              </a:solidFill>
              <a:prstDash val="dash"/>
              <a:round/>
              <a:headEnd type="none" w="med" len="med"/>
              <a:tailEnd type="none" w="med" len="med"/>
            </a:ln>
          </p:spPr>
          <p:txBody>
            <a:bodyPr anchor="ctr" anchorCtr="0">
              <a:spAutoFit/>
            </a:bodyPr>
            <a:p>
              <a:endParaRPr lang="zh-CN" altLang="en-US" dirty="0">
                <a:latin typeface="楷体_GB2312" pitchFamily="49" charset="-122"/>
              </a:endParaRPr>
            </a:p>
          </p:txBody>
        </p:sp>
        <p:sp>
          <p:nvSpPr>
            <p:cNvPr id="90170" name="Text Box 79"/>
            <p:cNvSpPr txBox="1"/>
            <p:nvPr/>
          </p:nvSpPr>
          <p:spPr>
            <a:xfrm>
              <a:off x="4592" y="2097"/>
              <a:ext cx="309" cy="327"/>
            </a:xfrm>
            <a:prstGeom prst="rect">
              <a:avLst/>
            </a:prstGeom>
            <a:noFill/>
            <a:ln w="28575">
              <a:noFill/>
            </a:ln>
          </p:spPr>
          <p:txBody>
            <a:bodyPr>
              <a:spAutoFit/>
            </a:bodyPr>
            <a:p>
              <a:pPr>
                <a:spcBef>
                  <a:spcPct val="50000"/>
                </a:spcBef>
              </a:pPr>
              <a:r>
                <a:rPr lang="en-US" altLang="zh-CN" b="0" dirty="0">
                  <a:solidFill>
                    <a:schemeClr val="bg1"/>
                  </a:solidFill>
                  <a:latin typeface="Times New Roman" panose="02020603050405020304" pitchFamily="18" charset="0"/>
                  <a:ea typeface="宋体" panose="02010600030101010101" pitchFamily="2" charset="-122"/>
                </a:rPr>
                <a:t> </a:t>
              </a:r>
              <a:r>
                <a:rPr lang="en-US" altLang="zh-CN" b="0" i="1" dirty="0">
                  <a:solidFill>
                    <a:schemeClr val="bg1"/>
                  </a:solidFill>
                  <a:latin typeface="Times New Roman" panose="02020603050405020304" pitchFamily="18" charset="0"/>
                  <a:ea typeface="宋体" panose="02010600030101010101" pitchFamily="2" charset="-122"/>
                </a:rPr>
                <a:t>i</a:t>
              </a:r>
              <a:endParaRPr lang="en-US" altLang="zh-CN" b="0" dirty="0">
                <a:solidFill>
                  <a:schemeClr val="bg1"/>
                </a:solidFill>
                <a:latin typeface="Times New Roman" panose="02020603050405020304" pitchFamily="18" charset="0"/>
                <a:ea typeface="宋体" panose="02010600030101010101" pitchFamily="2" charset="-122"/>
              </a:endParaRPr>
            </a:p>
          </p:txBody>
        </p:sp>
        <p:sp>
          <p:nvSpPr>
            <p:cNvPr id="90171" name="Text Box 80"/>
            <p:cNvSpPr txBox="1"/>
            <p:nvPr/>
          </p:nvSpPr>
          <p:spPr>
            <a:xfrm>
              <a:off x="2381" y="2660"/>
              <a:ext cx="232" cy="250"/>
            </a:xfrm>
            <a:prstGeom prst="rect">
              <a:avLst/>
            </a:prstGeom>
            <a:noFill/>
            <a:ln w="28575">
              <a:noFill/>
            </a:ln>
          </p:spPr>
          <p:txBody>
            <a:bodyPr wrap="none">
              <a:spAutoFit/>
            </a:bodyPr>
            <a:p>
              <a:pPr>
                <a:spcBef>
                  <a:spcPct val="50000"/>
                </a:spcBef>
              </a:pPr>
              <a:r>
                <a:rPr lang="en-US" altLang="zh-CN" sz="2000" b="0" i="1" dirty="0">
                  <a:solidFill>
                    <a:schemeClr val="bg1"/>
                  </a:solidFill>
                  <a:latin typeface="Times New Roman" panose="02020603050405020304" pitchFamily="18" charset="0"/>
                  <a:ea typeface="宋体" panose="02010600030101010101" pitchFamily="2" charset="-122"/>
                </a:rPr>
                <a:t>O</a:t>
              </a:r>
              <a:endParaRPr lang="en-US" altLang="zh-CN" sz="2000" b="0" i="1" dirty="0">
                <a:solidFill>
                  <a:schemeClr val="bg1"/>
                </a:solidFill>
                <a:latin typeface="Times New Roman" panose="02020603050405020304" pitchFamily="18" charset="0"/>
                <a:ea typeface="宋体" panose="02010600030101010101" pitchFamily="2" charset="-122"/>
              </a:endParaRPr>
            </a:p>
          </p:txBody>
        </p:sp>
        <p:sp>
          <p:nvSpPr>
            <p:cNvPr id="90172" name="Freeform 84"/>
            <p:cNvSpPr/>
            <p:nvPr/>
          </p:nvSpPr>
          <p:spPr>
            <a:xfrm flipH="1" flipV="1">
              <a:off x="2627" y="2387"/>
              <a:ext cx="2069" cy="408"/>
            </a:xfrm>
            <a:custGeom>
              <a:avLst/>
              <a:gdLst>
                <a:gd name="txL" fmla="*/ 0 w 2022"/>
                <a:gd name="txT" fmla="*/ 0 h 452"/>
                <a:gd name="txR" fmla="*/ 2022 w 2022"/>
                <a:gd name="txB" fmla="*/ 452 h 452"/>
              </a:gdLst>
              <a:ahLst/>
              <a:cxnLst>
                <a:cxn ang="0">
                  <a:pos x="0" y="368"/>
                </a:cxn>
                <a:cxn ang="0">
                  <a:pos x="258" y="151"/>
                </a:cxn>
                <a:cxn ang="0">
                  <a:pos x="333" y="86"/>
                </a:cxn>
                <a:cxn ang="0">
                  <a:pos x="428" y="30"/>
                </a:cxn>
                <a:cxn ang="0">
                  <a:pos x="536" y="4"/>
                </a:cxn>
                <a:cxn ang="0">
                  <a:pos x="670" y="36"/>
                </a:cxn>
                <a:cxn ang="0">
                  <a:pos x="804" y="130"/>
                </a:cxn>
                <a:cxn ang="0">
                  <a:pos x="904" y="225"/>
                </a:cxn>
                <a:cxn ang="0">
                  <a:pos x="1017" y="328"/>
                </a:cxn>
                <a:cxn ang="0">
                  <a:pos x="1128" y="411"/>
                </a:cxn>
                <a:cxn ang="0">
                  <a:pos x="1282" y="449"/>
                </a:cxn>
                <a:cxn ang="0">
                  <a:pos x="1447" y="389"/>
                </a:cxn>
                <a:cxn ang="0">
                  <a:pos x="1635" y="231"/>
                </a:cxn>
                <a:cxn ang="0">
                  <a:pos x="1722" y="146"/>
                </a:cxn>
                <a:cxn ang="0">
                  <a:pos x="1874" y="37"/>
                </a:cxn>
                <a:cxn ang="0">
                  <a:pos x="2000" y="5"/>
                </a:cxn>
                <a:cxn ang="0">
                  <a:pos x="2007" y="7"/>
                </a:cxn>
              </a:cxnLst>
              <a:rect l="txL" t="txT" r="txR" b="txB"/>
              <a:pathLst>
                <a:path w="2022" h="452">
                  <a:moveTo>
                    <a:pt x="0" y="368"/>
                  </a:moveTo>
                  <a:cubicBezTo>
                    <a:pt x="43" y="333"/>
                    <a:pt x="202" y="198"/>
                    <a:pt x="258" y="151"/>
                  </a:cubicBezTo>
                  <a:cubicBezTo>
                    <a:pt x="314" y="104"/>
                    <a:pt x="305" y="107"/>
                    <a:pt x="333" y="86"/>
                  </a:cubicBezTo>
                  <a:cubicBezTo>
                    <a:pt x="361" y="66"/>
                    <a:pt x="395" y="43"/>
                    <a:pt x="428" y="30"/>
                  </a:cubicBezTo>
                  <a:cubicBezTo>
                    <a:pt x="462" y="16"/>
                    <a:pt x="496" y="3"/>
                    <a:pt x="536" y="4"/>
                  </a:cubicBezTo>
                  <a:cubicBezTo>
                    <a:pt x="577" y="5"/>
                    <a:pt x="625" y="15"/>
                    <a:pt x="670" y="36"/>
                  </a:cubicBezTo>
                  <a:cubicBezTo>
                    <a:pt x="715" y="57"/>
                    <a:pt x="765" y="98"/>
                    <a:pt x="804" y="130"/>
                  </a:cubicBezTo>
                  <a:cubicBezTo>
                    <a:pt x="842" y="161"/>
                    <a:pt x="868" y="192"/>
                    <a:pt x="904" y="225"/>
                  </a:cubicBezTo>
                  <a:cubicBezTo>
                    <a:pt x="940" y="258"/>
                    <a:pt x="980" y="297"/>
                    <a:pt x="1017" y="328"/>
                  </a:cubicBezTo>
                  <a:cubicBezTo>
                    <a:pt x="1055" y="358"/>
                    <a:pt x="1084" y="390"/>
                    <a:pt x="1128" y="411"/>
                  </a:cubicBezTo>
                  <a:cubicBezTo>
                    <a:pt x="1172" y="431"/>
                    <a:pt x="1229" y="452"/>
                    <a:pt x="1282" y="449"/>
                  </a:cubicBezTo>
                  <a:cubicBezTo>
                    <a:pt x="1336" y="445"/>
                    <a:pt x="1388" y="426"/>
                    <a:pt x="1447" y="389"/>
                  </a:cubicBezTo>
                  <a:cubicBezTo>
                    <a:pt x="1506" y="353"/>
                    <a:pt x="1589" y="272"/>
                    <a:pt x="1635" y="231"/>
                  </a:cubicBezTo>
                  <a:cubicBezTo>
                    <a:pt x="1680" y="191"/>
                    <a:pt x="1683" y="178"/>
                    <a:pt x="1722" y="146"/>
                  </a:cubicBezTo>
                  <a:cubicBezTo>
                    <a:pt x="1762" y="114"/>
                    <a:pt x="1828" y="61"/>
                    <a:pt x="1874" y="37"/>
                  </a:cubicBezTo>
                  <a:cubicBezTo>
                    <a:pt x="1920" y="13"/>
                    <a:pt x="1978" y="10"/>
                    <a:pt x="2000" y="5"/>
                  </a:cubicBezTo>
                  <a:cubicBezTo>
                    <a:pt x="2022" y="0"/>
                    <a:pt x="2006" y="7"/>
                    <a:pt x="2007" y="7"/>
                  </a:cubicBezTo>
                </a:path>
              </a:pathLst>
            </a:custGeom>
            <a:noFill/>
            <a:ln w="28575" cap="flat" cmpd="sng">
              <a:solidFill>
                <a:srgbClr val="66FF66"/>
              </a:solidFill>
              <a:prstDash val="dash"/>
              <a:round/>
              <a:headEnd type="none" w="med" len="med"/>
              <a:tailEnd type="none" w="med" len="med"/>
            </a:ln>
          </p:spPr>
          <p:txBody>
            <a:bodyPr anchor="ctr" anchorCtr="0">
              <a:spAutoFit/>
            </a:bodyPr>
            <a:p>
              <a:endParaRPr lang="zh-CN" altLang="en-US" dirty="0">
                <a:latin typeface="楷体_GB2312" pitchFamily="49" charset="-122"/>
              </a:endParaRPr>
            </a:p>
          </p:txBody>
        </p:sp>
        <p:sp>
          <p:nvSpPr>
            <p:cNvPr id="90173" name="Text Box 85"/>
            <p:cNvSpPr txBox="1"/>
            <p:nvPr/>
          </p:nvSpPr>
          <p:spPr>
            <a:xfrm>
              <a:off x="4690" y="2290"/>
              <a:ext cx="442" cy="327"/>
            </a:xfrm>
            <a:prstGeom prst="rect">
              <a:avLst/>
            </a:prstGeom>
            <a:noFill/>
            <a:ln w="28575">
              <a:noFill/>
            </a:ln>
          </p:spPr>
          <p:txBody>
            <a:bodyPr>
              <a:spAutoFit/>
            </a:bodyPr>
            <a:p>
              <a:pPr>
                <a:spcBef>
                  <a:spcPct val="50000"/>
                </a:spcBef>
              </a:pPr>
              <a:r>
                <a:rPr lang="en-US" altLang="zh-CN" b="0" i="1" dirty="0">
                  <a:solidFill>
                    <a:schemeClr val="bg1"/>
                  </a:solidFill>
                  <a:latin typeface="Times New Roman" panose="02020603050405020304" pitchFamily="18" charset="0"/>
                  <a:ea typeface="宋体" panose="02010600030101010101" pitchFamily="2" charset="-122"/>
                </a:rPr>
                <a:t>u</a:t>
              </a:r>
              <a:r>
                <a:rPr lang="en-US" altLang="zh-CN" b="0" i="1" baseline="-25000" dirty="0">
                  <a:solidFill>
                    <a:schemeClr val="bg1"/>
                  </a:solidFill>
                  <a:latin typeface="Times New Roman" panose="02020603050405020304" pitchFamily="18" charset="0"/>
                  <a:ea typeface="宋体" panose="02010600030101010101" pitchFamily="2" charset="-122"/>
                </a:rPr>
                <a:t>C</a:t>
              </a:r>
              <a:endParaRPr lang="en-US" altLang="zh-CN" b="0" dirty="0">
                <a:solidFill>
                  <a:schemeClr val="bg1"/>
                </a:solidFill>
                <a:latin typeface="Times New Roman" panose="02020603050405020304" pitchFamily="18" charset="0"/>
                <a:ea typeface="宋体" panose="02010600030101010101" pitchFamily="2" charset="-122"/>
              </a:endParaRPr>
            </a:p>
          </p:txBody>
        </p:sp>
      </p:grpSp>
      <p:grpSp>
        <p:nvGrpSpPr>
          <p:cNvPr id="4" name="Group 91"/>
          <p:cNvGrpSpPr/>
          <p:nvPr/>
        </p:nvGrpSpPr>
        <p:grpSpPr>
          <a:xfrm>
            <a:off x="4945063" y="1125538"/>
            <a:ext cx="2808287" cy="2430462"/>
            <a:chOff x="2971" y="164"/>
            <a:chExt cx="1769" cy="1531"/>
          </a:xfrm>
        </p:grpSpPr>
        <p:sp>
          <p:nvSpPr>
            <p:cNvPr id="90163" name="Freeform 82"/>
            <p:cNvSpPr/>
            <p:nvPr/>
          </p:nvSpPr>
          <p:spPr>
            <a:xfrm>
              <a:off x="2971" y="436"/>
              <a:ext cx="890" cy="1259"/>
            </a:xfrm>
            <a:custGeom>
              <a:avLst/>
              <a:gdLst>
                <a:gd name="txL" fmla="*/ 0 w 870"/>
                <a:gd name="txT" fmla="*/ 0 h 1248"/>
                <a:gd name="txR" fmla="*/ 870 w 870"/>
                <a:gd name="txB" fmla="*/ 1248 h 1248"/>
              </a:gdLst>
              <a:ahLst/>
              <a:cxnLst>
                <a:cxn ang="0">
                  <a:pos x="0" y="630"/>
                </a:cxn>
                <a:cxn ang="0">
                  <a:pos x="35" y="423"/>
                </a:cxn>
                <a:cxn ang="0">
                  <a:pos x="73" y="240"/>
                </a:cxn>
                <a:cxn ang="0">
                  <a:pos x="128" y="81"/>
                </a:cxn>
                <a:cxn ang="0">
                  <a:pos x="181" y="12"/>
                </a:cxn>
                <a:cxn ang="0">
                  <a:pos x="236" y="63"/>
                </a:cxn>
                <a:cxn ang="0">
                  <a:pos x="312" y="345"/>
                </a:cxn>
                <a:cxn ang="0">
                  <a:pos x="361" y="606"/>
                </a:cxn>
                <a:cxn ang="0">
                  <a:pos x="405" y="905"/>
                </a:cxn>
                <a:cxn ang="0">
                  <a:pos x="455" y="1134"/>
                </a:cxn>
                <a:cxn ang="0">
                  <a:pos x="525" y="1239"/>
                </a:cxn>
                <a:cxn ang="0">
                  <a:pos x="600" y="1075"/>
                </a:cxn>
                <a:cxn ang="0">
                  <a:pos x="704" y="600"/>
                </a:cxn>
                <a:cxn ang="0">
                  <a:pos x="739" y="378"/>
                </a:cxn>
                <a:cxn ang="0">
                  <a:pos x="813" y="66"/>
                </a:cxn>
                <a:cxn ang="0">
                  <a:pos x="862" y="9"/>
                </a:cxn>
                <a:cxn ang="0">
                  <a:pos x="859" y="9"/>
                </a:cxn>
              </a:cxnLst>
              <a:rect l="txL" t="txT" r="txR" b="txB"/>
              <a:pathLst>
                <a:path w="870" h="1248">
                  <a:moveTo>
                    <a:pt x="0" y="630"/>
                  </a:moveTo>
                  <a:cubicBezTo>
                    <a:pt x="6" y="597"/>
                    <a:pt x="23" y="488"/>
                    <a:pt x="35" y="423"/>
                  </a:cubicBezTo>
                  <a:cubicBezTo>
                    <a:pt x="47" y="358"/>
                    <a:pt x="57" y="297"/>
                    <a:pt x="73" y="240"/>
                  </a:cubicBezTo>
                  <a:cubicBezTo>
                    <a:pt x="89" y="183"/>
                    <a:pt x="111" y="119"/>
                    <a:pt x="128" y="81"/>
                  </a:cubicBezTo>
                  <a:cubicBezTo>
                    <a:pt x="146" y="43"/>
                    <a:pt x="163" y="15"/>
                    <a:pt x="181" y="12"/>
                  </a:cubicBezTo>
                  <a:cubicBezTo>
                    <a:pt x="198" y="9"/>
                    <a:pt x="215" y="8"/>
                    <a:pt x="236" y="63"/>
                  </a:cubicBezTo>
                  <a:cubicBezTo>
                    <a:pt x="257" y="118"/>
                    <a:pt x="291" y="255"/>
                    <a:pt x="312" y="345"/>
                  </a:cubicBezTo>
                  <a:cubicBezTo>
                    <a:pt x="332" y="435"/>
                    <a:pt x="346" y="513"/>
                    <a:pt x="361" y="606"/>
                  </a:cubicBezTo>
                  <a:cubicBezTo>
                    <a:pt x="377" y="699"/>
                    <a:pt x="389" y="817"/>
                    <a:pt x="405" y="905"/>
                  </a:cubicBezTo>
                  <a:cubicBezTo>
                    <a:pt x="421" y="993"/>
                    <a:pt x="435" y="1078"/>
                    <a:pt x="455" y="1134"/>
                  </a:cubicBezTo>
                  <a:cubicBezTo>
                    <a:pt x="476" y="1189"/>
                    <a:pt x="501" y="1248"/>
                    <a:pt x="525" y="1239"/>
                  </a:cubicBezTo>
                  <a:cubicBezTo>
                    <a:pt x="550" y="1229"/>
                    <a:pt x="570" y="1181"/>
                    <a:pt x="600" y="1075"/>
                  </a:cubicBezTo>
                  <a:cubicBezTo>
                    <a:pt x="630" y="969"/>
                    <a:pt x="681" y="716"/>
                    <a:pt x="704" y="600"/>
                  </a:cubicBezTo>
                  <a:cubicBezTo>
                    <a:pt x="727" y="484"/>
                    <a:pt x="720" y="467"/>
                    <a:pt x="739" y="378"/>
                  </a:cubicBezTo>
                  <a:cubicBezTo>
                    <a:pt x="757" y="289"/>
                    <a:pt x="792" y="127"/>
                    <a:pt x="813" y="66"/>
                  </a:cubicBezTo>
                  <a:cubicBezTo>
                    <a:pt x="833" y="5"/>
                    <a:pt x="854" y="18"/>
                    <a:pt x="862" y="9"/>
                  </a:cubicBezTo>
                  <a:cubicBezTo>
                    <a:pt x="870" y="0"/>
                    <a:pt x="859" y="9"/>
                    <a:pt x="859" y="9"/>
                  </a:cubicBezTo>
                </a:path>
              </a:pathLst>
            </a:custGeom>
            <a:noFill/>
            <a:ln w="28575" cap="flat" cmpd="sng">
              <a:solidFill>
                <a:srgbClr val="FF0000"/>
              </a:solidFill>
              <a:prstDash val="solid"/>
              <a:round/>
              <a:headEnd type="none" w="med" len="med"/>
              <a:tailEnd type="none" w="med" len="med"/>
            </a:ln>
          </p:spPr>
          <p:txBody>
            <a:bodyPr anchor="ctr" anchorCtr="0">
              <a:spAutoFit/>
            </a:bodyPr>
            <a:p>
              <a:endParaRPr lang="zh-CN" altLang="en-US" dirty="0">
                <a:latin typeface="楷体_GB2312" pitchFamily="49" charset="-122"/>
              </a:endParaRPr>
            </a:p>
          </p:txBody>
        </p:sp>
        <p:sp>
          <p:nvSpPr>
            <p:cNvPr id="90164" name="Freeform 83"/>
            <p:cNvSpPr/>
            <p:nvPr/>
          </p:nvSpPr>
          <p:spPr>
            <a:xfrm flipH="1" flipV="1">
              <a:off x="3877" y="436"/>
              <a:ext cx="863" cy="1259"/>
            </a:xfrm>
            <a:custGeom>
              <a:avLst/>
              <a:gdLst>
                <a:gd name="txL" fmla="*/ 0 w 843"/>
                <a:gd name="txT" fmla="*/ 0 h 920"/>
                <a:gd name="txR" fmla="*/ 843 w 843"/>
                <a:gd name="txB" fmla="*/ 920 h 920"/>
              </a:gdLst>
              <a:ahLst/>
              <a:cxnLst>
                <a:cxn ang="0">
                  <a:pos x="3" y="834"/>
                </a:cxn>
                <a:cxn ang="0">
                  <a:pos x="3" y="828"/>
                </a:cxn>
                <a:cxn ang="0">
                  <a:pos x="3" y="834"/>
                </a:cxn>
                <a:cxn ang="0">
                  <a:pos x="11" y="858"/>
                </a:cxn>
                <a:cxn ang="0">
                  <a:pos x="67" y="912"/>
                </a:cxn>
                <a:cxn ang="0">
                  <a:pos x="137" y="847"/>
                </a:cxn>
                <a:cxn ang="0">
                  <a:pos x="207" y="655"/>
                </a:cxn>
                <a:cxn ang="0">
                  <a:pos x="259" y="462"/>
                </a:cxn>
                <a:cxn ang="0">
                  <a:pos x="318" y="253"/>
                </a:cxn>
                <a:cxn ang="0">
                  <a:pos x="376" y="85"/>
                </a:cxn>
                <a:cxn ang="0">
                  <a:pos x="456" y="6"/>
                </a:cxn>
                <a:cxn ang="0">
                  <a:pos x="542" y="127"/>
                </a:cxn>
                <a:cxn ang="0">
                  <a:pos x="640" y="449"/>
                </a:cxn>
                <a:cxn ang="0">
                  <a:pos x="685" y="622"/>
                </a:cxn>
                <a:cxn ang="0">
                  <a:pos x="765" y="843"/>
                </a:cxn>
                <a:cxn ang="0">
                  <a:pos x="831" y="909"/>
                </a:cxn>
                <a:cxn ang="0">
                  <a:pos x="834" y="905"/>
                </a:cxn>
              </a:cxnLst>
              <a:rect l="txL" t="txT" r="txR" b="txB"/>
              <a:pathLst>
                <a:path w="843" h="920">
                  <a:moveTo>
                    <a:pt x="3" y="834"/>
                  </a:moveTo>
                  <a:cubicBezTo>
                    <a:pt x="3" y="832"/>
                    <a:pt x="3" y="828"/>
                    <a:pt x="3" y="828"/>
                  </a:cubicBezTo>
                  <a:cubicBezTo>
                    <a:pt x="3" y="828"/>
                    <a:pt x="2" y="829"/>
                    <a:pt x="3" y="834"/>
                  </a:cubicBezTo>
                  <a:cubicBezTo>
                    <a:pt x="4" y="839"/>
                    <a:pt x="0" y="845"/>
                    <a:pt x="11" y="858"/>
                  </a:cubicBezTo>
                  <a:cubicBezTo>
                    <a:pt x="22" y="871"/>
                    <a:pt x="46" y="914"/>
                    <a:pt x="67" y="912"/>
                  </a:cubicBezTo>
                  <a:cubicBezTo>
                    <a:pt x="88" y="909"/>
                    <a:pt x="113" y="889"/>
                    <a:pt x="137" y="847"/>
                  </a:cubicBezTo>
                  <a:cubicBezTo>
                    <a:pt x="160" y="803"/>
                    <a:pt x="186" y="719"/>
                    <a:pt x="207" y="655"/>
                  </a:cubicBezTo>
                  <a:cubicBezTo>
                    <a:pt x="226" y="592"/>
                    <a:pt x="240" y="529"/>
                    <a:pt x="259" y="462"/>
                  </a:cubicBezTo>
                  <a:cubicBezTo>
                    <a:pt x="278" y="395"/>
                    <a:pt x="298" y="316"/>
                    <a:pt x="318" y="253"/>
                  </a:cubicBezTo>
                  <a:cubicBezTo>
                    <a:pt x="338" y="190"/>
                    <a:pt x="353" y="126"/>
                    <a:pt x="376" y="85"/>
                  </a:cubicBezTo>
                  <a:cubicBezTo>
                    <a:pt x="399" y="43"/>
                    <a:pt x="428" y="0"/>
                    <a:pt x="456" y="6"/>
                  </a:cubicBezTo>
                  <a:cubicBezTo>
                    <a:pt x="484" y="14"/>
                    <a:pt x="511" y="54"/>
                    <a:pt x="542" y="127"/>
                  </a:cubicBezTo>
                  <a:cubicBezTo>
                    <a:pt x="573" y="201"/>
                    <a:pt x="616" y="366"/>
                    <a:pt x="640" y="449"/>
                  </a:cubicBezTo>
                  <a:cubicBezTo>
                    <a:pt x="664" y="531"/>
                    <a:pt x="665" y="557"/>
                    <a:pt x="685" y="622"/>
                  </a:cubicBezTo>
                  <a:cubicBezTo>
                    <a:pt x="706" y="688"/>
                    <a:pt x="741" y="795"/>
                    <a:pt x="765" y="843"/>
                  </a:cubicBezTo>
                  <a:cubicBezTo>
                    <a:pt x="789" y="891"/>
                    <a:pt x="819" y="899"/>
                    <a:pt x="831" y="909"/>
                  </a:cubicBezTo>
                  <a:cubicBezTo>
                    <a:pt x="843" y="920"/>
                    <a:pt x="834" y="906"/>
                    <a:pt x="834" y="905"/>
                  </a:cubicBezTo>
                </a:path>
              </a:pathLst>
            </a:custGeom>
            <a:noFill/>
            <a:ln w="28575" cap="flat" cmpd="sng">
              <a:solidFill>
                <a:srgbClr val="FF0000"/>
              </a:solidFill>
              <a:prstDash val="solid"/>
              <a:round/>
              <a:headEnd type="none" w="med" len="med"/>
              <a:tailEnd type="none" w="med" len="med"/>
            </a:ln>
          </p:spPr>
          <p:txBody>
            <a:bodyPr anchor="ctr" anchorCtr="0">
              <a:spAutoFit/>
            </a:bodyPr>
            <a:p>
              <a:endParaRPr lang="zh-CN" altLang="en-US" dirty="0">
                <a:latin typeface="楷体_GB2312" pitchFamily="49" charset="-122"/>
              </a:endParaRPr>
            </a:p>
          </p:txBody>
        </p:sp>
        <p:sp>
          <p:nvSpPr>
            <p:cNvPr id="90165" name="Text Box 88"/>
            <p:cNvSpPr txBox="1"/>
            <p:nvPr/>
          </p:nvSpPr>
          <p:spPr>
            <a:xfrm>
              <a:off x="3969" y="164"/>
              <a:ext cx="357" cy="327"/>
            </a:xfrm>
            <a:prstGeom prst="rect">
              <a:avLst/>
            </a:prstGeom>
            <a:noFill/>
            <a:ln w="28575">
              <a:noFill/>
            </a:ln>
          </p:spPr>
          <p:txBody>
            <a:bodyPr>
              <a:spAutoFit/>
            </a:bodyPr>
            <a:p>
              <a:pPr>
                <a:spcBef>
                  <a:spcPct val="50000"/>
                </a:spcBef>
              </a:pPr>
              <a:r>
                <a:rPr lang="en-US" altLang="zh-CN" b="0" i="1" dirty="0">
                  <a:solidFill>
                    <a:schemeClr val="bg1"/>
                  </a:solidFill>
                  <a:latin typeface="Times New Roman" panose="02020603050405020304" pitchFamily="18" charset="0"/>
                  <a:ea typeface="宋体" panose="02010600030101010101" pitchFamily="2" charset="-122"/>
                </a:rPr>
                <a:t>p</a:t>
              </a:r>
              <a:r>
                <a:rPr lang="en-US" altLang="zh-CN" b="0" i="1" baseline="-25000" dirty="0">
                  <a:solidFill>
                    <a:schemeClr val="bg1"/>
                  </a:solidFill>
                  <a:latin typeface="Times New Roman" panose="02020603050405020304" pitchFamily="18" charset="0"/>
                  <a:ea typeface="宋体" panose="02010600030101010101" pitchFamily="2" charset="-122"/>
                </a:rPr>
                <a:t>L</a:t>
              </a:r>
              <a:endParaRPr lang="en-US" altLang="zh-CN" b="0" dirty="0">
                <a:solidFill>
                  <a:schemeClr val="bg1"/>
                </a:solidFill>
                <a:latin typeface="Times New Roman" panose="02020603050405020304" pitchFamily="18" charset="0"/>
                <a:ea typeface="宋体" panose="02010600030101010101" pitchFamily="2" charset="-122"/>
              </a:endParaRPr>
            </a:p>
          </p:txBody>
        </p:sp>
      </p:grpSp>
      <p:grpSp>
        <p:nvGrpSpPr>
          <p:cNvPr id="5" name="Group 93"/>
          <p:cNvGrpSpPr/>
          <p:nvPr/>
        </p:nvGrpSpPr>
        <p:grpSpPr>
          <a:xfrm>
            <a:off x="4945063" y="3933825"/>
            <a:ext cx="2809875" cy="1657350"/>
            <a:chOff x="2971" y="1933"/>
            <a:chExt cx="1770" cy="1044"/>
          </a:xfrm>
        </p:grpSpPr>
        <p:sp>
          <p:nvSpPr>
            <p:cNvPr id="90160" name="Freeform 86"/>
            <p:cNvSpPr/>
            <p:nvPr/>
          </p:nvSpPr>
          <p:spPr>
            <a:xfrm flipV="1">
              <a:off x="2971" y="2251"/>
              <a:ext cx="890" cy="726"/>
            </a:xfrm>
            <a:custGeom>
              <a:avLst/>
              <a:gdLst>
                <a:gd name="txL" fmla="*/ 0 w 870"/>
                <a:gd name="txT" fmla="*/ 0 h 1248"/>
                <a:gd name="txR" fmla="*/ 870 w 870"/>
                <a:gd name="txB" fmla="*/ 1248 h 1248"/>
              </a:gdLst>
              <a:ahLst/>
              <a:cxnLst>
                <a:cxn ang="0">
                  <a:pos x="0" y="630"/>
                </a:cxn>
                <a:cxn ang="0">
                  <a:pos x="35" y="423"/>
                </a:cxn>
                <a:cxn ang="0">
                  <a:pos x="73" y="240"/>
                </a:cxn>
                <a:cxn ang="0">
                  <a:pos x="128" y="81"/>
                </a:cxn>
                <a:cxn ang="0">
                  <a:pos x="181" y="12"/>
                </a:cxn>
                <a:cxn ang="0">
                  <a:pos x="236" y="63"/>
                </a:cxn>
                <a:cxn ang="0">
                  <a:pos x="312" y="345"/>
                </a:cxn>
                <a:cxn ang="0">
                  <a:pos x="361" y="606"/>
                </a:cxn>
                <a:cxn ang="0">
                  <a:pos x="405" y="905"/>
                </a:cxn>
                <a:cxn ang="0">
                  <a:pos x="455" y="1134"/>
                </a:cxn>
                <a:cxn ang="0">
                  <a:pos x="525" y="1239"/>
                </a:cxn>
                <a:cxn ang="0">
                  <a:pos x="600" y="1075"/>
                </a:cxn>
                <a:cxn ang="0">
                  <a:pos x="704" y="600"/>
                </a:cxn>
                <a:cxn ang="0">
                  <a:pos x="739" y="378"/>
                </a:cxn>
                <a:cxn ang="0">
                  <a:pos x="813" y="66"/>
                </a:cxn>
                <a:cxn ang="0">
                  <a:pos x="862" y="9"/>
                </a:cxn>
                <a:cxn ang="0">
                  <a:pos x="859" y="9"/>
                </a:cxn>
              </a:cxnLst>
              <a:rect l="txL" t="txT" r="txR" b="txB"/>
              <a:pathLst>
                <a:path w="870" h="1248">
                  <a:moveTo>
                    <a:pt x="0" y="630"/>
                  </a:moveTo>
                  <a:cubicBezTo>
                    <a:pt x="6" y="597"/>
                    <a:pt x="23" y="488"/>
                    <a:pt x="35" y="423"/>
                  </a:cubicBezTo>
                  <a:cubicBezTo>
                    <a:pt x="47" y="358"/>
                    <a:pt x="57" y="297"/>
                    <a:pt x="73" y="240"/>
                  </a:cubicBezTo>
                  <a:cubicBezTo>
                    <a:pt x="89" y="183"/>
                    <a:pt x="111" y="119"/>
                    <a:pt x="128" y="81"/>
                  </a:cubicBezTo>
                  <a:cubicBezTo>
                    <a:pt x="146" y="43"/>
                    <a:pt x="163" y="15"/>
                    <a:pt x="181" y="12"/>
                  </a:cubicBezTo>
                  <a:cubicBezTo>
                    <a:pt x="198" y="9"/>
                    <a:pt x="215" y="8"/>
                    <a:pt x="236" y="63"/>
                  </a:cubicBezTo>
                  <a:cubicBezTo>
                    <a:pt x="257" y="118"/>
                    <a:pt x="291" y="255"/>
                    <a:pt x="312" y="345"/>
                  </a:cubicBezTo>
                  <a:cubicBezTo>
                    <a:pt x="332" y="435"/>
                    <a:pt x="346" y="513"/>
                    <a:pt x="361" y="606"/>
                  </a:cubicBezTo>
                  <a:cubicBezTo>
                    <a:pt x="377" y="699"/>
                    <a:pt x="389" y="817"/>
                    <a:pt x="405" y="905"/>
                  </a:cubicBezTo>
                  <a:cubicBezTo>
                    <a:pt x="421" y="993"/>
                    <a:pt x="435" y="1078"/>
                    <a:pt x="455" y="1134"/>
                  </a:cubicBezTo>
                  <a:cubicBezTo>
                    <a:pt x="476" y="1189"/>
                    <a:pt x="501" y="1248"/>
                    <a:pt x="525" y="1239"/>
                  </a:cubicBezTo>
                  <a:cubicBezTo>
                    <a:pt x="550" y="1229"/>
                    <a:pt x="570" y="1181"/>
                    <a:pt x="600" y="1075"/>
                  </a:cubicBezTo>
                  <a:cubicBezTo>
                    <a:pt x="630" y="969"/>
                    <a:pt x="681" y="716"/>
                    <a:pt x="704" y="600"/>
                  </a:cubicBezTo>
                  <a:cubicBezTo>
                    <a:pt x="727" y="484"/>
                    <a:pt x="720" y="467"/>
                    <a:pt x="739" y="378"/>
                  </a:cubicBezTo>
                  <a:cubicBezTo>
                    <a:pt x="757" y="289"/>
                    <a:pt x="792" y="127"/>
                    <a:pt x="813" y="66"/>
                  </a:cubicBezTo>
                  <a:cubicBezTo>
                    <a:pt x="833" y="5"/>
                    <a:pt x="854" y="18"/>
                    <a:pt x="862" y="9"/>
                  </a:cubicBezTo>
                  <a:cubicBezTo>
                    <a:pt x="870" y="0"/>
                    <a:pt x="859" y="9"/>
                    <a:pt x="859" y="9"/>
                  </a:cubicBezTo>
                </a:path>
              </a:pathLst>
            </a:custGeom>
            <a:noFill/>
            <a:ln w="28575" cap="flat" cmpd="sng">
              <a:solidFill>
                <a:srgbClr val="FFCC99"/>
              </a:solidFill>
              <a:prstDash val="solid"/>
              <a:round/>
              <a:headEnd type="none" w="med" len="med"/>
              <a:tailEnd type="none" w="med" len="med"/>
            </a:ln>
          </p:spPr>
          <p:txBody>
            <a:bodyPr anchor="ctr" anchorCtr="0">
              <a:spAutoFit/>
            </a:bodyPr>
            <a:p>
              <a:endParaRPr lang="zh-CN" altLang="en-US" dirty="0">
                <a:latin typeface="楷体_GB2312" pitchFamily="49" charset="-122"/>
              </a:endParaRPr>
            </a:p>
          </p:txBody>
        </p:sp>
        <p:sp>
          <p:nvSpPr>
            <p:cNvPr id="90161" name="Freeform 87"/>
            <p:cNvSpPr/>
            <p:nvPr/>
          </p:nvSpPr>
          <p:spPr>
            <a:xfrm flipH="1">
              <a:off x="3878" y="2251"/>
              <a:ext cx="863" cy="726"/>
            </a:xfrm>
            <a:custGeom>
              <a:avLst/>
              <a:gdLst>
                <a:gd name="txL" fmla="*/ 0 w 843"/>
                <a:gd name="txT" fmla="*/ 0 h 920"/>
                <a:gd name="txR" fmla="*/ 843 w 843"/>
                <a:gd name="txB" fmla="*/ 920 h 920"/>
              </a:gdLst>
              <a:ahLst/>
              <a:cxnLst>
                <a:cxn ang="0">
                  <a:pos x="3" y="834"/>
                </a:cxn>
                <a:cxn ang="0">
                  <a:pos x="3" y="828"/>
                </a:cxn>
                <a:cxn ang="0">
                  <a:pos x="3" y="834"/>
                </a:cxn>
                <a:cxn ang="0">
                  <a:pos x="11" y="858"/>
                </a:cxn>
                <a:cxn ang="0">
                  <a:pos x="67" y="912"/>
                </a:cxn>
                <a:cxn ang="0">
                  <a:pos x="137" y="847"/>
                </a:cxn>
                <a:cxn ang="0">
                  <a:pos x="207" y="655"/>
                </a:cxn>
                <a:cxn ang="0">
                  <a:pos x="259" y="462"/>
                </a:cxn>
                <a:cxn ang="0">
                  <a:pos x="318" y="253"/>
                </a:cxn>
                <a:cxn ang="0">
                  <a:pos x="376" y="85"/>
                </a:cxn>
                <a:cxn ang="0">
                  <a:pos x="456" y="6"/>
                </a:cxn>
                <a:cxn ang="0">
                  <a:pos x="542" y="127"/>
                </a:cxn>
                <a:cxn ang="0">
                  <a:pos x="640" y="449"/>
                </a:cxn>
                <a:cxn ang="0">
                  <a:pos x="685" y="622"/>
                </a:cxn>
                <a:cxn ang="0">
                  <a:pos x="765" y="843"/>
                </a:cxn>
                <a:cxn ang="0">
                  <a:pos x="831" y="909"/>
                </a:cxn>
                <a:cxn ang="0">
                  <a:pos x="834" y="905"/>
                </a:cxn>
              </a:cxnLst>
              <a:rect l="txL" t="txT" r="txR" b="txB"/>
              <a:pathLst>
                <a:path w="843" h="920">
                  <a:moveTo>
                    <a:pt x="3" y="834"/>
                  </a:moveTo>
                  <a:cubicBezTo>
                    <a:pt x="3" y="832"/>
                    <a:pt x="3" y="828"/>
                    <a:pt x="3" y="828"/>
                  </a:cubicBezTo>
                  <a:cubicBezTo>
                    <a:pt x="3" y="828"/>
                    <a:pt x="2" y="829"/>
                    <a:pt x="3" y="834"/>
                  </a:cubicBezTo>
                  <a:cubicBezTo>
                    <a:pt x="4" y="839"/>
                    <a:pt x="0" y="845"/>
                    <a:pt x="11" y="858"/>
                  </a:cubicBezTo>
                  <a:cubicBezTo>
                    <a:pt x="22" y="871"/>
                    <a:pt x="46" y="914"/>
                    <a:pt x="67" y="912"/>
                  </a:cubicBezTo>
                  <a:cubicBezTo>
                    <a:pt x="88" y="909"/>
                    <a:pt x="113" y="889"/>
                    <a:pt x="137" y="847"/>
                  </a:cubicBezTo>
                  <a:cubicBezTo>
                    <a:pt x="160" y="803"/>
                    <a:pt x="186" y="719"/>
                    <a:pt x="207" y="655"/>
                  </a:cubicBezTo>
                  <a:cubicBezTo>
                    <a:pt x="226" y="592"/>
                    <a:pt x="240" y="529"/>
                    <a:pt x="259" y="462"/>
                  </a:cubicBezTo>
                  <a:cubicBezTo>
                    <a:pt x="278" y="395"/>
                    <a:pt x="298" y="316"/>
                    <a:pt x="318" y="253"/>
                  </a:cubicBezTo>
                  <a:cubicBezTo>
                    <a:pt x="338" y="190"/>
                    <a:pt x="353" y="126"/>
                    <a:pt x="376" y="85"/>
                  </a:cubicBezTo>
                  <a:cubicBezTo>
                    <a:pt x="399" y="43"/>
                    <a:pt x="428" y="0"/>
                    <a:pt x="456" y="6"/>
                  </a:cubicBezTo>
                  <a:cubicBezTo>
                    <a:pt x="484" y="14"/>
                    <a:pt x="511" y="54"/>
                    <a:pt x="542" y="127"/>
                  </a:cubicBezTo>
                  <a:cubicBezTo>
                    <a:pt x="573" y="201"/>
                    <a:pt x="616" y="366"/>
                    <a:pt x="640" y="449"/>
                  </a:cubicBezTo>
                  <a:cubicBezTo>
                    <a:pt x="664" y="531"/>
                    <a:pt x="665" y="557"/>
                    <a:pt x="685" y="622"/>
                  </a:cubicBezTo>
                  <a:cubicBezTo>
                    <a:pt x="706" y="688"/>
                    <a:pt x="741" y="795"/>
                    <a:pt x="765" y="843"/>
                  </a:cubicBezTo>
                  <a:cubicBezTo>
                    <a:pt x="789" y="891"/>
                    <a:pt x="819" y="899"/>
                    <a:pt x="831" y="909"/>
                  </a:cubicBezTo>
                  <a:cubicBezTo>
                    <a:pt x="843" y="920"/>
                    <a:pt x="834" y="906"/>
                    <a:pt x="834" y="905"/>
                  </a:cubicBezTo>
                </a:path>
              </a:pathLst>
            </a:custGeom>
            <a:noFill/>
            <a:ln w="28575" cap="flat" cmpd="sng">
              <a:solidFill>
                <a:srgbClr val="FFCC99"/>
              </a:solidFill>
              <a:prstDash val="solid"/>
              <a:round/>
              <a:headEnd type="none" w="med" len="med"/>
              <a:tailEnd type="none" w="med" len="med"/>
            </a:ln>
          </p:spPr>
          <p:txBody>
            <a:bodyPr anchor="ctr" anchorCtr="0">
              <a:spAutoFit/>
            </a:bodyPr>
            <a:p>
              <a:endParaRPr lang="zh-CN" altLang="en-US" dirty="0">
                <a:latin typeface="楷体_GB2312" pitchFamily="49" charset="-122"/>
              </a:endParaRPr>
            </a:p>
          </p:txBody>
        </p:sp>
        <p:sp>
          <p:nvSpPr>
            <p:cNvPr id="90162" name="Text Box 89"/>
            <p:cNvSpPr txBox="1"/>
            <p:nvPr/>
          </p:nvSpPr>
          <p:spPr>
            <a:xfrm>
              <a:off x="4105" y="1933"/>
              <a:ext cx="357" cy="327"/>
            </a:xfrm>
            <a:prstGeom prst="rect">
              <a:avLst/>
            </a:prstGeom>
            <a:noFill/>
            <a:ln w="28575">
              <a:noFill/>
            </a:ln>
          </p:spPr>
          <p:txBody>
            <a:bodyPr>
              <a:spAutoFit/>
            </a:bodyPr>
            <a:p>
              <a:pPr>
                <a:spcBef>
                  <a:spcPct val="50000"/>
                </a:spcBef>
              </a:pPr>
              <a:r>
                <a:rPr lang="en-US" altLang="zh-CN" b="0" i="1" dirty="0">
                  <a:solidFill>
                    <a:schemeClr val="bg1"/>
                  </a:solidFill>
                  <a:latin typeface="Times New Roman" panose="02020603050405020304" pitchFamily="18" charset="0"/>
                  <a:ea typeface="宋体" panose="02010600030101010101" pitchFamily="2" charset="-122"/>
                </a:rPr>
                <a:t>p</a:t>
              </a:r>
              <a:r>
                <a:rPr lang="en-US" altLang="zh-CN" b="0" i="1" baseline="-25000" dirty="0">
                  <a:solidFill>
                    <a:schemeClr val="bg1"/>
                  </a:solidFill>
                  <a:latin typeface="Times New Roman" panose="02020603050405020304" pitchFamily="18" charset="0"/>
                  <a:ea typeface="宋体" panose="02010600030101010101" pitchFamily="2" charset="-122"/>
                </a:rPr>
                <a:t>C</a:t>
              </a:r>
              <a:endParaRPr lang="en-US" altLang="zh-CN" b="0" dirty="0">
                <a:solidFill>
                  <a:schemeClr val="bg1"/>
                </a:solidFill>
                <a:latin typeface="Times New Roman" panose="02020603050405020304" pitchFamily="18" charset="0"/>
                <a:ea typeface="宋体" panose="02010600030101010101" pitchFamily="2" charset="-122"/>
              </a:endParaRPr>
            </a:p>
          </p:txBody>
        </p:sp>
      </p:grpSp>
      <p:grpSp>
        <p:nvGrpSpPr>
          <p:cNvPr id="90120" name="Group 95"/>
          <p:cNvGrpSpPr/>
          <p:nvPr/>
        </p:nvGrpSpPr>
        <p:grpSpPr>
          <a:xfrm>
            <a:off x="8316913" y="6446838"/>
            <a:ext cx="792162" cy="366712"/>
            <a:chOff x="5193" y="4020"/>
            <a:chExt cx="499" cy="231"/>
          </a:xfrm>
        </p:grpSpPr>
        <p:pic>
          <p:nvPicPr>
            <p:cNvPr id="90158" name="Picture 96" descr="78900"/>
            <p:cNvPicPr>
              <a:picLocks noChangeAspect="1"/>
            </p:cNvPicPr>
            <p:nvPr/>
          </p:nvPicPr>
          <p:blipFill>
            <a:blip r:embed="rId1"/>
            <a:stretch>
              <a:fillRect/>
            </a:stretch>
          </p:blipFill>
          <p:spPr>
            <a:xfrm>
              <a:off x="5193" y="4066"/>
              <a:ext cx="499" cy="181"/>
            </a:xfrm>
            <a:prstGeom prst="rect">
              <a:avLst/>
            </a:prstGeom>
            <a:noFill/>
            <a:ln w="9525">
              <a:noFill/>
            </a:ln>
          </p:spPr>
        </p:pic>
        <p:sp>
          <p:nvSpPr>
            <p:cNvPr id="90159" name="Text Box 97">
              <a:hlinkClick r:id="" action="ppaction://hlinkshowjump?jump=nextslide"/>
            </p:cNvPr>
            <p:cNvSpPr txBox="1"/>
            <p:nvPr/>
          </p:nvSpPr>
          <p:spPr>
            <a:xfrm>
              <a:off x="5216" y="4020"/>
              <a:ext cx="476" cy="231"/>
            </a:xfrm>
            <a:prstGeom prst="rect">
              <a:avLst/>
            </a:prstGeom>
            <a:noFill/>
            <a:ln w="9525">
              <a:noFill/>
            </a:ln>
          </p:spPr>
          <p:txBody>
            <a:bodyPr wrap="none">
              <a:spAutoFit/>
            </a:bodyPr>
            <a:p>
              <a:pPr>
                <a:spcBef>
                  <a:spcPct val="50000"/>
                </a:spcBef>
              </a:pPr>
              <a:r>
                <a:rPr lang="zh-CN" altLang="en-US" sz="1800" b="0" dirty="0">
                  <a:solidFill>
                    <a:schemeClr val="bg1"/>
                  </a:solidFill>
                  <a:latin typeface="隶书" panose="02010509060101010101" pitchFamily="49" charset="-122"/>
                  <a:ea typeface="隶书" panose="02010509060101010101" pitchFamily="49" charset="-122"/>
                </a:rPr>
                <a:t>下 页</a:t>
              </a:r>
              <a:endParaRPr lang="zh-CN" altLang="en-US" sz="1800" b="0" dirty="0">
                <a:solidFill>
                  <a:schemeClr val="bg1"/>
                </a:solidFill>
                <a:latin typeface="隶书" panose="02010509060101010101" pitchFamily="49" charset="-122"/>
                <a:ea typeface="隶书" panose="02010509060101010101" pitchFamily="49" charset="-122"/>
              </a:endParaRPr>
            </a:p>
          </p:txBody>
        </p:sp>
      </p:grpSp>
      <p:grpSp>
        <p:nvGrpSpPr>
          <p:cNvPr id="90121" name="Group 98"/>
          <p:cNvGrpSpPr/>
          <p:nvPr/>
        </p:nvGrpSpPr>
        <p:grpSpPr>
          <a:xfrm>
            <a:off x="7453313" y="6446838"/>
            <a:ext cx="792162" cy="366712"/>
            <a:chOff x="4649" y="4020"/>
            <a:chExt cx="499" cy="231"/>
          </a:xfrm>
        </p:grpSpPr>
        <p:pic>
          <p:nvPicPr>
            <p:cNvPr id="90156" name="Picture 99" descr="78900"/>
            <p:cNvPicPr>
              <a:picLocks noChangeAspect="1"/>
            </p:cNvPicPr>
            <p:nvPr/>
          </p:nvPicPr>
          <p:blipFill>
            <a:blip r:embed="rId1"/>
            <a:stretch>
              <a:fillRect/>
            </a:stretch>
          </p:blipFill>
          <p:spPr>
            <a:xfrm>
              <a:off x="4649" y="4066"/>
              <a:ext cx="499" cy="181"/>
            </a:xfrm>
            <a:prstGeom prst="rect">
              <a:avLst/>
            </a:prstGeom>
            <a:noFill/>
            <a:ln w="9525">
              <a:noFill/>
            </a:ln>
          </p:spPr>
        </p:pic>
        <p:sp>
          <p:nvSpPr>
            <p:cNvPr id="90157" name="Text Box 100">
              <a:hlinkClick r:id="" action="ppaction://hlinkshowjump?jump=previousslide"/>
            </p:cNvPr>
            <p:cNvSpPr txBox="1"/>
            <p:nvPr/>
          </p:nvSpPr>
          <p:spPr>
            <a:xfrm>
              <a:off x="4672" y="4020"/>
              <a:ext cx="476" cy="231"/>
            </a:xfrm>
            <a:prstGeom prst="rect">
              <a:avLst/>
            </a:prstGeom>
            <a:noFill/>
            <a:ln w="9525">
              <a:noFill/>
            </a:ln>
          </p:spPr>
          <p:txBody>
            <a:bodyPr wrap="none">
              <a:spAutoFit/>
            </a:bodyPr>
            <a:p>
              <a:pPr>
                <a:spcBef>
                  <a:spcPct val="50000"/>
                </a:spcBef>
              </a:pPr>
              <a:r>
                <a:rPr lang="zh-CN" altLang="en-US" sz="1800" b="0" dirty="0">
                  <a:solidFill>
                    <a:schemeClr val="bg1"/>
                  </a:solidFill>
                  <a:latin typeface="隶书" panose="02010509060101010101" pitchFamily="49" charset="-122"/>
                  <a:ea typeface="隶书" panose="02010509060101010101" pitchFamily="49" charset="-122"/>
                </a:rPr>
                <a:t>上 页</a:t>
              </a:r>
              <a:endParaRPr lang="zh-CN" altLang="en-US" sz="1800" b="0" dirty="0">
                <a:solidFill>
                  <a:schemeClr val="bg1"/>
                </a:solidFill>
                <a:latin typeface="隶书" panose="02010509060101010101" pitchFamily="49" charset="-122"/>
                <a:ea typeface="隶书" panose="02010509060101010101" pitchFamily="49" charset="-122"/>
              </a:endParaRPr>
            </a:p>
          </p:txBody>
        </p:sp>
      </p:grpSp>
      <p:grpSp>
        <p:nvGrpSpPr>
          <p:cNvPr id="90122" name="Group 137"/>
          <p:cNvGrpSpPr/>
          <p:nvPr/>
        </p:nvGrpSpPr>
        <p:grpSpPr>
          <a:xfrm>
            <a:off x="6588125" y="6446838"/>
            <a:ext cx="792163" cy="366712"/>
            <a:chOff x="4649" y="4020"/>
            <a:chExt cx="499" cy="231"/>
          </a:xfrm>
        </p:grpSpPr>
        <p:pic>
          <p:nvPicPr>
            <p:cNvPr id="90154" name="Picture 138" descr="78900"/>
            <p:cNvPicPr>
              <a:picLocks noChangeAspect="1"/>
            </p:cNvPicPr>
            <p:nvPr/>
          </p:nvPicPr>
          <p:blipFill>
            <a:blip r:embed="rId1"/>
            <a:stretch>
              <a:fillRect/>
            </a:stretch>
          </p:blipFill>
          <p:spPr>
            <a:xfrm>
              <a:off x="4649" y="4066"/>
              <a:ext cx="499" cy="181"/>
            </a:xfrm>
            <a:prstGeom prst="rect">
              <a:avLst/>
            </a:prstGeom>
            <a:noFill/>
            <a:ln w="9525">
              <a:noFill/>
            </a:ln>
          </p:spPr>
        </p:pic>
        <p:sp>
          <p:nvSpPr>
            <p:cNvPr id="90155" name="Text Box 139">
              <a:hlinkClick r:id="" action="ppaction://hlinkshowjump?jump=firstslide"/>
            </p:cNvPr>
            <p:cNvSpPr txBox="1"/>
            <p:nvPr/>
          </p:nvSpPr>
          <p:spPr>
            <a:xfrm>
              <a:off x="4672" y="4020"/>
              <a:ext cx="476" cy="231"/>
            </a:xfrm>
            <a:prstGeom prst="rect">
              <a:avLst/>
            </a:prstGeom>
            <a:noFill/>
            <a:ln w="9525">
              <a:noFill/>
            </a:ln>
          </p:spPr>
          <p:txBody>
            <a:bodyPr wrap="none">
              <a:spAutoFit/>
            </a:bodyPr>
            <a:p>
              <a:pPr>
                <a:spcBef>
                  <a:spcPct val="50000"/>
                </a:spcBef>
              </a:pPr>
              <a:r>
                <a:rPr lang="zh-CN" altLang="en-US" sz="1800" b="0" dirty="0">
                  <a:solidFill>
                    <a:schemeClr val="bg1"/>
                  </a:solidFill>
                  <a:latin typeface="隶书" panose="02010509060101010101" pitchFamily="49" charset="-122"/>
                  <a:ea typeface="隶书" panose="02010509060101010101" pitchFamily="49" charset="-122"/>
                </a:rPr>
                <a:t>返 回</a:t>
              </a:r>
              <a:endParaRPr lang="zh-CN" altLang="en-US" sz="1800" b="0" dirty="0">
                <a:solidFill>
                  <a:schemeClr val="bg1"/>
                </a:solidFill>
                <a:latin typeface="隶书" panose="02010509060101010101" pitchFamily="49" charset="-122"/>
                <a:ea typeface="隶书" panose="02010509060101010101" pitchFamily="49" charset="-122"/>
              </a:endParaRPr>
            </a:p>
          </p:txBody>
        </p:sp>
      </p:grpSp>
      <p:grpSp>
        <p:nvGrpSpPr>
          <p:cNvPr id="9" name="Group 145"/>
          <p:cNvGrpSpPr/>
          <p:nvPr/>
        </p:nvGrpSpPr>
        <p:grpSpPr>
          <a:xfrm>
            <a:off x="971550" y="1182688"/>
            <a:ext cx="3270250" cy="2009775"/>
            <a:chOff x="612" y="745"/>
            <a:chExt cx="2060" cy="1266"/>
          </a:xfrm>
        </p:grpSpPr>
        <p:sp>
          <p:nvSpPr>
            <p:cNvPr id="90124" name="Line 131"/>
            <p:cNvSpPr/>
            <p:nvPr/>
          </p:nvSpPr>
          <p:spPr>
            <a:xfrm>
              <a:off x="703" y="1118"/>
              <a:ext cx="953" cy="0"/>
            </a:xfrm>
            <a:prstGeom prst="line">
              <a:avLst/>
            </a:prstGeom>
            <a:ln w="28575" cap="flat" cmpd="sng">
              <a:solidFill>
                <a:srgbClr val="FFCC00"/>
              </a:solidFill>
              <a:prstDash val="solid"/>
              <a:headEnd type="none" w="med" len="med"/>
              <a:tailEnd type="none" w="med" len="med"/>
            </a:ln>
          </p:spPr>
        </p:sp>
        <p:sp>
          <p:nvSpPr>
            <p:cNvPr id="90125" name="Freeform 105"/>
            <p:cNvSpPr/>
            <p:nvPr/>
          </p:nvSpPr>
          <p:spPr>
            <a:xfrm>
              <a:off x="2244" y="1571"/>
              <a:ext cx="1" cy="388"/>
            </a:xfrm>
            <a:custGeom>
              <a:avLst/>
              <a:gdLst>
                <a:gd name="txL" fmla="*/ 0 w 1"/>
                <a:gd name="txT" fmla="*/ 0 h 388"/>
                <a:gd name="txR" fmla="*/ 1 w 1"/>
                <a:gd name="txB" fmla="*/ 388 h 388"/>
              </a:gdLst>
              <a:ahLst/>
              <a:cxnLst>
                <a:cxn ang="0">
                  <a:pos x="0" y="0"/>
                </a:cxn>
                <a:cxn ang="0">
                  <a:pos x="1" y="388"/>
                </a:cxn>
                <a:cxn ang="0">
                  <a:pos x="1" y="382"/>
                </a:cxn>
              </a:cxnLst>
              <a:rect l="txL" t="txT" r="txR" b="txB"/>
              <a:pathLst>
                <a:path w="1" h="388">
                  <a:moveTo>
                    <a:pt x="0" y="0"/>
                  </a:moveTo>
                  <a:lnTo>
                    <a:pt x="1" y="388"/>
                  </a:lnTo>
                  <a:lnTo>
                    <a:pt x="1" y="382"/>
                  </a:lnTo>
                </a:path>
              </a:pathLst>
            </a:custGeom>
            <a:solidFill>
              <a:srgbClr val="FFFFFF"/>
            </a:solidFill>
            <a:ln w="28575" cap="flat" cmpd="sng">
              <a:solidFill>
                <a:srgbClr val="FFCC00"/>
              </a:solidFill>
              <a:prstDash val="solid"/>
              <a:round/>
              <a:headEnd type="none" w="med" len="med"/>
              <a:tailEnd type="none" w="med" len="med"/>
            </a:ln>
          </p:spPr>
          <p:txBody>
            <a:bodyPr/>
            <a:p>
              <a:endParaRPr lang="zh-CN" altLang="en-US" dirty="0">
                <a:latin typeface="楷体_GB2312" pitchFamily="49" charset="-122"/>
              </a:endParaRPr>
            </a:p>
          </p:txBody>
        </p:sp>
        <p:sp>
          <p:nvSpPr>
            <p:cNvPr id="90126" name="Text Box 106"/>
            <p:cNvSpPr txBox="1"/>
            <p:nvPr/>
          </p:nvSpPr>
          <p:spPr>
            <a:xfrm>
              <a:off x="1746" y="745"/>
              <a:ext cx="241" cy="327"/>
            </a:xfrm>
            <a:prstGeom prst="rect">
              <a:avLst/>
            </a:prstGeom>
            <a:noFill/>
            <a:ln w="9525">
              <a:noFill/>
            </a:ln>
          </p:spPr>
          <p:txBody>
            <a:bodyPr wrap="none">
              <a:spAutoFit/>
            </a:bodyPr>
            <a:p>
              <a:r>
                <a:rPr lang="en-US" altLang="zh-CN" b="0" i="1" dirty="0">
                  <a:solidFill>
                    <a:schemeClr val="bg1"/>
                  </a:solidFill>
                  <a:latin typeface="Times New Roman" panose="02020603050405020304" pitchFamily="18" charset="0"/>
                  <a:ea typeface="宋体" panose="02010600030101010101" pitchFamily="2" charset="-122"/>
                </a:rPr>
                <a:t>L</a:t>
              </a:r>
              <a:endParaRPr lang="en-US" altLang="zh-CN" b="0" i="1" dirty="0">
                <a:solidFill>
                  <a:schemeClr val="bg1"/>
                </a:solidFill>
                <a:latin typeface="Times New Roman" panose="02020603050405020304" pitchFamily="18" charset="0"/>
                <a:ea typeface="宋体" panose="02010600030101010101" pitchFamily="2" charset="-122"/>
              </a:endParaRPr>
            </a:p>
          </p:txBody>
        </p:sp>
        <p:sp>
          <p:nvSpPr>
            <p:cNvPr id="90127" name="Text Box 107"/>
            <p:cNvSpPr txBox="1"/>
            <p:nvPr/>
          </p:nvSpPr>
          <p:spPr>
            <a:xfrm>
              <a:off x="1837" y="1435"/>
              <a:ext cx="265" cy="327"/>
            </a:xfrm>
            <a:prstGeom prst="rect">
              <a:avLst/>
            </a:prstGeom>
            <a:noFill/>
            <a:ln w="9525">
              <a:noFill/>
            </a:ln>
          </p:spPr>
          <p:txBody>
            <a:bodyPr wrap="none">
              <a:spAutoFit/>
            </a:bodyPr>
            <a:p>
              <a:r>
                <a:rPr lang="en-US" altLang="zh-CN" b="0" i="1" dirty="0">
                  <a:solidFill>
                    <a:schemeClr val="bg1"/>
                  </a:solidFill>
                  <a:latin typeface="Times New Roman" panose="02020603050405020304" pitchFamily="18" charset="0"/>
                  <a:ea typeface="宋体" panose="02010600030101010101" pitchFamily="2" charset="-122"/>
                </a:rPr>
                <a:t>C</a:t>
              </a:r>
              <a:endParaRPr lang="en-US" altLang="zh-CN" b="0" i="1" dirty="0">
                <a:solidFill>
                  <a:schemeClr val="bg1"/>
                </a:solidFill>
                <a:latin typeface="Times New Roman" panose="02020603050405020304" pitchFamily="18" charset="0"/>
                <a:ea typeface="宋体" panose="02010600030101010101" pitchFamily="2" charset="-122"/>
              </a:endParaRPr>
            </a:p>
          </p:txBody>
        </p:sp>
        <p:sp>
          <p:nvSpPr>
            <p:cNvPr id="90128" name="Text Box 108"/>
            <p:cNvSpPr txBox="1"/>
            <p:nvPr/>
          </p:nvSpPr>
          <p:spPr>
            <a:xfrm>
              <a:off x="1156" y="745"/>
              <a:ext cx="253" cy="327"/>
            </a:xfrm>
            <a:prstGeom prst="rect">
              <a:avLst/>
            </a:prstGeom>
            <a:noFill/>
            <a:ln w="9525">
              <a:noFill/>
            </a:ln>
          </p:spPr>
          <p:txBody>
            <a:bodyPr wrap="none">
              <a:spAutoFit/>
            </a:bodyPr>
            <a:p>
              <a:r>
                <a:rPr lang="en-US" altLang="zh-CN" b="0" i="1" dirty="0">
                  <a:solidFill>
                    <a:schemeClr val="bg1"/>
                  </a:solidFill>
                  <a:latin typeface="Times New Roman" panose="02020603050405020304" pitchFamily="18" charset="0"/>
                  <a:ea typeface="宋体" panose="02010600030101010101" pitchFamily="2" charset="-122"/>
                </a:rPr>
                <a:t>R</a:t>
              </a:r>
              <a:endParaRPr lang="en-US" altLang="zh-CN" b="0" i="1" dirty="0">
                <a:solidFill>
                  <a:schemeClr val="bg1"/>
                </a:solidFill>
                <a:latin typeface="Times New Roman" panose="02020603050405020304" pitchFamily="18" charset="0"/>
                <a:ea typeface="宋体" panose="02010600030101010101" pitchFamily="2" charset="-122"/>
              </a:endParaRPr>
            </a:p>
          </p:txBody>
        </p:sp>
        <p:sp>
          <p:nvSpPr>
            <p:cNvPr id="90129" name="Text Box 109"/>
            <p:cNvSpPr txBox="1"/>
            <p:nvPr/>
          </p:nvSpPr>
          <p:spPr>
            <a:xfrm>
              <a:off x="612" y="1389"/>
              <a:ext cx="338" cy="327"/>
            </a:xfrm>
            <a:prstGeom prst="rect">
              <a:avLst/>
            </a:prstGeom>
            <a:noFill/>
            <a:ln w="9525">
              <a:noFill/>
            </a:ln>
          </p:spPr>
          <p:txBody>
            <a:bodyPr>
              <a:spAutoFit/>
            </a:bodyPr>
            <a:p>
              <a:r>
                <a:rPr lang="en-US" altLang="zh-CN" b="0" i="1" dirty="0">
                  <a:solidFill>
                    <a:schemeClr val="bg1"/>
                  </a:solidFill>
                  <a:latin typeface="Times New Roman" panose="02020603050405020304" pitchFamily="18" charset="0"/>
                  <a:ea typeface="宋体" panose="02010600030101010101" pitchFamily="2" charset="-122"/>
                </a:rPr>
                <a:t>u</a:t>
              </a:r>
              <a:endParaRPr lang="en-US" altLang="zh-CN" b="0" i="1" dirty="0">
                <a:solidFill>
                  <a:schemeClr val="bg1"/>
                </a:solidFill>
                <a:latin typeface="Times New Roman" panose="02020603050405020304" pitchFamily="18" charset="0"/>
                <a:ea typeface="宋体" panose="02010600030101010101" pitchFamily="2" charset="-122"/>
              </a:endParaRPr>
            </a:p>
          </p:txBody>
        </p:sp>
        <p:sp>
          <p:nvSpPr>
            <p:cNvPr id="90130" name="Text Box 110"/>
            <p:cNvSpPr txBox="1"/>
            <p:nvPr/>
          </p:nvSpPr>
          <p:spPr>
            <a:xfrm>
              <a:off x="1701" y="1027"/>
              <a:ext cx="336" cy="327"/>
            </a:xfrm>
            <a:prstGeom prst="rect">
              <a:avLst/>
            </a:prstGeom>
            <a:noFill/>
            <a:ln w="9525">
              <a:noFill/>
            </a:ln>
          </p:spPr>
          <p:txBody>
            <a:bodyPr>
              <a:spAutoFit/>
            </a:bodyPr>
            <a:p>
              <a:r>
                <a:rPr lang="en-US" altLang="zh-CN" b="0" i="1" dirty="0">
                  <a:solidFill>
                    <a:schemeClr val="bg1"/>
                  </a:solidFill>
                  <a:latin typeface="Times New Roman" panose="02020603050405020304" pitchFamily="18" charset="0"/>
                  <a:ea typeface="宋体" panose="02010600030101010101" pitchFamily="2" charset="-122"/>
                </a:rPr>
                <a:t>u</a:t>
              </a:r>
              <a:r>
                <a:rPr lang="en-US" altLang="zh-CN" b="0" i="1" baseline="-25000" dirty="0">
                  <a:solidFill>
                    <a:schemeClr val="bg1"/>
                  </a:solidFill>
                  <a:latin typeface="Times New Roman" panose="02020603050405020304" pitchFamily="18" charset="0"/>
                  <a:ea typeface="宋体" panose="02010600030101010101" pitchFamily="2" charset="-122"/>
                </a:rPr>
                <a:t>L</a:t>
              </a:r>
              <a:endParaRPr lang="en-US" altLang="zh-CN" b="0" i="1" dirty="0">
                <a:solidFill>
                  <a:schemeClr val="bg1"/>
                </a:solidFill>
                <a:latin typeface="Times New Roman" panose="02020603050405020304" pitchFamily="18" charset="0"/>
                <a:ea typeface="宋体" panose="02010600030101010101" pitchFamily="2" charset="-122"/>
              </a:endParaRPr>
            </a:p>
          </p:txBody>
        </p:sp>
        <p:sp>
          <p:nvSpPr>
            <p:cNvPr id="90131" name="Text Box 111"/>
            <p:cNvSpPr txBox="1"/>
            <p:nvPr/>
          </p:nvSpPr>
          <p:spPr>
            <a:xfrm>
              <a:off x="2336" y="1344"/>
              <a:ext cx="336" cy="327"/>
            </a:xfrm>
            <a:prstGeom prst="rect">
              <a:avLst/>
            </a:prstGeom>
            <a:noFill/>
            <a:ln w="9525">
              <a:noFill/>
            </a:ln>
          </p:spPr>
          <p:txBody>
            <a:bodyPr>
              <a:spAutoFit/>
            </a:bodyPr>
            <a:p>
              <a:r>
                <a:rPr lang="en-US" altLang="zh-CN" b="0" i="1" dirty="0">
                  <a:solidFill>
                    <a:schemeClr val="bg1"/>
                  </a:solidFill>
                  <a:latin typeface="Times New Roman" panose="02020603050405020304" pitchFamily="18" charset="0"/>
                  <a:ea typeface="宋体" panose="02010600030101010101" pitchFamily="2" charset="-122"/>
                </a:rPr>
                <a:t>u</a:t>
              </a:r>
              <a:r>
                <a:rPr lang="en-US" altLang="zh-CN" b="0" i="1" baseline="-25000" dirty="0">
                  <a:solidFill>
                    <a:schemeClr val="bg1"/>
                  </a:solidFill>
                  <a:latin typeface="Times New Roman" panose="02020603050405020304" pitchFamily="18" charset="0"/>
                  <a:ea typeface="宋体" panose="02010600030101010101" pitchFamily="2" charset="-122"/>
                </a:rPr>
                <a:t>C</a:t>
              </a:r>
              <a:endParaRPr lang="en-US" altLang="zh-CN" b="0" i="1" dirty="0">
                <a:solidFill>
                  <a:schemeClr val="bg1"/>
                </a:solidFill>
                <a:latin typeface="Times New Roman" panose="02020603050405020304" pitchFamily="18" charset="0"/>
                <a:ea typeface="宋体" panose="02010600030101010101" pitchFamily="2" charset="-122"/>
              </a:endParaRPr>
            </a:p>
          </p:txBody>
        </p:sp>
        <p:sp>
          <p:nvSpPr>
            <p:cNvPr id="90132" name="Line 112"/>
            <p:cNvSpPr/>
            <p:nvPr/>
          </p:nvSpPr>
          <p:spPr>
            <a:xfrm>
              <a:off x="793" y="1117"/>
              <a:ext cx="288" cy="0"/>
            </a:xfrm>
            <a:prstGeom prst="line">
              <a:avLst/>
            </a:prstGeom>
            <a:ln w="28575" cap="flat" cmpd="sng">
              <a:solidFill>
                <a:srgbClr val="66FFFF"/>
              </a:solidFill>
              <a:prstDash val="solid"/>
              <a:headEnd type="none" w="med" len="med"/>
              <a:tailEnd type="triangle" w="med" len="med"/>
            </a:ln>
          </p:spPr>
        </p:sp>
        <p:sp>
          <p:nvSpPr>
            <p:cNvPr id="90133" name="Text Box 113"/>
            <p:cNvSpPr txBox="1"/>
            <p:nvPr/>
          </p:nvSpPr>
          <p:spPr>
            <a:xfrm>
              <a:off x="793" y="799"/>
              <a:ext cx="178" cy="327"/>
            </a:xfrm>
            <a:prstGeom prst="rect">
              <a:avLst/>
            </a:prstGeom>
            <a:noFill/>
            <a:ln w="9525">
              <a:noFill/>
            </a:ln>
          </p:spPr>
          <p:txBody>
            <a:bodyPr wrap="none">
              <a:spAutoFit/>
            </a:bodyPr>
            <a:p>
              <a:r>
                <a:rPr lang="en-US" altLang="zh-CN" b="0" i="1" dirty="0">
                  <a:solidFill>
                    <a:schemeClr val="bg1"/>
                  </a:solidFill>
                  <a:latin typeface="Times New Roman" panose="02020603050405020304" pitchFamily="18" charset="0"/>
                  <a:ea typeface="宋体" panose="02010600030101010101" pitchFamily="2" charset="-122"/>
                </a:rPr>
                <a:t>i</a:t>
              </a:r>
              <a:endParaRPr lang="en-US" altLang="zh-CN" b="0" i="1" dirty="0">
                <a:solidFill>
                  <a:schemeClr val="bg1"/>
                </a:solidFill>
                <a:latin typeface="Times New Roman" panose="02020603050405020304" pitchFamily="18" charset="0"/>
                <a:ea typeface="宋体" panose="02010600030101010101" pitchFamily="2" charset="-122"/>
              </a:endParaRPr>
            </a:p>
          </p:txBody>
        </p:sp>
        <p:sp>
          <p:nvSpPr>
            <p:cNvPr id="90134" name="Text Box 114"/>
            <p:cNvSpPr txBox="1"/>
            <p:nvPr/>
          </p:nvSpPr>
          <p:spPr>
            <a:xfrm>
              <a:off x="612" y="1117"/>
              <a:ext cx="242" cy="327"/>
            </a:xfrm>
            <a:prstGeom prst="rect">
              <a:avLst/>
            </a:prstGeom>
            <a:noFill/>
            <a:ln w="9525">
              <a:noFill/>
            </a:ln>
          </p:spPr>
          <p:txBody>
            <a:bodyPr wrap="none">
              <a:spAutoFit/>
            </a:bodyPr>
            <a:p>
              <a:pPr>
                <a:spcBef>
                  <a:spcPct val="50000"/>
                </a:spcBef>
              </a:pPr>
              <a:r>
                <a:rPr lang="en-US" altLang="zh-CN" b="0" dirty="0">
                  <a:solidFill>
                    <a:schemeClr val="bg1"/>
                  </a:solidFill>
                  <a:latin typeface="Times New Roman" panose="02020603050405020304" pitchFamily="18" charset="0"/>
                  <a:ea typeface="宋体" panose="02010600030101010101" pitchFamily="2" charset="-122"/>
                </a:rPr>
                <a:t>+</a:t>
              </a:r>
              <a:endParaRPr lang="en-US" altLang="zh-CN" b="0" dirty="0">
                <a:solidFill>
                  <a:schemeClr val="bg1"/>
                </a:solidFill>
                <a:latin typeface="Times New Roman" panose="02020603050405020304" pitchFamily="18" charset="0"/>
                <a:ea typeface="宋体" panose="02010600030101010101" pitchFamily="2" charset="-122"/>
              </a:endParaRPr>
            </a:p>
          </p:txBody>
        </p:sp>
        <p:sp>
          <p:nvSpPr>
            <p:cNvPr id="90135" name="Text Box 115"/>
            <p:cNvSpPr txBox="1"/>
            <p:nvPr/>
          </p:nvSpPr>
          <p:spPr>
            <a:xfrm>
              <a:off x="612" y="1662"/>
              <a:ext cx="229" cy="327"/>
            </a:xfrm>
            <a:prstGeom prst="rect">
              <a:avLst/>
            </a:prstGeom>
            <a:noFill/>
            <a:ln w="9525">
              <a:noFill/>
            </a:ln>
          </p:spPr>
          <p:txBody>
            <a:bodyPr wrap="none">
              <a:spAutoFit/>
            </a:bodyPr>
            <a:p>
              <a:pPr>
                <a:spcBef>
                  <a:spcPct val="50000"/>
                </a:spcBef>
              </a:pPr>
              <a:r>
                <a:rPr lang="en-US" altLang="zh-CN" b="0" dirty="0">
                  <a:solidFill>
                    <a:schemeClr val="bg1"/>
                  </a:solidFill>
                  <a:latin typeface="宋体" panose="02010600030101010101" pitchFamily="2" charset="-122"/>
                  <a:ea typeface="宋体" panose="02010600030101010101" pitchFamily="2" charset="-122"/>
                </a:rPr>
                <a:t>-</a:t>
              </a:r>
              <a:endParaRPr lang="en-US" altLang="zh-CN" b="0" dirty="0">
                <a:solidFill>
                  <a:schemeClr val="bg1"/>
                </a:solidFill>
                <a:latin typeface="Times New Roman" panose="02020603050405020304" pitchFamily="18" charset="0"/>
                <a:ea typeface="宋体" panose="02010600030101010101" pitchFamily="2" charset="-122"/>
              </a:endParaRPr>
            </a:p>
          </p:txBody>
        </p:sp>
        <p:sp>
          <p:nvSpPr>
            <p:cNvPr id="90136" name="Text Box 116"/>
            <p:cNvSpPr txBox="1"/>
            <p:nvPr/>
          </p:nvSpPr>
          <p:spPr>
            <a:xfrm>
              <a:off x="2291" y="1118"/>
              <a:ext cx="242" cy="327"/>
            </a:xfrm>
            <a:prstGeom prst="rect">
              <a:avLst/>
            </a:prstGeom>
            <a:noFill/>
            <a:ln w="9525">
              <a:noFill/>
            </a:ln>
          </p:spPr>
          <p:txBody>
            <a:bodyPr wrap="none">
              <a:spAutoFit/>
            </a:bodyPr>
            <a:p>
              <a:pPr>
                <a:spcBef>
                  <a:spcPct val="50000"/>
                </a:spcBef>
              </a:pPr>
              <a:r>
                <a:rPr lang="en-US" altLang="zh-CN" b="0" dirty="0">
                  <a:solidFill>
                    <a:schemeClr val="bg1"/>
                  </a:solidFill>
                  <a:latin typeface="Times New Roman" panose="02020603050405020304" pitchFamily="18" charset="0"/>
                  <a:ea typeface="宋体" panose="02010600030101010101" pitchFamily="2" charset="-122"/>
                </a:rPr>
                <a:t>+</a:t>
              </a:r>
              <a:endParaRPr lang="en-US" altLang="zh-CN" b="0" dirty="0">
                <a:solidFill>
                  <a:schemeClr val="bg1"/>
                </a:solidFill>
                <a:latin typeface="Times New Roman" panose="02020603050405020304" pitchFamily="18" charset="0"/>
                <a:ea typeface="宋体" panose="02010600030101010101" pitchFamily="2" charset="-122"/>
              </a:endParaRPr>
            </a:p>
          </p:txBody>
        </p:sp>
        <p:sp>
          <p:nvSpPr>
            <p:cNvPr id="90137" name="Text Box 117"/>
            <p:cNvSpPr txBox="1"/>
            <p:nvPr/>
          </p:nvSpPr>
          <p:spPr>
            <a:xfrm>
              <a:off x="2245" y="1616"/>
              <a:ext cx="229" cy="327"/>
            </a:xfrm>
            <a:prstGeom prst="rect">
              <a:avLst/>
            </a:prstGeom>
            <a:noFill/>
            <a:ln w="9525">
              <a:noFill/>
            </a:ln>
          </p:spPr>
          <p:txBody>
            <a:bodyPr wrap="none">
              <a:spAutoFit/>
            </a:bodyPr>
            <a:p>
              <a:pPr>
                <a:spcBef>
                  <a:spcPct val="50000"/>
                </a:spcBef>
              </a:pPr>
              <a:r>
                <a:rPr lang="en-US" altLang="zh-CN" b="0" dirty="0">
                  <a:solidFill>
                    <a:schemeClr val="bg1"/>
                  </a:solidFill>
                  <a:latin typeface="宋体" panose="02010600030101010101" pitchFamily="2" charset="-122"/>
                  <a:ea typeface="宋体" panose="02010600030101010101" pitchFamily="2" charset="-122"/>
                </a:rPr>
                <a:t>-</a:t>
              </a:r>
              <a:endParaRPr lang="en-US" altLang="zh-CN" b="0" dirty="0">
                <a:solidFill>
                  <a:schemeClr val="bg1"/>
                </a:solidFill>
                <a:latin typeface="Times New Roman" panose="02020603050405020304" pitchFamily="18" charset="0"/>
                <a:ea typeface="宋体" panose="02010600030101010101" pitchFamily="2" charset="-122"/>
              </a:endParaRPr>
            </a:p>
          </p:txBody>
        </p:sp>
        <p:sp>
          <p:nvSpPr>
            <p:cNvPr id="90138" name="Text Box 118"/>
            <p:cNvSpPr txBox="1"/>
            <p:nvPr/>
          </p:nvSpPr>
          <p:spPr>
            <a:xfrm>
              <a:off x="1429" y="1072"/>
              <a:ext cx="242" cy="327"/>
            </a:xfrm>
            <a:prstGeom prst="rect">
              <a:avLst/>
            </a:prstGeom>
            <a:noFill/>
            <a:ln w="9525">
              <a:noFill/>
            </a:ln>
          </p:spPr>
          <p:txBody>
            <a:bodyPr wrap="none">
              <a:spAutoFit/>
            </a:bodyPr>
            <a:p>
              <a:pPr>
                <a:spcBef>
                  <a:spcPct val="50000"/>
                </a:spcBef>
              </a:pPr>
              <a:r>
                <a:rPr lang="en-US" altLang="zh-CN" b="0" dirty="0">
                  <a:solidFill>
                    <a:schemeClr val="bg1"/>
                  </a:solidFill>
                  <a:latin typeface="Times New Roman" panose="02020603050405020304" pitchFamily="18" charset="0"/>
                  <a:ea typeface="宋体" panose="02010600030101010101" pitchFamily="2" charset="-122"/>
                </a:rPr>
                <a:t>+</a:t>
              </a:r>
              <a:endParaRPr lang="en-US" altLang="zh-CN" b="0" dirty="0">
                <a:solidFill>
                  <a:schemeClr val="bg1"/>
                </a:solidFill>
                <a:latin typeface="Times New Roman" panose="02020603050405020304" pitchFamily="18" charset="0"/>
                <a:ea typeface="宋体" panose="02010600030101010101" pitchFamily="2" charset="-122"/>
              </a:endParaRPr>
            </a:p>
          </p:txBody>
        </p:sp>
        <p:sp>
          <p:nvSpPr>
            <p:cNvPr id="90139" name="Text Box 119"/>
            <p:cNvSpPr txBox="1"/>
            <p:nvPr/>
          </p:nvSpPr>
          <p:spPr>
            <a:xfrm>
              <a:off x="1973" y="1027"/>
              <a:ext cx="229" cy="327"/>
            </a:xfrm>
            <a:prstGeom prst="rect">
              <a:avLst/>
            </a:prstGeom>
            <a:noFill/>
            <a:ln w="9525">
              <a:noFill/>
            </a:ln>
          </p:spPr>
          <p:txBody>
            <a:bodyPr wrap="none">
              <a:spAutoFit/>
            </a:bodyPr>
            <a:p>
              <a:pPr>
                <a:spcBef>
                  <a:spcPct val="50000"/>
                </a:spcBef>
              </a:pPr>
              <a:r>
                <a:rPr lang="en-US" altLang="zh-CN" b="0" dirty="0">
                  <a:solidFill>
                    <a:schemeClr val="bg1"/>
                  </a:solidFill>
                  <a:latin typeface="宋体" panose="02010600030101010101" pitchFamily="2" charset="-122"/>
                  <a:ea typeface="宋体" panose="02010600030101010101" pitchFamily="2" charset="-122"/>
                </a:rPr>
                <a:t>-</a:t>
              </a:r>
              <a:endParaRPr lang="en-US" altLang="zh-CN" b="0" dirty="0">
                <a:solidFill>
                  <a:schemeClr val="bg1"/>
                </a:solidFill>
                <a:latin typeface="Times New Roman" panose="02020603050405020304" pitchFamily="18" charset="0"/>
                <a:ea typeface="宋体" panose="02010600030101010101" pitchFamily="2" charset="-122"/>
              </a:endParaRPr>
            </a:p>
          </p:txBody>
        </p:sp>
        <p:sp>
          <p:nvSpPr>
            <p:cNvPr id="90140" name="Oval 120"/>
            <p:cNvSpPr/>
            <p:nvPr/>
          </p:nvSpPr>
          <p:spPr>
            <a:xfrm>
              <a:off x="640" y="1943"/>
              <a:ext cx="68" cy="68"/>
            </a:xfrm>
            <a:prstGeom prst="ellipse">
              <a:avLst/>
            </a:prstGeom>
            <a:noFill/>
            <a:ln w="28575" cap="flat" cmpd="sng">
              <a:solidFill>
                <a:srgbClr val="FFCC00"/>
              </a:solidFill>
              <a:prstDash val="solid"/>
              <a:headEnd type="none" w="med" len="med"/>
              <a:tailEnd type="none" w="med" len="med"/>
            </a:ln>
          </p:spPr>
          <p:txBody>
            <a:bodyPr wrap="none" anchor="ctr" anchorCtr="0"/>
            <a:p>
              <a:endParaRPr lang="zh-CN" altLang="en-US" dirty="0">
                <a:latin typeface="楷体_GB2312" pitchFamily="49" charset="-122"/>
              </a:endParaRPr>
            </a:p>
          </p:txBody>
        </p:sp>
        <p:sp>
          <p:nvSpPr>
            <p:cNvPr id="90141" name="Oval 121"/>
            <p:cNvSpPr/>
            <p:nvPr/>
          </p:nvSpPr>
          <p:spPr>
            <a:xfrm>
              <a:off x="640" y="1081"/>
              <a:ext cx="68" cy="68"/>
            </a:xfrm>
            <a:prstGeom prst="ellipse">
              <a:avLst/>
            </a:prstGeom>
            <a:noFill/>
            <a:ln w="28575" cap="flat" cmpd="sng">
              <a:solidFill>
                <a:srgbClr val="FFCC00"/>
              </a:solidFill>
              <a:prstDash val="solid"/>
              <a:headEnd type="none" w="med" len="med"/>
              <a:tailEnd type="none" w="med" len="med"/>
            </a:ln>
          </p:spPr>
          <p:txBody>
            <a:bodyPr wrap="none" anchor="ctr" anchorCtr="0"/>
            <a:p>
              <a:endParaRPr lang="zh-CN" altLang="en-US" dirty="0">
                <a:latin typeface="楷体_GB2312" pitchFamily="49" charset="-122"/>
              </a:endParaRPr>
            </a:p>
          </p:txBody>
        </p:sp>
        <p:grpSp>
          <p:nvGrpSpPr>
            <p:cNvPr id="90142" name="Group 126"/>
            <p:cNvGrpSpPr/>
            <p:nvPr/>
          </p:nvGrpSpPr>
          <p:grpSpPr>
            <a:xfrm>
              <a:off x="2118" y="1480"/>
              <a:ext cx="240" cy="93"/>
              <a:chOff x="3787" y="2478"/>
              <a:chExt cx="240" cy="93"/>
            </a:xfrm>
          </p:grpSpPr>
          <p:sp>
            <p:nvSpPr>
              <p:cNvPr id="90152" name="Line 127"/>
              <p:cNvSpPr/>
              <p:nvPr/>
            </p:nvSpPr>
            <p:spPr>
              <a:xfrm flipV="1">
                <a:off x="3787" y="2568"/>
                <a:ext cx="240" cy="3"/>
              </a:xfrm>
              <a:prstGeom prst="line">
                <a:avLst/>
              </a:prstGeom>
              <a:ln w="57150" cap="flat" cmpd="sng">
                <a:solidFill>
                  <a:srgbClr val="FF9900"/>
                </a:solidFill>
                <a:prstDash val="solid"/>
                <a:headEnd type="none" w="med" len="med"/>
                <a:tailEnd type="none" w="med" len="med"/>
              </a:ln>
            </p:spPr>
          </p:sp>
          <p:sp>
            <p:nvSpPr>
              <p:cNvPr id="90153" name="Line 128"/>
              <p:cNvSpPr/>
              <p:nvPr/>
            </p:nvSpPr>
            <p:spPr>
              <a:xfrm>
                <a:off x="3787" y="2478"/>
                <a:ext cx="240" cy="1"/>
              </a:xfrm>
              <a:prstGeom prst="line">
                <a:avLst/>
              </a:prstGeom>
              <a:ln w="57150" cap="flat" cmpd="sng">
                <a:solidFill>
                  <a:srgbClr val="FF9900"/>
                </a:solidFill>
                <a:prstDash val="solid"/>
                <a:headEnd type="none" w="med" len="med"/>
                <a:tailEnd type="none" w="med" len="med"/>
              </a:ln>
            </p:spPr>
          </p:sp>
        </p:grpSp>
        <p:sp>
          <p:nvSpPr>
            <p:cNvPr id="90143" name="Line 129"/>
            <p:cNvSpPr/>
            <p:nvPr/>
          </p:nvSpPr>
          <p:spPr>
            <a:xfrm>
              <a:off x="2064" y="1118"/>
              <a:ext cx="181" cy="0"/>
            </a:xfrm>
            <a:prstGeom prst="line">
              <a:avLst/>
            </a:prstGeom>
            <a:ln w="28575" cap="flat" cmpd="sng">
              <a:solidFill>
                <a:srgbClr val="FFCC00"/>
              </a:solidFill>
              <a:prstDash val="solid"/>
              <a:headEnd type="none" w="med" len="med"/>
              <a:tailEnd type="none" w="med" len="med"/>
            </a:ln>
          </p:spPr>
        </p:sp>
        <p:sp>
          <p:nvSpPr>
            <p:cNvPr id="90144" name="Line 130"/>
            <p:cNvSpPr/>
            <p:nvPr/>
          </p:nvSpPr>
          <p:spPr>
            <a:xfrm>
              <a:off x="2245" y="1118"/>
              <a:ext cx="0" cy="362"/>
            </a:xfrm>
            <a:prstGeom prst="line">
              <a:avLst/>
            </a:prstGeom>
            <a:ln w="28575" cap="flat" cmpd="sng">
              <a:solidFill>
                <a:srgbClr val="FFCC00"/>
              </a:solidFill>
              <a:prstDash val="solid"/>
              <a:headEnd type="none" w="med" len="med"/>
              <a:tailEnd type="none" w="med" len="med"/>
            </a:ln>
          </p:spPr>
        </p:sp>
        <p:sp>
          <p:nvSpPr>
            <p:cNvPr id="90145" name="Rectangle 132"/>
            <p:cNvSpPr/>
            <p:nvPr/>
          </p:nvSpPr>
          <p:spPr>
            <a:xfrm>
              <a:off x="1111" y="1027"/>
              <a:ext cx="317" cy="136"/>
            </a:xfrm>
            <a:prstGeom prst="rect">
              <a:avLst/>
            </a:prstGeom>
            <a:gradFill rotWithShape="1">
              <a:gsLst>
                <a:gs pos="0">
                  <a:srgbClr val="764700"/>
                </a:gs>
                <a:gs pos="50000">
                  <a:srgbClr val="FF9900"/>
                </a:gs>
                <a:gs pos="100000">
                  <a:srgbClr val="764700"/>
                </a:gs>
              </a:gsLst>
              <a:lin ang="5400000" scaled="1"/>
              <a:tileRect/>
            </a:gradFill>
            <a:ln w="28575">
              <a:noFill/>
            </a:ln>
          </p:spPr>
          <p:txBody>
            <a:bodyPr wrap="none" anchor="ctr" anchorCtr="0"/>
            <a:p>
              <a:endParaRPr lang="zh-CN" altLang="en-US" dirty="0">
                <a:latin typeface="楷体_GB2312" pitchFamily="49" charset="-122"/>
              </a:endParaRPr>
            </a:p>
          </p:txBody>
        </p:sp>
        <p:sp>
          <p:nvSpPr>
            <p:cNvPr id="90146" name="Line 133"/>
            <p:cNvSpPr/>
            <p:nvPr/>
          </p:nvSpPr>
          <p:spPr>
            <a:xfrm>
              <a:off x="703" y="1979"/>
              <a:ext cx="1543" cy="0"/>
            </a:xfrm>
            <a:prstGeom prst="line">
              <a:avLst/>
            </a:prstGeom>
            <a:ln w="28575" cap="flat" cmpd="sng">
              <a:solidFill>
                <a:srgbClr val="FFCC00"/>
              </a:solidFill>
              <a:prstDash val="solid"/>
              <a:headEnd type="none" w="med" len="med"/>
              <a:tailEnd type="none" w="med" len="med"/>
            </a:ln>
          </p:spPr>
        </p:sp>
        <p:grpSp>
          <p:nvGrpSpPr>
            <p:cNvPr id="90147" name="Group 140"/>
            <p:cNvGrpSpPr/>
            <p:nvPr/>
          </p:nvGrpSpPr>
          <p:grpSpPr>
            <a:xfrm rot="5400000">
              <a:off x="1812" y="866"/>
              <a:ext cx="91" cy="408"/>
              <a:chOff x="1565" y="2614"/>
              <a:chExt cx="90" cy="486"/>
            </a:xfrm>
          </p:grpSpPr>
          <p:sp>
            <p:nvSpPr>
              <p:cNvPr id="90148" name="Arc 141"/>
              <p:cNvSpPr/>
              <p:nvPr/>
            </p:nvSpPr>
            <p:spPr>
              <a:xfrm flipH="1" flipV="1">
                <a:off x="1565" y="2860"/>
                <a:ext cx="90" cy="116"/>
              </a:xfrm>
              <a:custGeom>
                <a:avLst/>
                <a:gdLst>
                  <a:gd name="txL" fmla="*/ 0 w 22723"/>
                  <a:gd name="txT" fmla="*/ 0 h 43200"/>
                  <a:gd name="txR" fmla="*/ 22723 w 22723"/>
                  <a:gd name="txB" fmla="*/ 43200 h 43200"/>
                </a:gdLst>
                <a:ahLst/>
                <a:cxnLst>
                  <a:cxn ang="0">
                    <a:pos x="1122" y="0"/>
                  </a:cxn>
                  <a:cxn ang="0">
                    <a:pos x="22723" y="21600"/>
                  </a:cxn>
                  <a:cxn ang="0">
                    <a:pos x="1123" y="43200"/>
                  </a:cxn>
                  <a:cxn ang="0">
                    <a:pos x="0" y="43170"/>
                  </a:cxn>
                  <a:cxn ang="0">
                    <a:pos x="1122" y="0"/>
                  </a:cxn>
                  <a:cxn ang="0">
                    <a:pos x="22723" y="21600"/>
                  </a:cxn>
                  <a:cxn ang="0">
                    <a:pos x="1123" y="43200"/>
                  </a:cxn>
                  <a:cxn ang="0">
                    <a:pos x="0" y="43170"/>
                  </a:cxn>
                  <a:cxn ang="0">
                    <a:pos x="1123" y="21600"/>
                  </a:cxn>
                </a:cxnLst>
                <a:rect l="txL" t="txT" r="txR" b="txB"/>
                <a:pathLst>
                  <a:path w="22723" h="43200" fill="none">
                    <a:moveTo>
                      <a:pt x="1122" y="0"/>
                    </a:moveTo>
                    <a:cubicBezTo>
                      <a:pt x="13052" y="0"/>
                      <a:pt x="22723" y="9670"/>
                      <a:pt x="22723" y="21600"/>
                    </a:cubicBezTo>
                    <a:cubicBezTo>
                      <a:pt x="22723" y="33529"/>
                      <a:pt x="13052" y="43200"/>
                      <a:pt x="1123" y="43200"/>
                    </a:cubicBezTo>
                    <a:cubicBezTo>
                      <a:pt x="748" y="43200"/>
                      <a:pt x="374" y="43190"/>
                      <a:pt x="0" y="43170"/>
                    </a:cubicBezTo>
                  </a:path>
                  <a:path w="22723" h="43200" stroke="0">
                    <a:moveTo>
                      <a:pt x="1122" y="0"/>
                    </a:moveTo>
                    <a:cubicBezTo>
                      <a:pt x="13052" y="0"/>
                      <a:pt x="22723" y="9670"/>
                      <a:pt x="22723" y="21600"/>
                    </a:cubicBezTo>
                    <a:cubicBezTo>
                      <a:pt x="22723" y="33529"/>
                      <a:pt x="13052" y="43200"/>
                      <a:pt x="1123" y="43200"/>
                    </a:cubicBezTo>
                    <a:cubicBezTo>
                      <a:pt x="748" y="43200"/>
                      <a:pt x="374" y="43190"/>
                      <a:pt x="0" y="43170"/>
                    </a:cubicBezTo>
                    <a:lnTo>
                      <a:pt x="1123" y="21600"/>
                    </a:lnTo>
                    <a:close/>
                  </a:path>
                </a:pathLst>
              </a:custGeom>
              <a:noFill/>
              <a:ln w="28575" cap="flat" cmpd="sng">
                <a:solidFill>
                  <a:srgbClr val="FF9900"/>
                </a:solidFill>
                <a:prstDash val="solid"/>
                <a:round/>
                <a:headEnd type="none" w="med" len="med"/>
                <a:tailEnd type="none" w="med" len="med"/>
              </a:ln>
            </p:spPr>
            <p:txBody>
              <a:bodyPr wrap="none" anchor="ctr" anchorCtr="0"/>
              <a:p>
                <a:endParaRPr lang="zh-CN" altLang="en-US" dirty="0">
                  <a:latin typeface="楷体_GB2312" pitchFamily="49" charset="-122"/>
                </a:endParaRPr>
              </a:p>
            </p:txBody>
          </p:sp>
          <p:sp>
            <p:nvSpPr>
              <p:cNvPr id="90149" name="Arc 142"/>
              <p:cNvSpPr/>
              <p:nvPr/>
            </p:nvSpPr>
            <p:spPr>
              <a:xfrm flipH="1" flipV="1">
                <a:off x="1565" y="2737"/>
                <a:ext cx="90" cy="116"/>
              </a:xfrm>
              <a:custGeom>
                <a:avLst/>
                <a:gdLst>
                  <a:gd name="txL" fmla="*/ 0 w 22723"/>
                  <a:gd name="txT" fmla="*/ 0 h 43200"/>
                  <a:gd name="txR" fmla="*/ 22723 w 22723"/>
                  <a:gd name="txB" fmla="*/ 43200 h 43200"/>
                </a:gdLst>
                <a:ahLst/>
                <a:cxnLst>
                  <a:cxn ang="0">
                    <a:pos x="1122" y="0"/>
                  </a:cxn>
                  <a:cxn ang="0">
                    <a:pos x="22723" y="21600"/>
                  </a:cxn>
                  <a:cxn ang="0">
                    <a:pos x="1123" y="43200"/>
                  </a:cxn>
                  <a:cxn ang="0">
                    <a:pos x="0" y="43170"/>
                  </a:cxn>
                  <a:cxn ang="0">
                    <a:pos x="1122" y="0"/>
                  </a:cxn>
                  <a:cxn ang="0">
                    <a:pos x="22723" y="21600"/>
                  </a:cxn>
                  <a:cxn ang="0">
                    <a:pos x="1123" y="43200"/>
                  </a:cxn>
                  <a:cxn ang="0">
                    <a:pos x="0" y="43170"/>
                  </a:cxn>
                  <a:cxn ang="0">
                    <a:pos x="1123" y="21600"/>
                  </a:cxn>
                </a:cxnLst>
                <a:rect l="txL" t="txT" r="txR" b="txB"/>
                <a:pathLst>
                  <a:path w="22723" h="43200" fill="none">
                    <a:moveTo>
                      <a:pt x="1122" y="0"/>
                    </a:moveTo>
                    <a:cubicBezTo>
                      <a:pt x="13052" y="0"/>
                      <a:pt x="22723" y="9670"/>
                      <a:pt x="22723" y="21600"/>
                    </a:cubicBezTo>
                    <a:cubicBezTo>
                      <a:pt x="22723" y="33529"/>
                      <a:pt x="13052" y="43200"/>
                      <a:pt x="1123" y="43200"/>
                    </a:cubicBezTo>
                    <a:cubicBezTo>
                      <a:pt x="748" y="43200"/>
                      <a:pt x="374" y="43190"/>
                      <a:pt x="0" y="43170"/>
                    </a:cubicBezTo>
                  </a:path>
                  <a:path w="22723" h="43200" stroke="0">
                    <a:moveTo>
                      <a:pt x="1122" y="0"/>
                    </a:moveTo>
                    <a:cubicBezTo>
                      <a:pt x="13052" y="0"/>
                      <a:pt x="22723" y="9670"/>
                      <a:pt x="22723" y="21600"/>
                    </a:cubicBezTo>
                    <a:cubicBezTo>
                      <a:pt x="22723" y="33529"/>
                      <a:pt x="13052" y="43200"/>
                      <a:pt x="1123" y="43200"/>
                    </a:cubicBezTo>
                    <a:cubicBezTo>
                      <a:pt x="748" y="43200"/>
                      <a:pt x="374" y="43190"/>
                      <a:pt x="0" y="43170"/>
                    </a:cubicBezTo>
                    <a:lnTo>
                      <a:pt x="1123" y="21600"/>
                    </a:lnTo>
                    <a:close/>
                  </a:path>
                </a:pathLst>
              </a:custGeom>
              <a:noFill/>
              <a:ln w="28575" cap="flat" cmpd="sng">
                <a:solidFill>
                  <a:srgbClr val="FF9900"/>
                </a:solidFill>
                <a:prstDash val="solid"/>
                <a:round/>
                <a:headEnd type="none" w="med" len="med"/>
                <a:tailEnd type="none" w="med" len="med"/>
              </a:ln>
            </p:spPr>
            <p:txBody>
              <a:bodyPr wrap="none" anchor="ctr" anchorCtr="0"/>
              <a:p>
                <a:endParaRPr lang="zh-CN" altLang="en-US" dirty="0">
                  <a:latin typeface="楷体_GB2312" pitchFamily="49" charset="-122"/>
                </a:endParaRPr>
              </a:p>
            </p:txBody>
          </p:sp>
          <p:sp>
            <p:nvSpPr>
              <p:cNvPr id="90150" name="Arc 143"/>
              <p:cNvSpPr/>
              <p:nvPr/>
            </p:nvSpPr>
            <p:spPr>
              <a:xfrm flipH="1" flipV="1">
                <a:off x="1565" y="2614"/>
                <a:ext cx="90" cy="116"/>
              </a:xfrm>
              <a:custGeom>
                <a:avLst/>
                <a:gdLst>
                  <a:gd name="txL" fmla="*/ 0 w 22723"/>
                  <a:gd name="txT" fmla="*/ 0 h 43200"/>
                  <a:gd name="txR" fmla="*/ 22723 w 22723"/>
                  <a:gd name="txB" fmla="*/ 43200 h 43200"/>
                </a:gdLst>
                <a:ahLst/>
                <a:cxnLst>
                  <a:cxn ang="0">
                    <a:pos x="1122" y="0"/>
                  </a:cxn>
                  <a:cxn ang="0">
                    <a:pos x="22723" y="21600"/>
                  </a:cxn>
                  <a:cxn ang="0">
                    <a:pos x="1123" y="43200"/>
                  </a:cxn>
                  <a:cxn ang="0">
                    <a:pos x="0" y="43170"/>
                  </a:cxn>
                  <a:cxn ang="0">
                    <a:pos x="1122" y="0"/>
                  </a:cxn>
                  <a:cxn ang="0">
                    <a:pos x="22723" y="21600"/>
                  </a:cxn>
                  <a:cxn ang="0">
                    <a:pos x="1123" y="43200"/>
                  </a:cxn>
                  <a:cxn ang="0">
                    <a:pos x="0" y="43170"/>
                  </a:cxn>
                  <a:cxn ang="0">
                    <a:pos x="1123" y="21600"/>
                  </a:cxn>
                </a:cxnLst>
                <a:rect l="txL" t="txT" r="txR" b="txB"/>
                <a:pathLst>
                  <a:path w="22723" h="43200" fill="none">
                    <a:moveTo>
                      <a:pt x="1122" y="0"/>
                    </a:moveTo>
                    <a:cubicBezTo>
                      <a:pt x="13052" y="0"/>
                      <a:pt x="22723" y="9670"/>
                      <a:pt x="22723" y="21600"/>
                    </a:cubicBezTo>
                    <a:cubicBezTo>
                      <a:pt x="22723" y="33529"/>
                      <a:pt x="13052" y="43200"/>
                      <a:pt x="1123" y="43200"/>
                    </a:cubicBezTo>
                    <a:cubicBezTo>
                      <a:pt x="748" y="43200"/>
                      <a:pt x="374" y="43190"/>
                      <a:pt x="0" y="43170"/>
                    </a:cubicBezTo>
                  </a:path>
                  <a:path w="22723" h="43200" stroke="0">
                    <a:moveTo>
                      <a:pt x="1122" y="0"/>
                    </a:moveTo>
                    <a:cubicBezTo>
                      <a:pt x="13052" y="0"/>
                      <a:pt x="22723" y="9670"/>
                      <a:pt x="22723" y="21600"/>
                    </a:cubicBezTo>
                    <a:cubicBezTo>
                      <a:pt x="22723" y="33529"/>
                      <a:pt x="13052" y="43200"/>
                      <a:pt x="1123" y="43200"/>
                    </a:cubicBezTo>
                    <a:cubicBezTo>
                      <a:pt x="748" y="43200"/>
                      <a:pt x="374" y="43190"/>
                      <a:pt x="0" y="43170"/>
                    </a:cubicBezTo>
                    <a:lnTo>
                      <a:pt x="1123" y="21600"/>
                    </a:lnTo>
                    <a:close/>
                  </a:path>
                </a:pathLst>
              </a:custGeom>
              <a:noFill/>
              <a:ln w="28575" cap="flat" cmpd="sng">
                <a:solidFill>
                  <a:srgbClr val="FF9900"/>
                </a:solidFill>
                <a:prstDash val="solid"/>
                <a:round/>
                <a:headEnd type="none" w="med" len="med"/>
                <a:tailEnd type="none" w="med" len="med"/>
              </a:ln>
            </p:spPr>
            <p:txBody>
              <a:bodyPr wrap="none" anchor="ctr" anchorCtr="0"/>
              <a:p>
                <a:endParaRPr lang="zh-CN" altLang="en-US" dirty="0">
                  <a:latin typeface="楷体_GB2312" pitchFamily="49" charset="-122"/>
                </a:endParaRPr>
              </a:p>
            </p:txBody>
          </p:sp>
          <p:sp>
            <p:nvSpPr>
              <p:cNvPr id="90151" name="Arc 144"/>
              <p:cNvSpPr/>
              <p:nvPr/>
            </p:nvSpPr>
            <p:spPr>
              <a:xfrm flipH="1" flipV="1">
                <a:off x="1565" y="2984"/>
                <a:ext cx="90" cy="116"/>
              </a:xfrm>
              <a:custGeom>
                <a:avLst/>
                <a:gdLst>
                  <a:gd name="txL" fmla="*/ 0 w 22723"/>
                  <a:gd name="txT" fmla="*/ 0 h 43200"/>
                  <a:gd name="txR" fmla="*/ 22723 w 22723"/>
                  <a:gd name="txB" fmla="*/ 43200 h 43200"/>
                </a:gdLst>
                <a:ahLst/>
                <a:cxnLst>
                  <a:cxn ang="0">
                    <a:pos x="1122" y="0"/>
                  </a:cxn>
                  <a:cxn ang="0">
                    <a:pos x="22723" y="21600"/>
                  </a:cxn>
                  <a:cxn ang="0">
                    <a:pos x="1123" y="43200"/>
                  </a:cxn>
                  <a:cxn ang="0">
                    <a:pos x="0" y="43170"/>
                  </a:cxn>
                  <a:cxn ang="0">
                    <a:pos x="1122" y="0"/>
                  </a:cxn>
                  <a:cxn ang="0">
                    <a:pos x="22723" y="21600"/>
                  </a:cxn>
                  <a:cxn ang="0">
                    <a:pos x="1123" y="43200"/>
                  </a:cxn>
                  <a:cxn ang="0">
                    <a:pos x="0" y="43170"/>
                  </a:cxn>
                  <a:cxn ang="0">
                    <a:pos x="1123" y="21600"/>
                  </a:cxn>
                </a:cxnLst>
                <a:rect l="txL" t="txT" r="txR" b="txB"/>
                <a:pathLst>
                  <a:path w="22723" h="43200" fill="none">
                    <a:moveTo>
                      <a:pt x="1122" y="0"/>
                    </a:moveTo>
                    <a:cubicBezTo>
                      <a:pt x="13052" y="0"/>
                      <a:pt x="22723" y="9670"/>
                      <a:pt x="22723" y="21600"/>
                    </a:cubicBezTo>
                    <a:cubicBezTo>
                      <a:pt x="22723" y="33529"/>
                      <a:pt x="13052" y="43200"/>
                      <a:pt x="1123" y="43200"/>
                    </a:cubicBezTo>
                    <a:cubicBezTo>
                      <a:pt x="748" y="43200"/>
                      <a:pt x="374" y="43190"/>
                      <a:pt x="0" y="43170"/>
                    </a:cubicBezTo>
                  </a:path>
                  <a:path w="22723" h="43200" stroke="0">
                    <a:moveTo>
                      <a:pt x="1122" y="0"/>
                    </a:moveTo>
                    <a:cubicBezTo>
                      <a:pt x="13052" y="0"/>
                      <a:pt x="22723" y="9670"/>
                      <a:pt x="22723" y="21600"/>
                    </a:cubicBezTo>
                    <a:cubicBezTo>
                      <a:pt x="22723" y="33529"/>
                      <a:pt x="13052" y="43200"/>
                      <a:pt x="1123" y="43200"/>
                    </a:cubicBezTo>
                    <a:cubicBezTo>
                      <a:pt x="748" y="43200"/>
                      <a:pt x="374" y="43190"/>
                      <a:pt x="0" y="43170"/>
                    </a:cubicBezTo>
                    <a:lnTo>
                      <a:pt x="1123" y="21600"/>
                    </a:lnTo>
                    <a:close/>
                  </a:path>
                </a:pathLst>
              </a:custGeom>
              <a:noFill/>
              <a:ln w="28575" cap="flat" cmpd="sng">
                <a:solidFill>
                  <a:srgbClr val="FF9900"/>
                </a:solidFill>
                <a:prstDash val="solid"/>
                <a:round/>
                <a:headEnd type="none" w="med" len="med"/>
                <a:tailEnd type="none" w="med" len="med"/>
              </a:ln>
            </p:spPr>
            <p:txBody>
              <a:bodyPr wrap="none" anchor="ctr" anchorCtr="0"/>
              <a:p>
                <a:endParaRPr lang="zh-CN" altLang="en-US" dirty="0">
                  <a:latin typeface="楷体_GB2312" pitchFamily="49" charset="-122"/>
                </a:endParaRPr>
              </a:p>
            </p:txBody>
          </p:sp>
        </p:gr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grpId="0" nodeType="withEffect">
                                  <p:stCondLst>
                                    <p:cond delay="0"/>
                                  </p:stCondLst>
                                  <p:childTnLst>
                                    <p:set>
                                      <p:cBhvr>
                                        <p:cTn id="6" dur="1" fill="hold">
                                          <p:stCondLst>
                                            <p:cond delay="0"/>
                                          </p:stCondLst>
                                        </p:cTn>
                                        <p:tgtEl>
                                          <p:spTgt spid="27667"/>
                                        </p:tgtEl>
                                        <p:attrNameLst>
                                          <p:attrName>style.visibility</p:attrName>
                                        </p:attrNameLst>
                                      </p:cBhvr>
                                      <p:to>
                                        <p:strVal val="visible"/>
                                      </p:to>
                                    </p:set>
                                    <p:anim calcmode="lin" valueType="num">
                                      <p:cBhvr additive="base">
                                        <p:cTn id="7" dur="500" fill="hold"/>
                                        <p:tgtEl>
                                          <p:spTgt spid="27667"/>
                                        </p:tgtEl>
                                        <p:attrNameLst>
                                          <p:attrName>ppt_x</p:attrName>
                                        </p:attrNameLst>
                                      </p:cBhvr>
                                      <p:tavLst>
                                        <p:tav tm="0">
                                          <p:val>
                                            <p:strVal val="0-#ppt_w/2"/>
                                          </p:val>
                                        </p:tav>
                                        <p:tav tm="100000">
                                          <p:val>
                                            <p:strVal val="#ppt_x"/>
                                          </p:val>
                                        </p:tav>
                                      </p:tavLst>
                                    </p:anim>
                                    <p:anim calcmode="lin" valueType="num">
                                      <p:cBhvr additive="base">
                                        <p:cTn id="8" dur="500" fill="hold"/>
                                        <p:tgtEl>
                                          <p:spTgt spid="27667"/>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3" presetClass="entr" presetSubtype="10" fill="hold" nodeType="clickEffect">
                                  <p:stCondLst>
                                    <p:cond delay="0"/>
                                  </p:stCondLst>
                                  <p:childTnLst>
                                    <p:set>
                                      <p:cBhvr>
                                        <p:cTn id="12" dur="1" fill="hold">
                                          <p:stCondLst>
                                            <p:cond delay="0"/>
                                          </p:stCondLst>
                                        </p:cTn>
                                        <p:tgtEl>
                                          <p:spTgt spid="9"/>
                                        </p:tgtEl>
                                        <p:attrNameLst>
                                          <p:attrName>style.visibility</p:attrName>
                                        </p:attrNameLst>
                                      </p:cBhvr>
                                      <p:to>
                                        <p:strVal val="visible"/>
                                      </p:to>
                                    </p:set>
                                    <p:animEffect transition="in" filter="blinds(horizontal)">
                                      <p:cBhvr>
                                        <p:cTn id="13" dur="500"/>
                                        <p:tgtEl>
                                          <p:spTgt spid="9"/>
                                        </p:tgtEl>
                                      </p:cBhvr>
                                    </p:animEffect>
                                  </p:childTnLst>
                                </p:cTn>
                              </p:par>
                            </p:childTnLst>
                          </p:cTn>
                        </p:par>
                      </p:childTnLst>
                    </p:cTn>
                  </p:par>
                  <p:par>
                    <p:cTn id="14" fill="hold">
                      <p:stCondLst>
                        <p:cond delay="indefinite"/>
                      </p:stCondLst>
                      <p:childTnLst>
                        <p:par>
                          <p:cTn id="15" fill="hold">
                            <p:stCondLst>
                              <p:cond delay="0"/>
                            </p:stCondLst>
                            <p:childTnLst>
                              <p:par>
                                <p:cTn id="16" presetID="22" presetClass="entr" presetSubtype="8" fill="hold" nodeType="clickEffect">
                                  <p:stCondLst>
                                    <p:cond delay="0"/>
                                  </p:stCondLst>
                                  <p:childTnLst>
                                    <p:set>
                                      <p:cBhvr>
                                        <p:cTn id="17" dur="1" fill="hold">
                                          <p:stCondLst>
                                            <p:cond delay="0"/>
                                          </p:stCondLst>
                                        </p:cTn>
                                        <p:tgtEl>
                                          <p:spTgt spid="2"/>
                                        </p:tgtEl>
                                        <p:attrNameLst>
                                          <p:attrName>style.visibility</p:attrName>
                                        </p:attrNameLst>
                                      </p:cBhvr>
                                      <p:to>
                                        <p:strVal val="visible"/>
                                      </p:to>
                                    </p:set>
                                    <p:animEffect transition="in" filter="wipe(left)">
                                      <p:cBhvr>
                                        <p:cTn id="18" dur="1000"/>
                                        <p:tgtEl>
                                          <p:spTgt spid="2"/>
                                        </p:tgtEl>
                                      </p:cBhvr>
                                    </p:animEffect>
                                  </p:childTnLst>
                                </p:cTn>
                              </p:par>
                            </p:childTnLst>
                          </p:cTn>
                        </p:par>
                      </p:childTnLst>
                    </p:cTn>
                  </p:par>
                  <p:par>
                    <p:cTn id="19" fill="hold">
                      <p:stCondLst>
                        <p:cond delay="indefinite"/>
                      </p:stCondLst>
                      <p:childTnLst>
                        <p:par>
                          <p:cTn id="20" fill="hold">
                            <p:stCondLst>
                              <p:cond delay="0"/>
                            </p:stCondLst>
                            <p:childTnLst>
                              <p:par>
                                <p:cTn id="21" presetID="22" presetClass="entr" presetSubtype="8" fill="hold" nodeType="clickEffect">
                                  <p:stCondLst>
                                    <p:cond delay="0"/>
                                  </p:stCondLst>
                                  <p:childTnLst>
                                    <p:set>
                                      <p:cBhvr>
                                        <p:cTn id="22" dur="1" fill="hold">
                                          <p:stCondLst>
                                            <p:cond delay="0"/>
                                          </p:stCondLst>
                                        </p:cTn>
                                        <p:tgtEl>
                                          <p:spTgt spid="4"/>
                                        </p:tgtEl>
                                        <p:attrNameLst>
                                          <p:attrName>style.visibility</p:attrName>
                                        </p:attrNameLst>
                                      </p:cBhvr>
                                      <p:to>
                                        <p:strVal val="visible"/>
                                      </p:to>
                                    </p:set>
                                    <p:animEffect transition="in" filter="wipe(left)">
                                      <p:cBhvr>
                                        <p:cTn id="23" dur="1000"/>
                                        <p:tgtEl>
                                          <p:spTgt spid="4"/>
                                        </p:tgtEl>
                                      </p:cBhvr>
                                    </p:animEffect>
                                  </p:childTnLst>
                                </p:cTn>
                              </p:par>
                            </p:childTnLst>
                          </p:cTn>
                        </p:par>
                      </p:childTnLst>
                    </p:cTn>
                  </p:par>
                  <p:par>
                    <p:cTn id="24" fill="hold">
                      <p:stCondLst>
                        <p:cond delay="indefinite"/>
                      </p:stCondLst>
                      <p:childTnLst>
                        <p:par>
                          <p:cTn id="25" fill="hold">
                            <p:stCondLst>
                              <p:cond delay="0"/>
                            </p:stCondLst>
                            <p:childTnLst>
                              <p:par>
                                <p:cTn id="26" presetID="22" presetClass="entr" presetSubtype="8" fill="hold" nodeType="clickEffect">
                                  <p:stCondLst>
                                    <p:cond delay="0"/>
                                  </p:stCondLst>
                                  <p:childTnLst>
                                    <p:set>
                                      <p:cBhvr>
                                        <p:cTn id="27" dur="1" fill="hold">
                                          <p:stCondLst>
                                            <p:cond delay="0"/>
                                          </p:stCondLst>
                                        </p:cTn>
                                        <p:tgtEl>
                                          <p:spTgt spid="3"/>
                                        </p:tgtEl>
                                        <p:attrNameLst>
                                          <p:attrName>style.visibility</p:attrName>
                                        </p:attrNameLst>
                                      </p:cBhvr>
                                      <p:to>
                                        <p:strVal val="visible"/>
                                      </p:to>
                                    </p:set>
                                    <p:animEffect transition="in" filter="wipe(left)">
                                      <p:cBhvr>
                                        <p:cTn id="28" dur="1000"/>
                                        <p:tgtEl>
                                          <p:spTgt spid="3"/>
                                        </p:tgtEl>
                                      </p:cBhvr>
                                    </p:animEffect>
                                  </p:childTnLst>
                                </p:cTn>
                              </p:par>
                            </p:childTnLst>
                          </p:cTn>
                        </p:par>
                      </p:childTnLst>
                    </p:cTn>
                  </p:par>
                  <p:par>
                    <p:cTn id="29" fill="hold">
                      <p:stCondLst>
                        <p:cond delay="indefinite"/>
                      </p:stCondLst>
                      <p:childTnLst>
                        <p:par>
                          <p:cTn id="30" fill="hold">
                            <p:stCondLst>
                              <p:cond delay="0"/>
                            </p:stCondLst>
                            <p:childTnLst>
                              <p:par>
                                <p:cTn id="31" presetID="22" presetClass="entr" presetSubtype="8" fill="hold" nodeType="clickEffect">
                                  <p:stCondLst>
                                    <p:cond delay="0"/>
                                  </p:stCondLst>
                                  <p:childTnLst>
                                    <p:set>
                                      <p:cBhvr>
                                        <p:cTn id="32" dur="1" fill="hold">
                                          <p:stCondLst>
                                            <p:cond delay="0"/>
                                          </p:stCondLst>
                                        </p:cTn>
                                        <p:tgtEl>
                                          <p:spTgt spid="5"/>
                                        </p:tgtEl>
                                        <p:attrNameLst>
                                          <p:attrName>style.visibility</p:attrName>
                                        </p:attrNameLst>
                                      </p:cBhvr>
                                      <p:to>
                                        <p:strVal val="visible"/>
                                      </p:to>
                                    </p:set>
                                    <p:animEffect transition="in" filter="wipe(left)">
                                      <p:cBhvr>
                                        <p:cTn id="33" dur="1000"/>
                                        <p:tgtEl>
                                          <p:spTgt spid="5"/>
                                        </p:tgtEl>
                                      </p:cBhvr>
                                    </p:animEffect>
                                  </p:childTnLst>
                                </p:cTn>
                              </p:par>
                            </p:childTnLst>
                          </p:cTn>
                        </p:par>
                      </p:childTnLst>
                    </p:cTn>
                  </p:par>
                  <p:par>
                    <p:cTn id="34" fill="hold">
                      <p:stCondLst>
                        <p:cond delay="indefinite"/>
                      </p:stCondLst>
                      <p:childTnLst>
                        <p:par>
                          <p:cTn id="35" fill="hold">
                            <p:stCondLst>
                              <p:cond delay="0"/>
                            </p:stCondLst>
                            <p:childTnLst>
                              <p:par>
                                <p:cTn id="36" presetID="22" presetClass="entr" presetSubtype="8" fill="hold" grpId="0" nodeType="clickEffect">
                                  <p:stCondLst>
                                    <p:cond delay="0"/>
                                  </p:stCondLst>
                                  <p:iterate type="wd">
                                    <p:tmPct val="100000"/>
                                  </p:iterate>
                                  <p:childTnLst>
                                    <p:set>
                                      <p:cBhvr>
                                        <p:cTn id="37" dur="1" fill="hold">
                                          <p:stCondLst>
                                            <p:cond delay="0"/>
                                          </p:stCondLst>
                                        </p:cTn>
                                        <p:tgtEl>
                                          <p:spTgt spid="27717"/>
                                        </p:tgtEl>
                                        <p:attrNameLst>
                                          <p:attrName>style.visibility</p:attrName>
                                        </p:attrNameLst>
                                      </p:cBhvr>
                                      <p:to>
                                        <p:strVal val="visible"/>
                                      </p:to>
                                    </p:set>
                                    <p:animEffect transition="in" filter="wipe(left)">
                                      <p:cBhvr>
                                        <p:cTn id="38" dur="300"/>
                                        <p:tgtEl>
                                          <p:spTgt spid="277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667" grpId="0" animBg="1"/>
      <p:bldP spid="27717" grpId="0"/>
    </p:bld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4754" name="Text Box 2"/>
          <p:cNvSpPr txBox="1"/>
          <p:nvPr/>
        </p:nvSpPr>
        <p:spPr>
          <a:xfrm>
            <a:off x="539750" y="476250"/>
            <a:ext cx="6111875" cy="519113"/>
          </a:xfrm>
          <a:prstGeom prst="rect">
            <a:avLst/>
          </a:prstGeom>
          <a:solidFill>
            <a:schemeClr val="hlink"/>
          </a:solidFill>
          <a:ln w="9525">
            <a:noFill/>
          </a:ln>
        </p:spPr>
        <p:txBody>
          <a:bodyPr wrap="none" lIns="198000" rIns="198000">
            <a:spAutoFit/>
          </a:bodyPr>
          <a:p>
            <a:pPr>
              <a:spcBef>
                <a:spcPct val="50000"/>
              </a:spcBef>
            </a:pPr>
            <a:r>
              <a:rPr lang="zh-CN" altLang="en-US" dirty="0">
                <a:solidFill>
                  <a:schemeClr val="bg1"/>
                </a:solidFill>
                <a:latin typeface="楷体_GB2312" pitchFamily="49" charset="-122"/>
              </a:rPr>
              <a:t>电压、电流的有功分量和无功分量：</a:t>
            </a:r>
            <a:endParaRPr lang="zh-CN" altLang="en-US" dirty="0">
              <a:solidFill>
                <a:schemeClr val="bg1"/>
              </a:solidFill>
              <a:latin typeface="楷体_GB2312" pitchFamily="49" charset="-122"/>
            </a:endParaRPr>
          </a:p>
        </p:txBody>
      </p:sp>
      <p:sp>
        <p:nvSpPr>
          <p:cNvPr id="74755" name="Text Box 3"/>
          <p:cNvSpPr txBox="1"/>
          <p:nvPr/>
        </p:nvSpPr>
        <p:spPr>
          <a:xfrm>
            <a:off x="684213" y="1125538"/>
            <a:ext cx="3311525" cy="519112"/>
          </a:xfrm>
          <a:prstGeom prst="rect">
            <a:avLst/>
          </a:prstGeom>
          <a:noFill/>
          <a:ln w="9525">
            <a:noFill/>
          </a:ln>
        </p:spPr>
        <p:txBody>
          <a:bodyPr>
            <a:spAutoFit/>
          </a:bodyPr>
          <a:p>
            <a:pPr>
              <a:spcBef>
                <a:spcPct val="50000"/>
              </a:spcBef>
            </a:pPr>
            <a:r>
              <a:rPr lang="zh-CN" altLang="en-US" dirty="0">
                <a:latin typeface="楷体_GB2312" pitchFamily="49" charset="-122"/>
              </a:rPr>
              <a:t>以感性负载为例</a:t>
            </a:r>
            <a:endParaRPr lang="zh-CN" altLang="en-US" dirty="0">
              <a:latin typeface="楷体_GB2312" pitchFamily="49" charset="-122"/>
            </a:endParaRPr>
          </a:p>
        </p:txBody>
      </p:sp>
      <p:graphicFrame>
        <p:nvGraphicFramePr>
          <p:cNvPr id="74791" name="Object 39"/>
          <p:cNvGraphicFramePr/>
          <p:nvPr/>
        </p:nvGraphicFramePr>
        <p:xfrm>
          <a:off x="5508625" y="1268413"/>
          <a:ext cx="2959100" cy="525462"/>
        </p:xfrm>
        <a:graphic>
          <a:graphicData uri="http://schemas.openxmlformats.org/presentationml/2006/ole">
            <mc:AlternateContent xmlns:mc="http://schemas.openxmlformats.org/markup-compatibility/2006">
              <mc:Choice xmlns:v="urn:schemas-microsoft-com:vml" Requires="v">
                <p:oleObj spid="_x0000_s3429" name="" r:id="rId1" imgW="1358265" imgH="241300" progId="Equation.3">
                  <p:embed/>
                </p:oleObj>
              </mc:Choice>
              <mc:Fallback>
                <p:oleObj name="" r:id="rId1" imgW="1358265" imgH="241300" progId="Equation.3">
                  <p:embed/>
                  <p:pic>
                    <p:nvPicPr>
                      <p:cNvPr id="0" name="图片 3428"/>
                      <p:cNvPicPr/>
                      <p:nvPr/>
                    </p:nvPicPr>
                    <p:blipFill>
                      <a:blip r:embed="rId2">
                        <a:clrChange>
                          <a:clrFrom>
                            <a:srgbClr val="000000"/>
                          </a:clrFrom>
                          <a:clrTo>
                            <a:srgbClr val="FFFFFF"/>
                          </a:clrTo>
                        </a:clrChange>
                      </a:blip>
                      <a:stretch>
                        <a:fillRect/>
                      </a:stretch>
                    </p:blipFill>
                    <p:spPr>
                      <a:xfrm>
                        <a:off x="5508625" y="1268413"/>
                        <a:ext cx="2959100" cy="525462"/>
                      </a:xfrm>
                      <a:prstGeom prst="rect">
                        <a:avLst/>
                      </a:prstGeom>
                      <a:noFill/>
                      <a:ln w="38100">
                        <a:noFill/>
                        <a:miter/>
                      </a:ln>
                    </p:spPr>
                  </p:pic>
                </p:oleObj>
              </mc:Fallback>
            </mc:AlternateContent>
          </a:graphicData>
        </a:graphic>
      </p:graphicFrame>
      <p:graphicFrame>
        <p:nvGraphicFramePr>
          <p:cNvPr id="74792" name="Object 40"/>
          <p:cNvGraphicFramePr/>
          <p:nvPr/>
        </p:nvGraphicFramePr>
        <p:xfrm>
          <a:off x="5637213" y="3789363"/>
          <a:ext cx="3103562" cy="561975"/>
        </p:xfrm>
        <a:graphic>
          <a:graphicData uri="http://schemas.openxmlformats.org/presentationml/2006/ole">
            <mc:AlternateContent xmlns:mc="http://schemas.openxmlformats.org/markup-compatibility/2006">
              <mc:Choice xmlns:v="urn:schemas-microsoft-com:vml" Requires="v">
                <p:oleObj spid="_x0000_s3431" name="" r:id="rId3" imgW="1332865" imgH="241300" progId="Equation.3">
                  <p:embed/>
                </p:oleObj>
              </mc:Choice>
              <mc:Fallback>
                <p:oleObj name="" r:id="rId3" imgW="1332865" imgH="241300" progId="Equation.3">
                  <p:embed/>
                  <p:pic>
                    <p:nvPicPr>
                      <p:cNvPr id="0" name="图片 3430"/>
                      <p:cNvPicPr/>
                      <p:nvPr/>
                    </p:nvPicPr>
                    <p:blipFill>
                      <a:blip r:embed="rId4">
                        <a:clrChange>
                          <a:clrFrom>
                            <a:srgbClr val="000000"/>
                          </a:clrFrom>
                          <a:clrTo>
                            <a:srgbClr val="FFFFFF"/>
                          </a:clrTo>
                        </a:clrChange>
                      </a:blip>
                      <a:stretch>
                        <a:fillRect/>
                      </a:stretch>
                    </p:blipFill>
                    <p:spPr>
                      <a:xfrm>
                        <a:off x="5637213" y="3789363"/>
                        <a:ext cx="3103562" cy="561975"/>
                      </a:xfrm>
                      <a:prstGeom prst="rect">
                        <a:avLst/>
                      </a:prstGeom>
                      <a:noFill/>
                      <a:ln w="38100">
                        <a:noFill/>
                        <a:miter/>
                      </a:ln>
                    </p:spPr>
                  </p:pic>
                </p:oleObj>
              </mc:Fallback>
            </mc:AlternateContent>
          </a:graphicData>
        </a:graphic>
      </p:graphicFrame>
      <p:grpSp>
        <p:nvGrpSpPr>
          <p:cNvPr id="2" name="Group 84"/>
          <p:cNvGrpSpPr/>
          <p:nvPr/>
        </p:nvGrpSpPr>
        <p:grpSpPr>
          <a:xfrm>
            <a:off x="3276600" y="4170363"/>
            <a:ext cx="2298700" cy="1778000"/>
            <a:chOff x="2055" y="2400"/>
            <a:chExt cx="1448" cy="1120"/>
          </a:xfrm>
        </p:grpSpPr>
        <p:sp>
          <p:nvSpPr>
            <p:cNvPr id="57419" name="Line 42"/>
            <p:cNvSpPr/>
            <p:nvPr/>
          </p:nvSpPr>
          <p:spPr>
            <a:xfrm flipV="1">
              <a:off x="2055" y="2811"/>
              <a:ext cx="1200" cy="0"/>
            </a:xfrm>
            <a:prstGeom prst="line">
              <a:avLst/>
            </a:prstGeom>
            <a:ln w="28575" cap="flat" cmpd="sng">
              <a:solidFill>
                <a:srgbClr val="FF0000"/>
              </a:solidFill>
              <a:prstDash val="solid"/>
              <a:headEnd type="none" w="med" len="med"/>
              <a:tailEnd type="triangle" w="med" len="med"/>
            </a:ln>
          </p:spPr>
        </p:sp>
        <p:sp>
          <p:nvSpPr>
            <p:cNvPr id="57420" name="Line 43"/>
            <p:cNvSpPr/>
            <p:nvPr/>
          </p:nvSpPr>
          <p:spPr>
            <a:xfrm>
              <a:off x="2055" y="2811"/>
              <a:ext cx="768" cy="432"/>
            </a:xfrm>
            <a:prstGeom prst="line">
              <a:avLst/>
            </a:prstGeom>
            <a:ln w="28575" cap="flat" cmpd="sng">
              <a:solidFill>
                <a:srgbClr val="FF3300"/>
              </a:solidFill>
              <a:prstDash val="solid"/>
              <a:headEnd type="none" w="med" len="med"/>
              <a:tailEnd type="triangle" w="med" len="med"/>
            </a:ln>
          </p:spPr>
        </p:sp>
        <p:sp>
          <p:nvSpPr>
            <p:cNvPr id="57421" name="Freeform 44"/>
            <p:cNvSpPr/>
            <p:nvPr/>
          </p:nvSpPr>
          <p:spPr>
            <a:xfrm>
              <a:off x="2259" y="2808"/>
              <a:ext cx="19" cy="117"/>
            </a:xfrm>
            <a:custGeom>
              <a:avLst/>
              <a:gdLst>
                <a:gd name="txL" fmla="*/ 0 w 19"/>
                <a:gd name="txT" fmla="*/ 0 h 117"/>
                <a:gd name="txR" fmla="*/ 19 w 19"/>
                <a:gd name="txB" fmla="*/ 117 h 117"/>
              </a:gdLst>
              <a:ahLst/>
              <a:cxnLst>
                <a:cxn ang="0">
                  <a:pos x="6" y="0"/>
                </a:cxn>
                <a:cxn ang="0">
                  <a:pos x="18" y="51"/>
                </a:cxn>
                <a:cxn ang="0">
                  <a:pos x="0" y="117"/>
                </a:cxn>
              </a:cxnLst>
              <a:rect l="txL" t="txT" r="txR" b="txB"/>
              <a:pathLst>
                <a:path w="19" h="117">
                  <a:moveTo>
                    <a:pt x="6" y="0"/>
                  </a:moveTo>
                  <a:cubicBezTo>
                    <a:pt x="8" y="8"/>
                    <a:pt x="19" y="32"/>
                    <a:pt x="18" y="51"/>
                  </a:cubicBezTo>
                  <a:cubicBezTo>
                    <a:pt x="17" y="70"/>
                    <a:pt x="4" y="103"/>
                    <a:pt x="0" y="117"/>
                  </a:cubicBezTo>
                </a:path>
              </a:pathLst>
            </a:custGeom>
            <a:noFill/>
            <a:ln w="28575" cap="flat" cmpd="sng">
              <a:solidFill>
                <a:srgbClr val="66FF33"/>
              </a:solidFill>
              <a:prstDash val="solid"/>
              <a:round/>
              <a:headEnd type="none" w="med" len="med"/>
              <a:tailEnd type="stealth" w="sm" len="sm"/>
            </a:ln>
          </p:spPr>
          <p:txBody>
            <a:bodyPr wrap="none" anchor="ctr" anchorCtr="0"/>
            <a:p>
              <a:endParaRPr lang="zh-CN" altLang="en-US" dirty="0">
                <a:latin typeface="楷体_GB2312" pitchFamily="49" charset="-122"/>
              </a:endParaRPr>
            </a:p>
          </p:txBody>
        </p:sp>
        <p:sp>
          <p:nvSpPr>
            <p:cNvPr id="57422" name="Text Box 45"/>
            <p:cNvSpPr txBox="1"/>
            <p:nvPr/>
          </p:nvSpPr>
          <p:spPr>
            <a:xfrm>
              <a:off x="2247" y="2715"/>
              <a:ext cx="288" cy="288"/>
            </a:xfrm>
            <a:prstGeom prst="rect">
              <a:avLst/>
            </a:prstGeom>
            <a:noFill/>
            <a:ln w="28575">
              <a:noFill/>
            </a:ln>
          </p:spPr>
          <p:txBody>
            <a:bodyPr>
              <a:spAutoFit/>
            </a:bodyPr>
            <a:p>
              <a:pPr>
                <a:spcBef>
                  <a:spcPct val="50000"/>
                </a:spcBef>
              </a:pPr>
              <a:r>
                <a:rPr lang="en-US" altLang="zh-CN" sz="2400" b="0" i="1" dirty="0">
                  <a:solidFill>
                    <a:schemeClr val="bg1"/>
                  </a:solidFill>
                  <a:latin typeface="Times New Roman" panose="02020603050405020304" pitchFamily="18" charset="0"/>
                  <a:ea typeface="宋体" panose="02010600030101010101" pitchFamily="2" charset="-122"/>
                  <a:sym typeface="Symbol" panose="05050102010706020507" pitchFamily="18" charset="2"/>
                </a:rPr>
                <a:t></a:t>
              </a:r>
              <a:endParaRPr lang="en-US" altLang="zh-CN" sz="2400" b="0" dirty="0">
                <a:solidFill>
                  <a:schemeClr val="bg1"/>
                </a:solidFill>
                <a:latin typeface="Times New Roman" panose="02020603050405020304" pitchFamily="18" charset="0"/>
                <a:ea typeface="宋体" panose="02010600030101010101" pitchFamily="2" charset="-122"/>
              </a:endParaRPr>
            </a:p>
          </p:txBody>
        </p:sp>
        <p:sp>
          <p:nvSpPr>
            <p:cNvPr id="57423" name="Freeform 46"/>
            <p:cNvSpPr/>
            <p:nvPr/>
          </p:nvSpPr>
          <p:spPr>
            <a:xfrm>
              <a:off x="2055" y="2810"/>
              <a:ext cx="748" cy="1"/>
            </a:xfrm>
            <a:custGeom>
              <a:avLst/>
              <a:gdLst>
                <a:gd name="txL" fmla="*/ 0 w 748"/>
                <a:gd name="txT" fmla="*/ 0 h 1"/>
                <a:gd name="txR" fmla="*/ 748 w 748"/>
                <a:gd name="txB" fmla="*/ 1 h 1"/>
              </a:gdLst>
              <a:ahLst/>
              <a:cxnLst>
                <a:cxn ang="0">
                  <a:pos x="0" y="1"/>
                </a:cxn>
                <a:cxn ang="0">
                  <a:pos x="748" y="0"/>
                </a:cxn>
              </a:cxnLst>
              <a:rect l="txL" t="txT" r="txR" b="txB"/>
              <a:pathLst>
                <a:path w="748" h="1">
                  <a:moveTo>
                    <a:pt x="0" y="1"/>
                  </a:moveTo>
                  <a:lnTo>
                    <a:pt x="748" y="0"/>
                  </a:lnTo>
                </a:path>
              </a:pathLst>
            </a:custGeom>
            <a:noFill/>
            <a:ln w="28575" cap="flat" cmpd="sng">
              <a:solidFill>
                <a:srgbClr val="FFFF00"/>
              </a:solidFill>
              <a:prstDash val="dash"/>
              <a:round/>
              <a:headEnd type="none" w="med" len="med"/>
              <a:tailEnd type="triangle" w="med" len="med"/>
            </a:ln>
          </p:spPr>
          <p:txBody>
            <a:bodyPr wrap="none" anchor="ctr" anchorCtr="0"/>
            <a:p>
              <a:endParaRPr lang="zh-CN" altLang="en-US" dirty="0">
                <a:latin typeface="楷体_GB2312" pitchFamily="49" charset="-122"/>
              </a:endParaRPr>
            </a:p>
          </p:txBody>
        </p:sp>
        <p:graphicFrame>
          <p:nvGraphicFramePr>
            <p:cNvPr id="57364" name="Object 48"/>
            <p:cNvGraphicFramePr/>
            <p:nvPr/>
          </p:nvGraphicFramePr>
          <p:xfrm>
            <a:off x="2767" y="3120"/>
            <a:ext cx="159" cy="400"/>
          </p:xfrm>
          <a:graphic>
            <a:graphicData uri="http://schemas.openxmlformats.org/presentationml/2006/ole">
              <mc:AlternateContent xmlns:mc="http://schemas.openxmlformats.org/markup-compatibility/2006">
                <mc:Choice xmlns:v="urn:schemas-microsoft-com:vml" Requires="v">
                  <p:oleObj spid="_x0000_s3433" name="" r:id="rId5" imgW="127000" imgH="316865" progId="Equation.3">
                    <p:embed/>
                  </p:oleObj>
                </mc:Choice>
                <mc:Fallback>
                  <p:oleObj name="" r:id="rId5" imgW="127000" imgH="316865" progId="Equation.3">
                    <p:embed/>
                    <p:pic>
                      <p:nvPicPr>
                        <p:cNvPr id="0" name="图片 3432"/>
                        <p:cNvPicPr/>
                        <p:nvPr/>
                      </p:nvPicPr>
                      <p:blipFill>
                        <a:blip r:embed="rId6">
                          <a:clrChange>
                            <a:clrFrom>
                              <a:srgbClr val="000000"/>
                            </a:clrFrom>
                            <a:clrTo>
                              <a:srgbClr val="FFFFFF"/>
                            </a:clrTo>
                          </a:clrChange>
                        </a:blip>
                        <a:stretch>
                          <a:fillRect/>
                        </a:stretch>
                      </p:blipFill>
                      <p:spPr>
                        <a:xfrm>
                          <a:off x="2767" y="3120"/>
                          <a:ext cx="159" cy="400"/>
                        </a:xfrm>
                        <a:prstGeom prst="rect">
                          <a:avLst/>
                        </a:prstGeom>
                        <a:noFill/>
                        <a:ln w="38100">
                          <a:noFill/>
                          <a:miter/>
                        </a:ln>
                      </p:spPr>
                    </p:pic>
                  </p:oleObj>
                </mc:Fallback>
              </mc:AlternateContent>
            </a:graphicData>
          </a:graphic>
        </p:graphicFrame>
        <p:graphicFrame>
          <p:nvGraphicFramePr>
            <p:cNvPr id="57365" name="Object 49"/>
            <p:cNvGraphicFramePr/>
            <p:nvPr/>
          </p:nvGraphicFramePr>
          <p:xfrm>
            <a:off x="3279" y="2546"/>
            <a:ext cx="224" cy="386"/>
          </p:xfrm>
          <a:graphic>
            <a:graphicData uri="http://schemas.openxmlformats.org/presentationml/2006/ole">
              <mc:AlternateContent xmlns:mc="http://schemas.openxmlformats.org/markup-compatibility/2006">
                <mc:Choice xmlns:v="urn:schemas-microsoft-com:vml" Requires="v">
                  <p:oleObj spid="_x0000_s3436" name="" r:id="rId7" imgW="177800" imgH="304165" progId="Equation.3">
                    <p:embed/>
                  </p:oleObj>
                </mc:Choice>
                <mc:Fallback>
                  <p:oleObj name="" r:id="rId7" imgW="177800" imgH="304165" progId="Equation.3">
                    <p:embed/>
                    <p:pic>
                      <p:nvPicPr>
                        <p:cNvPr id="0" name="图片 3435"/>
                        <p:cNvPicPr/>
                        <p:nvPr/>
                      </p:nvPicPr>
                      <p:blipFill>
                        <a:blip r:embed="rId8">
                          <a:clrChange>
                            <a:clrFrom>
                              <a:srgbClr val="000000"/>
                            </a:clrFrom>
                            <a:clrTo>
                              <a:srgbClr val="FFFFFF"/>
                            </a:clrTo>
                          </a:clrChange>
                        </a:blip>
                        <a:stretch>
                          <a:fillRect/>
                        </a:stretch>
                      </p:blipFill>
                      <p:spPr>
                        <a:xfrm>
                          <a:off x="3279" y="2546"/>
                          <a:ext cx="224" cy="386"/>
                        </a:xfrm>
                        <a:prstGeom prst="rect">
                          <a:avLst/>
                        </a:prstGeom>
                        <a:noFill/>
                        <a:ln w="38100">
                          <a:noFill/>
                          <a:miter/>
                        </a:ln>
                      </p:spPr>
                    </p:pic>
                  </p:oleObj>
                </mc:Fallback>
              </mc:AlternateContent>
            </a:graphicData>
          </a:graphic>
        </p:graphicFrame>
        <p:graphicFrame>
          <p:nvGraphicFramePr>
            <p:cNvPr id="57366" name="Object 50"/>
            <p:cNvGraphicFramePr/>
            <p:nvPr/>
          </p:nvGraphicFramePr>
          <p:xfrm>
            <a:off x="2880" y="2808"/>
            <a:ext cx="256" cy="418"/>
          </p:xfrm>
          <a:graphic>
            <a:graphicData uri="http://schemas.openxmlformats.org/presentationml/2006/ole">
              <mc:AlternateContent xmlns:mc="http://schemas.openxmlformats.org/markup-compatibility/2006">
                <mc:Choice xmlns:v="urn:schemas-microsoft-com:vml" Requires="v">
                  <p:oleObj spid="_x0000_s3432" name="" r:id="rId9" imgW="203200" imgH="330200" progId="Equation.3">
                    <p:embed/>
                  </p:oleObj>
                </mc:Choice>
                <mc:Fallback>
                  <p:oleObj name="" r:id="rId9" imgW="203200" imgH="330200" progId="Equation.3">
                    <p:embed/>
                    <p:pic>
                      <p:nvPicPr>
                        <p:cNvPr id="0" name="图片 3431"/>
                        <p:cNvPicPr/>
                        <p:nvPr/>
                      </p:nvPicPr>
                      <p:blipFill>
                        <a:blip r:embed="rId10">
                          <a:clrChange>
                            <a:clrFrom>
                              <a:srgbClr val="000000"/>
                            </a:clrFrom>
                            <a:clrTo>
                              <a:srgbClr val="FFFFFF"/>
                            </a:clrTo>
                          </a:clrChange>
                        </a:blip>
                        <a:stretch>
                          <a:fillRect/>
                        </a:stretch>
                      </p:blipFill>
                      <p:spPr>
                        <a:xfrm>
                          <a:off x="2880" y="2808"/>
                          <a:ext cx="256" cy="418"/>
                        </a:xfrm>
                        <a:prstGeom prst="rect">
                          <a:avLst/>
                        </a:prstGeom>
                        <a:noFill/>
                        <a:ln w="38100">
                          <a:noFill/>
                          <a:miter/>
                        </a:ln>
                      </p:spPr>
                    </p:pic>
                  </p:oleObj>
                </mc:Fallback>
              </mc:AlternateContent>
            </a:graphicData>
          </a:graphic>
        </p:graphicFrame>
        <p:graphicFrame>
          <p:nvGraphicFramePr>
            <p:cNvPr id="57367" name="Object 51"/>
            <p:cNvGraphicFramePr/>
            <p:nvPr/>
          </p:nvGraphicFramePr>
          <p:xfrm>
            <a:off x="2517" y="2400"/>
            <a:ext cx="256" cy="419"/>
          </p:xfrm>
          <a:graphic>
            <a:graphicData uri="http://schemas.openxmlformats.org/presentationml/2006/ole">
              <mc:AlternateContent xmlns:mc="http://schemas.openxmlformats.org/markup-compatibility/2006">
                <mc:Choice xmlns:v="urn:schemas-microsoft-com:vml" Requires="v">
                  <p:oleObj spid="_x0000_s3427" name="" r:id="rId11" imgW="203200" imgH="330200" progId="Equation.3">
                    <p:embed/>
                  </p:oleObj>
                </mc:Choice>
                <mc:Fallback>
                  <p:oleObj name="" r:id="rId11" imgW="203200" imgH="330200" progId="Equation.3">
                    <p:embed/>
                    <p:pic>
                      <p:nvPicPr>
                        <p:cNvPr id="0" name="图片 3426"/>
                        <p:cNvPicPr/>
                        <p:nvPr/>
                      </p:nvPicPr>
                      <p:blipFill>
                        <a:blip r:embed="rId12">
                          <a:clrChange>
                            <a:clrFrom>
                              <a:srgbClr val="000000"/>
                            </a:clrFrom>
                            <a:clrTo>
                              <a:srgbClr val="FFFFFF"/>
                            </a:clrTo>
                          </a:clrChange>
                        </a:blip>
                        <a:stretch>
                          <a:fillRect/>
                        </a:stretch>
                      </p:blipFill>
                      <p:spPr>
                        <a:xfrm>
                          <a:off x="2517" y="2400"/>
                          <a:ext cx="256" cy="419"/>
                        </a:xfrm>
                        <a:prstGeom prst="rect">
                          <a:avLst/>
                        </a:prstGeom>
                        <a:noFill/>
                        <a:ln w="38100">
                          <a:noFill/>
                          <a:miter/>
                        </a:ln>
                      </p:spPr>
                    </p:pic>
                  </p:oleObj>
                </mc:Fallback>
              </mc:AlternateContent>
            </a:graphicData>
          </a:graphic>
        </p:graphicFrame>
        <p:sp>
          <p:nvSpPr>
            <p:cNvPr id="57424" name="Line 53"/>
            <p:cNvSpPr/>
            <p:nvPr/>
          </p:nvSpPr>
          <p:spPr>
            <a:xfrm>
              <a:off x="2815" y="2816"/>
              <a:ext cx="0" cy="432"/>
            </a:xfrm>
            <a:prstGeom prst="line">
              <a:avLst/>
            </a:prstGeom>
            <a:ln w="28575" cap="flat" cmpd="sng">
              <a:solidFill>
                <a:srgbClr val="66FFFF"/>
              </a:solidFill>
              <a:prstDash val="dash"/>
              <a:headEnd type="none" w="med" len="med"/>
              <a:tailEnd type="triangle" w="med" len="med"/>
            </a:ln>
          </p:spPr>
        </p:sp>
      </p:grpSp>
      <p:grpSp>
        <p:nvGrpSpPr>
          <p:cNvPr id="3" name="Group 81"/>
          <p:cNvGrpSpPr/>
          <p:nvPr/>
        </p:nvGrpSpPr>
        <p:grpSpPr>
          <a:xfrm>
            <a:off x="2916238" y="1844675"/>
            <a:ext cx="2249487" cy="2041525"/>
            <a:chOff x="1927" y="858"/>
            <a:chExt cx="1417" cy="1286"/>
          </a:xfrm>
        </p:grpSpPr>
        <p:sp>
          <p:nvSpPr>
            <p:cNvPr id="57414" name="Line 27"/>
            <p:cNvSpPr/>
            <p:nvPr/>
          </p:nvSpPr>
          <p:spPr>
            <a:xfrm flipV="1">
              <a:off x="1927" y="1072"/>
              <a:ext cx="1044" cy="725"/>
            </a:xfrm>
            <a:prstGeom prst="line">
              <a:avLst/>
            </a:prstGeom>
            <a:ln w="28575" cap="flat" cmpd="sng">
              <a:solidFill>
                <a:srgbClr val="FF0000"/>
              </a:solidFill>
              <a:prstDash val="solid"/>
              <a:headEnd type="none" w="med" len="med"/>
              <a:tailEnd type="triangle" w="med" len="med"/>
            </a:ln>
          </p:spPr>
        </p:sp>
        <p:sp>
          <p:nvSpPr>
            <p:cNvPr id="57415" name="Freeform 29"/>
            <p:cNvSpPr/>
            <p:nvPr/>
          </p:nvSpPr>
          <p:spPr>
            <a:xfrm>
              <a:off x="2154" y="1661"/>
              <a:ext cx="19" cy="119"/>
            </a:xfrm>
            <a:custGeom>
              <a:avLst/>
              <a:gdLst>
                <a:gd name="txL" fmla="*/ 0 w 19"/>
                <a:gd name="txT" fmla="*/ 0 h 117"/>
                <a:gd name="txR" fmla="*/ 19 w 19"/>
                <a:gd name="txB" fmla="*/ 117 h 117"/>
              </a:gdLst>
              <a:ahLst/>
              <a:cxnLst>
                <a:cxn ang="0">
                  <a:pos x="6" y="0"/>
                </a:cxn>
                <a:cxn ang="0">
                  <a:pos x="18" y="51"/>
                </a:cxn>
                <a:cxn ang="0">
                  <a:pos x="0" y="117"/>
                </a:cxn>
              </a:cxnLst>
              <a:rect l="txL" t="txT" r="txR" b="txB"/>
              <a:pathLst>
                <a:path w="19" h="117">
                  <a:moveTo>
                    <a:pt x="6" y="0"/>
                  </a:moveTo>
                  <a:cubicBezTo>
                    <a:pt x="8" y="8"/>
                    <a:pt x="19" y="32"/>
                    <a:pt x="18" y="51"/>
                  </a:cubicBezTo>
                  <a:cubicBezTo>
                    <a:pt x="17" y="70"/>
                    <a:pt x="4" y="103"/>
                    <a:pt x="0" y="117"/>
                  </a:cubicBezTo>
                </a:path>
              </a:pathLst>
            </a:custGeom>
            <a:noFill/>
            <a:ln w="28575" cap="flat" cmpd="sng">
              <a:solidFill>
                <a:srgbClr val="66FF33"/>
              </a:solidFill>
              <a:prstDash val="solid"/>
              <a:round/>
              <a:headEnd type="none" w="med" len="med"/>
              <a:tailEnd type="stealth" w="sm" len="sm"/>
            </a:ln>
          </p:spPr>
          <p:txBody>
            <a:bodyPr wrap="none" anchor="ctr" anchorCtr="0"/>
            <a:p>
              <a:endParaRPr lang="zh-CN" altLang="en-US" dirty="0">
                <a:latin typeface="楷体_GB2312" pitchFamily="49" charset="-122"/>
              </a:endParaRPr>
            </a:p>
          </p:txBody>
        </p:sp>
        <p:sp>
          <p:nvSpPr>
            <p:cNvPr id="57416" name="Text Box 30"/>
            <p:cNvSpPr txBox="1"/>
            <p:nvPr/>
          </p:nvSpPr>
          <p:spPr>
            <a:xfrm>
              <a:off x="2200" y="1480"/>
              <a:ext cx="288" cy="288"/>
            </a:xfrm>
            <a:prstGeom prst="rect">
              <a:avLst/>
            </a:prstGeom>
            <a:noFill/>
            <a:ln w="28575">
              <a:noFill/>
            </a:ln>
          </p:spPr>
          <p:txBody>
            <a:bodyPr>
              <a:spAutoFit/>
            </a:bodyPr>
            <a:p>
              <a:pPr>
                <a:spcBef>
                  <a:spcPct val="50000"/>
                </a:spcBef>
              </a:pPr>
              <a:r>
                <a:rPr lang="en-US" altLang="zh-CN" sz="2400" b="0" i="1" dirty="0">
                  <a:solidFill>
                    <a:schemeClr val="bg1"/>
                  </a:solidFill>
                  <a:latin typeface="Times New Roman" panose="02020603050405020304" pitchFamily="18" charset="0"/>
                  <a:ea typeface="宋体" panose="02010600030101010101" pitchFamily="2" charset="-122"/>
                  <a:sym typeface="Symbol" panose="05050102010706020507" pitchFamily="18" charset="2"/>
                </a:rPr>
                <a:t></a:t>
              </a:r>
              <a:endParaRPr lang="en-US" altLang="zh-CN" sz="2400" b="0" dirty="0">
                <a:solidFill>
                  <a:schemeClr val="bg1"/>
                </a:solidFill>
                <a:latin typeface="Times New Roman" panose="02020603050405020304" pitchFamily="18" charset="0"/>
                <a:ea typeface="宋体" panose="02010600030101010101" pitchFamily="2" charset="-122"/>
              </a:endParaRPr>
            </a:p>
          </p:txBody>
        </p:sp>
        <p:graphicFrame>
          <p:nvGraphicFramePr>
            <p:cNvPr id="57360" name="Object 35"/>
            <p:cNvGraphicFramePr/>
            <p:nvPr/>
          </p:nvGraphicFramePr>
          <p:xfrm>
            <a:off x="2562" y="1720"/>
            <a:ext cx="159" cy="406"/>
          </p:xfrm>
          <a:graphic>
            <a:graphicData uri="http://schemas.openxmlformats.org/presentationml/2006/ole">
              <mc:AlternateContent xmlns:mc="http://schemas.openxmlformats.org/markup-compatibility/2006">
                <mc:Choice xmlns:v="urn:schemas-microsoft-com:vml" Requires="v">
                  <p:oleObj spid="_x0000_s3434" name="" r:id="rId13" imgW="127000" imgH="316865" progId="Equation.3">
                    <p:embed/>
                  </p:oleObj>
                </mc:Choice>
                <mc:Fallback>
                  <p:oleObj name="" r:id="rId13" imgW="127000" imgH="316865" progId="Equation.3">
                    <p:embed/>
                    <p:pic>
                      <p:nvPicPr>
                        <p:cNvPr id="0" name="图片 3433"/>
                        <p:cNvPicPr/>
                        <p:nvPr/>
                      </p:nvPicPr>
                      <p:blipFill>
                        <a:blip r:embed="rId14">
                          <a:clrChange>
                            <a:clrFrom>
                              <a:srgbClr val="000000"/>
                            </a:clrFrom>
                            <a:clrTo>
                              <a:srgbClr val="FFFFFF"/>
                            </a:clrTo>
                          </a:clrChange>
                        </a:blip>
                        <a:stretch>
                          <a:fillRect/>
                        </a:stretch>
                      </p:blipFill>
                      <p:spPr>
                        <a:xfrm>
                          <a:off x="2562" y="1720"/>
                          <a:ext cx="159" cy="406"/>
                        </a:xfrm>
                        <a:prstGeom prst="rect">
                          <a:avLst/>
                        </a:prstGeom>
                        <a:noFill/>
                        <a:ln w="38100">
                          <a:noFill/>
                          <a:miter/>
                        </a:ln>
                      </p:spPr>
                    </p:pic>
                  </p:oleObj>
                </mc:Fallback>
              </mc:AlternateContent>
            </a:graphicData>
          </a:graphic>
        </p:graphicFrame>
        <p:graphicFrame>
          <p:nvGraphicFramePr>
            <p:cNvPr id="57361" name="Object 36"/>
            <p:cNvGraphicFramePr/>
            <p:nvPr/>
          </p:nvGraphicFramePr>
          <p:xfrm>
            <a:off x="2600" y="858"/>
            <a:ext cx="224" cy="424"/>
          </p:xfrm>
          <a:graphic>
            <a:graphicData uri="http://schemas.openxmlformats.org/presentationml/2006/ole">
              <mc:AlternateContent xmlns:mc="http://schemas.openxmlformats.org/markup-compatibility/2006">
                <mc:Choice xmlns:v="urn:schemas-microsoft-com:vml" Requires="v">
                  <p:oleObj spid="_x0000_s3428" name="" r:id="rId15" imgW="177800" imgH="329565" progId="Equation.3">
                    <p:embed/>
                  </p:oleObj>
                </mc:Choice>
                <mc:Fallback>
                  <p:oleObj name="" r:id="rId15" imgW="177800" imgH="329565" progId="Equation.3">
                    <p:embed/>
                    <p:pic>
                      <p:nvPicPr>
                        <p:cNvPr id="0" name="图片 3427"/>
                        <p:cNvPicPr/>
                        <p:nvPr/>
                      </p:nvPicPr>
                      <p:blipFill>
                        <a:blip r:embed="rId16">
                          <a:clrChange>
                            <a:clrFrom>
                              <a:srgbClr val="000000"/>
                            </a:clrFrom>
                            <a:clrTo>
                              <a:srgbClr val="FFFFFF"/>
                            </a:clrTo>
                          </a:clrChange>
                        </a:blip>
                        <a:stretch>
                          <a:fillRect/>
                        </a:stretch>
                      </p:blipFill>
                      <p:spPr>
                        <a:xfrm>
                          <a:off x="2600" y="858"/>
                          <a:ext cx="224" cy="424"/>
                        </a:xfrm>
                        <a:prstGeom prst="rect">
                          <a:avLst/>
                        </a:prstGeom>
                        <a:noFill/>
                        <a:ln w="38100">
                          <a:noFill/>
                          <a:miter/>
                        </a:ln>
                      </p:spPr>
                    </p:pic>
                  </p:oleObj>
                </mc:Fallback>
              </mc:AlternateContent>
            </a:graphicData>
          </a:graphic>
        </p:graphicFrame>
        <p:graphicFrame>
          <p:nvGraphicFramePr>
            <p:cNvPr id="57362" name="Object 37"/>
            <p:cNvGraphicFramePr/>
            <p:nvPr/>
          </p:nvGraphicFramePr>
          <p:xfrm>
            <a:off x="2872" y="1720"/>
            <a:ext cx="320" cy="424"/>
          </p:xfrm>
          <a:graphic>
            <a:graphicData uri="http://schemas.openxmlformats.org/presentationml/2006/ole">
              <mc:AlternateContent xmlns:mc="http://schemas.openxmlformats.org/markup-compatibility/2006">
                <mc:Choice xmlns:v="urn:schemas-microsoft-com:vml" Requires="v">
                  <p:oleObj spid="_x0000_s3437" name="" r:id="rId17" imgW="254000" imgH="330200" progId="Equation.3">
                    <p:embed/>
                  </p:oleObj>
                </mc:Choice>
                <mc:Fallback>
                  <p:oleObj name="" r:id="rId17" imgW="254000" imgH="330200" progId="Equation.3">
                    <p:embed/>
                    <p:pic>
                      <p:nvPicPr>
                        <p:cNvPr id="0" name="图片 3436"/>
                        <p:cNvPicPr/>
                        <p:nvPr/>
                      </p:nvPicPr>
                      <p:blipFill>
                        <a:blip r:embed="rId18">
                          <a:clrChange>
                            <a:clrFrom>
                              <a:srgbClr val="000000"/>
                            </a:clrFrom>
                            <a:clrTo>
                              <a:srgbClr val="FFFFFF"/>
                            </a:clrTo>
                          </a:clrChange>
                        </a:blip>
                        <a:stretch>
                          <a:fillRect/>
                        </a:stretch>
                      </p:blipFill>
                      <p:spPr>
                        <a:xfrm>
                          <a:off x="2872" y="1720"/>
                          <a:ext cx="320" cy="424"/>
                        </a:xfrm>
                        <a:prstGeom prst="rect">
                          <a:avLst/>
                        </a:prstGeom>
                        <a:noFill/>
                        <a:ln w="38100">
                          <a:noFill/>
                          <a:miter/>
                        </a:ln>
                      </p:spPr>
                    </p:pic>
                  </p:oleObj>
                </mc:Fallback>
              </mc:AlternateContent>
            </a:graphicData>
          </a:graphic>
        </p:graphicFrame>
        <p:graphicFrame>
          <p:nvGraphicFramePr>
            <p:cNvPr id="57363" name="Object 38"/>
            <p:cNvGraphicFramePr/>
            <p:nvPr/>
          </p:nvGraphicFramePr>
          <p:xfrm>
            <a:off x="3008" y="1176"/>
            <a:ext cx="336" cy="424"/>
          </p:xfrm>
          <a:graphic>
            <a:graphicData uri="http://schemas.openxmlformats.org/presentationml/2006/ole">
              <mc:AlternateContent xmlns:mc="http://schemas.openxmlformats.org/markup-compatibility/2006">
                <mc:Choice xmlns:v="urn:schemas-microsoft-com:vml" Requires="v">
                  <p:oleObj spid="_x0000_s3424" name="" r:id="rId19" imgW="266065" imgH="329565" progId="Equation.3">
                    <p:embed/>
                  </p:oleObj>
                </mc:Choice>
                <mc:Fallback>
                  <p:oleObj name="" r:id="rId19" imgW="266065" imgH="329565" progId="Equation.3">
                    <p:embed/>
                    <p:pic>
                      <p:nvPicPr>
                        <p:cNvPr id="0" name="图片 3423"/>
                        <p:cNvPicPr/>
                        <p:nvPr/>
                      </p:nvPicPr>
                      <p:blipFill>
                        <a:blip r:embed="rId20">
                          <a:clrChange>
                            <a:clrFrom>
                              <a:srgbClr val="000000"/>
                            </a:clrFrom>
                            <a:clrTo>
                              <a:srgbClr val="FFFFFF"/>
                            </a:clrTo>
                          </a:clrChange>
                        </a:blip>
                        <a:stretch>
                          <a:fillRect/>
                        </a:stretch>
                      </p:blipFill>
                      <p:spPr>
                        <a:xfrm>
                          <a:off x="3008" y="1176"/>
                          <a:ext cx="336" cy="424"/>
                        </a:xfrm>
                        <a:prstGeom prst="rect">
                          <a:avLst/>
                        </a:prstGeom>
                        <a:noFill/>
                        <a:ln w="38100">
                          <a:noFill/>
                          <a:miter/>
                        </a:ln>
                      </p:spPr>
                    </p:pic>
                  </p:oleObj>
                </mc:Fallback>
              </mc:AlternateContent>
            </a:graphicData>
          </a:graphic>
        </p:graphicFrame>
        <p:sp>
          <p:nvSpPr>
            <p:cNvPr id="57417" name="Line 79"/>
            <p:cNvSpPr/>
            <p:nvPr/>
          </p:nvSpPr>
          <p:spPr>
            <a:xfrm>
              <a:off x="1927" y="1797"/>
              <a:ext cx="1044" cy="0"/>
            </a:xfrm>
            <a:prstGeom prst="line">
              <a:avLst/>
            </a:prstGeom>
            <a:ln w="28575" cap="flat" cmpd="sng">
              <a:solidFill>
                <a:srgbClr val="FFFF00"/>
              </a:solidFill>
              <a:prstDash val="solid"/>
              <a:headEnd type="none" w="med" len="med"/>
              <a:tailEnd type="triangle" w="med" len="med"/>
            </a:ln>
          </p:spPr>
        </p:sp>
        <p:sp>
          <p:nvSpPr>
            <p:cNvPr id="57418" name="Line 80"/>
            <p:cNvSpPr/>
            <p:nvPr/>
          </p:nvSpPr>
          <p:spPr>
            <a:xfrm>
              <a:off x="2971" y="1117"/>
              <a:ext cx="0" cy="680"/>
            </a:xfrm>
            <a:prstGeom prst="line">
              <a:avLst/>
            </a:prstGeom>
            <a:ln w="28575" cap="flat" cmpd="sng">
              <a:solidFill>
                <a:srgbClr val="66FFFF"/>
              </a:solidFill>
              <a:prstDash val="solid"/>
              <a:headEnd type="triangle" w="med" len="med"/>
              <a:tailEnd type="none" w="med" len="med"/>
            </a:ln>
          </p:spPr>
        </p:sp>
      </p:grpSp>
      <p:graphicFrame>
        <p:nvGraphicFramePr>
          <p:cNvPr id="74834" name="Object 82"/>
          <p:cNvGraphicFramePr/>
          <p:nvPr/>
        </p:nvGraphicFramePr>
        <p:xfrm>
          <a:off x="5435600" y="1844675"/>
          <a:ext cx="3035300" cy="539750"/>
        </p:xfrm>
        <a:graphic>
          <a:graphicData uri="http://schemas.openxmlformats.org/presentationml/2006/ole">
            <mc:AlternateContent xmlns:mc="http://schemas.openxmlformats.org/markup-compatibility/2006">
              <mc:Choice xmlns:v="urn:schemas-microsoft-com:vml" Requires="v">
                <p:oleObj spid="_x0000_s3430" name="" r:id="rId21" imgW="1358265" imgH="241300" progId="Equation.3">
                  <p:embed/>
                </p:oleObj>
              </mc:Choice>
              <mc:Fallback>
                <p:oleObj name="" r:id="rId21" imgW="1358265" imgH="241300" progId="Equation.3">
                  <p:embed/>
                  <p:pic>
                    <p:nvPicPr>
                      <p:cNvPr id="0" name="图片 3429"/>
                      <p:cNvPicPr/>
                      <p:nvPr/>
                    </p:nvPicPr>
                    <p:blipFill>
                      <a:blip r:embed="rId22">
                        <a:clrChange>
                          <a:clrFrom>
                            <a:srgbClr val="000000"/>
                          </a:clrFrom>
                          <a:clrTo>
                            <a:srgbClr val="FFFFFF"/>
                          </a:clrTo>
                        </a:clrChange>
                      </a:blip>
                      <a:stretch>
                        <a:fillRect/>
                      </a:stretch>
                    </p:blipFill>
                    <p:spPr>
                      <a:xfrm>
                        <a:off x="5435600" y="1844675"/>
                        <a:ext cx="3035300" cy="539750"/>
                      </a:xfrm>
                      <a:prstGeom prst="rect">
                        <a:avLst/>
                      </a:prstGeom>
                      <a:noFill/>
                      <a:ln w="38100">
                        <a:noFill/>
                        <a:miter/>
                      </a:ln>
                    </p:spPr>
                  </p:pic>
                </p:oleObj>
              </mc:Fallback>
            </mc:AlternateContent>
          </a:graphicData>
        </a:graphic>
      </p:graphicFrame>
      <p:graphicFrame>
        <p:nvGraphicFramePr>
          <p:cNvPr id="74835" name="Object 83"/>
          <p:cNvGraphicFramePr/>
          <p:nvPr/>
        </p:nvGraphicFramePr>
        <p:xfrm>
          <a:off x="5435600" y="2420938"/>
          <a:ext cx="3097213" cy="1189037"/>
        </p:xfrm>
        <a:graphic>
          <a:graphicData uri="http://schemas.openxmlformats.org/presentationml/2006/ole">
            <mc:AlternateContent xmlns:mc="http://schemas.openxmlformats.org/markup-compatibility/2006">
              <mc:Choice xmlns:v="urn:schemas-microsoft-com:vml" Requires="v">
                <p:oleObj spid="_x0000_s3435" name="" r:id="rId23" imgW="1689100" imgH="647700" progId="Equation.3">
                  <p:embed/>
                </p:oleObj>
              </mc:Choice>
              <mc:Fallback>
                <p:oleObj name="" r:id="rId23" imgW="1689100" imgH="647700" progId="Equation.3">
                  <p:embed/>
                  <p:pic>
                    <p:nvPicPr>
                      <p:cNvPr id="0" name="图片 3434"/>
                      <p:cNvPicPr/>
                      <p:nvPr/>
                    </p:nvPicPr>
                    <p:blipFill>
                      <a:blip r:embed="rId24">
                        <a:clrChange>
                          <a:clrFrom>
                            <a:srgbClr val="000000"/>
                          </a:clrFrom>
                          <a:clrTo>
                            <a:srgbClr val="FFFF00"/>
                          </a:clrTo>
                        </a:clrChange>
                      </a:blip>
                      <a:stretch>
                        <a:fillRect/>
                      </a:stretch>
                    </p:blipFill>
                    <p:spPr>
                      <a:xfrm>
                        <a:off x="5435600" y="2420938"/>
                        <a:ext cx="3097213" cy="1189037"/>
                      </a:xfrm>
                      <a:prstGeom prst="rect">
                        <a:avLst/>
                      </a:prstGeom>
                      <a:noFill/>
                      <a:ln w="38100">
                        <a:noFill/>
                        <a:miter/>
                      </a:ln>
                    </p:spPr>
                  </p:pic>
                </p:oleObj>
              </mc:Fallback>
            </mc:AlternateContent>
          </a:graphicData>
        </a:graphic>
      </p:graphicFrame>
      <p:graphicFrame>
        <p:nvGraphicFramePr>
          <p:cNvPr id="74837" name="Object 85"/>
          <p:cNvGraphicFramePr/>
          <p:nvPr/>
        </p:nvGraphicFramePr>
        <p:xfrm>
          <a:off x="5710238" y="4437063"/>
          <a:ext cx="2813050" cy="519112"/>
        </p:xfrm>
        <a:graphic>
          <a:graphicData uri="http://schemas.openxmlformats.org/presentationml/2006/ole">
            <mc:AlternateContent xmlns:mc="http://schemas.openxmlformats.org/markup-compatibility/2006">
              <mc:Choice xmlns:v="urn:schemas-microsoft-com:vml" Requires="v">
                <p:oleObj spid="_x0000_s3425" name="" r:id="rId25" imgW="1307465" imgH="241300" progId="Equation.3">
                  <p:embed/>
                </p:oleObj>
              </mc:Choice>
              <mc:Fallback>
                <p:oleObj name="" r:id="rId25" imgW="1307465" imgH="241300" progId="Equation.3">
                  <p:embed/>
                  <p:pic>
                    <p:nvPicPr>
                      <p:cNvPr id="0" name="图片 3424"/>
                      <p:cNvPicPr/>
                      <p:nvPr/>
                    </p:nvPicPr>
                    <p:blipFill>
                      <a:blip r:embed="rId26">
                        <a:clrChange>
                          <a:clrFrom>
                            <a:srgbClr val="000000"/>
                          </a:clrFrom>
                          <a:clrTo>
                            <a:srgbClr val="FFFFFF"/>
                          </a:clrTo>
                        </a:clrChange>
                      </a:blip>
                      <a:stretch>
                        <a:fillRect/>
                      </a:stretch>
                    </p:blipFill>
                    <p:spPr>
                      <a:xfrm>
                        <a:off x="5710238" y="4437063"/>
                        <a:ext cx="2813050" cy="519112"/>
                      </a:xfrm>
                      <a:prstGeom prst="rect">
                        <a:avLst/>
                      </a:prstGeom>
                      <a:noFill/>
                      <a:ln w="38100">
                        <a:noFill/>
                        <a:miter/>
                      </a:ln>
                    </p:spPr>
                  </p:pic>
                </p:oleObj>
              </mc:Fallback>
            </mc:AlternateContent>
          </a:graphicData>
        </a:graphic>
      </p:graphicFrame>
      <p:graphicFrame>
        <p:nvGraphicFramePr>
          <p:cNvPr id="74838" name="Object 86"/>
          <p:cNvGraphicFramePr/>
          <p:nvPr/>
        </p:nvGraphicFramePr>
        <p:xfrm>
          <a:off x="5580063" y="5013325"/>
          <a:ext cx="2970212" cy="1212850"/>
        </p:xfrm>
        <a:graphic>
          <a:graphicData uri="http://schemas.openxmlformats.org/presentationml/2006/ole">
            <mc:AlternateContent xmlns:mc="http://schemas.openxmlformats.org/markup-compatibility/2006">
              <mc:Choice xmlns:v="urn:schemas-microsoft-com:vml" Requires="v">
                <p:oleObj spid="_x0000_s3426" name="" r:id="rId27" imgW="1587500" imgH="647700" progId="Equation.3">
                  <p:embed/>
                </p:oleObj>
              </mc:Choice>
              <mc:Fallback>
                <p:oleObj name="" r:id="rId27" imgW="1587500" imgH="647700" progId="Equation.3">
                  <p:embed/>
                  <p:pic>
                    <p:nvPicPr>
                      <p:cNvPr id="0" name="图片 3425"/>
                      <p:cNvPicPr/>
                      <p:nvPr/>
                    </p:nvPicPr>
                    <p:blipFill>
                      <a:blip r:embed="rId28">
                        <a:clrChange>
                          <a:clrFrom>
                            <a:srgbClr val="000000"/>
                          </a:clrFrom>
                          <a:clrTo>
                            <a:srgbClr val="FFFF00"/>
                          </a:clrTo>
                        </a:clrChange>
                      </a:blip>
                      <a:stretch>
                        <a:fillRect/>
                      </a:stretch>
                    </p:blipFill>
                    <p:spPr>
                      <a:xfrm>
                        <a:off x="5580063" y="5013325"/>
                        <a:ext cx="2970212" cy="1212850"/>
                      </a:xfrm>
                      <a:prstGeom prst="rect">
                        <a:avLst/>
                      </a:prstGeom>
                      <a:noFill/>
                      <a:ln w="38100">
                        <a:noFill/>
                        <a:miter/>
                      </a:ln>
                    </p:spPr>
                  </p:pic>
                </p:oleObj>
              </mc:Fallback>
            </mc:AlternateContent>
          </a:graphicData>
        </a:graphic>
      </p:graphicFrame>
      <p:grpSp>
        <p:nvGrpSpPr>
          <p:cNvPr id="57372" name="Group 91"/>
          <p:cNvGrpSpPr/>
          <p:nvPr/>
        </p:nvGrpSpPr>
        <p:grpSpPr>
          <a:xfrm>
            <a:off x="8316913" y="6446838"/>
            <a:ext cx="792162" cy="366712"/>
            <a:chOff x="5193" y="4020"/>
            <a:chExt cx="499" cy="231"/>
          </a:xfrm>
        </p:grpSpPr>
        <p:pic>
          <p:nvPicPr>
            <p:cNvPr id="57412" name="Picture 92" descr="78900"/>
            <p:cNvPicPr>
              <a:picLocks noChangeAspect="1"/>
            </p:cNvPicPr>
            <p:nvPr/>
          </p:nvPicPr>
          <p:blipFill>
            <a:blip r:embed="rId29"/>
            <a:stretch>
              <a:fillRect/>
            </a:stretch>
          </p:blipFill>
          <p:spPr>
            <a:xfrm>
              <a:off x="5193" y="4066"/>
              <a:ext cx="499" cy="181"/>
            </a:xfrm>
            <a:prstGeom prst="rect">
              <a:avLst/>
            </a:prstGeom>
            <a:noFill/>
            <a:ln w="9525">
              <a:noFill/>
            </a:ln>
          </p:spPr>
        </p:pic>
        <p:sp>
          <p:nvSpPr>
            <p:cNvPr id="57413" name="Text Box 93">
              <a:hlinkClick r:id="" action="ppaction://hlinkshowjump?jump=nextslide"/>
            </p:cNvPr>
            <p:cNvSpPr txBox="1"/>
            <p:nvPr/>
          </p:nvSpPr>
          <p:spPr>
            <a:xfrm>
              <a:off x="5216" y="4020"/>
              <a:ext cx="476" cy="231"/>
            </a:xfrm>
            <a:prstGeom prst="rect">
              <a:avLst/>
            </a:prstGeom>
            <a:noFill/>
            <a:ln w="9525">
              <a:noFill/>
            </a:ln>
          </p:spPr>
          <p:txBody>
            <a:bodyPr wrap="none">
              <a:spAutoFit/>
            </a:bodyPr>
            <a:p>
              <a:pPr>
                <a:spcBef>
                  <a:spcPct val="50000"/>
                </a:spcBef>
              </a:pPr>
              <a:r>
                <a:rPr lang="zh-CN" altLang="en-US" sz="1800" b="0" dirty="0">
                  <a:solidFill>
                    <a:schemeClr val="bg1"/>
                  </a:solidFill>
                  <a:latin typeface="隶书" panose="02010509060101010101" pitchFamily="49" charset="-122"/>
                  <a:ea typeface="隶书" panose="02010509060101010101" pitchFamily="49" charset="-122"/>
                </a:rPr>
                <a:t>下 页</a:t>
              </a:r>
              <a:endParaRPr lang="zh-CN" altLang="en-US" sz="1800" b="0" dirty="0">
                <a:solidFill>
                  <a:schemeClr val="bg1"/>
                </a:solidFill>
                <a:latin typeface="隶书" panose="02010509060101010101" pitchFamily="49" charset="-122"/>
                <a:ea typeface="隶书" panose="02010509060101010101" pitchFamily="49" charset="-122"/>
              </a:endParaRPr>
            </a:p>
          </p:txBody>
        </p:sp>
      </p:grpSp>
      <p:grpSp>
        <p:nvGrpSpPr>
          <p:cNvPr id="57373" name="Group 94"/>
          <p:cNvGrpSpPr/>
          <p:nvPr/>
        </p:nvGrpSpPr>
        <p:grpSpPr>
          <a:xfrm>
            <a:off x="7453313" y="6446838"/>
            <a:ext cx="792162" cy="366712"/>
            <a:chOff x="4649" y="4020"/>
            <a:chExt cx="499" cy="231"/>
          </a:xfrm>
        </p:grpSpPr>
        <p:pic>
          <p:nvPicPr>
            <p:cNvPr id="57410" name="Picture 95" descr="78900"/>
            <p:cNvPicPr>
              <a:picLocks noChangeAspect="1"/>
            </p:cNvPicPr>
            <p:nvPr/>
          </p:nvPicPr>
          <p:blipFill>
            <a:blip r:embed="rId29"/>
            <a:stretch>
              <a:fillRect/>
            </a:stretch>
          </p:blipFill>
          <p:spPr>
            <a:xfrm>
              <a:off x="4649" y="4066"/>
              <a:ext cx="499" cy="181"/>
            </a:xfrm>
            <a:prstGeom prst="rect">
              <a:avLst/>
            </a:prstGeom>
            <a:noFill/>
            <a:ln w="9525">
              <a:noFill/>
            </a:ln>
          </p:spPr>
        </p:pic>
        <p:sp>
          <p:nvSpPr>
            <p:cNvPr id="57411" name="Text Box 96">
              <a:hlinkClick r:id="" action="ppaction://hlinkshowjump?jump=previousslide"/>
            </p:cNvPr>
            <p:cNvSpPr txBox="1"/>
            <p:nvPr/>
          </p:nvSpPr>
          <p:spPr>
            <a:xfrm>
              <a:off x="4672" y="4020"/>
              <a:ext cx="476" cy="231"/>
            </a:xfrm>
            <a:prstGeom prst="rect">
              <a:avLst/>
            </a:prstGeom>
            <a:noFill/>
            <a:ln w="9525">
              <a:noFill/>
            </a:ln>
          </p:spPr>
          <p:txBody>
            <a:bodyPr wrap="none">
              <a:spAutoFit/>
            </a:bodyPr>
            <a:p>
              <a:pPr>
                <a:spcBef>
                  <a:spcPct val="50000"/>
                </a:spcBef>
              </a:pPr>
              <a:r>
                <a:rPr lang="zh-CN" altLang="en-US" sz="1800" b="0" dirty="0">
                  <a:solidFill>
                    <a:schemeClr val="bg1"/>
                  </a:solidFill>
                  <a:latin typeface="隶书" panose="02010509060101010101" pitchFamily="49" charset="-122"/>
                  <a:ea typeface="隶书" panose="02010509060101010101" pitchFamily="49" charset="-122"/>
                </a:rPr>
                <a:t>上 页</a:t>
              </a:r>
              <a:endParaRPr lang="zh-CN" altLang="en-US" sz="1800" b="0" dirty="0">
                <a:solidFill>
                  <a:schemeClr val="bg1"/>
                </a:solidFill>
                <a:latin typeface="隶书" panose="02010509060101010101" pitchFamily="49" charset="-122"/>
                <a:ea typeface="隶书" panose="02010509060101010101" pitchFamily="49" charset="-122"/>
              </a:endParaRPr>
            </a:p>
          </p:txBody>
        </p:sp>
      </p:grpSp>
      <p:grpSp>
        <p:nvGrpSpPr>
          <p:cNvPr id="6" name="Group 147"/>
          <p:cNvGrpSpPr/>
          <p:nvPr/>
        </p:nvGrpSpPr>
        <p:grpSpPr>
          <a:xfrm>
            <a:off x="611188" y="1677988"/>
            <a:ext cx="2360612" cy="1974850"/>
            <a:chOff x="385" y="1057"/>
            <a:chExt cx="1487" cy="1244"/>
          </a:xfrm>
        </p:grpSpPr>
        <p:sp>
          <p:nvSpPr>
            <p:cNvPr id="57394" name="Line 101"/>
            <p:cNvSpPr/>
            <p:nvPr/>
          </p:nvSpPr>
          <p:spPr>
            <a:xfrm>
              <a:off x="1546" y="1465"/>
              <a:ext cx="0" cy="816"/>
            </a:xfrm>
            <a:prstGeom prst="line">
              <a:avLst/>
            </a:prstGeom>
            <a:ln w="28575" cap="flat" cmpd="sng">
              <a:solidFill>
                <a:srgbClr val="FFCC00"/>
              </a:solidFill>
              <a:prstDash val="solid"/>
              <a:headEnd type="none" w="med" len="med"/>
              <a:tailEnd type="none" w="med" len="med"/>
            </a:ln>
          </p:spPr>
        </p:sp>
        <p:sp>
          <p:nvSpPr>
            <p:cNvPr id="57395" name="Line 102"/>
            <p:cNvSpPr/>
            <p:nvPr/>
          </p:nvSpPr>
          <p:spPr>
            <a:xfrm>
              <a:off x="550" y="2269"/>
              <a:ext cx="1008" cy="0"/>
            </a:xfrm>
            <a:prstGeom prst="line">
              <a:avLst/>
            </a:prstGeom>
            <a:ln w="28575" cap="flat" cmpd="sng">
              <a:solidFill>
                <a:srgbClr val="FFCC00"/>
              </a:solidFill>
              <a:prstDash val="solid"/>
              <a:headEnd type="none" w="med" len="med"/>
              <a:tailEnd type="none" w="med" len="med"/>
            </a:ln>
          </p:spPr>
        </p:sp>
        <p:sp>
          <p:nvSpPr>
            <p:cNvPr id="57396" name="Text Box 103"/>
            <p:cNvSpPr txBox="1"/>
            <p:nvPr/>
          </p:nvSpPr>
          <p:spPr>
            <a:xfrm>
              <a:off x="893" y="1509"/>
              <a:ext cx="253" cy="327"/>
            </a:xfrm>
            <a:prstGeom prst="rect">
              <a:avLst/>
            </a:prstGeom>
            <a:noFill/>
            <a:ln w="12700">
              <a:noFill/>
            </a:ln>
          </p:spPr>
          <p:txBody>
            <a:bodyPr wrap="none" anchor="ctr" anchorCtr="0">
              <a:spAutoFit/>
            </a:bodyPr>
            <a:p>
              <a:pPr algn="ctr"/>
              <a:r>
                <a:rPr lang="en-US" altLang="zh-CN" b="0" i="1" dirty="0">
                  <a:solidFill>
                    <a:schemeClr val="bg1"/>
                  </a:solidFill>
                  <a:latin typeface="Times New Roman" panose="02020603050405020304" pitchFamily="18" charset="0"/>
                  <a:ea typeface="宋体" panose="02010600030101010101" pitchFamily="2" charset="-122"/>
                </a:rPr>
                <a:t>R</a:t>
              </a:r>
              <a:endParaRPr lang="en-US" altLang="zh-CN" b="0" i="1" dirty="0">
                <a:solidFill>
                  <a:schemeClr val="bg1"/>
                </a:solidFill>
                <a:latin typeface="Times New Roman" panose="02020603050405020304" pitchFamily="18" charset="0"/>
                <a:ea typeface="宋体" panose="02010600030101010101" pitchFamily="2" charset="-122"/>
              </a:endParaRPr>
            </a:p>
          </p:txBody>
        </p:sp>
        <p:sp>
          <p:nvSpPr>
            <p:cNvPr id="57397" name="Text Box 104"/>
            <p:cNvSpPr txBox="1"/>
            <p:nvPr/>
          </p:nvSpPr>
          <p:spPr>
            <a:xfrm>
              <a:off x="1619" y="1690"/>
              <a:ext cx="253" cy="327"/>
            </a:xfrm>
            <a:prstGeom prst="rect">
              <a:avLst/>
            </a:prstGeom>
            <a:noFill/>
            <a:ln w="12700">
              <a:noFill/>
            </a:ln>
          </p:spPr>
          <p:txBody>
            <a:bodyPr wrap="none" anchor="ctr" anchorCtr="0">
              <a:spAutoFit/>
            </a:bodyPr>
            <a:p>
              <a:pPr algn="ctr"/>
              <a:r>
                <a:rPr lang="en-US" altLang="zh-CN" b="0" i="1" dirty="0">
                  <a:solidFill>
                    <a:schemeClr val="bg1"/>
                  </a:solidFill>
                  <a:latin typeface="Times New Roman" panose="02020603050405020304" pitchFamily="18" charset="0"/>
                  <a:ea typeface="宋体" panose="02010600030101010101" pitchFamily="2" charset="-122"/>
                </a:rPr>
                <a:t>X</a:t>
              </a:r>
              <a:endParaRPr lang="en-US" altLang="zh-CN" b="0" i="1" dirty="0">
                <a:solidFill>
                  <a:schemeClr val="bg1"/>
                </a:solidFill>
                <a:latin typeface="Times New Roman" panose="02020603050405020304" pitchFamily="18" charset="0"/>
                <a:ea typeface="宋体" panose="02010600030101010101" pitchFamily="2" charset="-122"/>
              </a:endParaRPr>
            </a:p>
          </p:txBody>
        </p:sp>
        <p:sp>
          <p:nvSpPr>
            <p:cNvPr id="57398" name="Text Box 105"/>
            <p:cNvSpPr txBox="1"/>
            <p:nvPr/>
          </p:nvSpPr>
          <p:spPr>
            <a:xfrm>
              <a:off x="1301" y="1418"/>
              <a:ext cx="244" cy="327"/>
            </a:xfrm>
            <a:prstGeom prst="rect">
              <a:avLst/>
            </a:prstGeom>
            <a:noFill/>
            <a:ln w="12700">
              <a:noFill/>
            </a:ln>
          </p:spPr>
          <p:txBody>
            <a:bodyPr wrap="none" anchor="ctr" anchorCtr="0">
              <a:spAutoFit/>
            </a:bodyPr>
            <a:p>
              <a:pPr algn="ctr"/>
              <a:r>
                <a:rPr lang="en-US" altLang="zh-CN" b="0" dirty="0">
                  <a:solidFill>
                    <a:schemeClr val="bg1"/>
                  </a:solidFill>
                  <a:latin typeface="Times New Roman" panose="02020603050405020304" pitchFamily="18" charset="0"/>
                  <a:ea typeface="宋体" panose="02010600030101010101" pitchFamily="2" charset="-122"/>
                </a:rPr>
                <a:t>+</a:t>
              </a:r>
              <a:endParaRPr lang="en-US" altLang="zh-CN" b="0" dirty="0">
                <a:solidFill>
                  <a:schemeClr val="bg1"/>
                </a:solidFill>
                <a:latin typeface="Times New Roman" panose="02020603050405020304" pitchFamily="18" charset="0"/>
                <a:ea typeface="宋体" panose="02010600030101010101" pitchFamily="2" charset="-122"/>
              </a:endParaRPr>
            </a:p>
          </p:txBody>
        </p:sp>
        <p:sp>
          <p:nvSpPr>
            <p:cNvPr id="57399" name="Text Box 106"/>
            <p:cNvSpPr txBox="1"/>
            <p:nvPr/>
          </p:nvSpPr>
          <p:spPr>
            <a:xfrm>
              <a:off x="1278" y="1830"/>
              <a:ext cx="228" cy="327"/>
            </a:xfrm>
            <a:prstGeom prst="rect">
              <a:avLst/>
            </a:prstGeom>
            <a:noFill/>
            <a:ln w="12700">
              <a:noFill/>
            </a:ln>
          </p:spPr>
          <p:txBody>
            <a:bodyPr wrap="none" anchor="ctr" anchorCtr="0">
              <a:spAutoFit/>
            </a:bodyPr>
            <a:p>
              <a:pPr algn="ctr"/>
              <a:r>
                <a:rPr lang="en-US" altLang="zh-CN" b="0" dirty="0">
                  <a:solidFill>
                    <a:schemeClr val="bg1"/>
                  </a:solidFill>
                  <a:latin typeface="Times New Roman" panose="02020603050405020304" pitchFamily="18" charset="0"/>
                  <a:ea typeface="宋体" panose="02010600030101010101" pitchFamily="2" charset="-122"/>
                </a:rPr>
                <a:t>_</a:t>
              </a:r>
              <a:endParaRPr lang="en-US" altLang="zh-CN" b="0" dirty="0">
                <a:solidFill>
                  <a:schemeClr val="bg1"/>
                </a:solidFill>
                <a:latin typeface="Times New Roman" panose="02020603050405020304" pitchFamily="18" charset="0"/>
                <a:ea typeface="宋体" panose="02010600030101010101" pitchFamily="2" charset="-122"/>
              </a:endParaRPr>
            </a:p>
          </p:txBody>
        </p:sp>
        <p:sp>
          <p:nvSpPr>
            <p:cNvPr id="57400" name="Text Box 107"/>
            <p:cNvSpPr txBox="1"/>
            <p:nvPr/>
          </p:nvSpPr>
          <p:spPr>
            <a:xfrm>
              <a:off x="736" y="1158"/>
              <a:ext cx="244" cy="327"/>
            </a:xfrm>
            <a:prstGeom prst="rect">
              <a:avLst/>
            </a:prstGeom>
            <a:noFill/>
            <a:ln w="12700">
              <a:noFill/>
            </a:ln>
          </p:spPr>
          <p:txBody>
            <a:bodyPr wrap="none" anchor="ctr" anchorCtr="0">
              <a:spAutoFit/>
            </a:bodyPr>
            <a:p>
              <a:pPr algn="ctr"/>
              <a:r>
                <a:rPr lang="en-US" altLang="zh-CN" b="0" dirty="0">
                  <a:solidFill>
                    <a:schemeClr val="bg1"/>
                  </a:solidFill>
                  <a:latin typeface="Times New Roman" panose="02020603050405020304" pitchFamily="18" charset="0"/>
                  <a:ea typeface="宋体" panose="02010600030101010101" pitchFamily="2" charset="-122"/>
                </a:rPr>
                <a:t>+</a:t>
              </a:r>
              <a:endParaRPr lang="en-US" altLang="zh-CN" b="0" dirty="0">
                <a:solidFill>
                  <a:schemeClr val="bg1"/>
                </a:solidFill>
                <a:latin typeface="Times New Roman" panose="02020603050405020304" pitchFamily="18" charset="0"/>
                <a:ea typeface="宋体" panose="02010600030101010101" pitchFamily="2" charset="-122"/>
              </a:endParaRPr>
            </a:p>
          </p:txBody>
        </p:sp>
        <p:sp>
          <p:nvSpPr>
            <p:cNvPr id="57401" name="Text Box 108"/>
            <p:cNvSpPr txBox="1"/>
            <p:nvPr/>
          </p:nvSpPr>
          <p:spPr>
            <a:xfrm>
              <a:off x="1298" y="1062"/>
              <a:ext cx="228" cy="327"/>
            </a:xfrm>
            <a:prstGeom prst="rect">
              <a:avLst/>
            </a:prstGeom>
            <a:noFill/>
            <a:ln w="12700">
              <a:noFill/>
            </a:ln>
          </p:spPr>
          <p:txBody>
            <a:bodyPr wrap="none" anchor="ctr" anchorCtr="0">
              <a:spAutoFit/>
            </a:bodyPr>
            <a:p>
              <a:pPr algn="ctr"/>
              <a:r>
                <a:rPr lang="en-US" altLang="zh-CN" b="0" dirty="0">
                  <a:solidFill>
                    <a:schemeClr val="bg1"/>
                  </a:solidFill>
                  <a:latin typeface="Times New Roman" panose="02020603050405020304" pitchFamily="18" charset="0"/>
                  <a:ea typeface="宋体" panose="02010600030101010101" pitchFamily="2" charset="-122"/>
                </a:rPr>
                <a:t>_</a:t>
              </a:r>
              <a:endParaRPr lang="en-US" altLang="zh-CN" b="0" dirty="0">
                <a:solidFill>
                  <a:schemeClr val="bg1"/>
                </a:solidFill>
                <a:latin typeface="Times New Roman" panose="02020603050405020304" pitchFamily="18" charset="0"/>
                <a:ea typeface="宋体" panose="02010600030101010101" pitchFamily="2" charset="-122"/>
              </a:endParaRPr>
            </a:p>
          </p:txBody>
        </p:sp>
        <p:sp>
          <p:nvSpPr>
            <p:cNvPr id="57402" name="Text Box 109"/>
            <p:cNvSpPr txBox="1"/>
            <p:nvPr/>
          </p:nvSpPr>
          <p:spPr>
            <a:xfrm>
              <a:off x="400" y="1446"/>
              <a:ext cx="244" cy="327"/>
            </a:xfrm>
            <a:prstGeom prst="rect">
              <a:avLst/>
            </a:prstGeom>
            <a:noFill/>
            <a:ln w="12700">
              <a:noFill/>
            </a:ln>
          </p:spPr>
          <p:txBody>
            <a:bodyPr wrap="none" anchor="ctr" anchorCtr="0">
              <a:spAutoFit/>
            </a:bodyPr>
            <a:p>
              <a:pPr algn="ctr"/>
              <a:r>
                <a:rPr lang="en-US" altLang="zh-CN" b="0" dirty="0">
                  <a:solidFill>
                    <a:schemeClr val="bg1"/>
                  </a:solidFill>
                  <a:latin typeface="Times New Roman" panose="02020603050405020304" pitchFamily="18" charset="0"/>
                  <a:ea typeface="宋体" panose="02010600030101010101" pitchFamily="2" charset="-122"/>
                </a:rPr>
                <a:t>+</a:t>
              </a:r>
              <a:endParaRPr lang="en-US" altLang="zh-CN" b="0" dirty="0">
                <a:solidFill>
                  <a:schemeClr val="bg1"/>
                </a:solidFill>
                <a:latin typeface="Times New Roman" panose="02020603050405020304" pitchFamily="18" charset="0"/>
                <a:ea typeface="宋体" panose="02010600030101010101" pitchFamily="2" charset="-122"/>
              </a:endParaRPr>
            </a:p>
          </p:txBody>
        </p:sp>
        <p:sp>
          <p:nvSpPr>
            <p:cNvPr id="57403" name="Text Box 110"/>
            <p:cNvSpPr txBox="1"/>
            <p:nvPr/>
          </p:nvSpPr>
          <p:spPr>
            <a:xfrm>
              <a:off x="386" y="1830"/>
              <a:ext cx="228" cy="327"/>
            </a:xfrm>
            <a:prstGeom prst="rect">
              <a:avLst/>
            </a:prstGeom>
            <a:noFill/>
            <a:ln w="12700">
              <a:noFill/>
            </a:ln>
          </p:spPr>
          <p:txBody>
            <a:bodyPr wrap="none" anchor="ctr" anchorCtr="0">
              <a:spAutoFit/>
            </a:bodyPr>
            <a:p>
              <a:pPr algn="ctr"/>
              <a:r>
                <a:rPr lang="en-US" altLang="zh-CN" b="0" dirty="0">
                  <a:solidFill>
                    <a:schemeClr val="bg1"/>
                  </a:solidFill>
                  <a:latin typeface="Times New Roman" panose="02020603050405020304" pitchFamily="18" charset="0"/>
                  <a:ea typeface="宋体" panose="02010600030101010101" pitchFamily="2" charset="-122"/>
                </a:rPr>
                <a:t>_</a:t>
              </a:r>
              <a:endParaRPr lang="en-US" altLang="zh-CN" b="0" dirty="0">
                <a:solidFill>
                  <a:schemeClr val="bg1"/>
                </a:solidFill>
                <a:latin typeface="Times New Roman" panose="02020603050405020304" pitchFamily="18" charset="0"/>
                <a:ea typeface="宋体" panose="02010600030101010101" pitchFamily="2" charset="-122"/>
              </a:endParaRPr>
            </a:p>
          </p:txBody>
        </p:sp>
        <p:graphicFrame>
          <p:nvGraphicFramePr>
            <p:cNvPr id="57356" name="Object 111"/>
            <p:cNvGraphicFramePr/>
            <p:nvPr/>
          </p:nvGraphicFramePr>
          <p:xfrm>
            <a:off x="385" y="1735"/>
            <a:ext cx="246" cy="318"/>
          </p:xfrm>
          <a:graphic>
            <a:graphicData uri="http://schemas.openxmlformats.org/presentationml/2006/ole">
              <mc:AlternateContent xmlns:mc="http://schemas.openxmlformats.org/markup-compatibility/2006">
                <mc:Choice xmlns:v="urn:schemas-microsoft-com:vml" Requires="v">
                  <p:oleObj spid="_x0000_s3440" name="" r:id="rId30" imgW="177800" imgH="227965" progId="Equation.3">
                    <p:embed/>
                  </p:oleObj>
                </mc:Choice>
                <mc:Fallback>
                  <p:oleObj name="" r:id="rId30" imgW="177800" imgH="227965" progId="Equation.3">
                    <p:embed/>
                    <p:pic>
                      <p:nvPicPr>
                        <p:cNvPr id="0" name="图片 3439"/>
                        <p:cNvPicPr/>
                        <p:nvPr/>
                      </p:nvPicPr>
                      <p:blipFill>
                        <a:blip r:embed="rId31">
                          <a:clrChange>
                            <a:clrFrom>
                              <a:srgbClr val="000000"/>
                            </a:clrFrom>
                            <a:clrTo>
                              <a:srgbClr val="FFFFFF"/>
                            </a:clrTo>
                          </a:clrChange>
                        </a:blip>
                        <a:stretch>
                          <a:fillRect/>
                        </a:stretch>
                      </p:blipFill>
                      <p:spPr>
                        <a:xfrm>
                          <a:off x="385" y="1735"/>
                          <a:ext cx="246" cy="318"/>
                        </a:xfrm>
                        <a:prstGeom prst="rect">
                          <a:avLst/>
                        </a:prstGeom>
                        <a:noFill/>
                        <a:ln w="38100">
                          <a:noFill/>
                          <a:miter/>
                        </a:ln>
                      </p:spPr>
                    </p:pic>
                  </p:oleObj>
                </mc:Fallback>
              </mc:AlternateContent>
            </a:graphicData>
          </a:graphic>
        </p:graphicFrame>
        <p:graphicFrame>
          <p:nvGraphicFramePr>
            <p:cNvPr id="57357" name="Object 112"/>
            <p:cNvGraphicFramePr/>
            <p:nvPr/>
          </p:nvGraphicFramePr>
          <p:xfrm>
            <a:off x="962" y="1057"/>
            <a:ext cx="304" cy="336"/>
          </p:xfrm>
          <a:graphic>
            <a:graphicData uri="http://schemas.openxmlformats.org/presentationml/2006/ole">
              <mc:AlternateContent xmlns:mc="http://schemas.openxmlformats.org/markup-compatibility/2006">
                <mc:Choice xmlns:v="urn:schemas-microsoft-com:vml" Requires="v">
                  <p:oleObj spid="_x0000_s3443" name="" r:id="rId32" imgW="241300" imgH="266065" progId="Equation.3">
                    <p:embed/>
                  </p:oleObj>
                </mc:Choice>
                <mc:Fallback>
                  <p:oleObj name="" r:id="rId32" imgW="241300" imgH="266065" progId="Equation.3">
                    <p:embed/>
                    <p:pic>
                      <p:nvPicPr>
                        <p:cNvPr id="0" name="图片 3442"/>
                        <p:cNvPicPr/>
                        <p:nvPr/>
                      </p:nvPicPr>
                      <p:blipFill>
                        <a:blip r:embed="rId33">
                          <a:clrChange>
                            <a:clrFrom>
                              <a:srgbClr val="000000"/>
                            </a:clrFrom>
                            <a:clrTo>
                              <a:srgbClr val="FFFFFF"/>
                            </a:clrTo>
                          </a:clrChange>
                        </a:blip>
                        <a:stretch>
                          <a:fillRect/>
                        </a:stretch>
                      </p:blipFill>
                      <p:spPr>
                        <a:xfrm>
                          <a:off x="962" y="1057"/>
                          <a:ext cx="304" cy="336"/>
                        </a:xfrm>
                        <a:prstGeom prst="rect">
                          <a:avLst/>
                        </a:prstGeom>
                        <a:noFill/>
                        <a:ln w="38100">
                          <a:noFill/>
                          <a:miter/>
                        </a:ln>
                      </p:spPr>
                    </p:pic>
                  </p:oleObj>
                </mc:Fallback>
              </mc:AlternateContent>
            </a:graphicData>
          </a:graphic>
        </p:graphicFrame>
        <p:graphicFrame>
          <p:nvGraphicFramePr>
            <p:cNvPr id="57358" name="Object 113"/>
            <p:cNvGraphicFramePr/>
            <p:nvPr/>
          </p:nvGraphicFramePr>
          <p:xfrm>
            <a:off x="1144" y="1685"/>
            <a:ext cx="314" cy="332"/>
          </p:xfrm>
          <a:graphic>
            <a:graphicData uri="http://schemas.openxmlformats.org/presentationml/2006/ole">
              <mc:AlternateContent xmlns:mc="http://schemas.openxmlformats.org/markup-compatibility/2006">
                <mc:Choice xmlns:v="urn:schemas-microsoft-com:vml" Requires="v">
                  <p:oleObj spid="_x0000_s3442" name="" r:id="rId34" imgW="253365" imgH="266065" progId="Equation.3">
                    <p:embed/>
                  </p:oleObj>
                </mc:Choice>
                <mc:Fallback>
                  <p:oleObj name="" r:id="rId34" imgW="253365" imgH="266065" progId="Equation.3">
                    <p:embed/>
                    <p:pic>
                      <p:nvPicPr>
                        <p:cNvPr id="0" name="图片 3441"/>
                        <p:cNvPicPr/>
                        <p:nvPr/>
                      </p:nvPicPr>
                      <p:blipFill>
                        <a:blip r:embed="rId35">
                          <a:clrChange>
                            <a:clrFrom>
                              <a:srgbClr val="000000"/>
                            </a:clrFrom>
                            <a:clrTo>
                              <a:srgbClr val="FFFFFF"/>
                            </a:clrTo>
                          </a:clrChange>
                        </a:blip>
                        <a:stretch>
                          <a:fillRect/>
                        </a:stretch>
                      </p:blipFill>
                      <p:spPr>
                        <a:xfrm>
                          <a:off x="1144" y="1685"/>
                          <a:ext cx="314" cy="332"/>
                        </a:xfrm>
                        <a:prstGeom prst="rect">
                          <a:avLst/>
                        </a:prstGeom>
                        <a:noFill/>
                        <a:ln w="38100">
                          <a:noFill/>
                          <a:miter/>
                        </a:ln>
                      </p:spPr>
                    </p:pic>
                  </p:oleObj>
                </mc:Fallback>
              </mc:AlternateContent>
            </a:graphicData>
          </a:graphic>
        </p:graphicFrame>
        <p:sp>
          <p:nvSpPr>
            <p:cNvPr id="57404" name="Oval 114"/>
            <p:cNvSpPr/>
            <p:nvPr/>
          </p:nvSpPr>
          <p:spPr>
            <a:xfrm>
              <a:off x="490" y="2233"/>
              <a:ext cx="68" cy="68"/>
            </a:xfrm>
            <a:prstGeom prst="ellipse">
              <a:avLst/>
            </a:prstGeom>
            <a:noFill/>
            <a:ln w="28575" cap="flat" cmpd="sng">
              <a:solidFill>
                <a:srgbClr val="FFCC00"/>
              </a:solidFill>
              <a:prstDash val="solid"/>
              <a:headEnd type="none" w="med" len="med"/>
              <a:tailEnd type="none" w="med" len="med"/>
            </a:ln>
          </p:spPr>
          <p:txBody>
            <a:bodyPr wrap="none" anchor="ctr" anchorCtr="0"/>
            <a:p>
              <a:endParaRPr lang="zh-CN" altLang="en-US" dirty="0">
                <a:latin typeface="楷体_GB2312" pitchFamily="49" charset="-122"/>
              </a:endParaRPr>
            </a:p>
          </p:txBody>
        </p:sp>
        <p:sp>
          <p:nvSpPr>
            <p:cNvPr id="57405" name="Oval 115"/>
            <p:cNvSpPr/>
            <p:nvPr/>
          </p:nvSpPr>
          <p:spPr>
            <a:xfrm>
              <a:off x="470" y="1436"/>
              <a:ext cx="68" cy="68"/>
            </a:xfrm>
            <a:prstGeom prst="ellipse">
              <a:avLst/>
            </a:prstGeom>
            <a:noFill/>
            <a:ln w="28575" cap="flat" cmpd="sng">
              <a:solidFill>
                <a:srgbClr val="FFCC00"/>
              </a:solidFill>
              <a:prstDash val="solid"/>
              <a:headEnd type="none" w="med" len="med"/>
              <a:tailEnd type="none" w="med" len="med"/>
            </a:ln>
          </p:spPr>
          <p:txBody>
            <a:bodyPr wrap="none" anchor="ctr" anchorCtr="0"/>
            <a:p>
              <a:endParaRPr lang="zh-CN" altLang="en-US" dirty="0">
                <a:latin typeface="楷体_GB2312" pitchFamily="49" charset="-122"/>
              </a:endParaRPr>
            </a:p>
          </p:txBody>
        </p:sp>
        <p:sp>
          <p:nvSpPr>
            <p:cNvPr id="57406" name="Line 116"/>
            <p:cNvSpPr/>
            <p:nvPr/>
          </p:nvSpPr>
          <p:spPr>
            <a:xfrm flipH="1">
              <a:off x="538" y="1463"/>
              <a:ext cx="1035" cy="2"/>
            </a:xfrm>
            <a:prstGeom prst="line">
              <a:avLst/>
            </a:prstGeom>
            <a:ln w="28575" cap="flat" cmpd="sng">
              <a:solidFill>
                <a:srgbClr val="FFCC00"/>
              </a:solidFill>
              <a:prstDash val="solid"/>
              <a:headEnd type="none" w="med" len="med"/>
              <a:tailEnd type="none" w="med" len="med"/>
            </a:ln>
          </p:spPr>
        </p:sp>
        <p:sp>
          <p:nvSpPr>
            <p:cNvPr id="57407" name="Line 117"/>
            <p:cNvSpPr/>
            <p:nvPr/>
          </p:nvSpPr>
          <p:spPr>
            <a:xfrm>
              <a:off x="612" y="1471"/>
              <a:ext cx="240" cy="0"/>
            </a:xfrm>
            <a:prstGeom prst="line">
              <a:avLst/>
            </a:prstGeom>
            <a:ln w="28575" cap="flat" cmpd="sng">
              <a:solidFill>
                <a:srgbClr val="66FFFF"/>
              </a:solidFill>
              <a:prstDash val="solid"/>
              <a:headEnd type="none" w="med" len="med"/>
              <a:tailEnd type="triangle" w="med" len="med"/>
            </a:ln>
          </p:spPr>
        </p:sp>
        <p:graphicFrame>
          <p:nvGraphicFramePr>
            <p:cNvPr id="57359" name="Object 118"/>
            <p:cNvGraphicFramePr/>
            <p:nvPr/>
          </p:nvGraphicFramePr>
          <p:xfrm>
            <a:off x="612" y="1071"/>
            <a:ext cx="147" cy="370"/>
          </p:xfrm>
          <a:graphic>
            <a:graphicData uri="http://schemas.openxmlformats.org/presentationml/2006/ole">
              <mc:AlternateContent xmlns:mc="http://schemas.openxmlformats.org/markup-compatibility/2006">
                <mc:Choice xmlns:v="urn:schemas-microsoft-com:vml" Requires="v">
                  <p:oleObj spid="_x0000_s3441" name="" r:id="rId36" imgW="127000" imgH="316865" progId="Equation.3">
                    <p:embed/>
                  </p:oleObj>
                </mc:Choice>
                <mc:Fallback>
                  <p:oleObj name="" r:id="rId36" imgW="127000" imgH="316865" progId="Equation.3">
                    <p:embed/>
                    <p:pic>
                      <p:nvPicPr>
                        <p:cNvPr id="0" name="图片 3440"/>
                        <p:cNvPicPr/>
                        <p:nvPr/>
                      </p:nvPicPr>
                      <p:blipFill>
                        <a:blip r:embed="rId37">
                          <a:clrChange>
                            <a:clrFrom>
                              <a:srgbClr val="000000"/>
                            </a:clrFrom>
                            <a:clrTo>
                              <a:srgbClr val="FFFFFF"/>
                            </a:clrTo>
                          </a:clrChange>
                        </a:blip>
                        <a:stretch>
                          <a:fillRect/>
                        </a:stretch>
                      </p:blipFill>
                      <p:spPr>
                        <a:xfrm>
                          <a:off x="612" y="1071"/>
                          <a:ext cx="147" cy="370"/>
                        </a:xfrm>
                        <a:prstGeom prst="rect">
                          <a:avLst/>
                        </a:prstGeom>
                        <a:noFill/>
                        <a:ln w="38100">
                          <a:noFill/>
                          <a:miter/>
                        </a:ln>
                      </p:spPr>
                    </p:pic>
                  </p:oleObj>
                </mc:Fallback>
              </mc:AlternateContent>
            </a:graphicData>
          </a:graphic>
        </p:graphicFrame>
        <p:sp>
          <p:nvSpPr>
            <p:cNvPr id="57408" name="Rectangle 119"/>
            <p:cNvSpPr/>
            <p:nvPr/>
          </p:nvSpPr>
          <p:spPr>
            <a:xfrm>
              <a:off x="893" y="1400"/>
              <a:ext cx="317" cy="136"/>
            </a:xfrm>
            <a:prstGeom prst="rect">
              <a:avLst/>
            </a:prstGeom>
            <a:gradFill rotWithShape="1">
              <a:gsLst>
                <a:gs pos="0">
                  <a:srgbClr val="764700"/>
                </a:gs>
                <a:gs pos="50000">
                  <a:srgbClr val="FF9900"/>
                </a:gs>
                <a:gs pos="100000">
                  <a:srgbClr val="764700"/>
                </a:gs>
              </a:gsLst>
              <a:lin ang="5400000" scaled="1"/>
              <a:tileRect/>
            </a:gradFill>
            <a:ln w="28575">
              <a:noFill/>
            </a:ln>
          </p:spPr>
          <p:txBody>
            <a:bodyPr wrap="none" anchor="ctr" anchorCtr="0"/>
            <a:p>
              <a:endParaRPr lang="zh-CN" altLang="en-US" dirty="0">
                <a:latin typeface="楷体_GB2312" pitchFamily="49" charset="-122"/>
              </a:endParaRPr>
            </a:p>
          </p:txBody>
        </p:sp>
        <p:sp>
          <p:nvSpPr>
            <p:cNvPr id="57409" name="Rectangle 120"/>
            <p:cNvSpPr/>
            <p:nvPr/>
          </p:nvSpPr>
          <p:spPr>
            <a:xfrm>
              <a:off x="1483" y="1690"/>
              <a:ext cx="127" cy="318"/>
            </a:xfrm>
            <a:prstGeom prst="rect">
              <a:avLst/>
            </a:prstGeom>
            <a:gradFill rotWithShape="1">
              <a:gsLst>
                <a:gs pos="0">
                  <a:srgbClr val="764700"/>
                </a:gs>
                <a:gs pos="50000">
                  <a:srgbClr val="FF9900"/>
                </a:gs>
                <a:gs pos="100000">
                  <a:srgbClr val="764700"/>
                </a:gs>
              </a:gsLst>
              <a:lin ang="0" scaled="1"/>
              <a:tileRect/>
            </a:gradFill>
            <a:ln w="28575">
              <a:noFill/>
            </a:ln>
          </p:spPr>
          <p:txBody>
            <a:bodyPr wrap="none" anchor="ctr" anchorCtr="0"/>
            <a:p>
              <a:endParaRPr lang="zh-CN" altLang="en-US" dirty="0">
                <a:latin typeface="楷体_GB2312" pitchFamily="49" charset="-122"/>
              </a:endParaRPr>
            </a:p>
          </p:txBody>
        </p:sp>
      </p:grpSp>
      <p:grpSp>
        <p:nvGrpSpPr>
          <p:cNvPr id="7" name="Group 148"/>
          <p:cNvGrpSpPr/>
          <p:nvPr/>
        </p:nvGrpSpPr>
        <p:grpSpPr>
          <a:xfrm>
            <a:off x="539750" y="3789363"/>
            <a:ext cx="2306638" cy="1951037"/>
            <a:chOff x="340" y="2387"/>
            <a:chExt cx="1453" cy="1229"/>
          </a:xfrm>
        </p:grpSpPr>
        <p:sp>
          <p:nvSpPr>
            <p:cNvPr id="57379" name="Freeform 122"/>
            <p:cNvSpPr/>
            <p:nvPr/>
          </p:nvSpPr>
          <p:spPr>
            <a:xfrm>
              <a:off x="486" y="2781"/>
              <a:ext cx="1014" cy="6"/>
            </a:xfrm>
            <a:custGeom>
              <a:avLst/>
              <a:gdLst>
                <a:gd name="txL" fmla="*/ 0 w 1014"/>
                <a:gd name="txT" fmla="*/ 0 h 6"/>
                <a:gd name="txR" fmla="*/ 1014 w 1014"/>
                <a:gd name="txB" fmla="*/ 6 h 6"/>
              </a:gdLst>
              <a:ahLst/>
              <a:cxnLst>
                <a:cxn ang="0">
                  <a:pos x="0" y="6"/>
                </a:cxn>
                <a:cxn ang="0">
                  <a:pos x="1014" y="0"/>
                </a:cxn>
              </a:cxnLst>
              <a:rect l="txL" t="txT" r="txR" b="txB"/>
              <a:pathLst>
                <a:path w="1014" h="6">
                  <a:moveTo>
                    <a:pt x="0" y="6"/>
                  </a:moveTo>
                  <a:lnTo>
                    <a:pt x="1014" y="0"/>
                  </a:lnTo>
                </a:path>
              </a:pathLst>
            </a:custGeom>
            <a:noFill/>
            <a:ln w="28575" cap="flat" cmpd="sng">
              <a:solidFill>
                <a:srgbClr val="FFCC00"/>
              </a:solidFill>
              <a:prstDash val="solid"/>
              <a:round/>
              <a:headEnd type="none" w="med" len="med"/>
              <a:tailEnd type="none" w="med" len="med"/>
            </a:ln>
          </p:spPr>
          <p:txBody>
            <a:bodyPr wrap="none" anchor="ctr" anchorCtr="0"/>
            <a:p>
              <a:endParaRPr lang="zh-CN" altLang="en-US" dirty="0">
                <a:latin typeface="楷体_GB2312" pitchFamily="49" charset="-122"/>
              </a:endParaRPr>
            </a:p>
          </p:txBody>
        </p:sp>
        <p:sp>
          <p:nvSpPr>
            <p:cNvPr id="57380" name="Line 123"/>
            <p:cNvSpPr/>
            <p:nvPr/>
          </p:nvSpPr>
          <p:spPr>
            <a:xfrm>
              <a:off x="1500" y="2780"/>
              <a:ext cx="0" cy="816"/>
            </a:xfrm>
            <a:prstGeom prst="line">
              <a:avLst/>
            </a:prstGeom>
            <a:ln w="28575" cap="flat" cmpd="sng">
              <a:solidFill>
                <a:srgbClr val="FFCC00"/>
              </a:solidFill>
              <a:prstDash val="solid"/>
              <a:headEnd type="none" w="med" len="med"/>
              <a:tailEnd type="none" w="med" len="med"/>
            </a:ln>
          </p:spPr>
        </p:sp>
        <p:sp>
          <p:nvSpPr>
            <p:cNvPr id="57381" name="Line 124"/>
            <p:cNvSpPr/>
            <p:nvPr/>
          </p:nvSpPr>
          <p:spPr>
            <a:xfrm>
              <a:off x="504" y="3584"/>
              <a:ext cx="1008" cy="0"/>
            </a:xfrm>
            <a:prstGeom prst="line">
              <a:avLst/>
            </a:prstGeom>
            <a:ln w="28575" cap="flat" cmpd="sng">
              <a:solidFill>
                <a:srgbClr val="FFCC00"/>
              </a:solidFill>
              <a:prstDash val="solid"/>
              <a:headEnd type="none" w="med" len="med"/>
              <a:tailEnd type="none" w="med" len="med"/>
            </a:ln>
          </p:spPr>
        </p:sp>
        <p:sp>
          <p:nvSpPr>
            <p:cNvPr id="57382" name="Text Box 125"/>
            <p:cNvSpPr txBox="1"/>
            <p:nvPr/>
          </p:nvSpPr>
          <p:spPr>
            <a:xfrm>
              <a:off x="892" y="3096"/>
              <a:ext cx="278" cy="327"/>
            </a:xfrm>
            <a:prstGeom prst="rect">
              <a:avLst/>
            </a:prstGeom>
            <a:noFill/>
            <a:ln w="12700">
              <a:noFill/>
            </a:ln>
          </p:spPr>
          <p:txBody>
            <a:bodyPr wrap="none" anchor="ctr" anchorCtr="0">
              <a:spAutoFit/>
            </a:bodyPr>
            <a:p>
              <a:pPr algn="ctr"/>
              <a:r>
                <a:rPr lang="en-US" altLang="zh-CN" b="0" i="1" dirty="0">
                  <a:solidFill>
                    <a:schemeClr val="bg1"/>
                  </a:solidFill>
                  <a:latin typeface="Times New Roman" panose="02020603050405020304" pitchFamily="18" charset="0"/>
                  <a:ea typeface="宋体" panose="02010600030101010101" pitchFamily="2" charset="-122"/>
                </a:rPr>
                <a:t>G</a:t>
              </a:r>
              <a:endParaRPr lang="en-US" altLang="zh-CN" b="0" i="1" dirty="0">
                <a:solidFill>
                  <a:schemeClr val="bg1"/>
                </a:solidFill>
                <a:latin typeface="Times New Roman" panose="02020603050405020304" pitchFamily="18" charset="0"/>
                <a:ea typeface="宋体" panose="02010600030101010101" pitchFamily="2" charset="-122"/>
              </a:endParaRPr>
            </a:p>
          </p:txBody>
        </p:sp>
        <p:sp>
          <p:nvSpPr>
            <p:cNvPr id="57383" name="Text Box 126"/>
            <p:cNvSpPr txBox="1"/>
            <p:nvPr/>
          </p:nvSpPr>
          <p:spPr>
            <a:xfrm>
              <a:off x="1540" y="3074"/>
              <a:ext cx="253" cy="327"/>
            </a:xfrm>
            <a:prstGeom prst="rect">
              <a:avLst/>
            </a:prstGeom>
            <a:noFill/>
            <a:ln w="12700">
              <a:noFill/>
            </a:ln>
          </p:spPr>
          <p:txBody>
            <a:bodyPr wrap="none" anchor="ctr" anchorCtr="0">
              <a:spAutoFit/>
            </a:bodyPr>
            <a:p>
              <a:pPr algn="ctr"/>
              <a:r>
                <a:rPr lang="en-US" altLang="zh-CN" b="0" i="1" dirty="0">
                  <a:solidFill>
                    <a:schemeClr val="bg1"/>
                  </a:solidFill>
                  <a:latin typeface="Times New Roman" panose="02020603050405020304" pitchFamily="18" charset="0"/>
                  <a:ea typeface="宋体" panose="02010600030101010101" pitchFamily="2" charset="-122"/>
                </a:rPr>
                <a:t>B</a:t>
              </a:r>
              <a:endParaRPr lang="en-US" altLang="zh-CN" b="0" i="1" dirty="0">
                <a:solidFill>
                  <a:schemeClr val="bg1"/>
                </a:solidFill>
                <a:latin typeface="Times New Roman" panose="02020603050405020304" pitchFamily="18" charset="0"/>
                <a:ea typeface="宋体" panose="02010600030101010101" pitchFamily="2" charset="-122"/>
              </a:endParaRPr>
            </a:p>
          </p:txBody>
        </p:sp>
        <p:sp>
          <p:nvSpPr>
            <p:cNvPr id="57384" name="Text Box 127"/>
            <p:cNvSpPr txBox="1"/>
            <p:nvPr/>
          </p:nvSpPr>
          <p:spPr>
            <a:xfrm>
              <a:off x="354" y="2761"/>
              <a:ext cx="244" cy="327"/>
            </a:xfrm>
            <a:prstGeom prst="rect">
              <a:avLst/>
            </a:prstGeom>
            <a:noFill/>
            <a:ln w="12700">
              <a:noFill/>
            </a:ln>
          </p:spPr>
          <p:txBody>
            <a:bodyPr wrap="none" anchor="ctr" anchorCtr="0">
              <a:spAutoFit/>
            </a:bodyPr>
            <a:p>
              <a:pPr algn="ctr"/>
              <a:r>
                <a:rPr lang="en-US" altLang="zh-CN" b="0" dirty="0">
                  <a:solidFill>
                    <a:schemeClr val="bg1"/>
                  </a:solidFill>
                  <a:latin typeface="Times New Roman" panose="02020603050405020304" pitchFamily="18" charset="0"/>
                  <a:ea typeface="宋体" panose="02010600030101010101" pitchFamily="2" charset="-122"/>
                </a:rPr>
                <a:t>+</a:t>
              </a:r>
              <a:endParaRPr lang="en-US" altLang="zh-CN" b="0" dirty="0">
                <a:solidFill>
                  <a:schemeClr val="bg1"/>
                </a:solidFill>
                <a:latin typeface="Times New Roman" panose="02020603050405020304" pitchFamily="18" charset="0"/>
                <a:ea typeface="宋体" panose="02010600030101010101" pitchFamily="2" charset="-122"/>
              </a:endParaRPr>
            </a:p>
          </p:txBody>
        </p:sp>
        <p:sp>
          <p:nvSpPr>
            <p:cNvPr id="57385" name="Text Box 128"/>
            <p:cNvSpPr txBox="1"/>
            <p:nvPr/>
          </p:nvSpPr>
          <p:spPr>
            <a:xfrm>
              <a:off x="340" y="3145"/>
              <a:ext cx="228" cy="327"/>
            </a:xfrm>
            <a:prstGeom prst="rect">
              <a:avLst/>
            </a:prstGeom>
            <a:noFill/>
            <a:ln w="12700">
              <a:noFill/>
            </a:ln>
          </p:spPr>
          <p:txBody>
            <a:bodyPr wrap="none" anchor="ctr" anchorCtr="0">
              <a:spAutoFit/>
            </a:bodyPr>
            <a:p>
              <a:pPr algn="ctr"/>
              <a:r>
                <a:rPr lang="en-US" altLang="zh-CN" b="0" dirty="0">
                  <a:solidFill>
                    <a:schemeClr val="bg1"/>
                  </a:solidFill>
                  <a:latin typeface="Times New Roman" panose="02020603050405020304" pitchFamily="18" charset="0"/>
                  <a:ea typeface="宋体" panose="02010600030101010101" pitchFamily="2" charset="-122"/>
                </a:rPr>
                <a:t>_</a:t>
              </a:r>
              <a:endParaRPr lang="en-US" altLang="zh-CN" b="0" dirty="0">
                <a:solidFill>
                  <a:schemeClr val="bg1"/>
                </a:solidFill>
                <a:latin typeface="Times New Roman" panose="02020603050405020304" pitchFamily="18" charset="0"/>
                <a:ea typeface="宋体" panose="02010600030101010101" pitchFamily="2" charset="-122"/>
              </a:endParaRPr>
            </a:p>
          </p:txBody>
        </p:sp>
        <p:graphicFrame>
          <p:nvGraphicFramePr>
            <p:cNvPr id="57352" name="Object 129"/>
            <p:cNvGraphicFramePr/>
            <p:nvPr/>
          </p:nvGraphicFramePr>
          <p:xfrm>
            <a:off x="912" y="2641"/>
            <a:ext cx="254" cy="416"/>
          </p:xfrm>
          <a:graphic>
            <a:graphicData uri="http://schemas.openxmlformats.org/presentationml/2006/ole">
              <mc:AlternateContent xmlns:mc="http://schemas.openxmlformats.org/markup-compatibility/2006">
                <mc:Choice xmlns:v="urn:schemas-microsoft-com:vml" Requires="v">
                  <p:oleObj spid="_x0000_s3438" name="" r:id="rId38" imgW="203200" imgH="330200" progId="Equation.3">
                    <p:embed/>
                  </p:oleObj>
                </mc:Choice>
                <mc:Fallback>
                  <p:oleObj name="" r:id="rId38" imgW="203200" imgH="330200" progId="Equation.3">
                    <p:embed/>
                    <p:pic>
                      <p:nvPicPr>
                        <p:cNvPr id="0" name="图片 3437"/>
                        <p:cNvPicPr/>
                        <p:nvPr/>
                      </p:nvPicPr>
                      <p:blipFill>
                        <a:blip r:embed="rId39">
                          <a:clrChange>
                            <a:clrFrom>
                              <a:srgbClr val="000000"/>
                            </a:clrFrom>
                            <a:clrTo>
                              <a:srgbClr val="FFFFFF"/>
                            </a:clrTo>
                          </a:clrChange>
                        </a:blip>
                        <a:stretch>
                          <a:fillRect/>
                        </a:stretch>
                      </p:blipFill>
                      <p:spPr>
                        <a:xfrm>
                          <a:off x="912" y="2641"/>
                          <a:ext cx="254" cy="416"/>
                        </a:xfrm>
                        <a:prstGeom prst="rect">
                          <a:avLst/>
                        </a:prstGeom>
                        <a:noFill/>
                        <a:ln w="38100">
                          <a:noFill/>
                          <a:miter/>
                        </a:ln>
                      </p:spPr>
                    </p:pic>
                  </p:oleObj>
                </mc:Fallback>
              </mc:AlternateContent>
            </a:graphicData>
          </a:graphic>
        </p:graphicFrame>
        <p:sp>
          <p:nvSpPr>
            <p:cNvPr id="57386" name="Oval 130"/>
            <p:cNvSpPr/>
            <p:nvPr/>
          </p:nvSpPr>
          <p:spPr>
            <a:xfrm>
              <a:off x="444" y="3548"/>
              <a:ext cx="68" cy="68"/>
            </a:xfrm>
            <a:prstGeom prst="ellipse">
              <a:avLst/>
            </a:prstGeom>
            <a:noFill/>
            <a:ln w="28575" cap="flat" cmpd="sng">
              <a:solidFill>
                <a:srgbClr val="FFCC00"/>
              </a:solidFill>
              <a:prstDash val="solid"/>
              <a:headEnd type="none" w="med" len="med"/>
              <a:tailEnd type="none" w="med" len="med"/>
            </a:ln>
          </p:spPr>
          <p:txBody>
            <a:bodyPr wrap="none" anchor="ctr" anchorCtr="0"/>
            <a:p>
              <a:endParaRPr lang="zh-CN" altLang="en-US" dirty="0">
                <a:latin typeface="楷体_GB2312" pitchFamily="49" charset="-122"/>
              </a:endParaRPr>
            </a:p>
          </p:txBody>
        </p:sp>
        <p:sp>
          <p:nvSpPr>
            <p:cNvPr id="57387" name="Oval 131"/>
            <p:cNvSpPr/>
            <p:nvPr/>
          </p:nvSpPr>
          <p:spPr>
            <a:xfrm>
              <a:off x="424" y="2760"/>
              <a:ext cx="68" cy="68"/>
            </a:xfrm>
            <a:prstGeom prst="ellipse">
              <a:avLst/>
            </a:prstGeom>
            <a:noFill/>
            <a:ln w="28575" cap="flat" cmpd="sng">
              <a:solidFill>
                <a:srgbClr val="FFCC00"/>
              </a:solidFill>
              <a:prstDash val="solid"/>
              <a:headEnd type="none" w="med" len="med"/>
              <a:tailEnd type="none" w="med" len="med"/>
            </a:ln>
          </p:spPr>
          <p:txBody>
            <a:bodyPr wrap="none" anchor="ctr" anchorCtr="0"/>
            <a:p>
              <a:endParaRPr lang="zh-CN" altLang="en-US" dirty="0">
                <a:latin typeface="楷体_GB2312" pitchFamily="49" charset="-122"/>
              </a:endParaRPr>
            </a:p>
          </p:txBody>
        </p:sp>
        <p:sp>
          <p:nvSpPr>
            <p:cNvPr id="57388" name="Line 132"/>
            <p:cNvSpPr/>
            <p:nvPr/>
          </p:nvSpPr>
          <p:spPr>
            <a:xfrm>
              <a:off x="521" y="2786"/>
              <a:ext cx="240" cy="0"/>
            </a:xfrm>
            <a:prstGeom prst="line">
              <a:avLst/>
            </a:prstGeom>
            <a:ln w="28575" cap="flat" cmpd="sng">
              <a:solidFill>
                <a:srgbClr val="66FFFF"/>
              </a:solidFill>
              <a:prstDash val="solid"/>
              <a:headEnd type="none" w="med" len="med"/>
              <a:tailEnd type="triangle" w="med" len="med"/>
            </a:ln>
          </p:spPr>
        </p:sp>
        <p:graphicFrame>
          <p:nvGraphicFramePr>
            <p:cNvPr id="57353" name="Object 133"/>
            <p:cNvGraphicFramePr/>
            <p:nvPr/>
          </p:nvGraphicFramePr>
          <p:xfrm>
            <a:off x="657" y="2387"/>
            <a:ext cx="147" cy="370"/>
          </p:xfrm>
          <a:graphic>
            <a:graphicData uri="http://schemas.openxmlformats.org/presentationml/2006/ole">
              <mc:AlternateContent xmlns:mc="http://schemas.openxmlformats.org/markup-compatibility/2006">
                <mc:Choice xmlns:v="urn:schemas-microsoft-com:vml" Requires="v">
                  <p:oleObj spid="_x0000_s3439" name="" r:id="rId40" imgW="127000" imgH="316865" progId="Equation.3">
                    <p:embed/>
                  </p:oleObj>
                </mc:Choice>
                <mc:Fallback>
                  <p:oleObj name="" r:id="rId40" imgW="127000" imgH="316865" progId="Equation.3">
                    <p:embed/>
                    <p:pic>
                      <p:nvPicPr>
                        <p:cNvPr id="0" name="图片 3438"/>
                        <p:cNvPicPr/>
                        <p:nvPr/>
                      </p:nvPicPr>
                      <p:blipFill>
                        <a:blip r:embed="rId41">
                          <a:clrChange>
                            <a:clrFrom>
                              <a:srgbClr val="000000"/>
                            </a:clrFrom>
                            <a:clrTo>
                              <a:srgbClr val="FFFFFF"/>
                            </a:clrTo>
                          </a:clrChange>
                        </a:blip>
                        <a:stretch>
                          <a:fillRect/>
                        </a:stretch>
                      </p:blipFill>
                      <p:spPr>
                        <a:xfrm>
                          <a:off x="657" y="2387"/>
                          <a:ext cx="147" cy="370"/>
                        </a:xfrm>
                        <a:prstGeom prst="rect">
                          <a:avLst/>
                        </a:prstGeom>
                        <a:noFill/>
                        <a:ln w="38100">
                          <a:noFill/>
                          <a:miter/>
                        </a:ln>
                      </p:spPr>
                    </p:pic>
                  </p:oleObj>
                </mc:Fallback>
              </mc:AlternateContent>
            </a:graphicData>
          </a:graphic>
        </p:graphicFrame>
        <p:sp>
          <p:nvSpPr>
            <p:cNvPr id="57389" name="Freeform 134"/>
            <p:cNvSpPr/>
            <p:nvPr/>
          </p:nvSpPr>
          <p:spPr>
            <a:xfrm flipH="1">
              <a:off x="844" y="2793"/>
              <a:ext cx="44" cy="802"/>
            </a:xfrm>
            <a:custGeom>
              <a:avLst/>
              <a:gdLst>
                <a:gd name="txL" fmla="*/ 0 w 1"/>
                <a:gd name="txT" fmla="*/ 0 h 246"/>
                <a:gd name="txR" fmla="*/ 1 w 1"/>
                <a:gd name="txB" fmla="*/ 246 h 246"/>
              </a:gdLst>
              <a:ahLst/>
              <a:cxnLst>
                <a:cxn ang="0">
                  <a:pos x="0" y="0"/>
                </a:cxn>
                <a:cxn ang="0">
                  <a:pos x="0" y="246"/>
                </a:cxn>
              </a:cxnLst>
              <a:rect l="txL" t="txT" r="txR" b="txB"/>
              <a:pathLst>
                <a:path w="1" h="246">
                  <a:moveTo>
                    <a:pt x="0" y="0"/>
                  </a:moveTo>
                  <a:lnTo>
                    <a:pt x="0" y="246"/>
                  </a:lnTo>
                </a:path>
              </a:pathLst>
            </a:custGeom>
            <a:noFill/>
            <a:ln w="28575" cap="flat" cmpd="sng">
              <a:solidFill>
                <a:srgbClr val="FFCC00"/>
              </a:solidFill>
              <a:prstDash val="solid"/>
              <a:round/>
              <a:headEnd type="oval" w="med" len="med"/>
              <a:tailEnd type="oval" w="med" len="med"/>
            </a:ln>
          </p:spPr>
          <p:txBody>
            <a:bodyPr wrap="none" anchor="ctr" anchorCtr="0"/>
            <a:p>
              <a:endParaRPr lang="zh-CN" altLang="en-US" dirty="0">
                <a:latin typeface="楷体_GB2312" pitchFamily="49" charset="-122"/>
              </a:endParaRPr>
            </a:p>
          </p:txBody>
        </p:sp>
        <p:sp>
          <p:nvSpPr>
            <p:cNvPr id="57390" name="Line 135"/>
            <p:cNvSpPr/>
            <p:nvPr/>
          </p:nvSpPr>
          <p:spPr>
            <a:xfrm rot="5400000">
              <a:off x="764" y="2942"/>
              <a:ext cx="240" cy="0"/>
            </a:xfrm>
            <a:prstGeom prst="line">
              <a:avLst/>
            </a:prstGeom>
            <a:ln w="28575" cap="flat" cmpd="sng">
              <a:solidFill>
                <a:srgbClr val="66FFFF"/>
              </a:solidFill>
              <a:prstDash val="solid"/>
              <a:headEnd type="none" w="med" len="med"/>
              <a:tailEnd type="triangle" w="med" len="med"/>
            </a:ln>
          </p:spPr>
        </p:sp>
        <p:graphicFrame>
          <p:nvGraphicFramePr>
            <p:cNvPr id="57354" name="Object 136"/>
            <p:cNvGraphicFramePr/>
            <p:nvPr/>
          </p:nvGraphicFramePr>
          <p:xfrm>
            <a:off x="1529" y="2623"/>
            <a:ext cx="254" cy="416"/>
          </p:xfrm>
          <a:graphic>
            <a:graphicData uri="http://schemas.openxmlformats.org/presentationml/2006/ole">
              <mc:AlternateContent xmlns:mc="http://schemas.openxmlformats.org/markup-compatibility/2006">
                <mc:Choice xmlns:v="urn:schemas-microsoft-com:vml" Requires="v">
                  <p:oleObj spid="_x0000_s3444" name="" r:id="rId42" imgW="203200" imgH="330200" progId="Equation.3">
                    <p:embed/>
                  </p:oleObj>
                </mc:Choice>
                <mc:Fallback>
                  <p:oleObj name="" r:id="rId42" imgW="203200" imgH="330200" progId="Equation.3">
                    <p:embed/>
                    <p:pic>
                      <p:nvPicPr>
                        <p:cNvPr id="0" name="图片 3443"/>
                        <p:cNvPicPr/>
                        <p:nvPr/>
                      </p:nvPicPr>
                      <p:blipFill>
                        <a:blip r:embed="rId43">
                          <a:clrChange>
                            <a:clrFrom>
                              <a:srgbClr val="000000"/>
                            </a:clrFrom>
                            <a:clrTo>
                              <a:srgbClr val="FFFFFF"/>
                            </a:clrTo>
                          </a:clrChange>
                        </a:blip>
                        <a:stretch>
                          <a:fillRect/>
                        </a:stretch>
                      </p:blipFill>
                      <p:spPr>
                        <a:xfrm>
                          <a:off x="1529" y="2623"/>
                          <a:ext cx="254" cy="416"/>
                        </a:xfrm>
                        <a:prstGeom prst="rect">
                          <a:avLst/>
                        </a:prstGeom>
                        <a:noFill/>
                        <a:ln w="38100">
                          <a:noFill/>
                          <a:miter/>
                        </a:ln>
                      </p:spPr>
                    </p:pic>
                  </p:oleObj>
                </mc:Fallback>
              </mc:AlternateContent>
            </a:graphicData>
          </a:graphic>
        </p:graphicFrame>
        <p:sp>
          <p:nvSpPr>
            <p:cNvPr id="57391" name="Line 137"/>
            <p:cNvSpPr/>
            <p:nvPr/>
          </p:nvSpPr>
          <p:spPr>
            <a:xfrm rot="5400000">
              <a:off x="1381" y="2924"/>
              <a:ext cx="240" cy="0"/>
            </a:xfrm>
            <a:prstGeom prst="line">
              <a:avLst/>
            </a:prstGeom>
            <a:ln w="28575" cap="flat" cmpd="sng">
              <a:solidFill>
                <a:srgbClr val="66FFFF"/>
              </a:solidFill>
              <a:prstDash val="solid"/>
              <a:headEnd type="none" w="med" len="med"/>
              <a:tailEnd type="triangle" w="med" len="med"/>
            </a:ln>
          </p:spPr>
        </p:sp>
        <p:graphicFrame>
          <p:nvGraphicFramePr>
            <p:cNvPr id="57355" name="Object 138"/>
            <p:cNvGraphicFramePr/>
            <p:nvPr/>
          </p:nvGraphicFramePr>
          <p:xfrm>
            <a:off x="367" y="2960"/>
            <a:ext cx="219" cy="409"/>
          </p:xfrm>
          <a:graphic>
            <a:graphicData uri="http://schemas.openxmlformats.org/presentationml/2006/ole">
              <mc:AlternateContent xmlns:mc="http://schemas.openxmlformats.org/markup-compatibility/2006">
                <mc:Choice xmlns:v="urn:schemas-microsoft-com:vml" Requires="v">
                  <p:oleObj spid="_x0000_s3450" name="" r:id="rId44" imgW="177800" imgH="329565" progId="Equation.3">
                    <p:embed/>
                  </p:oleObj>
                </mc:Choice>
                <mc:Fallback>
                  <p:oleObj name="" r:id="rId44" imgW="177800" imgH="329565" progId="Equation.3">
                    <p:embed/>
                    <p:pic>
                      <p:nvPicPr>
                        <p:cNvPr id="0" name="图片 3449"/>
                        <p:cNvPicPr/>
                        <p:nvPr/>
                      </p:nvPicPr>
                      <p:blipFill>
                        <a:blip r:embed="rId45">
                          <a:clrChange>
                            <a:clrFrom>
                              <a:srgbClr val="000000"/>
                            </a:clrFrom>
                            <a:clrTo>
                              <a:srgbClr val="FFFFFF"/>
                            </a:clrTo>
                          </a:clrChange>
                        </a:blip>
                        <a:stretch>
                          <a:fillRect/>
                        </a:stretch>
                      </p:blipFill>
                      <p:spPr>
                        <a:xfrm>
                          <a:off x="367" y="2960"/>
                          <a:ext cx="219" cy="409"/>
                        </a:xfrm>
                        <a:prstGeom prst="rect">
                          <a:avLst/>
                        </a:prstGeom>
                        <a:noFill/>
                        <a:ln w="38100">
                          <a:noFill/>
                          <a:miter/>
                        </a:ln>
                      </p:spPr>
                    </p:pic>
                  </p:oleObj>
                </mc:Fallback>
              </mc:AlternateContent>
            </a:graphicData>
          </a:graphic>
        </p:graphicFrame>
        <p:sp>
          <p:nvSpPr>
            <p:cNvPr id="57392" name="Rectangle 139"/>
            <p:cNvSpPr/>
            <p:nvPr/>
          </p:nvSpPr>
          <p:spPr>
            <a:xfrm>
              <a:off x="1428" y="3060"/>
              <a:ext cx="127" cy="318"/>
            </a:xfrm>
            <a:prstGeom prst="rect">
              <a:avLst/>
            </a:prstGeom>
            <a:gradFill rotWithShape="1">
              <a:gsLst>
                <a:gs pos="0">
                  <a:srgbClr val="764700"/>
                </a:gs>
                <a:gs pos="50000">
                  <a:srgbClr val="FF9900"/>
                </a:gs>
                <a:gs pos="100000">
                  <a:srgbClr val="764700"/>
                </a:gs>
              </a:gsLst>
              <a:lin ang="0" scaled="1"/>
              <a:tileRect/>
            </a:gradFill>
            <a:ln w="28575">
              <a:noFill/>
            </a:ln>
          </p:spPr>
          <p:txBody>
            <a:bodyPr wrap="none" anchor="ctr" anchorCtr="0"/>
            <a:p>
              <a:endParaRPr lang="zh-CN" altLang="en-US" dirty="0">
                <a:latin typeface="楷体_GB2312" pitchFamily="49" charset="-122"/>
              </a:endParaRPr>
            </a:p>
          </p:txBody>
        </p:sp>
        <p:sp>
          <p:nvSpPr>
            <p:cNvPr id="57393" name="Rectangle 140"/>
            <p:cNvSpPr/>
            <p:nvPr/>
          </p:nvSpPr>
          <p:spPr>
            <a:xfrm>
              <a:off x="820" y="3060"/>
              <a:ext cx="127" cy="318"/>
            </a:xfrm>
            <a:prstGeom prst="rect">
              <a:avLst/>
            </a:prstGeom>
            <a:gradFill rotWithShape="1">
              <a:gsLst>
                <a:gs pos="0">
                  <a:srgbClr val="764700"/>
                </a:gs>
                <a:gs pos="50000">
                  <a:srgbClr val="FF9900"/>
                </a:gs>
                <a:gs pos="100000">
                  <a:srgbClr val="764700"/>
                </a:gs>
              </a:gsLst>
              <a:lin ang="0" scaled="1"/>
              <a:tileRect/>
            </a:gradFill>
            <a:ln w="28575">
              <a:noFill/>
            </a:ln>
          </p:spPr>
          <p:txBody>
            <a:bodyPr wrap="none" anchor="ctr" anchorCtr="0"/>
            <a:p>
              <a:endParaRPr lang="zh-CN" altLang="en-US" dirty="0">
                <a:latin typeface="楷体_GB2312" pitchFamily="49" charset="-122"/>
              </a:endParaRPr>
            </a:p>
          </p:txBody>
        </p:sp>
      </p:grpSp>
      <p:grpSp>
        <p:nvGrpSpPr>
          <p:cNvPr id="57376" name="Group 144"/>
          <p:cNvGrpSpPr/>
          <p:nvPr/>
        </p:nvGrpSpPr>
        <p:grpSpPr>
          <a:xfrm>
            <a:off x="6588125" y="6446838"/>
            <a:ext cx="792163" cy="366712"/>
            <a:chOff x="4649" y="4020"/>
            <a:chExt cx="499" cy="231"/>
          </a:xfrm>
        </p:grpSpPr>
        <p:pic>
          <p:nvPicPr>
            <p:cNvPr id="57377" name="Picture 145" descr="78900"/>
            <p:cNvPicPr>
              <a:picLocks noChangeAspect="1"/>
            </p:cNvPicPr>
            <p:nvPr/>
          </p:nvPicPr>
          <p:blipFill>
            <a:blip r:embed="rId29"/>
            <a:stretch>
              <a:fillRect/>
            </a:stretch>
          </p:blipFill>
          <p:spPr>
            <a:xfrm>
              <a:off x="4649" y="4066"/>
              <a:ext cx="499" cy="181"/>
            </a:xfrm>
            <a:prstGeom prst="rect">
              <a:avLst/>
            </a:prstGeom>
            <a:noFill/>
            <a:ln w="9525">
              <a:noFill/>
            </a:ln>
          </p:spPr>
        </p:pic>
        <p:sp>
          <p:nvSpPr>
            <p:cNvPr id="57378" name="Text Box 146">
              <a:hlinkClick r:id="" action="ppaction://hlinkshowjump?jump=firstslide"/>
            </p:cNvPr>
            <p:cNvSpPr txBox="1"/>
            <p:nvPr/>
          </p:nvSpPr>
          <p:spPr>
            <a:xfrm>
              <a:off x="4672" y="4020"/>
              <a:ext cx="476" cy="231"/>
            </a:xfrm>
            <a:prstGeom prst="rect">
              <a:avLst/>
            </a:prstGeom>
            <a:noFill/>
            <a:ln w="9525">
              <a:noFill/>
            </a:ln>
          </p:spPr>
          <p:txBody>
            <a:bodyPr wrap="none">
              <a:spAutoFit/>
            </a:bodyPr>
            <a:p>
              <a:pPr>
                <a:spcBef>
                  <a:spcPct val="50000"/>
                </a:spcBef>
              </a:pPr>
              <a:r>
                <a:rPr lang="zh-CN" altLang="en-US" sz="1800" b="0" dirty="0">
                  <a:solidFill>
                    <a:schemeClr val="bg1"/>
                  </a:solidFill>
                  <a:latin typeface="隶书" panose="02010509060101010101" pitchFamily="49" charset="-122"/>
                  <a:ea typeface="隶书" panose="02010509060101010101" pitchFamily="49" charset="-122"/>
                </a:rPr>
                <a:t>返 回</a:t>
              </a:r>
              <a:endParaRPr lang="zh-CN" altLang="en-US" sz="1800" b="0" dirty="0">
                <a:solidFill>
                  <a:schemeClr val="bg1"/>
                </a:solidFill>
                <a:latin typeface="隶书" panose="02010509060101010101" pitchFamily="49" charset="-122"/>
                <a:ea typeface="隶书" panose="02010509060101010101" pitchFamily="49" charset="-122"/>
              </a:endParaRP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9" fill="hold" grpId="0" nodeType="withEffect">
                                  <p:stCondLst>
                                    <p:cond delay="0"/>
                                  </p:stCondLst>
                                  <p:childTnLst>
                                    <p:set>
                                      <p:cBhvr>
                                        <p:cTn id="6" dur="1" fill="hold">
                                          <p:stCondLst>
                                            <p:cond delay="0"/>
                                          </p:stCondLst>
                                        </p:cTn>
                                        <p:tgtEl>
                                          <p:spTgt spid="74754"/>
                                        </p:tgtEl>
                                        <p:attrNameLst>
                                          <p:attrName>style.visibility</p:attrName>
                                        </p:attrNameLst>
                                      </p:cBhvr>
                                      <p:to>
                                        <p:strVal val="visible"/>
                                      </p:to>
                                    </p:set>
                                    <p:anim calcmode="lin" valueType="num">
                                      <p:cBhvr additive="base">
                                        <p:cTn id="7" dur="500" fill="hold"/>
                                        <p:tgtEl>
                                          <p:spTgt spid="74754"/>
                                        </p:tgtEl>
                                        <p:attrNameLst>
                                          <p:attrName>ppt_x</p:attrName>
                                        </p:attrNameLst>
                                      </p:cBhvr>
                                      <p:tavLst>
                                        <p:tav tm="0">
                                          <p:val>
                                            <p:strVal val="0-#ppt_w/2"/>
                                          </p:val>
                                        </p:tav>
                                        <p:tav tm="100000">
                                          <p:val>
                                            <p:strVal val="#ppt_x"/>
                                          </p:val>
                                        </p:tav>
                                      </p:tavLst>
                                    </p:anim>
                                    <p:anim calcmode="lin" valueType="num">
                                      <p:cBhvr additive="base">
                                        <p:cTn id="8" dur="500" fill="hold"/>
                                        <p:tgtEl>
                                          <p:spTgt spid="74754"/>
                                        </p:tgtEl>
                                        <p:attrNameLst>
                                          <p:attrName>ppt_y</p:attrName>
                                        </p:attrNameLst>
                                      </p:cBhvr>
                                      <p:tavLst>
                                        <p:tav tm="0">
                                          <p:val>
                                            <p:strVal val="0-#ppt_h/2"/>
                                          </p:val>
                                        </p:tav>
                                        <p:tav tm="100000">
                                          <p:val>
                                            <p:strVal val="#ppt_y"/>
                                          </p:val>
                                        </p:tav>
                                      </p:tavLst>
                                    </p:anim>
                                  </p:childTnLst>
                                </p:cTn>
                              </p:par>
                            </p:childTnLst>
                          </p:cTn>
                        </p:par>
                        <p:par>
                          <p:cTn id="9" fill="hold">
                            <p:stCondLst>
                              <p:cond delay="500"/>
                            </p:stCondLst>
                            <p:childTnLst>
                              <p:par>
                                <p:cTn id="10" presetID="16" presetClass="entr" presetSubtype="37" fill="hold" grpId="0" nodeType="afterEffect">
                                  <p:stCondLst>
                                    <p:cond delay="0"/>
                                  </p:stCondLst>
                                  <p:childTnLst>
                                    <p:set>
                                      <p:cBhvr>
                                        <p:cTn id="11" dur="1" fill="hold">
                                          <p:stCondLst>
                                            <p:cond delay="0"/>
                                          </p:stCondLst>
                                        </p:cTn>
                                        <p:tgtEl>
                                          <p:spTgt spid="74755"/>
                                        </p:tgtEl>
                                        <p:attrNameLst>
                                          <p:attrName>style.visibility</p:attrName>
                                        </p:attrNameLst>
                                      </p:cBhvr>
                                      <p:to>
                                        <p:strVal val="visible"/>
                                      </p:to>
                                    </p:set>
                                    <p:animEffect transition="in" filter="barn(outVertical)">
                                      <p:cBhvr>
                                        <p:cTn id="12" dur="500"/>
                                        <p:tgtEl>
                                          <p:spTgt spid="74755"/>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nodeType="clickEffect">
                                  <p:stCondLst>
                                    <p:cond delay="0"/>
                                  </p:stCondLst>
                                  <p:childTnLst>
                                    <p:set>
                                      <p:cBhvr>
                                        <p:cTn id="16" dur="1" fill="hold">
                                          <p:stCondLst>
                                            <p:cond delay="0"/>
                                          </p:stCondLst>
                                        </p:cTn>
                                        <p:tgtEl>
                                          <p:spTgt spid="6"/>
                                        </p:tgtEl>
                                        <p:attrNameLst>
                                          <p:attrName>style.visibility</p:attrName>
                                        </p:attrNameLst>
                                      </p:cBhvr>
                                      <p:to>
                                        <p:strVal val="visible"/>
                                      </p:to>
                                    </p:set>
                                    <p:animEffect transition="in" filter="blinds(horizontal)">
                                      <p:cBhvr>
                                        <p:cTn id="17" dur="500"/>
                                        <p:tgtEl>
                                          <p:spTgt spid="6"/>
                                        </p:tgtEl>
                                      </p:cBhvr>
                                    </p:animEffect>
                                  </p:childTnLst>
                                </p:cTn>
                              </p:par>
                            </p:childTnLst>
                          </p:cTn>
                        </p:par>
                      </p:childTnLst>
                    </p:cTn>
                  </p:par>
                  <p:par>
                    <p:cTn id="18" fill="hold">
                      <p:stCondLst>
                        <p:cond delay="indefinite"/>
                      </p:stCondLst>
                      <p:childTnLst>
                        <p:par>
                          <p:cTn id="19" fill="hold">
                            <p:stCondLst>
                              <p:cond delay="0"/>
                            </p:stCondLst>
                            <p:childTnLst>
                              <p:par>
                                <p:cTn id="20" presetID="20" presetClass="entr" presetSubtype="0" fill="hold" nodeType="clickEffect">
                                  <p:stCondLst>
                                    <p:cond delay="0"/>
                                  </p:stCondLst>
                                  <p:childTnLst>
                                    <p:set>
                                      <p:cBhvr>
                                        <p:cTn id="21" dur="1" fill="hold">
                                          <p:stCondLst>
                                            <p:cond delay="0"/>
                                          </p:stCondLst>
                                        </p:cTn>
                                        <p:tgtEl>
                                          <p:spTgt spid="3"/>
                                        </p:tgtEl>
                                        <p:attrNameLst>
                                          <p:attrName>style.visibility</p:attrName>
                                        </p:attrNameLst>
                                      </p:cBhvr>
                                      <p:to>
                                        <p:strVal val="visible"/>
                                      </p:to>
                                    </p:set>
                                    <p:animEffect transition="in" filter="wedge">
                                      <p:cBhvr>
                                        <p:cTn id="22" dur="2000"/>
                                        <p:tgtEl>
                                          <p:spTgt spid="3"/>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nodeType="clickEffect">
                                  <p:stCondLst>
                                    <p:cond delay="0"/>
                                  </p:stCondLst>
                                  <p:childTnLst>
                                    <p:set>
                                      <p:cBhvr>
                                        <p:cTn id="26" dur="1" fill="hold">
                                          <p:stCondLst>
                                            <p:cond delay="0"/>
                                          </p:stCondLst>
                                        </p:cTn>
                                        <p:tgtEl>
                                          <p:spTgt spid="74791"/>
                                        </p:tgtEl>
                                        <p:attrNameLst>
                                          <p:attrName>style.visibility</p:attrName>
                                        </p:attrNameLst>
                                      </p:cBhvr>
                                      <p:to>
                                        <p:strVal val="visible"/>
                                      </p:to>
                                    </p:set>
                                    <p:animEffect transition="in" filter="wipe(left)">
                                      <p:cBhvr>
                                        <p:cTn id="27" dur="2000"/>
                                        <p:tgtEl>
                                          <p:spTgt spid="74791"/>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nodeType="clickEffect">
                                  <p:stCondLst>
                                    <p:cond delay="0"/>
                                  </p:stCondLst>
                                  <p:childTnLst>
                                    <p:set>
                                      <p:cBhvr>
                                        <p:cTn id="31" dur="1" fill="hold">
                                          <p:stCondLst>
                                            <p:cond delay="0"/>
                                          </p:stCondLst>
                                        </p:cTn>
                                        <p:tgtEl>
                                          <p:spTgt spid="74834"/>
                                        </p:tgtEl>
                                        <p:attrNameLst>
                                          <p:attrName>style.visibility</p:attrName>
                                        </p:attrNameLst>
                                      </p:cBhvr>
                                      <p:to>
                                        <p:strVal val="visible"/>
                                      </p:to>
                                    </p:set>
                                    <p:animEffect transition="in" filter="wipe(left)">
                                      <p:cBhvr>
                                        <p:cTn id="32" dur="2000"/>
                                        <p:tgtEl>
                                          <p:spTgt spid="74834"/>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1" fill="hold" nodeType="clickEffect">
                                  <p:stCondLst>
                                    <p:cond delay="0"/>
                                  </p:stCondLst>
                                  <p:childTnLst>
                                    <p:set>
                                      <p:cBhvr>
                                        <p:cTn id="36" dur="1" fill="hold">
                                          <p:stCondLst>
                                            <p:cond delay="0"/>
                                          </p:stCondLst>
                                        </p:cTn>
                                        <p:tgtEl>
                                          <p:spTgt spid="74835"/>
                                        </p:tgtEl>
                                        <p:attrNameLst>
                                          <p:attrName>style.visibility</p:attrName>
                                        </p:attrNameLst>
                                      </p:cBhvr>
                                      <p:to>
                                        <p:strVal val="visible"/>
                                      </p:to>
                                    </p:set>
                                    <p:animEffect transition="in" filter="wipe(up)">
                                      <p:cBhvr>
                                        <p:cTn id="37" dur="2000"/>
                                        <p:tgtEl>
                                          <p:spTgt spid="74835"/>
                                        </p:tgtEl>
                                      </p:cBhvr>
                                    </p:animEffect>
                                  </p:childTnLst>
                                </p:cTn>
                              </p:par>
                            </p:childTnLst>
                          </p:cTn>
                        </p:par>
                      </p:childTnLst>
                    </p:cTn>
                  </p:par>
                  <p:par>
                    <p:cTn id="38" fill="hold">
                      <p:stCondLst>
                        <p:cond delay="indefinite"/>
                      </p:stCondLst>
                      <p:childTnLst>
                        <p:par>
                          <p:cTn id="39" fill="hold">
                            <p:stCondLst>
                              <p:cond delay="0"/>
                            </p:stCondLst>
                            <p:childTnLst>
                              <p:par>
                                <p:cTn id="40" presetID="3" presetClass="entr" presetSubtype="10" fill="hold" nodeType="clickEffect">
                                  <p:stCondLst>
                                    <p:cond delay="0"/>
                                  </p:stCondLst>
                                  <p:childTnLst>
                                    <p:set>
                                      <p:cBhvr>
                                        <p:cTn id="41" dur="1" fill="hold">
                                          <p:stCondLst>
                                            <p:cond delay="0"/>
                                          </p:stCondLst>
                                        </p:cTn>
                                        <p:tgtEl>
                                          <p:spTgt spid="7"/>
                                        </p:tgtEl>
                                        <p:attrNameLst>
                                          <p:attrName>style.visibility</p:attrName>
                                        </p:attrNameLst>
                                      </p:cBhvr>
                                      <p:to>
                                        <p:strVal val="visible"/>
                                      </p:to>
                                    </p:set>
                                    <p:animEffect transition="in" filter="blinds(horizontal)">
                                      <p:cBhvr>
                                        <p:cTn id="42" dur="500"/>
                                        <p:tgtEl>
                                          <p:spTgt spid="7"/>
                                        </p:tgtEl>
                                      </p:cBhvr>
                                    </p:animEffect>
                                  </p:childTnLst>
                                </p:cTn>
                              </p:par>
                            </p:childTnLst>
                          </p:cTn>
                        </p:par>
                      </p:childTnLst>
                    </p:cTn>
                  </p:par>
                  <p:par>
                    <p:cTn id="43" fill="hold">
                      <p:stCondLst>
                        <p:cond delay="indefinite"/>
                      </p:stCondLst>
                      <p:childTnLst>
                        <p:par>
                          <p:cTn id="44" fill="hold">
                            <p:stCondLst>
                              <p:cond delay="0"/>
                            </p:stCondLst>
                            <p:childTnLst>
                              <p:par>
                                <p:cTn id="45" presetID="20" presetClass="entr" presetSubtype="0" fill="hold" nodeType="clickEffect">
                                  <p:stCondLst>
                                    <p:cond delay="0"/>
                                  </p:stCondLst>
                                  <p:childTnLst>
                                    <p:set>
                                      <p:cBhvr>
                                        <p:cTn id="46" dur="1" fill="hold">
                                          <p:stCondLst>
                                            <p:cond delay="0"/>
                                          </p:stCondLst>
                                        </p:cTn>
                                        <p:tgtEl>
                                          <p:spTgt spid="2"/>
                                        </p:tgtEl>
                                        <p:attrNameLst>
                                          <p:attrName>style.visibility</p:attrName>
                                        </p:attrNameLst>
                                      </p:cBhvr>
                                      <p:to>
                                        <p:strVal val="visible"/>
                                      </p:to>
                                    </p:set>
                                    <p:animEffect transition="in" filter="wedge">
                                      <p:cBhvr>
                                        <p:cTn id="47" dur="2000"/>
                                        <p:tgtEl>
                                          <p:spTgt spid="2"/>
                                        </p:tgtEl>
                                      </p:cBhvr>
                                    </p:animEffect>
                                  </p:childTnLst>
                                </p:cTn>
                              </p:par>
                            </p:childTnLst>
                          </p:cTn>
                        </p:par>
                      </p:childTnLst>
                    </p:cTn>
                  </p:par>
                  <p:par>
                    <p:cTn id="48" fill="hold">
                      <p:stCondLst>
                        <p:cond delay="indefinite"/>
                      </p:stCondLst>
                      <p:childTnLst>
                        <p:par>
                          <p:cTn id="49" fill="hold">
                            <p:stCondLst>
                              <p:cond delay="0"/>
                            </p:stCondLst>
                            <p:childTnLst>
                              <p:par>
                                <p:cTn id="50" presetID="22" presetClass="entr" presetSubtype="8" fill="hold" nodeType="clickEffect">
                                  <p:stCondLst>
                                    <p:cond delay="0"/>
                                  </p:stCondLst>
                                  <p:childTnLst>
                                    <p:set>
                                      <p:cBhvr>
                                        <p:cTn id="51" dur="1" fill="hold">
                                          <p:stCondLst>
                                            <p:cond delay="0"/>
                                          </p:stCondLst>
                                        </p:cTn>
                                        <p:tgtEl>
                                          <p:spTgt spid="74792"/>
                                        </p:tgtEl>
                                        <p:attrNameLst>
                                          <p:attrName>style.visibility</p:attrName>
                                        </p:attrNameLst>
                                      </p:cBhvr>
                                      <p:to>
                                        <p:strVal val="visible"/>
                                      </p:to>
                                    </p:set>
                                    <p:animEffect transition="in" filter="wipe(left)">
                                      <p:cBhvr>
                                        <p:cTn id="52" dur="2000"/>
                                        <p:tgtEl>
                                          <p:spTgt spid="74792"/>
                                        </p:tgtEl>
                                      </p:cBhvr>
                                    </p:animEffect>
                                  </p:childTnLst>
                                </p:cTn>
                              </p:par>
                            </p:childTnLst>
                          </p:cTn>
                        </p:par>
                      </p:childTnLst>
                    </p:cTn>
                  </p:par>
                  <p:par>
                    <p:cTn id="53" fill="hold">
                      <p:stCondLst>
                        <p:cond delay="indefinite"/>
                      </p:stCondLst>
                      <p:childTnLst>
                        <p:par>
                          <p:cTn id="54" fill="hold">
                            <p:stCondLst>
                              <p:cond delay="0"/>
                            </p:stCondLst>
                            <p:childTnLst>
                              <p:par>
                                <p:cTn id="55" presetID="22" presetClass="entr" presetSubtype="8" fill="hold" nodeType="clickEffect">
                                  <p:stCondLst>
                                    <p:cond delay="0"/>
                                  </p:stCondLst>
                                  <p:childTnLst>
                                    <p:set>
                                      <p:cBhvr>
                                        <p:cTn id="56" dur="1" fill="hold">
                                          <p:stCondLst>
                                            <p:cond delay="0"/>
                                          </p:stCondLst>
                                        </p:cTn>
                                        <p:tgtEl>
                                          <p:spTgt spid="74837"/>
                                        </p:tgtEl>
                                        <p:attrNameLst>
                                          <p:attrName>style.visibility</p:attrName>
                                        </p:attrNameLst>
                                      </p:cBhvr>
                                      <p:to>
                                        <p:strVal val="visible"/>
                                      </p:to>
                                    </p:set>
                                    <p:animEffect transition="in" filter="wipe(left)">
                                      <p:cBhvr>
                                        <p:cTn id="57" dur="2000"/>
                                        <p:tgtEl>
                                          <p:spTgt spid="74837"/>
                                        </p:tgtEl>
                                      </p:cBhvr>
                                    </p:animEffect>
                                  </p:childTnLst>
                                </p:cTn>
                              </p:par>
                            </p:childTnLst>
                          </p:cTn>
                        </p:par>
                      </p:childTnLst>
                    </p:cTn>
                  </p:par>
                  <p:par>
                    <p:cTn id="58" fill="hold">
                      <p:stCondLst>
                        <p:cond delay="indefinite"/>
                      </p:stCondLst>
                      <p:childTnLst>
                        <p:par>
                          <p:cTn id="59" fill="hold">
                            <p:stCondLst>
                              <p:cond delay="0"/>
                            </p:stCondLst>
                            <p:childTnLst>
                              <p:par>
                                <p:cTn id="60" presetID="22" presetClass="entr" presetSubtype="1" fill="hold" nodeType="clickEffect">
                                  <p:stCondLst>
                                    <p:cond delay="0"/>
                                  </p:stCondLst>
                                  <p:childTnLst>
                                    <p:set>
                                      <p:cBhvr>
                                        <p:cTn id="61" dur="1" fill="hold">
                                          <p:stCondLst>
                                            <p:cond delay="0"/>
                                          </p:stCondLst>
                                        </p:cTn>
                                        <p:tgtEl>
                                          <p:spTgt spid="74838"/>
                                        </p:tgtEl>
                                        <p:attrNameLst>
                                          <p:attrName>style.visibility</p:attrName>
                                        </p:attrNameLst>
                                      </p:cBhvr>
                                      <p:to>
                                        <p:strVal val="visible"/>
                                      </p:to>
                                    </p:set>
                                    <p:animEffect transition="in" filter="wipe(up)">
                                      <p:cBhvr>
                                        <p:cTn id="62" dur="2000"/>
                                        <p:tgtEl>
                                          <p:spTgt spid="7483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4754" grpId="0" animBg="1"/>
      <p:bldP spid="74755" grpId="0"/>
    </p:bld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graphicFrame>
        <p:nvGraphicFramePr>
          <p:cNvPr id="94234" name="Object 26"/>
          <p:cNvGraphicFramePr/>
          <p:nvPr/>
        </p:nvGraphicFramePr>
        <p:xfrm>
          <a:off x="1076325" y="522288"/>
          <a:ext cx="2959100" cy="525462"/>
        </p:xfrm>
        <a:graphic>
          <a:graphicData uri="http://schemas.openxmlformats.org/presentationml/2006/ole">
            <mc:AlternateContent xmlns:mc="http://schemas.openxmlformats.org/markup-compatibility/2006">
              <mc:Choice xmlns:v="urn:schemas-microsoft-com:vml" Requires="v">
                <p:oleObj spid="_x0000_s3447" name="" r:id="rId1" imgW="1358265" imgH="241300" progId="Equation.3">
                  <p:embed/>
                </p:oleObj>
              </mc:Choice>
              <mc:Fallback>
                <p:oleObj name="" r:id="rId1" imgW="1358265" imgH="241300" progId="Equation.3">
                  <p:embed/>
                  <p:pic>
                    <p:nvPicPr>
                      <p:cNvPr id="0" name="图片 3446"/>
                      <p:cNvPicPr/>
                      <p:nvPr/>
                    </p:nvPicPr>
                    <p:blipFill>
                      <a:blip r:embed="rId2">
                        <a:clrChange>
                          <a:clrFrom>
                            <a:srgbClr val="000000"/>
                          </a:clrFrom>
                          <a:clrTo>
                            <a:srgbClr val="FFFFFF"/>
                          </a:clrTo>
                        </a:clrChange>
                      </a:blip>
                      <a:stretch>
                        <a:fillRect/>
                      </a:stretch>
                    </p:blipFill>
                    <p:spPr>
                      <a:xfrm>
                        <a:off x="1076325" y="522288"/>
                        <a:ext cx="2959100" cy="525462"/>
                      </a:xfrm>
                      <a:prstGeom prst="rect">
                        <a:avLst/>
                      </a:prstGeom>
                      <a:noFill/>
                      <a:ln w="38100">
                        <a:noFill/>
                        <a:miter/>
                      </a:ln>
                    </p:spPr>
                  </p:pic>
                </p:oleObj>
              </mc:Fallback>
            </mc:AlternateContent>
          </a:graphicData>
        </a:graphic>
      </p:graphicFrame>
      <p:graphicFrame>
        <p:nvGraphicFramePr>
          <p:cNvPr id="94235" name="Object 27"/>
          <p:cNvGraphicFramePr/>
          <p:nvPr/>
        </p:nvGraphicFramePr>
        <p:xfrm>
          <a:off x="1041400" y="2119313"/>
          <a:ext cx="3103563" cy="560387"/>
        </p:xfrm>
        <a:graphic>
          <a:graphicData uri="http://schemas.openxmlformats.org/presentationml/2006/ole">
            <mc:AlternateContent xmlns:mc="http://schemas.openxmlformats.org/markup-compatibility/2006">
              <mc:Choice xmlns:v="urn:schemas-microsoft-com:vml" Requires="v">
                <p:oleObj spid="_x0000_s3449" name="" r:id="rId3" imgW="1332865" imgH="241300" progId="Equation.3">
                  <p:embed/>
                </p:oleObj>
              </mc:Choice>
              <mc:Fallback>
                <p:oleObj name="" r:id="rId3" imgW="1332865" imgH="241300" progId="Equation.3">
                  <p:embed/>
                  <p:pic>
                    <p:nvPicPr>
                      <p:cNvPr id="0" name="图片 3448"/>
                      <p:cNvPicPr/>
                      <p:nvPr/>
                    </p:nvPicPr>
                    <p:blipFill>
                      <a:blip r:embed="rId4">
                        <a:clrChange>
                          <a:clrFrom>
                            <a:srgbClr val="000000"/>
                          </a:clrFrom>
                          <a:clrTo>
                            <a:srgbClr val="FFFFFF"/>
                          </a:clrTo>
                        </a:clrChange>
                      </a:blip>
                      <a:stretch>
                        <a:fillRect/>
                      </a:stretch>
                    </p:blipFill>
                    <p:spPr>
                      <a:xfrm>
                        <a:off x="1041400" y="2119313"/>
                        <a:ext cx="3103563" cy="560387"/>
                      </a:xfrm>
                      <a:prstGeom prst="rect">
                        <a:avLst/>
                      </a:prstGeom>
                      <a:noFill/>
                      <a:ln w="38100">
                        <a:noFill/>
                        <a:miter/>
                      </a:ln>
                    </p:spPr>
                  </p:pic>
                </p:oleObj>
              </mc:Fallback>
            </mc:AlternateContent>
          </a:graphicData>
        </a:graphic>
      </p:graphicFrame>
      <p:graphicFrame>
        <p:nvGraphicFramePr>
          <p:cNvPr id="94278" name="Object 70"/>
          <p:cNvGraphicFramePr/>
          <p:nvPr/>
        </p:nvGraphicFramePr>
        <p:xfrm>
          <a:off x="4603750" y="522288"/>
          <a:ext cx="3035300" cy="538162"/>
        </p:xfrm>
        <a:graphic>
          <a:graphicData uri="http://schemas.openxmlformats.org/presentationml/2006/ole">
            <mc:AlternateContent xmlns:mc="http://schemas.openxmlformats.org/markup-compatibility/2006">
              <mc:Choice xmlns:v="urn:schemas-microsoft-com:vml" Requires="v">
                <p:oleObj spid="_x0000_s3445" name="" r:id="rId5" imgW="1358265" imgH="241300" progId="Equation.3">
                  <p:embed/>
                </p:oleObj>
              </mc:Choice>
              <mc:Fallback>
                <p:oleObj name="" r:id="rId5" imgW="1358265" imgH="241300" progId="Equation.3">
                  <p:embed/>
                  <p:pic>
                    <p:nvPicPr>
                      <p:cNvPr id="0" name="图片 3444"/>
                      <p:cNvPicPr/>
                      <p:nvPr/>
                    </p:nvPicPr>
                    <p:blipFill>
                      <a:blip r:embed="rId6">
                        <a:clrChange>
                          <a:clrFrom>
                            <a:srgbClr val="000000"/>
                          </a:clrFrom>
                          <a:clrTo>
                            <a:srgbClr val="FFFFFF"/>
                          </a:clrTo>
                        </a:clrChange>
                      </a:blip>
                      <a:stretch>
                        <a:fillRect/>
                      </a:stretch>
                    </p:blipFill>
                    <p:spPr>
                      <a:xfrm>
                        <a:off x="4603750" y="522288"/>
                        <a:ext cx="3035300" cy="538162"/>
                      </a:xfrm>
                      <a:prstGeom prst="rect">
                        <a:avLst/>
                      </a:prstGeom>
                      <a:noFill/>
                      <a:ln w="38100">
                        <a:noFill/>
                        <a:miter/>
                      </a:ln>
                    </p:spPr>
                  </p:pic>
                </p:oleObj>
              </mc:Fallback>
            </mc:AlternateContent>
          </a:graphicData>
        </a:graphic>
      </p:graphicFrame>
      <p:graphicFrame>
        <p:nvGraphicFramePr>
          <p:cNvPr id="94280" name="Object 72"/>
          <p:cNvGraphicFramePr/>
          <p:nvPr/>
        </p:nvGraphicFramePr>
        <p:xfrm>
          <a:off x="4594225" y="2178050"/>
          <a:ext cx="2813050" cy="520700"/>
        </p:xfrm>
        <a:graphic>
          <a:graphicData uri="http://schemas.openxmlformats.org/presentationml/2006/ole">
            <mc:AlternateContent xmlns:mc="http://schemas.openxmlformats.org/markup-compatibility/2006">
              <mc:Choice xmlns:v="urn:schemas-microsoft-com:vml" Requires="v">
                <p:oleObj spid="_x0000_s3446" name="" r:id="rId7" imgW="1307465" imgH="241300" progId="Equation.3">
                  <p:embed/>
                </p:oleObj>
              </mc:Choice>
              <mc:Fallback>
                <p:oleObj name="" r:id="rId7" imgW="1307465" imgH="241300" progId="Equation.3">
                  <p:embed/>
                  <p:pic>
                    <p:nvPicPr>
                      <p:cNvPr id="0" name="图片 3445"/>
                      <p:cNvPicPr/>
                      <p:nvPr/>
                    </p:nvPicPr>
                    <p:blipFill>
                      <a:blip r:embed="rId8">
                        <a:clrChange>
                          <a:clrFrom>
                            <a:srgbClr val="000000"/>
                          </a:clrFrom>
                          <a:clrTo>
                            <a:srgbClr val="FFFFFF"/>
                          </a:clrTo>
                        </a:clrChange>
                      </a:blip>
                      <a:stretch>
                        <a:fillRect/>
                      </a:stretch>
                    </p:blipFill>
                    <p:spPr>
                      <a:xfrm>
                        <a:off x="4594225" y="2178050"/>
                        <a:ext cx="2813050" cy="520700"/>
                      </a:xfrm>
                      <a:prstGeom prst="rect">
                        <a:avLst/>
                      </a:prstGeom>
                      <a:noFill/>
                      <a:ln w="38100">
                        <a:noFill/>
                        <a:miter/>
                      </a:ln>
                    </p:spPr>
                  </p:pic>
                </p:oleObj>
              </mc:Fallback>
            </mc:AlternateContent>
          </a:graphicData>
        </a:graphic>
      </p:graphicFrame>
      <p:graphicFrame>
        <p:nvGraphicFramePr>
          <p:cNvPr id="94285" name="Object 77"/>
          <p:cNvGraphicFramePr/>
          <p:nvPr/>
        </p:nvGraphicFramePr>
        <p:xfrm>
          <a:off x="1547813" y="1196975"/>
          <a:ext cx="4857750" cy="620713"/>
        </p:xfrm>
        <a:graphic>
          <a:graphicData uri="http://schemas.openxmlformats.org/presentationml/2006/ole">
            <mc:AlternateContent xmlns:mc="http://schemas.openxmlformats.org/markup-compatibility/2006">
              <mc:Choice xmlns:v="urn:schemas-microsoft-com:vml" Requires="v">
                <p:oleObj spid="_x0000_s3451" name="" r:id="rId9" imgW="2385695" imgH="304800" progId="Equation.3">
                  <p:embed/>
                </p:oleObj>
              </mc:Choice>
              <mc:Fallback>
                <p:oleObj name="" r:id="rId9" imgW="2385695" imgH="304800" progId="Equation.3">
                  <p:embed/>
                  <p:pic>
                    <p:nvPicPr>
                      <p:cNvPr id="0" name="图片 3450"/>
                      <p:cNvPicPr/>
                      <p:nvPr/>
                    </p:nvPicPr>
                    <p:blipFill>
                      <a:blip r:embed="rId10">
                        <a:clrChange>
                          <a:clrFrom>
                            <a:srgbClr val="000000"/>
                          </a:clrFrom>
                          <a:clrTo>
                            <a:srgbClr val="FFFFFF"/>
                          </a:clrTo>
                        </a:clrChange>
                      </a:blip>
                      <a:stretch>
                        <a:fillRect/>
                      </a:stretch>
                    </p:blipFill>
                    <p:spPr>
                      <a:xfrm>
                        <a:off x="1547813" y="1196975"/>
                        <a:ext cx="4857750" cy="620713"/>
                      </a:xfrm>
                      <a:prstGeom prst="rect">
                        <a:avLst/>
                      </a:prstGeom>
                      <a:noFill/>
                      <a:ln w="38100">
                        <a:noFill/>
                        <a:miter/>
                      </a:ln>
                    </p:spPr>
                  </p:pic>
                </p:oleObj>
              </mc:Fallback>
            </mc:AlternateContent>
          </a:graphicData>
        </a:graphic>
      </p:graphicFrame>
      <p:graphicFrame>
        <p:nvGraphicFramePr>
          <p:cNvPr id="94286" name="Object 78"/>
          <p:cNvGraphicFramePr/>
          <p:nvPr/>
        </p:nvGraphicFramePr>
        <p:xfrm>
          <a:off x="1476375" y="2924175"/>
          <a:ext cx="4865688" cy="638175"/>
        </p:xfrm>
        <a:graphic>
          <a:graphicData uri="http://schemas.openxmlformats.org/presentationml/2006/ole">
            <mc:AlternateContent xmlns:mc="http://schemas.openxmlformats.org/markup-compatibility/2006">
              <mc:Choice xmlns:v="urn:schemas-microsoft-com:vml" Requires="v">
                <p:oleObj spid="_x0000_s3448" name="" r:id="rId11" imgW="2322195" imgH="304800" progId="Equation.3">
                  <p:embed/>
                </p:oleObj>
              </mc:Choice>
              <mc:Fallback>
                <p:oleObj name="" r:id="rId11" imgW="2322195" imgH="304800" progId="Equation.3">
                  <p:embed/>
                  <p:pic>
                    <p:nvPicPr>
                      <p:cNvPr id="0" name="图片 3447"/>
                      <p:cNvPicPr/>
                      <p:nvPr/>
                    </p:nvPicPr>
                    <p:blipFill>
                      <a:blip r:embed="rId12">
                        <a:clrChange>
                          <a:clrFrom>
                            <a:srgbClr val="000000"/>
                          </a:clrFrom>
                          <a:clrTo>
                            <a:srgbClr val="FFFFFF"/>
                          </a:clrTo>
                        </a:clrChange>
                      </a:blip>
                      <a:stretch>
                        <a:fillRect/>
                      </a:stretch>
                    </p:blipFill>
                    <p:spPr>
                      <a:xfrm>
                        <a:off x="1476375" y="2924175"/>
                        <a:ext cx="4865688" cy="638175"/>
                      </a:xfrm>
                      <a:prstGeom prst="rect">
                        <a:avLst/>
                      </a:prstGeom>
                      <a:noFill/>
                      <a:ln w="38100">
                        <a:noFill/>
                        <a:miter/>
                      </a:ln>
                    </p:spPr>
                  </p:pic>
                </p:oleObj>
              </mc:Fallback>
            </mc:AlternateContent>
          </a:graphicData>
        </a:graphic>
      </p:graphicFrame>
      <p:grpSp>
        <p:nvGrpSpPr>
          <p:cNvPr id="2" name="Group 118"/>
          <p:cNvGrpSpPr/>
          <p:nvPr/>
        </p:nvGrpSpPr>
        <p:grpSpPr>
          <a:xfrm>
            <a:off x="971550" y="3789363"/>
            <a:ext cx="6661150" cy="1857375"/>
            <a:chOff x="385" y="2387"/>
            <a:chExt cx="4196" cy="1170"/>
          </a:xfrm>
        </p:grpSpPr>
        <p:grpSp>
          <p:nvGrpSpPr>
            <p:cNvPr id="58386" name="Group 80"/>
            <p:cNvGrpSpPr/>
            <p:nvPr/>
          </p:nvGrpSpPr>
          <p:grpSpPr>
            <a:xfrm>
              <a:off x="385" y="2387"/>
              <a:ext cx="870" cy="836"/>
              <a:chOff x="768" y="2304"/>
              <a:chExt cx="870" cy="836"/>
            </a:xfrm>
          </p:grpSpPr>
          <p:sp>
            <p:nvSpPr>
              <p:cNvPr id="58415" name="Line 81"/>
              <p:cNvSpPr/>
              <p:nvPr/>
            </p:nvSpPr>
            <p:spPr>
              <a:xfrm flipH="1">
                <a:off x="768" y="2304"/>
                <a:ext cx="624" cy="528"/>
              </a:xfrm>
              <a:prstGeom prst="line">
                <a:avLst/>
              </a:prstGeom>
              <a:ln w="38100" cap="flat" cmpd="sng">
                <a:solidFill>
                  <a:srgbClr val="FF9900"/>
                </a:solidFill>
                <a:prstDash val="solid"/>
                <a:headEnd type="none" w="med" len="med"/>
                <a:tailEnd type="none" w="med" len="med"/>
              </a:ln>
            </p:spPr>
          </p:sp>
          <p:sp>
            <p:nvSpPr>
              <p:cNvPr id="58416" name="Line 82"/>
              <p:cNvSpPr/>
              <p:nvPr/>
            </p:nvSpPr>
            <p:spPr>
              <a:xfrm>
                <a:off x="1392" y="2304"/>
                <a:ext cx="0" cy="528"/>
              </a:xfrm>
              <a:prstGeom prst="line">
                <a:avLst/>
              </a:prstGeom>
              <a:ln w="38100" cap="flat" cmpd="sng">
                <a:solidFill>
                  <a:srgbClr val="FF9900"/>
                </a:solidFill>
                <a:prstDash val="solid"/>
                <a:headEnd type="none" w="med" len="med"/>
                <a:tailEnd type="none" w="med" len="med"/>
              </a:ln>
            </p:spPr>
          </p:sp>
          <p:sp>
            <p:nvSpPr>
              <p:cNvPr id="58417" name="Line 83"/>
              <p:cNvSpPr/>
              <p:nvPr/>
            </p:nvSpPr>
            <p:spPr>
              <a:xfrm>
                <a:off x="768" y="2832"/>
                <a:ext cx="624" cy="0"/>
              </a:xfrm>
              <a:prstGeom prst="line">
                <a:avLst/>
              </a:prstGeom>
              <a:ln w="38100" cap="flat" cmpd="sng">
                <a:solidFill>
                  <a:srgbClr val="FF9900"/>
                </a:solidFill>
                <a:prstDash val="solid"/>
                <a:headEnd type="none" w="med" len="med"/>
                <a:tailEnd type="none" w="med" len="med"/>
              </a:ln>
            </p:spPr>
          </p:sp>
          <p:sp>
            <p:nvSpPr>
              <p:cNvPr id="58418" name="Freeform 84"/>
              <p:cNvSpPr/>
              <p:nvPr/>
            </p:nvSpPr>
            <p:spPr>
              <a:xfrm>
                <a:off x="876" y="2736"/>
                <a:ext cx="60" cy="96"/>
              </a:xfrm>
              <a:custGeom>
                <a:avLst/>
                <a:gdLst>
                  <a:gd name="txL" fmla="*/ 0 w 60"/>
                  <a:gd name="txT" fmla="*/ 0 h 96"/>
                  <a:gd name="txR" fmla="*/ 60 w 60"/>
                  <a:gd name="txB" fmla="*/ 96 h 96"/>
                </a:gdLst>
                <a:ahLst/>
                <a:cxnLst>
                  <a:cxn ang="0">
                    <a:pos x="0" y="0"/>
                  </a:cxn>
                  <a:cxn ang="0">
                    <a:pos x="60" y="96"/>
                  </a:cxn>
                </a:cxnLst>
                <a:rect l="txL" t="txT" r="txR" b="txB"/>
                <a:pathLst>
                  <a:path w="60" h="96">
                    <a:moveTo>
                      <a:pt x="0" y="0"/>
                    </a:moveTo>
                    <a:cubicBezTo>
                      <a:pt x="53" y="18"/>
                      <a:pt x="60" y="35"/>
                      <a:pt x="60" y="96"/>
                    </a:cubicBezTo>
                  </a:path>
                </a:pathLst>
              </a:custGeom>
              <a:noFill/>
              <a:ln w="38100" cap="flat" cmpd="sng">
                <a:solidFill>
                  <a:srgbClr val="66FF33"/>
                </a:solidFill>
                <a:prstDash val="solid"/>
                <a:round/>
                <a:headEnd type="none" w="med" len="med"/>
                <a:tailEnd type="none" w="med" len="med"/>
              </a:ln>
            </p:spPr>
            <p:txBody>
              <a:bodyPr wrap="none" anchor="ctr" anchorCtr="0"/>
              <a:p>
                <a:endParaRPr lang="zh-CN" altLang="en-US" dirty="0">
                  <a:latin typeface="楷体_GB2312" pitchFamily="49" charset="-122"/>
                </a:endParaRPr>
              </a:p>
            </p:txBody>
          </p:sp>
          <p:sp>
            <p:nvSpPr>
              <p:cNvPr id="58419" name="Text Box 85"/>
              <p:cNvSpPr txBox="1"/>
              <p:nvPr/>
            </p:nvSpPr>
            <p:spPr>
              <a:xfrm>
                <a:off x="903" y="2525"/>
                <a:ext cx="251" cy="327"/>
              </a:xfrm>
              <a:prstGeom prst="rect">
                <a:avLst/>
              </a:prstGeom>
              <a:noFill/>
              <a:ln w="12700">
                <a:noFill/>
              </a:ln>
            </p:spPr>
            <p:txBody>
              <a:bodyPr wrap="none" anchor="ctr" anchorCtr="0">
                <a:spAutoFit/>
              </a:bodyPr>
              <a:p>
                <a:pPr algn="ctr"/>
                <a:r>
                  <a:rPr lang="en-US" altLang="zh-CN" b="0" i="1" dirty="0">
                    <a:solidFill>
                      <a:schemeClr val="bg1"/>
                    </a:solidFill>
                    <a:latin typeface="Symbol" panose="05050102010706020507" pitchFamily="18" charset="2"/>
                    <a:ea typeface="宋体" panose="02010600030101010101" pitchFamily="2" charset="-122"/>
                  </a:rPr>
                  <a:t>j</a:t>
                </a:r>
                <a:endParaRPr lang="en-US" altLang="zh-CN" b="0" i="1" dirty="0">
                  <a:solidFill>
                    <a:schemeClr val="bg1"/>
                  </a:solidFill>
                  <a:latin typeface="Times New Roman" panose="02020603050405020304" pitchFamily="18" charset="0"/>
                  <a:ea typeface="宋体" panose="02010600030101010101" pitchFamily="2" charset="-122"/>
                </a:endParaRPr>
              </a:p>
            </p:txBody>
          </p:sp>
          <p:sp>
            <p:nvSpPr>
              <p:cNvPr id="58420" name="Text Box 86"/>
              <p:cNvSpPr txBox="1"/>
              <p:nvPr/>
            </p:nvSpPr>
            <p:spPr>
              <a:xfrm>
                <a:off x="846" y="2333"/>
                <a:ext cx="228" cy="327"/>
              </a:xfrm>
              <a:prstGeom prst="rect">
                <a:avLst/>
              </a:prstGeom>
              <a:noFill/>
              <a:ln w="12700">
                <a:noFill/>
              </a:ln>
            </p:spPr>
            <p:txBody>
              <a:bodyPr wrap="none" anchor="ctr" anchorCtr="0">
                <a:spAutoFit/>
              </a:bodyPr>
              <a:p>
                <a:pPr algn="ctr"/>
                <a:r>
                  <a:rPr lang="en-US" altLang="zh-CN" b="0" i="1" dirty="0">
                    <a:solidFill>
                      <a:schemeClr val="bg1"/>
                    </a:solidFill>
                    <a:latin typeface="Times New Roman" panose="02020603050405020304" pitchFamily="18" charset="0"/>
                    <a:ea typeface="宋体" panose="02010600030101010101" pitchFamily="2" charset="-122"/>
                  </a:rPr>
                  <a:t>S</a:t>
                </a:r>
                <a:endParaRPr lang="en-US" altLang="zh-CN" b="0" i="1" dirty="0">
                  <a:solidFill>
                    <a:schemeClr val="bg1"/>
                  </a:solidFill>
                  <a:latin typeface="Times New Roman" panose="02020603050405020304" pitchFamily="18" charset="0"/>
                  <a:ea typeface="宋体" panose="02010600030101010101" pitchFamily="2" charset="-122"/>
                </a:endParaRPr>
              </a:p>
            </p:txBody>
          </p:sp>
          <p:sp>
            <p:nvSpPr>
              <p:cNvPr id="58421" name="Text Box 87"/>
              <p:cNvSpPr txBox="1"/>
              <p:nvPr/>
            </p:nvSpPr>
            <p:spPr>
              <a:xfrm>
                <a:off x="1036" y="2813"/>
                <a:ext cx="253" cy="327"/>
              </a:xfrm>
              <a:prstGeom prst="rect">
                <a:avLst/>
              </a:prstGeom>
              <a:noFill/>
              <a:ln w="12700">
                <a:noFill/>
              </a:ln>
            </p:spPr>
            <p:txBody>
              <a:bodyPr wrap="none" anchor="ctr" anchorCtr="0">
                <a:spAutoFit/>
              </a:bodyPr>
              <a:p>
                <a:pPr algn="ctr"/>
                <a:r>
                  <a:rPr lang="en-US" altLang="zh-CN" b="0" i="1" dirty="0">
                    <a:solidFill>
                      <a:schemeClr val="bg1"/>
                    </a:solidFill>
                    <a:latin typeface="Times New Roman" panose="02020603050405020304" pitchFamily="18" charset="0"/>
                    <a:ea typeface="宋体" panose="02010600030101010101" pitchFamily="2" charset="-122"/>
                  </a:rPr>
                  <a:t>P</a:t>
                </a:r>
                <a:endParaRPr lang="en-US" altLang="zh-CN" b="0" i="1" dirty="0">
                  <a:solidFill>
                    <a:schemeClr val="bg1"/>
                  </a:solidFill>
                  <a:latin typeface="Times New Roman" panose="02020603050405020304" pitchFamily="18" charset="0"/>
                  <a:ea typeface="宋体" panose="02010600030101010101" pitchFamily="2" charset="-122"/>
                </a:endParaRPr>
              </a:p>
            </p:txBody>
          </p:sp>
          <p:sp>
            <p:nvSpPr>
              <p:cNvPr id="58422" name="Text Box 88"/>
              <p:cNvSpPr txBox="1"/>
              <p:nvPr/>
            </p:nvSpPr>
            <p:spPr>
              <a:xfrm>
                <a:off x="1360" y="2429"/>
                <a:ext cx="278" cy="327"/>
              </a:xfrm>
              <a:prstGeom prst="rect">
                <a:avLst/>
              </a:prstGeom>
              <a:noFill/>
              <a:ln w="12700">
                <a:noFill/>
              </a:ln>
            </p:spPr>
            <p:txBody>
              <a:bodyPr wrap="none" anchor="ctr" anchorCtr="0">
                <a:spAutoFit/>
              </a:bodyPr>
              <a:p>
                <a:pPr algn="ctr"/>
                <a:r>
                  <a:rPr lang="en-US" altLang="zh-CN" b="0" i="1" dirty="0">
                    <a:solidFill>
                      <a:schemeClr val="bg1"/>
                    </a:solidFill>
                    <a:latin typeface="Times New Roman" panose="02020603050405020304" pitchFamily="18" charset="0"/>
                    <a:ea typeface="宋体" panose="02010600030101010101" pitchFamily="2" charset="-122"/>
                  </a:rPr>
                  <a:t>Q</a:t>
                </a:r>
                <a:endParaRPr lang="en-US" altLang="zh-CN" b="0" i="1" dirty="0">
                  <a:solidFill>
                    <a:schemeClr val="bg1"/>
                  </a:solidFill>
                  <a:latin typeface="Times New Roman" panose="02020603050405020304" pitchFamily="18" charset="0"/>
                  <a:ea typeface="宋体" panose="02010600030101010101" pitchFamily="2" charset="-122"/>
                </a:endParaRPr>
              </a:p>
            </p:txBody>
          </p:sp>
        </p:grpSp>
        <p:grpSp>
          <p:nvGrpSpPr>
            <p:cNvPr id="58387" name="Group 89"/>
            <p:cNvGrpSpPr/>
            <p:nvPr/>
          </p:nvGrpSpPr>
          <p:grpSpPr>
            <a:xfrm>
              <a:off x="1429" y="2387"/>
              <a:ext cx="863" cy="836"/>
              <a:chOff x="1920" y="2304"/>
              <a:chExt cx="863" cy="836"/>
            </a:xfrm>
          </p:grpSpPr>
          <p:sp>
            <p:nvSpPr>
              <p:cNvPr id="58407" name="Line 90"/>
              <p:cNvSpPr/>
              <p:nvPr/>
            </p:nvSpPr>
            <p:spPr>
              <a:xfrm flipH="1">
                <a:off x="1920" y="2304"/>
                <a:ext cx="624" cy="528"/>
              </a:xfrm>
              <a:prstGeom prst="line">
                <a:avLst/>
              </a:prstGeom>
              <a:ln w="38100" cap="flat" cmpd="sng">
                <a:solidFill>
                  <a:srgbClr val="FF9900"/>
                </a:solidFill>
                <a:prstDash val="solid"/>
                <a:headEnd type="none" w="med" len="med"/>
                <a:tailEnd type="none" w="med" len="med"/>
              </a:ln>
            </p:spPr>
          </p:sp>
          <p:sp>
            <p:nvSpPr>
              <p:cNvPr id="58408" name="Line 91"/>
              <p:cNvSpPr/>
              <p:nvPr/>
            </p:nvSpPr>
            <p:spPr>
              <a:xfrm>
                <a:off x="2544" y="2304"/>
                <a:ext cx="0" cy="528"/>
              </a:xfrm>
              <a:prstGeom prst="line">
                <a:avLst/>
              </a:prstGeom>
              <a:ln w="38100" cap="flat" cmpd="sng">
                <a:solidFill>
                  <a:srgbClr val="FF9900"/>
                </a:solidFill>
                <a:prstDash val="solid"/>
                <a:headEnd type="none" w="med" len="med"/>
                <a:tailEnd type="none" w="med" len="med"/>
              </a:ln>
            </p:spPr>
          </p:sp>
          <p:sp>
            <p:nvSpPr>
              <p:cNvPr id="58409" name="Line 92"/>
              <p:cNvSpPr/>
              <p:nvPr/>
            </p:nvSpPr>
            <p:spPr>
              <a:xfrm>
                <a:off x="1920" y="2832"/>
                <a:ext cx="624" cy="0"/>
              </a:xfrm>
              <a:prstGeom prst="line">
                <a:avLst/>
              </a:prstGeom>
              <a:ln w="38100" cap="flat" cmpd="sng">
                <a:solidFill>
                  <a:srgbClr val="FF9900"/>
                </a:solidFill>
                <a:prstDash val="solid"/>
                <a:headEnd type="none" w="med" len="med"/>
                <a:tailEnd type="none" w="med" len="med"/>
              </a:ln>
            </p:spPr>
          </p:sp>
          <p:sp>
            <p:nvSpPr>
              <p:cNvPr id="58410" name="Freeform 93"/>
              <p:cNvSpPr/>
              <p:nvPr/>
            </p:nvSpPr>
            <p:spPr>
              <a:xfrm>
                <a:off x="2028" y="2736"/>
                <a:ext cx="60" cy="96"/>
              </a:xfrm>
              <a:custGeom>
                <a:avLst/>
                <a:gdLst>
                  <a:gd name="txL" fmla="*/ 0 w 60"/>
                  <a:gd name="txT" fmla="*/ 0 h 96"/>
                  <a:gd name="txR" fmla="*/ 60 w 60"/>
                  <a:gd name="txB" fmla="*/ 96 h 96"/>
                </a:gdLst>
                <a:ahLst/>
                <a:cxnLst>
                  <a:cxn ang="0">
                    <a:pos x="0" y="0"/>
                  </a:cxn>
                  <a:cxn ang="0">
                    <a:pos x="60" y="96"/>
                  </a:cxn>
                </a:cxnLst>
                <a:rect l="txL" t="txT" r="txR" b="txB"/>
                <a:pathLst>
                  <a:path w="60" h="96">
                    <a:moveTo>
                      <a:pt x="0" y="0"/>
                    </a:moveTo>
                    <a:cubicBezTo>
                      <a:pt x="53" y="18"/>
                      <a:pt x="60" y="35"/>
                      <a:pt x="60" y="96"/>
                    </a:cubicBezTo>
                  </a:path>
                </a:pathLst>
              </a:custGeom>
              <a:noFill/>
              <a:ln w="38100" cap="flat" cmpd="sng">
                <a:solidFill>
                  <a:srgbClr val="66FF33"/>
                </a:solidFill>
                <a:prstDash val="solid"/>
                <a:round/>
                <a:headEnd type="none" w="med" len="med"/>
                <a:tailEnd type="none" w="med" len="med"/>
              </a:ln>
            </p:spPr>
            <p:txBody>
              <a:bodyPr wrap="none" anchor="ctr" anchorCtr="0"/>
              <a:p>
                <a:endParaRPr lang="zh-CN" altLang="en-US" dirty="0">
                  <a:latin typeface="楷体_GB2312" pitchFamily="49" charset="-122"/>
                </a:endParaRPr>
              </a:p>
            </p:txBody>
          </p:sp>
          <p:sp>
            <p:nvSpPr>
              <p:cNvPr id="58411" name="Text Box 94"/>
              <p:cNvSpPr txBox="1"/>
              <p:nvPr/>
            </p:nvSpPr>
            <p:spPr>
              <a:xfrm>
                <a:off x="2055" y="2525"/>
                <a:ext cx="251" cy="327"/>
              </a:xfrm>
              <a:prstGeom prst="rect">
                <a:avLst/>
              </a:prstGeom>
              <a:noFill/>
              <a:ln w="12700">
                <a:noFill/>
              </a:ln>
            </p:spPr>
            <p:txBody>
              <a:bodyPr wrap="none" anchor="ctr" anchorCtr="0">
                <a:spAutoFit/>
              </a:bodyPr>
              <a:p>
                <a:pPr algn="ctr"/>
                <a:r>
                  <a:rPr lang="en-US" altLang="zh-CN" b="0" i="1" dirty="0">
                    <a:solidFill>
                      <a:schemeClr val="bg1"/>
                    </a:solidFill>
                    <a:latin typeface="Symbol" panose="05050102010706020507" pitchFamily="18" charset="2"/>
                    <a:ea typeface="宋体" panose="02010600030101010101" pitchFamily="2" charset="-122"/>
                  </a:rPr>
                  <a:t>j</a:t>
                </a:r>
                <a:endParaRPr lang="en-US" altLang="zh-CN" b="0" i="1" dirty="0">
                  <a:solidFill>
                    <a:schemeClr val="bg1"/>
                  </a:solidFill>
                  <a:latin typeface="Times New Roman" panose="02020603050405020304" pitchFamily="18" charset="0"/>
                  <a:ea typeface="宋体" panose="02010600030101010101" pitchFamily="2" charset="-122"/>
                </a:endParaRPr>
              </a:p>
            </p:txBody>
          </p:sp>
          <p:sp>
            <p:nvSpPr>
              <p:cNvPr id="58412" name="Text Box 95"/>
              <p:cNvSpPr txBox="1"/>
              <p:nvPr/>
            </p:nvSpPr>
            <p:spPr>
              <a:xfrm>
                <a:off x="1976" y="2333"/>
                <a:ext cx="241" cy="327"/>
              </a:xfrm>
              <a:prstGeom prst="rect">
                <a:avLst/>
              </a:prstGeom>
              <a:noFill/>
              <a:ln w="12700">
                <a:noFill/>
              </a:ln>
            </p:spPr>
            <p:txBody>
              <a:bodyPr wrap="none" anchor="ctr" anchorCtr="0">
                <a:spAutoFit/>
              </a:bodyPr>
              <a:p>
                <a:pPr algn="ctr"/>
                <a:r>
                  <a:rPr lang="en-US" altLang="zh-CN" b="0" i="1" dirty="0">
                    <a:solidFill>
                      <a:schemeClr val="bg1"/>
                    </a:solidFill>
                    <a:latin typeface="Times New Roman" panose="02020603050405020304" pitchFamily="18" charset="0"/>
                    <a:ea typeface="宋体" panose="02010600030101010101" pitchFamily="2" charset="-122"/>
                  </a:rPr>
                  <a:t>Z</a:t>
                </a:r>
                <a:endParaRPr lang="en-US" altLang="zh-CN" b="0" i="1" dirty="0">
                  <a:solidFill>
                    <a:schemeClr val="bg1"/>
                  </a:solidFill>
                  <a:latin typeface="Times New Roman" panose="02020603050405020304" pitchFamily="18" charset="0"/>
                  <a:ea typeface="宋体" panose="02010600030101010101" pitchFamily="2" charset="-122"/>
                </a:endParaRPr>
              </a:p>
            </p:txBody>
          </p:sp>
          <p:sp>
            <p:nvSpPr>
              <p:cNvPr id="58413" name="Text Box 96"/>
              <p:cNvSpPr txBox="1"/>
              <p:nvPr/>
            </p:nvSpPr>
            <p:spPr>
              <a:xfrm>
                <a:off x="2146" y="2813"/>
                <a:ext cx="253" cy="327"/>
              </a:xfrm>
              <a:prstGeom prst="rect">
                <a:avLst/>
              </a:prstGeom>
              <a:noFill/>
              <a:ln w="12700">
                <a:noFill/>
              </a:ln>
            </p:spPr>
            <p:txBody>
              <a:bodyPr wrap="none" anchor="ctr" anchorCtr="0">
                <a:spAutoFit/>
              </a:bodyPr>
              <a:p>
                <a:pPr algn="ctr"/>
                <a:r>
                  <a:rPr lang="en-US" altLang="zh-CN" b="0" i="1" dirty="0">
                    <a:solidFill>
                      <a:schemeClr val="bg1"/>
                    </a:solidFill>
                    <a:latin typeface="Times New Roman" panose="02020603050405020304" pitchFamily="18" charset="0"/>
                    <a:ea typeface="宋体" panose="02010600030101010101" pitchFamily="2" charset="-122"/>
                  </a:rPr>
                  <a:t>R</a:t>
                </a:r>
                <a:endParaRPr lang="en-US" altLang="zh-CN" b="0" i="1" dirty="0">
                  <a:solidFill>
                    <a:schemeClr val="bg1"/>
                  </a:solidFill>
                  <a:latin typeface="Times New Roman" panose="02020603050405020304" pitchFamily="18" charset="0"/>
                  <a:ea typeface="宋体" panose="02010600030101010101" pitchFamily="2" charset="-122"/>
                </a:endParaRPr>
              </a:p>
            </p:txBody>
          </p:sp>
          <p:sp>
            <p:nvSpPr>
              <p:cNvPr id="58414" name="Text Box 97"/>
              <p:cNvSpPr txBox="1"/>
              <p:nvPr/>
            </p:nvSpPr>
            <p:spPr>
              <a:xfrm>
                <a:off x="2530" y="2429"/>
                <a:ext cx="253" cy="327"/>
              </a:xfrm>
              <a:prstGeom prst="rect">
                <a:avLst/>
              </a:prstGeom>
              <a:noFill/>
              <a:ln w="12700">
                <a:noFill/>
              </a:ln>
            </p:spPr>
            <p:txBody>
              <a:bodyPr wrap="none" anchor="ctr" anchorCtr="0">
                <a:spAutoFit/>
              </a:bodyPr>
              <a:p>
                <a:pPr algn="ctr"/>
                <a:r>
                  <a:rPr lang="en-US" altLang="zh-CN" b="0" i="1" dirty="0">
                    <a:solidFill>
                      <a:schemeClr val="bg1"/>
                    </a:solidFill>
                    <a:latin typeface="Times New Roman" panose="02020603050405020304" pitchFamily="18" charset="0"/>
                    <a:ea typeface="宋体" panose="02010600030101010101" pitchFamily="2" charset="-122"/>
                  </a:rPr>
                  <a:t>X</a:t>
                </a:r>
                <a:endParaRPr lang="en-US" altLang="zh-CN" b="0" i="1" dirty="0">
                  <a:solidFill>
                    <a:schemeClr val="bg1"/>
                  </a:solidFill>
                  <a:latin typeface="Times New Roman" panose="02020603050405020304" pitchFamily="18" charset="0"/>
                  <a:ea typeface="宋体" panose="02010600030101010101" pitchFamily="2" charset="-122"/>
                </a:endParaRPr>
              </a:p>
            </p:txBody>
          </p:sp>
        </p:grpSp>
        <p:sp>
          <p:nvSpPr>
            <p:cNvPr id="58388" name="Text Box 98"/>
            <p:cNvSpPr txBox="1"/>
            <p:nvPr/>
          </p:nvSpPr>
          <p:spPr>
            <a:xfrm>
              <a:off x="1666" y="3230"/>
              <a:ext cx="1241" cy="327"/>
            </a:xfrm>
            <a:prstGeom prst="rect">
              <a:avLst/>
            </a:prstGeom>
            <a:solidFill>
              <a:srgbClr val="660033"/>
            </a:solidFill>
            <a:ln w="12700">
              <a:noFill/>
            </a:ln>
          </p:spPr>
          <p:txBody>
            <a:bodyPr wrap="none" anchor="ctr" anchorCtr="0">
              <a:spAutoFit/>
            </a:bodyPr>
            <a:p>
              <a:pPr algn="ctr"/>
              <a:r>
                <a:rPr lang="zh-CN" altLang="en-US" dirty="0">
                  <a:solidFill>
                    <a:schemeClr val="bg1"/>
                  </a:solidFill>
                  <a:latin typeface="Times New Roman" panose="02020603050405020304" pitchFamily="18" charset="0"/>
                </a:rPr>
                <a:t>相似三角形</a:t>
              </a:r>
              <a:endParaRPr lang="zh-CN" altLang="en-US" dirty="0">
                <a:solidFill>
                  <a:schemeClr val="bg1"/>
                </a:solidFill>
                <a:latin typeface="Times New Roman" panose="02020603050405020304" pitchFamily="18" charset="0"/>
              </a:endParaRPr>
            </a:p>
          </p:txBody>
        </p:sp>
        <p:grpSp>
          <p:nvGrpSpPr>
            <p:cNvPr id="58389" name="Group 100"/>
            <p:cNvGrpSpPr/>
            <p:nvPr/>
          </p:nvGrpSpPr>
          <p:grpSpPr>
            <a:xfrm>
              <a:off x="3651" y="2432"/>
              <a:ext cx="930" cy="836"/>
              <a:chOff x="3360" y="2304"/>
              <a:chExt cx="930" cy="836"/>
            </a:xfrm>
          </p:grpSpPr>
          <p:sp>
            <p:nvSpPr>
              <p:cNvPr id="58399" name="Line 101"/>
              <p:cNvSpPr/>
              <p:nvPr/>
            </p:nvSpPr>
            <p:spPr>
              <a:xfrm flipH="1">
                <a:off x="3360" y="2304"/>
                <a:ext cx="624" cy="528"/>
              </a:xfrm>
              <a:prstGeom prst="line">
                <a:avLst/>
              </a:prstGeom>
              <a:ln w="38100" cap="flat" cmpd="sng">
                <a:solidFill>
                  <a:srgbClr val="FF9900"/>
                </a:solidFill>
                <a:prstDash val="solid"/>
                <a:headEnd type="none" w="med" len="med"/>
                <a:tailEnd type="none" w="med" len="med"/>
              </a:ln>
            </p:spPr>
          </p:sp>
          <p:sp>
            <p:nvSpPr>
              <p:cNvPr id="58400" name="Line 102"/>
              <p:cNvSpPr/>
              <p:nvPr/>
            </p:nvSpPr>
            <p:spPr>
              <a:xfrm>
                <a:off x="3984" y="2304"/>
                <a:ext cx="0" cy="528"/>
              </a:xfrm>
              <a:prstGeom prst="line">
                <a:avLst/>
              </a:prstGeom>
              <a:ln w="38100" cap="flat" cmpd="sng">
                <a:solidFill>
                  <a:srgbClr val="FF9900"/>
                </a:solidFill>
                <a:prstDash val="solid"/>
                <a:headEnd type="none" w="med" len="med"/>
                <a:tailEnd type="none" w="med" len="med"/>
              </a:ln>
            </p:spPr>
          </p:sp>
          <p:sp>
            <p:nvSpPr>
              <p:cNvPr id="58401" name="Line 103"/>
              <p:cNvSpPr/>
              <p:nvPr/>
            </p:nvSpPr>
            <p:spPr>
              <a:xfrm>
                <a:off x="3360" y="2832"/>
                <a:ext cx="624" cy="0"/>
              </a:xfrm>
              <a:prstGeom prst="line">
                <a:avLst/>
              </a:prstGeom>
              <a:ln w="38100" cap="flat" cmpd="sng">
                <a:solidFill>
                  <a:srgbClr val="FF9900"/>
                </a:solidFill>
                <a:prstDash val="solid"/>
                <a:headEnd type="none" w="med" len="med"/>
                <a:tailEnd type="none" w="med" len="med"/>
              </a:ln>
            </p:spPr>
          </p:sp>
          <p:sp>
            <p:nvSpPr>
              <p:cNvPr id="58402" name="Freeform 104"/>
              <p:cNvSpPr/>
              <p:nvPr/>
            </p:nvSpPr>
            <p:spPr>
              <a:xfrm>
                <a:off x="3468" y="2736"/>
                <a:ext cx="60" cy="96"/>
              </a:xfrm>
              <a:custGeom>
                <a:avLst/>
                <a:gdLst>
                  <a:gd name="txL" fmla="*/ 0 w 60"/>
                  <a:gd name="txT" fmla="*/ 0 h 96"/>
                  <a:gd name="txR" fmla="*/ 60 w 60"/>
                  <a:gd name="txB" fmla="*/ 96 h 96"/>
                </a:gdLst>
                <a:ahLst/>
                <a:cxnLst>
                  <a:cxn ang="0">
                    <a:pos x="0" y="0"/>
                  </a:cxn>
                  <a:cxn ang="0">
                    <a:pos x="60" y="96"/>
                  </a:cxn>
                </a:cxnLst>
                <a:rect l="txL" t="txT" r="txR" b="txB"/>
                <a:pathLst>
                  <a:path w="60" h="96">
                    <a:moveTo>
                      <a:pt x="0" y="0"/>
                    </a:moveTo>
                    <a:cubicBezTo>
                      <a:pt x="53" y="18"/>
                      <a:pt x="60" y="35"/>
                      <a:pt x="60" y="96"/>
                    </a:cubicBezTo>
                  </a:path>
                </a:pathLst>
              </a:custGeom>
              <a:noFill/>
              <a:ln w="38100" cap="flat" cmpd="sng">
                <a:solidFill>
                  <a:srgbClr val="66FF33"/>
                </a:solidFill>
                <a:prstDash val="solid"/>
                <a:round/>
                <a:headEnd type="none" w="med" len="med"/>
                <a:tailEnd type="none" w="med" len="med"/>
              </a:ln>
            </p:spPr>
            <p:txBody>
              <a:bodyPr wrap="none" anchor="ctr" anchorCtr="0"/>
              <a:p>
                <a:endParaRPr lang="zh-CN" altLang="en-US" dirty="0">
                  <a:latin typeface="楷体_GB2312" pitchFamily="49" charset="-122"/>
                </a:endParaRPr>
              </a:p>
            </p:txBody>
          </p:sp>
          <p:sp>
            <p:nvSpPr>
              <p:cNvPr id="58403" name="Text Box 105"/>
              <p:cNvSpPr txBox="1"/>
              <p:nvPr/>
            </p:nvSpPr>
            <p:spPr>
              <a:xfrm>
                <a:off x="3495" y="2525"/>
                <a:ext cx="251" cy="327"/>
              </a:xfrm>
              <a:prstGeom prst="rect">
                <a:avLst/>
              </a:prstGeom>
              <a:noFill/>
              <a:ln w="12700">
                <a:noFill/>
              </a:ln>
            </p:spPr>
            <p:txBody>
              <a:bodyPr wrap="none" anchor="ctr" anchorCtr="0">
                <a:spAutoFit/>
              </a:bodyPr>
              <a:p>
                <a:pPr algn="ctr"/>
                <a:r>
                  <a:rPr lang="en-US" altLang="zh-CN" b="0" i="1" dirty="0">
                    <a:solidFill>
                      <a:schemeClr val="bg1"/>
                    </a:solidFill>
                    <a:latin typeface="Symbol" panose="05050102010706020507" pitchFamily="18" charset="2"/>
                    <a:ea typeface="宋体" panose="02010600030101010101" pitchFamily="2" charset="-122"/>
                  </a:rPr>
                  <a:t>j</a:t>
                </a:r>
                <a:endParaRPr lang="en-US" altLang="zh-CN" b="0" i="1" dirty="0">
                  <a:solidFill>
                    <a:schemeClr val="bg1"/>
                  </a:solidFill>
                  <a:latin typeface="Times New Roman" panose="02020603050405020304" pitchFamily="18" charset="0"/>
                  <a:ea typeface="宋体" panose="02010600030101010101" pitchFamily="2" charset="-122"/>
                </a:endParaRPr>
              </a:p>
            </p:txBody>
          </p:sp>
          <p:sp>
            <p:nvSpPr>
              <p:cNvPr id="58404" name="Text Box 106"/>
              <p:cNvSpPr txBox="1"/>
              <p:nvPr/>
            </p:nvSpPr>
            <p:spPr>
              <a:xfrm>
                <a:off x="3473" y="2333"/>
                <a:ext cx="191" cy="327"/>
              </a:xfrm>
              <a:prstGeom prst="rect">
                <a:avLst/>
              </a:prstGeom>
              <a:noFill/>
              <a:ln w="12700">
                <a:noFill/>
              </a:ln>
            </p:spPr>
            <p:txBody>
              <a:bodyPr wrap="none" anchor="ctr" anchorCtr="0">
                <a:spAutoFit/>
              </a:bodyPr>
              <a:p>
                <a:pPr algn="ctr"/>
                <a:r>
                  <a:rPr lang="en-US" altLang="zh-CN" b="0" i="1" dirty="0">
                    <a:solidFill>
                      <a:schemeClr val="bg1"/>
                    </a:solidFill>
                    <a:latin typeface="Times New Roman" panose="02020603050405020304" pitchFamily="18" charset="0"/>
                    <a:ea typeface="宋体" panose="02010600030101010101" pitchFamily="2" charset="-122"/>
                  </a:rPr>
                  <a:t>I</a:t>
                </a:r>
                <a:endParaRPr lang="en-US" altLang="zh-CN" b="0" i="1" dirty="0">
                  <a:solidFill>
                    <a:schemeClr val="bg1"/>
                  </a:solidFill>
                  <a:latin typeface="Times New Roman" panose="02020603050405020304" pitchFamily="18" charset="0"/>
                  <a:ea typeface="宋体" panose="02010600030101010101" pitchFamily="2" charset="-122"/>
                </a:endParaRPr>
              </a:p>
            </p:txBody>
          </p:sp>
          <p:sp>
            <p:nvSpPr>
              <p:cNvPr id="58405" name="Text Box 107"/>
              <p:cNvSpPr txBox="1"/>
              <p:nvPr/>
            </p:nvSpPr>
            <p:spPr>
              <a:xfrm>
                <a:off x="3562" y="2813"/>
                <a:ext cx="301" cy="327"/>
              </a:xfrm>
              <a:prstGeom prst="rect">
                <a:avLst/>
              </a:prstGeom>
              <a:noFill/>
              <a:ln w="12700">
                <a:noFill/>
              </a:ln>
            </p:spPr>
            <p:txBody>
              <a:bodyPr wrap="none" anchor="ctr" anchorCtr="0">
                <a:spAutoFit/>
              </a:bodyPr>
              <a:p>
                <a:pPr algn="ctr"/>
                <a:r>
                  <a:rPr lang="en-US" altLang="zh-CN" b="0" i="1" dirty="0">
                    <a:solidFill>
                      <a:schemeClr val="bg1"/>
                    </a:solidFill>
                    <a:latin typeface="Times New Roman" panose="02020603050405020304" pitchFamily="18" charset="0"/>
                    <a:ea typeface="宋体" panose="02010600030101010101" pitchFamily="2" charset="-122"/>
                  </a:rPr>
                  <a:t>I</a:t>
                </a:r>
                <a:r>
                  <a:rPr lang="en-US" altLang="zh-CN" b="0" baseline="-25000" dirty="0">
                    <a:solidFill>
                      <a:schemeClr val="bg1"/>
                    </a:solidFill>
                    <a:latin typeface="Times New Roman" panose="02020603050405020304" pitchFamily="18" charset="0"/>
                    <a:ea typeface="宋体" panose="02010600030101010101" pitchFamily="2" charset="-122"/>
                  </a:rPr>
                  <a:t>G</a:t>
                </a:r>
                <a:endParaRPr lang="en-US" altLang="zh-CN" b="0" i="1" dirty="0">
                  <a:solidFill>
                    <a:schemeClr val="bg1"/>
                  </a:solidFill>
                  <a:latin typeface="Times New Roman" panose="02020603050405020304" pitchFamily="18" charset="0"/>
                  <a:ea typeface="宋体" panose="02010600030101010101" pitchFamily="2" charset="-122"/>
                </a:endParaRPr>
              </a:p>
            </p:txBody>
          </p:sp>
          <p:sp>
            <p:nvSpPr>
              <p:cNvPr id="58406" name="Text Box 108"/>
              <p:cNvSpPr txBox="1"/>
              <p:nvPr/>
            </p:nvSpPr>
            <p:spPr>
              <a:xfrm>
                <a:off x="3998" y="2429"/>
                <a:ext cx="292" cy="327"/>
              </a:xfrm>
              <a:prstGeom prst="rect">
                <a:avLst/>
              </a:prstGeom>
              <a:noFill/>
              <a:ln w="12700">
                <a:noFill/>
              </a:ln>
            </p:spPr>
            <p:txBody>
              <a:bodyPr wrap="none" anchor="ctr" anchorCtr="0">
                <a:spAutoFit/>
              </a:bodyPr>
              <a:p>
                <a:pPr algn="ctr"/>
                <a:r>
                  <a:rPr lang="en-US" altLang="zh-CN" b="0" i="1" dirty="0">
                    <a:solidFill>
                      <a:schemeClr val="bg1"/>
                    </a:solidFill>
                    <a:latin typeface="Times New Roman" panose="02020603050405020304" pitchFamily="18" charset="0"/>
                    <a:ea typeface="宋体" panose="02010600030101010101" pitchFamily="2" charset="-122"/>
                  </a:rPr>
                  <a:t>I</a:t>
                </a:r>
                <a:r>
                  <a:rPr lang="en-US" altLang="zh-CN" b="0" baseline="-25000" dirty="0">
                    <a:solidFill>
                      <a:schemeClr val="bg1"/>
                    </a:solidFill>
                    <a:latin typeface="Times New Roman" panose="02020603050405020304" pitchFamily="18" charset="0"/>
                    <a:ea typeface="宋体" panose="02010600030101010101" pitchFamily="2" charset="-122"/>
                  </a:rPr>
                  <a:t>B</a:t>
                </a:r>
                <a:endParaRPr lang="en-US" altLang="zh-CN" b="0" i="1" dirty="0">
                  <a:solidFill>
                    <a:schemeClr val="bg1"/>
                  </a:solidFill>
                  <a:latin typeface="Times New Roman" panose="02020603050405020304" pitchFamily="18" charset="0"/>
                  <a:ea typeface="宋体" panose="02010600030101010101" pitchFamily="2" charset="-122"/>
                </a:endParaRPr>
              </a:p>
            </p:txBody>
          </p:sp>
        </p:grpSp>
        <p:grpSp>
          <p:nvGrpSpPr>
            <p:cNvPr id="58390" name="Group 109"/>
            <p:cNvGrpSpPr/>
            <p:nvPr/>
          </p:nvGrpSpPr>
          <p:grpSpPr>
            <a:xfrm>
              <a:off x="2517" y="2432"/>
              <a:ext cx="978" cy="836"/>
              <a:chOff x="3360" y="2304"/>
              <a:chExt cx="978" cy="836"/>
            </a:xfrm>
          </p:grpSpPr>
          <p:sp>
            <p:nvSpPr>
              <p:cNvPr id="58391" name="Line 110"/>
              <p:cNvSpPr/>
              <p:nvPr/>
            </p:nvSpPr>
            <p:spPr>
              <a:xfrm flipH="1">
                <a:off x="3360" y="2304"/>
                <a:ext cx="624" cy="528"/>
              </a:xfrm>
              <a:prstGeom prst="line">
                <a:avLst/>
              </a:prstGeom>
              <a:ln w="38100" cap="flat" cmpd="sng">
                <a:solidFill>
                  <a:srgbClr val="FF9900"/>
                </a:solidFill>
                <a:prstDash val="solid"/>
                <a:headEnd type="none" w="med" len="med"/>
                <a:tailEnd type="none" w="med" len="med"/>
              </a:ln>
            </p:spPr>
          </p:sp>
          <p:sp>
            <p:nvSpPr>
              <p:cNvPr id="58392" name="Line 111"/>
              <p:cNvSpPr/>
              <p:nvPr/>
            </p:nvSpPr>
            <p:spPr>
              <a:xfrm>
                <a:off x="3984" y="2304"/>
                <a:ext cx="0" cy="528"/>
              </a:xfrm>
              <a:prstGeom prst="line">
                <a:avLst/>
              </a:prstGeom>
              <a:ln w="38100" cap="flat" cmpd="sng">
                <a:solidFill>
                  <a:srgbClr val="FF9900"/>
                </a:solidFill>
                <a:prstDash val="solid"/>
                <a:headEnd type="none" w="med" len="med"/>
                <a:tailEnd type="none" w="med" len="med"/>
              </a:ln>
            </p:spPr>
          </p:sp>
          <p:sp>
            <p:nvSpPr>
              <p:cNvPr id="58393" name="Line 112"/>
              <p:cNvSpPr/>
              <p:nvPr/>
            </p:nvSpPr>
            <p:spPr>
              <a:xfrm>
                <a:off x="3360" y="2832"/>
                <a:ext cx="624" cy="0"/>
              </a:xfrm>
              <a:prstGeom prst="line">
                <a:avLst/>
              </a:prstGeom>
              <a:ln w="38100" cap="flat" cmpd="sng">
                <a:solidFill>
                  <a:srgbClr val="FF9900"/>
                </a:solidFill>
                <a:prstDash val="solid"/>
                <a:headEnd type="none" w="med" len="med"/>
                <a:tailEnd type="none" w="med" len="med"/>
              </a:ln>
            </p:spPr>
          </p:sp>
          <p:sp>
            <p:nvSpPr>
              <p:cNvPr id="58394" name="Freeform 113"/>
              <p:cNvSpPr/>
              <p:nvPr/>
            </p:nvSpPr>
            <p:spPr>
              <a:xfrm>
                <a:off x="3468" y="2736"/>
                <a:ext cx="60" cy="96"/>
              </a:xfrm>
              <a:custGeom>
                <a:avLst/>
                <a:gdLst>
                  <a:gd name="txL" fmla="*/ 0 w 60"/>
                  <a:gd name="txT" fmla="*/ 0 h 96"/>
                  <a:gd name="txR" fmla="*/ 60 w 60"/>
                  <a:gd name="txB" fmla="*/ 96 h 96"/>
                </a:gdLst>
                <a:ahLst/>
                <a:cxnLst>
                  <a:cxn ang="0">
                    <a:pos x="0" y="0"/>
                  </a:cxn>
                  <a:cxn ang="0">
                    <a:pos x="60" y="96"/>
                  </a:cxn>
                </a:cxnLst>
                <a:rect l="txL" t="txT" r="txR" b="txB"/>
                <a:pathLst>
                  <a:path w="60" h="96">
                    <a:moveTo>
                      <a:pt x="0" y="0"/>
                    </a:moveTo>
                    <a:cubicBezTo>
                      <a:pt x="53" y="18"/>
                      <a:pt x="60" y="35"/>
                      <a:pt x="60" y="96"/>
                    </a:cubicBezTo>
                  </a:path>
                </a:pathLst>
              </a:custGeom>
              <a:noFill/>
              <a:ln w="38100" cap="flat" cmpd="sng">
                <a:solidFill>
                  <a:srgbClr val="66FF33"/>
                </a:solidFill>
                <a:prstDash val="solid"/>
                <a:round/>
                <a:headEnd type="none" w="med" len="med"/>
                <a:tailEnd type="none" w="med" len="med"/>
              </a:ln>
            </p:spPr>
            <p:txBody>
              <a:bodyPr wrap="none" anchor="ctr" anchorCtr="0"/>
              <a:p>
                <a:endParaRPr lang="zh-CN" altLang="en-US" dirty="0">
                  <a:latin typeface="楷体_GB2312" pitchFamily="49" charset="-122"/>
                </a:endParaRPr>
              </a:p>
            </p:txBody>
          </p:sp>
          <p:sp>
            <p:nvSpPr>
              <p:cNvPr id="58395" name="Text Box 114"/>
              <p:cNvSpPr txBox="1"/>
              <p:nvPr/>
            </p:nvSpPr>
            <p:spPr>
              <a:xfrm>
                <a:off x="3495" y="2525"/>
                <a:ext cx="251" cy="327"/>
              </a:xfrm>
              <a:prstGeom prst="rect">
                <a:avLst/>
              </a:prstGeom>
              <a:noFill/>
              <a:ln w="12700">
                <a:noFill/>
              </a:ln>
            </p:spPr>
            <p:txBody>
              <a:bodyPr wrap="none" anchor="ctr" anchorCtr="0">
                <a:spAutoFit/>
              </a:bodyPr>
              <a:p>
                <a:pPr algn="ctr"/>
                <a:r>
                  <a:rPr lang="en-US" altLang="zh-CN" b="0" i="1" dirty="0">
                    <a:solidFill>
                      <a:schemeClr val="bg1"/>
                    </a:solidFill>
                    <a:latin typeface="Symbol" panose="05050102010706020507" pitchFamily="18" charset="2"/>
                    <a:ea typeface="宋体" panose="02010600030101010101" pitchFamily="2" charset="-122"/>
                  </a:rPr>
                  <a:t>j</a:t>
                </a:r>
                <a:endParaRPr lang="en-US" altLang="zh-CN" b="0" i="1" dirty="0">
                  <a:solidFill>
                    <a:schemeClr val="bg1"/>
                  </a:solidFill>
                  <a:latin typeface="Times New Roman" panose="02020603050405020304" pitchFamily="18" charset="0"/>
                  <a:ea typeface="宋体" panose="02010600030101010101" pitchFamily="2" charset="-122"/>
                </a:endParaRPr>
              </a:p>
            </p:txBody>
          </p:sp>
          <p:sp>
            <p:nvSpPr>
              <p:cNvPr id="58396" name="Text Box 115"/>
              <p:cNvSpPr txBox="1"/>
              <p:nvPr/>
            </p:nvSpPr>
            <p:spPr>
              <a:xfrm>
                <a:off x="3430" y="2333"/>
                <a:ext cx="278" cy="327"/>
              </a:xfrm>
              <a:prstGeom prst="rect">
                <a:avLst/>
              </a:prstGeom>
              <a:noFill/>
              <a:ln w="12700">
                <a:noFill/>
              </a:ln>
            </p:spPr>
            <p:txBody>
              <a:bodyPr wrap="none" anchor="ctr" anchorCtr="0">
                <a:spAutoFit/>
              </a:bodyPr>
              <a:p>
                <a:pPr algn="ctr"/>
                <a:r>
                  <a:rPr lang="en-US" altLang="zh-CN" b="0" i="1" dirty="0">
                    <a:solidFill>
                      <a:schemeClr val="bg1"/>
                    </a:solidFill>
                    <a:latin typeface="Times New Roman" panose="02020603050405020304" pitchFamily="18" charset="0"/>
                    <a:ea typeface="宋体" panose="02010600030101010101" pitchFamily="2" charset="-122"/>
                  </a:rPr>
                  <a:t>U</a:t>
                </a:r>
                <a:endParaRPr lang="en-US" altLang="zh-CN" b="0" i="1" dirty="0">
                  <a:solidFill>
                    <a:schemeClr val="bg1"/>
                  </a:solidFill>
                  <a:latin typeface="Times New Roman" panose="02020603050405020304" pitchFamily="18" charset="0"/>
                  <a:ea typeface="宋体" panose="02010600030101010101" pitchFamily="2" charset="-122"/>
                </a:endParaRPr>
              </a:p>
            </p:txBody>
          </p:sp>
          <p:sp>
            <p:nvSpPr>
              <p:cNvPr id="58397" name="Text Box 116"/>
              <p:cNvSpPr txBox="1"/>
              <p:nvPr/>
            </p:nvSpPr>
            <p:spPr>
              <a:xfrm>
                <a:off x="3523" y="2813"/>
                <a:ext cx="379" cy="327"/>
              </a:xfrm>
              <a:prstGeom prst="rect">
                <a:avLst/>
              </a:prstGeom>
              <a:noFill/>
              <a:ln w="12700">
                <a:noFill/>
              </a:ln>
            </p:spPr>
            <p:txBody>
              <a:bodyPr wrap="none" anchor="ctr" anchorCtr="0">
                <a:spAutoFit/>
              </a:bodyPr>
              <a:p>
                <a:pPr algn="ctr"/>
                <a:r>
                  <a:rPr lang="en-US" altLang="zh-CN" b="0" i="1" dirty="0">
                    <a:solidFill>
                      <a:schemeClr val="bg1"/>
                    </a:solidFill>
                    <a:latin typeface="Times New Roman" panose="02020603050405020304" pitchFamily="18" charset="0"/>
                    <a:ea typeface="宋体" panose="02010600030101010101" pitchFamily="2" charset="-122"/>
                  </a:rPr>
                  <a:t>U</a:t>
                </a:r>
                <a:r>
                  <a:rPr lang="en-US" altLang="zh-CN" b="0" baseline="-25000" dirty="0">
                    <a:solidFill>
                      <a:schemeClr val="bg1"/>
                    </a:solidFill>
                    <a:latin typeface="Times New Roman" panose="02020603050405020304" pitchFamily="18" charset="0"/>
                    <a:ea typeface="宋体" panose="02010600030101010101" pitchFamily="2" charset="-122"/>
                  </a:rPr>
                  <a:t>R</a:t>
                </a:r>
                <a:endParaRPr lang="en-US" altLang="zh-CN" b="0" i="1" dirty="0">
                  <a:solidFill>
                    <a:schemeClr val="bg1"/>
                  </a:solidFill>
                  <a:latin typeface="Times New Roman" panose="02020603050405020304" pitchFamily="18" charset="0"/>
                  <a:ea typeface="宋体" panose="02010600030101010101" pitchFamily="2" charset="-122"/>
                </a:endParaRPr>
              </a:p>
            </p:txBody>
          </p:sp>
          <p:sp>
            <p:nvSpPr>
              <p:cNvPr id="58398" name="Text Box 117"/>
              <p:cNvSpPr txBox="1"/>
              <p:nvPr/>
            </p:nvSpPr>
            <p:spPr>
              <a:xfrm>
                <a:off x="3950" y="2429"/>
                <a:ext cx="388" cy="327"/>
              </a:xfrm>
              <a:prstGeom prst="rect">
                <a:avLst/>
              </a:prstGeom>
              <a:noFill/>
              <a:ln w="12700">
                <a:noFill/>
              </a:ln>
            </p:spPr>
            <p:txBody>
              <a:bodyPr wrap="none" anchor="ctr" anchorCtr="0">
                <a:spAutoFit/>
              </a:bodyPr>
              <a:p>
                <a:pPr algn="ctr"/>
                <a:r>
                  <a:rPr lang="en-US" altLang="zh-CN" b="0" i="1" dirty="0">
                    <a:solidFill>
                      <a:schemeClr val="bg1"/>
                    </a:solidFill>
                    <a:latin typeface="Times New Roman" panose="02020603050405020304" pitchFamily="18" charset="0"/>
                    <a:ea typeface="宋体" panose="02010600030101010101" pitchFamily="2" charset="-122"/>
                  </a:rPr>
                  <a:t>U</a:t>
                </a:r>
                <a:r>
                  <a:rPr lang="en-US" altLang="zh-CN" b="0" baseline="-25000" dirty="0">
                    <a:solidFill>
                      <a:schemeClr val="bg1"/>
                    </a:solidFill>
                    <a:latin typeface="Times New Roman" panose="02020603050405020304" pitchFamily="18" charset="0"/>
                    <a:ea typeface="宋体" panose="02010600030101010101" pitchFamily="2" charset="-122"/>
                  </a:rPr>
                  <a:t>X</a:t>
                </a:r>
                <a:endParaRPr lang="en-US" altLang="zh-CN" b="0" i="1" dirty="0">
                  <a:solidFill>
                    <a:schemeClr val="bg1"/>
                  </a:solidFill>
                  <a:latin typeface="Times New Roman" panose="02020603050405020304" pitchFamily="18" charset="0"/>
                  <a:ea typeface="宋体" panose="02010600030101010101" pitchFamily="2" charset="-122"/>
                </a:endParaRPr>
              </a:p>
            </p:txBody>
          </p:sp>
        </p:grpSp>
      </p:grpSp>
      <p:grpSp>
        <p:nvGrpSpPr>
          <p:cNvPr id="58377" name="Group 120"/>
          <p:cNvGrpSpPr/>
          <p:nvPr/>
        </p:nvGrpSpPr>
        <p:grpSpPr>
          <a:xfrm>
            <a:off x="8316913" y="6446838"/>
            <a:ext cx="792162" cy="366712"/>
            <a:chOff x="5193" y="4020"/>
            <a:chExt cx="499" cy="231"/>
          </a:xfrm>
        </p:grpSpPr>
        <p:pic>
          <p:nvPicPr>
            <p:cNvPr id="58384" name="Picture 121" descr="78900"/>
            <p:cNvPicPr>
              <a:picLocks noChangeAspect="1"/>
            </p:cNvPicPr>
            <p:nvPr/>
          </p:nvPicPr>
          <p:blipFill>
            <a:blip r:embed="rId13"/>
            <a:stretch>
              <a:fillRect/>
            </a:stretch>
          </p:blipFill>
          <p:spPr>
            <a:xfrm>
              <a:off x="5193" y="4066"/>
              <a:ext cx="499" cy="181"/>
            </a:xfrm>
            <a:prstGeom prst="rect">
              <a:avLst/>
            </a:prstGeom>
            <a:noFill/>
            <a:ln w="9525">
              <a:noFill/>
            </a:ln>
          </p:spPr>
        </p:pic>
        <p:sp>
          <p:nvSpPr>
            <p:cNvPr id="58385" name="Text Box 122">
              <a:hlinkClick r:id="" action="ppaction://hlinkshowjump?jump=nextslide"/>
            </p:cNvPr>
            <p:cNvSpPr txBox="1"/>
            <p:nvPr/>
          </p:nvSpPr>
          <p:spPr>
            <a:xfrm>
              <a:off x="5216" y="4020"/>
              <a:ext cx="476" cy="231"/>
            </a:xfrm>
            <a:prstGeom prst="rect">
              <a:avLst/>
            </a:prstGeom>
            <a:noFill/>
            <a:ln w="9525">
              <a:noFill/>
            </a:ln>
          </p:spPr>
          <p:txBody>
            <a:bodyPr wrap="none">
              <a:spAutoFit/>
            </a:bodyPr>
            <a:p>
              <a:pPr>
                <a:spcBef>
                  <a:spcPct val="50000"/>
                </a:spcBef>
              </a:pPr>
              <a:r>
                <a:rPr lang="zh-CN" altLang="en-US" sz="1800" b="0" dirty="0">
                  <a:solidFill>
                    <a:schemeClr val="bg1"/>
                  </a:solidFill>
                  <a:latin typeface="隶书" panose="02010509060101010101" pitchFamily="49" charset="-122"/>
                  <a:ea typeface="隶书" panose="02010509060101010101" pitchFamily="49" charset="-122"/>
                </a:rPr>
                <a:t>下 页</a:t>
              </a:r>
              <a:endParaRPr lang="zh-CN" altLang="en-US" sz="1800" b="0" dirty="0">
                <a:solidFill>
                  <a:schemeClr val="bg1"/>
                </a:solidFill>
                <a:latin typeface="隶书" panose="02010509060101010101" pitchFamily="49" charset="-122"/>
                <a:ea typeface="隶书" panose="02010509060101010101" pitchFamily="49" charset="-122"/>
              </a:endParaRPr>
            </a:p>
          </p:txBody>
        </p:sp>
      </p:grpSp>
      <p:grpSp>
        <p:nvGrpSpPr>
          <p:cNvPr id="58378" name="Group 123"/>
          <p:cNvGrpSpPr/>
          <p:nvPr/>
        </p:nvGrpSpPr>
        <p:grpSpPr>
          <a:xfrm>
            <a:off x="7453313" y="6446838"/>
            <a:ext cx="792162" cy="366712"/>
            <a:chOff x="4649" y="4020"/>
            <a:chExt cx="499" cy="231"/>
          </a:xfrm>
        </p:grpSpPr>
        <p:pic>
          <p:nvPicPr>
            <p:cNvPr id="58382" name="Picture 124" descr="78900"/>
            <p:cNvPicPr>
              <a:picLocks noChangeAspect="1"/>
            </p:cNvPicPr>
            <p:nvPr/>
          </p:nvPicPr>
          <p:blipFill>
            <a:blip r:embed="rId13"/>
            <a:stretch>
              <a:fillRect/>
            </a:stretch>
          </p:blipFill>
          <p:spPr>
            <a:xfrm>
              <a:off x="4649" y="4066"/>
              <a:ext cx="499" cy="181"/>
            </a:xfrm>
            <a:prstGeom prst="rect">
              <a:avLst/>
            </a:prstGeom>
            <a:noFill/>
            <a:ln w="9525">
              <a:noFill/>
            </a:ln>
          </p:spPr>
        </p:pic>
        <p:sp>
          <p:nvSpPr>
            <p:cNvPr id="58383" name="Text Box 125">
              <a:hlinkClick r:id="" action="ppaction://hlinkshowjump?jump=previousslide"/>
            </p:cNvPr>
            <p:cNvSpPr txBox="1"/>
            <p:nvPr/>
          </p:nvSpPr>
          <p:spPr>
            <a:xfrm>
              <a:off x="4672" y="4020"/>
              <a:ext cx="476" cy="231"/>
            </a:xfrm>
            <a:prstGeom prst="rect">
              <a:avLst/>
            </a:prstGeom>
            <a:noFill/>
            <a:ln w="9525">
              <a:noFill/>
            </a:ln>
          </p:spPr>
          <p:txBody>
            <a:bodyPr wrap="none">
              <a:spAutoFit/>
            </a:bodyPr>
            <a:p>
              <a:pPr>
                <a:spcBef>
                  <a:spcPct val="50000"/>
                </a:spcBef>
              </a:pPr>
              <a:r>
                <a:rPr lang="zh-CN" altLang="en-US" sz="1800" b="0" dirty="0">
                  <a:solidFill>
                    <a:schemeClr val="bg1"/>
                  </a:solidFill>
                  <a:latin typeface="隶书" panose="02010509060101010101" pitchFamily="49" charset="-122"/>
                  <a:ea typeface="隶书" panose="02010509060101010101" pitchFamily="49" charset="-122"/>
                </a:rPr>
                <a:t>上 页</a:t>
              </a:r>
              <a:endParaRPr lang="zh-CN" altLang="en-US" sz="1800" b="0" dirty="0">
                <a:solidFill>
                  <a:schemeClr val="bg1"/>
                </a:solidFill>
                <a:latin typeface="隶书" panose="02010509060101010101" pitchFamily="49" charset="-122"/>
                <a:ea typeface="隶书" panose="02010509060101010101" pitchFamily="49" charset="-122"/>
              </a:endParaRPr>
            </a:p>
          </p:txBody>
        </p:sp>
      </p:grpSp>
      <p:grpSp>
        <p:nvGrpSpPr>
          <p:cNvPr id="58379" name="Group 132"/>
          <p:cNvGrpSpPr/>
          <p:nvPr/>
        </p:nvGrpSpPr>
        <p:grpSpPr>
          <a:xfrm>
            <a:off x="6588125" y="6446838"/>
            <a:ext cx="792163" cy="366712"/>
            <a:chOff x="4649" y="4020"/>
            <a:chExt cx="499" cy="231"/>
          </a:xfrm>
        </p:grpSpPr>
        <p:pic>
          <p:nvPicPr>
            <p:cNvPr id="58380" name="Picture 133" descr="78900"/>
            <p:cNvPicPr>
              <a:picLocks noChangeAspect="1"/>
            </p:cNvPicPr>
            <p:nvPr/>
          </p:nvPicPr>
          <p:blipFill>
            <a:blip r:embed="rId13"/>
            <a:stretch>
              <a:fillRect/>
            </a:stretch>
          </p:blipFill>
          <p:spPr>
            <a:xfrm>
              <a:off x="4649" y="4066"/>
              <a:ext cx="499" cy="181"/>
            </a:xfrm>
            <a:prstGeom prst="rect">
              <a:avLst/>
            </a:prstGeom>
            <a:noFill/>
            <a:ln w="9525">
              <a:noFill/>
            </a:ln>
          </p:spPr>
        </p:pic>
        <p:sp>
          <p:nvSpPr>
            <p:cNvPr id="58381" name="Text Box 134">
              <a:hlinkClick r:id="" action="ppaction://hlinkshowjump?jump=firstslide"/>
            </p:cNvPr>
            <p:cNvSpPr txBox="1"/>
            <p:nvPr/>
          </p:nvSpPr>
          <p:spPr>
            <a:xfrm>
              <a:off x="4672" y="4020"/>
              <a:ext cx="476" cy="231"/>
            </a:xfrm>
            <a:prstGeom prst="rect">
              <a:avLst/>
            </a:prstGeom>
            <a:noFill/>
            <a:ln w="9525">
              <a:noFill/>
            </a:ln>
          </p:spPr>
          <p:txBody>
            <a:bodyPr wrap="none">
              <a:spAutoFit/>
            </a:bodyPr>
            <a:p>
              <a:pPr>
                <a:spcBef>
                  <a:spcPct val="50000"/>
                </a:spcBef>
              </a:pPr>
              <a:r>
                <a:rPr lang="zh-CN" altLang="en-US" sz="1800" b="0" dirty="0">
                  <a:solidFill>
                    <a:schemeClr val="bg1"/>
                  </a:solidFill>
                  <a:latin typeface="隶书" panose="02010509060101010101" pitchFamily="49" charset="-122"/>
                  <a:ea typeface="隶书" panose="02010509060101010101" pitchFamily="49" charset="-122"/>
                </a:rPr>
                <a:t>返 回</a:t>
              </a:r>
              <a:endParaRPr lang="zh-CN" altLang="en-US" sz="1800" b="0" dirty="0">
                <a:solidFill>
                  <a:schemeClr val="bg1"/>
                </a:solidFill>
                <a:latin typeface="隶书" panose="02010509060101010101" pitchFamily="49" charset="-122"/>
                <a:ea typeface="隶书" panose="02010509060101010101" pitchFamily="49" charset="-122"/>
              </a:endParaRP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withEffect">
                                  <p:stCondLst>
                                    <p:cond delay="0"/>
                                  </p:stCondLst>
                                  <p:childTnLst>
                                    <p:set>
                                      <p:cBhvr>
                                        <p:cTn id="6" dur="1" fill="hold">
                                          <p:stCondLst>
                                            <p:cond delay="0"/>
                                          </p:stCondLst>
                                        </p:cTn>
                                        <p:tgtEl>
                                          <p:spTgt spid="94234"/>
                                        </p:tgtEl>
                                        <p:attrNameLst>
                                          <p:attrName>style.visibility</p:attrName>
                                        </p:attrNameLst>
                                      </p:cBhvr>
                                      <p:to>
                                        <p:strVal val="visible"/>
                                      </p:to>
                                    </p:set>
                                    <p:animEffect transition="in" filter="wipe(left)">
                                      <p:cBhvr>
                                        <p:cTn id="7" dur="2000"/>
                                        <p:tgtEl>
                                          <p:spTgt spid="94234"/>
                                        </p:tgtEl>
                                      </p:cBhvr>
                                    </p:animEffect>
                                  </p:childTnLst>
                                </p:cTn>
                              </p:par>
                            </p:childTnLst>
                          </p:cTn>
                        </p:par>
                        <p:par>
                          <p:cTn id="8" fill="hold">
                            <p:stCondLst>
                              <p:cond delay="2000"/>
                            </p:stCondLst>
                            <p:childTnLst>
                              <p:par>
                                <p:cTn id="9" presetID="22" presetClass="entr" presetSubtype="8" fill="hold" nodeType="afterEffect">
                                  <p:stCondLst>
                                    <p:cond delay="0"/>
                                  </p:stCondLst>
                                  <p:childTnLst>
                                    <p:set>
                                      <p:cBhvr>
                                        <p:cTn id="10" dur="1" fill="hold">
                                          <p:stCondLst>
                                            <p:cond delay="0"/>
                                          </p:stCondLst>
                                        </p:cTn>
                                        <p:tgtEl>
                                          <p:spTgt spid="94278"/>
                                        </p:tgtEl>
                                        <p:attrNameLst>
                                          <p:attrName>style.visibility</p:attrName>
                                        </p:attrNameLst>
                                      </p:cBhvr>
                                      <p:to>
                                        <p:strVal val="visible"/>
                                      </p:to>
                                    </p:set>
                                    <p:animEffect transition="in" filter="wipe(left)">
                                      <p:cBhvr>
                                        <p:cTn id="11" dur="2000"/>
                                        <p:tgtEl>
                                          <p:spTgt spid="94278"/>
                                        </p:tgtEl>
                                      </p:cBhvr>
                                    </p:animEffect>
                                  </p:childTnLst>
                                </p:cTn>
                              </p:par>
                            </p:childTnLst>
                          </p:cTn>
                        </p:par>
                      </p:childTnLst>
                    </p:cTn>
                  </p:par>
                  <p:par>
                    <p:cTn id="12" fill="hold">
                      <p:stCondLst>
                        <p:cond delay="indefinite"/>
                      </p:stCondLst>
                      <p:childTnLst>
                        <p:par>
                          <p:cTn id="13" fill="hold">
                            <p:stCondLst>
                              <p:cond delay="0"/>
                            </p:stCondLst>
                            <p:childTnLst>
                              <p:par>
                                <p:cTn id="14" presetID="22" presetClass="entr" presetSubtype="8" fill="hold" nodeType="clickEffect">
                                  <p:stCondLst>
                                    <p:cond delay="0"/>
                                  </p:stCondLst>
                                  <p:childTnLst>
                                    <p:set>
                                      <p:cBhvr>
                                        <p:cTn id="15" dur="1" fill="hold">
                                          <p:stCondLst>
                                            <p:cond delay="0"/>
                                          </p:stCondLst>
                                        </p:cTn>
                                        <p:tgtEl>
                                          <p:spTgt spid="94285"/>
                                        </p:tgtEl>
                                        <p:attrNameLst>
                                          <p:attrName>style.visibility</p:attrName>
                                        </p:attrNameLst>
                                      </p:cBhvr>
                                      <p:to>
                                        <p:strVal val="visible"/>
                                      </p:to>
                                    </p:set>
                                    <p:animEffect transition="in" filter="wipe(left)">
                                      <p:cBhvr>
                                        <p:cTn id="16" dur="1000"/>
                                        <p:tgtEl>
                                          <p:spTgt spid="94285"/>
                                        </p:tgtEl>
                                      </p:cBhvr>
                                    </p:animEffect>
                                  </p:childTnLst>
                                </p:cTn>
                              </p:par>
                            </p:childTnLst>
                          </p:cTn>
                        </p:par>
                      </p:childTnLst>
                    </p:cTn>
                  </p:par>
                  <p:par>
                    <p:cTn id="17" fill="hold">
                      <p:stCondLst>
                        <p:cond delay="indefinite"/>
                      </p:stCondLst>
                      <p:childTnLst>
                        <p:par>
                          <p:cTn id="18" fill="hold">
                            <p:stCondLst>
                              <p:cond delay="0"/>
                            </p:stCondLst>
                            <p:childTnLst>
                              <p:par>
                                <p:cTn id="19" presetID="22" presetClass="entr" presetSubtype="8" fill="hold" nodeType="clickEffect">
                                  <p:stCondLst>
                                    <p:cond delay="0"/>
                                  </p:stCondLst>
                                  <p:childTnLst>
                                    <p:set>
                                      <p:cBhvr>
                                        <p:cTn id="20" dur="1" fill="hold">
                                          <p:stCondLst>
                                            <p:cond delay="0"/>
                                          </p:stCondLst>
                                        </p:cTn>
                                        <p:tgtEl>
                                          <p:spTgt spid="94235"/>
                                        </p:tgtEl>
                                        <p:attrNameLst>
                                          <p:attrName>style.visibility</p:attrName>
                                        </p:attrNameLst>
                                      </p:cBhvr>
                                      <p:to>
                                        <p:strVal val="visible"/>
                                      </p:to>
                                    </p:set>
                                    <p:animEffect transition="in" filter="wipe(left)">
                                      <p:cBhvr>
                                        <p:cTn id="21" dur="2000"/>
                                        <p:tgtEl>
                                          <p:spTgt spid="94235"/>
                                        </p:tgtEl>
                                      </p:cBhvr>
                                    </p:animEffect>
                                  </p:childTnLst>
                                </p:cTn>
                              </p:par>
                            </p:childTnLst>
                          </p:cTn>
                        </p:par>
                        <p:par>
                          <p:cTn id="22" fill="hold">
                            <p:stCondLst>
                              <p:cond delay="2000"/>
                            </p:stCondLst>
                            <p:childTnLst>
                              <p:par>
                                <p:cTn id="23" presetID="22" presetClass="entr" presetSubtype="8" fill="hold" nodeType="afterEffect">
                                  <p:stCondLst>
                                    <p:cond delay="0"/>
                                  </p:stCondLst>
                                  <p:childTnLst>
                                    <p:set>
                                      <p:cBhvr>
                                        <p:cTn id="24" dur="1" fill="hold">
                                          <p:stCondLst>
                                            <p:cond delay="0"/>
                                          </p:stCondLst>
                                        </p:cTn>
                                        <p:tgtEl>
                                          <p:spTgt spid="94280"/>
                                        </p:tgtEl>
                                        <p:attrNameLst>
                                          <p:attrName>style.visibility</p:attrName>
                                        </p:attrNameLst>
                                      </p:cBhvr>
                                      <p:to>
                                        <p:strVal val="visible"/>
                                      </p:to>
                                    </p:set>
                                    <p:animEffect transition="in" filter="wipe(left)">
                                      <p:cBhvr>
                                        <p:cTn id="25" dur="2000"/>
                                        <p:tgtEl>
                                          <p:spTgt spid="94280"/>
                                        </p:tgtEl>
                                      </p:cBhvr>
                                    </p:animEffect>
                                  </p:childTnLst>
                                </p:cTn>
                              </p:par>
                            </p:childTnLst>
                          </p:cTn>
                        </p:par>
                      </p:childTnLst>
                    </p:cTn>
                  </p:par>
                  <p:par>
                    <p:cTn id="26" fill="hold">
                      <p:stCondLst>
                        <p:cond delay="indefinite"/>
                      </p:stCondLst>
                      <p:childTnLst>
                        <p:par>
                          <p:cTn id="27" fill="hold">
                            <p:stCondLst>
                              <p:cond delay="0"/>
                            </p:stCondLst>
                            <p:childTnLst>
                              <p:par>
                                <p:cTn id="28" presetID="22" presetClass="entr" presetSubtype="8" fill="hold" nodeType="clickEffect">
                                  <p:stCondLst>
                                    <p:cond delay="0"/>
                                  </p:stCondLst>
                                  <p:childTnLst>
                                    <p:set>
                                      <p:cBhvr>
                                        <p:cTn id="29" dur="1" fill="hold">
                                          <p:stCondLst>
                                            <p:cond delay="0"/>
                                          </p:stCondLst>
                                        </p:cTn>
                                        <p:tgtEl>
                                          <p:spTgt spid="94286"/>
                                        </p:tgtEl>
                                        <p:attrNameLst>
                                          <p:attrName>style.visibility</p:attrName>
                                        </p:attrNameLst>
                                      </p:cBhvr>
                                      <p:to>
                                        <p:strVal val="visible"/>
                                      </p:to>
                                    </p:set>
                                    <p:animEffect transition="in" filter="wipe(left)">
                                      <p:cBhvr>
                                        <p:cTn id="30" dur="1000"/>
                                        <p:tgtEl>
                                          <p:spTgt spid="94286"/>
                                        </p:tgtEl>
                                      </p:cBhvr>
                                    </p:animEffect>
                                  </p:childTnLst>
                                </p:cTn>
                              </p:par>
                            </p:childTnLst>
                          </p:cTn>
                        </p:par>
                      </p:childTnLst>
                    </p:cTn>
                  </p:par>
                  <p:par>
                    <p:cTn id="31" fill="hold">
                      <p:stCondLst>
                        <p:cond delay="indefinite"/>
                      </p:stCondLst>
                      <p:childTnLst>
                        <p:par>
                          <p:cTn id="32" fill="hold">
                            <p:stCondLst>
                              <p:cond delay="0"/>
                            </p:stCondLst>
                            <p:childTnLst>
                              <p:par>
                                <p:cTn id="33" presetID="55" presetClass="entr" presetSubtype="0" fill="hold" nodeType="clickEffect">
                                  <p:stCondLst>
                                    <p:cond delay="0"/>
                                  </p:stCondLst>
                                  <p:childTnLst>
                                    <p:set>
                                      <p:cBhvr>
                                        <p:cTn id="34" dur="1" fill="hold">
                                          <p:stCondLst>
                                            <p:cond delay="0"/>
                                          </p:stCondLst>
                                        </p:cTn>
                                        <p:tgtEl>
                                          <p:spTgt spid="2"/>
                                        </p:tgtEl>
                                        <p:attrNameLst>
                                          <p:attrName>style.visibility</p:attrName>
                                        </p:attrNameLst>
                                      </p:cBhvr>
                                      <p:to>
                                        <p:strVal val="visible"/>
                                      </p:to>
                                    </p:set>
                                    <p:anim calcmode="lin" valueType="num">
                                      <p:cBhvr>
                                        <p:cTn id="35" dur="1000" fill="hold"/>
                                        <p:tgtEl>
                                          <p:spTgt spid="2"/>
                                        </p:tgtEl>
                                        <p:attrNameLst>
                                          <p:attrName>ppt_w</p:attrName>
                                        </p:attrNameLst>
                                      </p:cBhvr>
                                      <p:tavLst>
                                        <p:tav tm="0">
                                          <p:val>
                                            <p:strVal val="#ppt_w*0.70"/>
                                          </p:val>
                                        </p:tav>
                                        <p:tav tm="100000">
                                          <p:val>
                                            <p:strVal val="#ppt_w"/>
                                          </p:val>
                                        </p:tav>
                                      </p:tavLst>
                                    </p:anim>
                                    <p:anim calcmode="lin" valueType="num">
                                      <p:cBhvr>
                                        <p:cTn id="36" dur="1000" fill="hold"/>
                                        <p:tgtEl>
                                          <p:spTgt spid="2"/>
                                        </p:tgtEl>
                                        <p:attrNameLst>
                                          <p:attrName>ppt_h</p:attrName>
                                        </p:attrNameLst>
                                      </p:cBhvr>
                                      <p:tavLst>
                                        <p:tav tm="0">
                                          <p:val>
                                            <p:strVal val="#ppt_h"/>
                                          </p:val>
                                        </p:tav>
                                        <p:tav tm="100000">
                                          <p:val>
                                            <p:strVal val="#ppt_h"/>
                                          </p:val>
                                        </p:tav>
                                      </p:tavLst>
                                    </p:anim>
                                    <p:animEffect transition="in" filter="fade">
                                      <p:cBhvr>
                                        <p:cTn id="37" dur="10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5781" name="Text Box 5"/>
          <p:cNvSpPr txBox="1"/>
          <p:nvPr/>
        </p:nvSpPr>
        <p:spPr>
          <a:xfrm>
            <a:off x="1116013" y="1268413"/>
            <a:ext cx="7200900" cy="604837"/>
          </a:xfrm>
          <a:prstGeom prst="rect">
            <a:avLst/>
          </a:prstGeom>
          <a:noFill/>
          <a:ln w="12700">
            <a:noFill/>
          </a:ln>
        </p:spPr>
        <p:txBody>
          <a:bodyPr anchor="ctr" anchorCtr="0">
            <a:spAutoFit/>
          </a:bodyPr>
          <a:p>
            <a:pPr algn="just">
              <a:lnSpc>
                <a:spcPct val="120000"/>
              </a:lnSpc>
            </a:pPr>
            <a:r>
              <a:rPr lang="zh-CN" altLang="en-US" dirty="0">
                <a:latin typeface="Times New Roman" panose="02020603050405020304" pitchFamily="18" charset="0"/>
              </a:rPr>
              <a:t>反映电源和负载之间交换能量的速率。</a:t>
            </a:r>
            <a:endParaRPr lang="zh-CN" altLang="en-US" dirty="0">
              <a:latin typeface="Times New Roman" panose="02020603050405020304" pitchFamily="18" charset="0"/>
            </a:endParaRPr>
          </a:p>
        </p:txBody>
      </p:sp>
      <p:graphicFrame>
        <p:nvGraphicFramePr>
          <p:cNvPr id="75782" name="Object 6"/>
          <p:cNvGraphicFramePr/>
          <p:nvPr/>
        </p:nvGraphicFramePr>
        <p:xfrm>
          <a:off x="1187450" y="2014538"/>
          <a:ext cx="6364288" cy="1544637"/>
        </p:xfrm>
        <a:graphic>
          <a:graphicData uri="http://schemas.openxmlformats.org/presentationml/2006/ole">
            <mc:AlternateContent xmlns:mc="http://schemas.openxmlformats.org/markup-compatibility/2006">
              <mc:Choice xmlns:v="urn:schemas-microsoft-com:vml" Requires="v">
                <p:oleObj spid="_x0000_s3452" name="" r:id="rId1" imgW="2614930" imgH="635000" progId="Equation.3">
                  <p:embed/>
                </p:oleObj>
              </mc:Choice>
              <mc:Fallback>
                <p:oleObj name="" r:id="rId1" imgW="2614930" imgH="635000" progId="Equation.3">
                  <p:embed/>
                  <p:pic>
                    <p:nvPicPr>
                      <p:cNvPr id="0" name="图片 3451"/>
                      <p:cNvPicPr/>
                      <p:nvPr/>
                    </p:nvPicPr>
                    <p:blipFill>
                      <a:blip r:embed="rId2">
                        <a:clrChange>
                          <a:clrFrom>
                            <a:srgbClr val="000000"/>
                          </a:clrFrom>
                          <a:clrTo>
                            <a:srgbClr val="FFFFFF"/>
                          </a:clrTo>
                        </a:clrChange>
                      </a:blip>
                      <a:stretch>
                        <a:fillRect/>
                      </a:stretch>
                    </p:blipFill>
                    <p:spPr>
                      <a:xfrm>
                        <a:off x="1187450" y="2014538"/>
                        <a:ext cx="6364288" cy="1544637"/>
                      </a:xfrm>
                      <a:prstGeom prst="rect">
                        <a:avLst/>
                      </a:prstGeom>
                      <a:noFill/>
                      <a:ln w="38100">
                        <a:noFill/>
                        <a:miter/>
                      </a:ln>
                    </p:spPr>
                  </p:pic>
                </p:oleObj>
              </mc:Fallback>
            </mc:AlternateContent>
          </a:graphicData>
        </a:graphic>
      </p:graphicFrame>
      <p:sp>
        <p:nvSpPr>
          <p:cNvPr id="75783" name="Rectangle 7"/>
          <p:cNvSpPr/>
          <p:nvPr/>
        </p:nvSpPr>
        <p:spPr>
          <a:xfrm>
            <a:off x="684213" y="620713"/>
            <a:ext cx="4535487" cy="519112"/>
          </a:xfrm>
          <a:prstGeom prst="rect">
            <a:avLst/>
          </a:prstGeom>
          <a:solidFill>
            <a:schemeClr val="hlink"/>
          </a:solidFill>
          <a:ln w="12700">
            <a:noFill/>
          </a:ln>
        </p:spPr>
        <p:txBody>
          <a:bodyPr anchor="ctr" anchorCtr="0">
            <a:spAutoFit/>
          </a:bodyPr>
          <a:p>
            <a:r>
              <a:rPr lang="zh-CN" altLang="en-US" dirty="0">
                <a:solidFill>
                  <a:schemeClr val="bg1"/>
                </a:solidFill>
                <a:latin typeface="楷体_GB2312" pitchFamily="49" charset="-122"/>
              </a:rPr>
              <a:t>无功功率的物理意义</a:t>
            </a:r>
            <a:r>
              <a:rPr lang="en-US" altLang="zh-CN" dirty="0">
                <a:solidFill>
                  <a:schemeClr val="bg1"/>
                </a:solidFill>
                <a:latin typeface="楷体_GB2312" pitchFamily="49" charset="-122"/>
              </a:rPr>
              <a:t>:</a:t>
            </a:r>
            <a:endParaRPr lang="en-US" altLang="zh-CN" dirty="0">
              <a:solidFill>
                <a:schemeClr val="bg1"/>
              </a:solidFill>
              <a:latin typeface="楷体_GB2312" pitchFamily="49" charset="-122"/>
            </a:endParaRPr>
          </a:p>
        </p:txBody>
      </p:sp>
      <p:grpSp>
        <p:nvGrpSpPr>
          <p:cNvPr id="59397" name="Group 14"/>
          <p:cNvGrpSpPr/>
          <p:nvPr/>
        </p:nvGrpSpPr>
        <p:grpSpPr>
          <a:xfrm>
            <a:off x="8316913" y="6446838"/>
            <a:ext cx="792162" cy="366712"/>
            <a:chOff x="5193" y="4020"/>
            <a:chExt cx="499" cy="231"/>
          </a:xfrm>
        </p:grpSpPr>
        <p:pic>
          <p:nvPicPr>
            <p:cNvPr id="59404" name="Picture 15" descr="78900"/>
            <p:cNvPicPr>
              <a:picLocks noChangeAspect="1"/>
            </p:cNvPicPr>
            <p:nvPr/>
          </p:nvPicPr>
          <p:blipFill>
            <a:blip r:embed="rId3"/>
            <a:stretch>
              <a:fillRect/>
            </a:stretch>
          </p:blipFill>
          <p:spPr>
            <a:xfrm>
              <a:off x="5193" y="4066"/>
              <a:ext cx="499" cy="181"/>
            </a:xfrm>
            <a:prstGeom prst="rect">
              <a:avLst/>
            </a:prstGeom>
            <a:noFill/>
            <a:ln w="9525">
              <a:noFill/>
            </a:ln>
          </p:spPr>
        </p:pic>
        <p:sp>
          <p:nvSpPr>
            <p:cNvPr id="59405" name="Text Box 16">
              <a:hlinkClick r:id="" action="ppaction://hlinkshowjump?jump=nextslide"/>
            </p:cNvPr>
            <p:cNvSpPr txBox="1"/>
            <p:nvPr/>
          </p:nvSpPr>
          <p:spPr>
            <a:xfrm>
              <a:off x="5216" y="4020"/>
              <a:ext cx="476" cy="231"/>
            </a:xfrm>
            <a:prstGeom prst="rect">
              <a:avLst/>
            </a:prstGeom>
            <a:noFill/>
            <a:ln w="9525">
              <a:noFill/>
            </a:ln>
          </p:spPr>
          <p:txBody>
            <a:bodyPr wrap="none">
              <a:spAutoFit/>
            </a:bodyPr>
            <a:p>
              <a:pPr>
                <a:spcBef>
                  <a:spcPct val="50000"/>
                </a:spcBef>
              </a:pPr>
              <a:r>
                <a:rPr lang="zh-CN" altLang="en-US" sz="1800" b="0" dirty="0">
                  <a:solidFill>
                    <a:schemeClr val="bg1"/>
                  </a:solidFill>
                  <a:latin typeface="隶书" panose="02010509060101010101" pitchFamily="49" charset="-122"/>
                  <a:ea typeface="隶书" panose="02010509060101010101" pitchFamily="49" charset="-122"/>
                </a:rPr>
                <a:t>下 页</a:t>
              </a:r>
              <a:endParaRPr lang="zh-CN" altLang="en-US" sz="1800" b="0" dirty="0">
                <a:solidFill>
                  <a:schemeClr val="bg1"/>
                </a:solidFill>
                <a:latin typeface="隶书" panose="02010509060101010101" pitchFamily="49" charset="-122"/>
                <a:ea typeface="隶书" panose="02010509060101010101" pitchFamily="49" charset="-122"/>
              </a:endParaRPr>
            </a:p>
          </p:txBody>
        </p:sp>
      </p:grpSp>
      <p:grpSp>
        <p:nvGrpSpPr>
          <p:cNvPr id="59398" name="Group 17"/>
          <p:cNvGrpSpPr/>
          <p:nvPr/>
        </p:nvGrpSpPr>
        <p:grpSpPr>
          <a:xfrm>
            <a:off x="7453313" y="6446838"/>
            <a:ext cx="792162" cy="366712"/>
            <a:chOff x="4649" y="4020"/>
            <a:chExt cx="499" cy="231"/>
          </a:xfrm>
        </p:grpSpPr>
        <p:pic>
          <p:nvPicPr>
            <p:cNvPr id="59402" name="Picture 18" descr="78900"/>
            <p:cNvPicPr>
              <a:picLocks noChangeAspect="1"/>
            </p:cNvPicPr>
            <p:nvPr/>
          </p:nvPicPr>
          <p:blipFill>
            <a:blip r:embed="rId3"/>
            <a:stretch>
              <a:fillRect/>
            </a:stretch>
          </p:blipFill>
          <p:spPr>
            <a:xfrm>
              <a:off x="4649" y="4066"/>
              <a:ext cx="499" cy="181"/>
            </a:xfrm>
            <a:prstGeom prst="rect">
              <a:avLst/>
            </a:prstGeom>
            <a:noFill/>
            <a:ln w="9525">
              <a:noFill/>
            </a:ln>
          </p:spPr>
        </p:pic>
        <p:sp>
          <p:nvSpPr>
            <p:cNvPr id="59403" name="Text Box 19">
              <a:hlinkClick r:id="" action="ppaction://hlinkshowjump?jump=previousslide"/>
            </p:cNvPr>
            <p:cNvSpPr txBox="1"/>
            <p:nvPr/>
          </p:nvSpPr>
          <p:spPr>
            <a:xfrm>
              <a:off x="4672" y="4020"/>
              <a:ext cx="476" cy="231"/>
            </a:xfrm>
            <a:prstGeom prst="rect">
              <a:avLst/>
            </a:prstGeom>
            <a:noFill/>
            <a:ln w="9525">
              <a:noFill/>
            </a:ln>
          </p:spPr>
          <p:txBody>
            <a:bodyPr wrap="none">
              <a:spAutoFit/>
            </a:bodyPr>
            <a:p>
              <a:pPr>
                <a:spcBef>
                  <a:spcPct val="50000"/>
                </a:spcBef>
              </a:pPr>
              <a:r>
                <a:rPr lang="zh-CN" altLang="en-US" sz="1800" b="0" dirty="0">
                  <a:solidFill>
                    <a:schemeClr val="bg1"/>
                  </a:solidFill>
                  <a:latin typeface="隶书" panose="02010509060101010101" pitchFamily="49" charset="-122"/>
                  <a:ea typeface="隶书" panose="02010509060101010101" pitchFamily="49" charset="-122"/>
                </a:rPr>
                <a:t>上 页</a:t>
              </a:r>
              <a:endParaRPr lang="zh-CN" altLang="en-US" sz="1800" b="0" dirty="0">
                <a:solidFill>
                  <a:schemeClr val="bg1"/>
                </a:solidFill>
                <a:latin typeface="隶书" panose="02010509060101010101" pitchFamily="49" charset="-122"/>
                <a:ea typeface="隶书" panose="02010509060101010101" pitchFamily="49" charset="-122"/>
              </a:endParaRPr>
            </a:p>
          </p:txBody>
        </p:sp>
      </p:grpSp>
      <p:grpSp>
        <p:nvGrpSpPr>
          <p:cNvPr id="59399" name="Group 26"/>
          <p:cNvGrpSpPr/>
          <p:nvPr/>
        </p:nvGrpSpPr>
        <p:grpSpPr>
          <a:xfrm>
            <a:off x="6588125" y="6446838"/>
            <a:ext cx="792163" cy="366712"/>
            <a:chOff x="4649" y="4020"/>
            <a:chExt cx="499" cy="231"/>
          </a:xfrm>
        </p:grpSpPr>
        <p:pic>
          <p:nvPicPr>
            <p:cNvPr id="59400" name="Picture 27" descr="78900"/>
            <p:cNvPicPr>
              <a:picLocks noChangeAspect="1"/>
            </p:cNvPicPr>
            <p:nvPr/>
          </p:nvPicPr>
          <p:blipFill>
            <a:blip r:embed="rId3"/>
            <a:stretch>
              <a:fillRect/>
            </a:stretch>
          </p:blipFill>
          <p:spPr>
            <a:xfrm>
              <a:off x="4649" y="4066"/>
              <a:ext cx="499" cy="181"/>
            </a:xfrm>
            <a:prstGeom prst="rect">
              <a:avLst/>
            </a:prstGeom>
            <a:noFill/>
            <a:ln w="9525">
              <a:noFill/>
            </a:ln>
          </p:spPr>
        </p:pic>
        <p:sp>
          <p:nvSpPr>
            <p:cNvPr id="59401" name="Text Box 28">
              <a:hlinkClick r:id="" action="ppaction://hlinkshowjump?jump=firstslide"/>
            </p:cNvPr>
            <p:cNvSpPr txBox="1"/>
            <p:nvPr/>
          </p:nvSpPr>
          <p:spPr>
            <a:xfrm>
              <a:off x="4672" y="4020"/>
              <a:ext cx="476" cy="231"/>
            </a:xfrm>
            <a:prstGeom prst="rect">
              <a:avLst/>
            </a:prstGeom>
            <a:noFill/>
            <a:ln w="9525">
              <a:noFill/>
            </a:ln>
          </p:spPr>
          <p:txBody>
            <a:bodyPr wrap="none">
              <a:spAutoFit/>
            </a:bodyPr>
            <a:p>
              <a:pPr>
                <a:spcBef>
                  <a:spcPct val="50000"/>
                </a:spcBef>
              </a:pPr>
              <a:r>
                <a:rPr lang="zh-CN" altLang="en-US" sz="1800" b="0" dirty="0">
                  <a:solidFill>
                    <a:schemeClr val="bg1"/>
                  </a:solidFill>
                  <a:latin typeface="隶书" panose="02010509060101010101" pitchFamily="49" charset="-122"/>
                  <a:ea typeface="隶书" panose="02010509060101010101" pitchFamily="49" charset="-122"/>
                </a:rPr>
                <a:t>返 回</a:t>
              </a:r>
              <a:endParaRPr lang="zh-CN" altLang="en-US" sz="1800" b="0" dirty="0">
                <a:solidFill>
                  <a:schemeClr val="bg1"/>
                </a:solidFill>
                <a:latin typeface="隶书" panose="02010509060101010101" pitchFamily="49" charset="-122"/>
                <a:ea typeface="隶书" panose="02010509060101010101" pitchFamily="49" charset="-122"/>
              </a:endParaRP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grpId="0" nodeType="withEffect">
                                  <p:stCondLst>
                                    <p:cond delay="0"/>
                                  </p:stCondLst>
                                  <p:childTnLst>
                                    <p:set>
                                      <p:cBhvr>
                                        <p:cTn id="6" dur="1" fill="hold">
                                          <p:stCondLst>
                                            <p:cond delay="0"/>
                                          </p:stCondLst>
                                        </p:cTn>
                                        <p:tgtEl>
                                          <p:spTgt spid="75783"/>
                                        </p:tgtEl>
                                        <p:attrNameLst>
                                          <p:attrName>style.visibility</p:attrName>
                                        </p:attrNameLst>
                                      </p:cBhvr>
                                      <p:to>
                                        <p:strVal val="visible"/>
                                      </p:to>
                                    </p:set>
                                    <p:anim calcmode="lin" valueType="num">
                                      <p:cBhvr additive="base">
                                        <p:cTn id="7" dur="500" fill="hold"/>
                                        <p:tgtEl>
                                          <p:spTgt spid="75783"/>
                                        </p:tgtEl>
                                        <p:attrNameLst>
                                          <p:attrName>ppt_x</p:attrName>
                                        </p:attrNameLst>
                                      </p:cBhvr>
                                      <p:tavLst>
                                        <p:tav tm="0">
                                          <p:val>
                                            <p:strVal val="0-#ppt_w/2"/>
                                          </p:val>
                                        </p:tav>
                                        <p:tav tm="100000">
                                          <p:val>
                                            <p:strVal val="#ppt_x"/>
                                          </p:val>
                                        </p:tav>
                                      </p:tavLst>
                                    </p:anim>
                                    <p:anim calcmode="lin" valueType="num">
                                      <p:cBhvr additive="base">
                                        <p:cTn id="8" dur="500" fill="hold"/>
                                        <p:tgtEl>
                                          <p:spTgt spid="75783"/>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17" presetClass="entr" presetSubtype="10" fill="hold" grpId="0" nodeType="clickEffect">
                                  <p:stCondLst>
                                    <p:cond delay="0"/>
                                  </p:stCondLst>
                                  <p:iterate type="lt">
                                    <p:tmPct val="100000"/>
                                  </p:iterate>
                                  <p:childTnLst>
                                    <p:set>
                                      <p:cBhvr>
                                        <p:cTn id="12" dur="1" fill="hold">
                                          <p:stCondLst>
                                            <p:cond delay="0"/>
                                          </p:stCondLst>
                                        </p:cTn>
                                        <p:tgtEl>
                                          <p:spTgt spid="75781"/>
                                        </p:tgtEl>
                                        <p:attrNameLst>
                                          <p:attrName>style.visibility</p:attrName>
                                        </p:attrNameLst>
                                      </p:cBhvr>
                                      <p:to>
                                        <p:strVal val="visible"/>
                                      </p:to>
                                    </p:set>
                                    <p:anim calcmode="lin" valueType="num">
                                      <p:cBhvr>
                                        <p:cTn id="13" dur="75" fill="hold"/>
                                        <p:tgtEl>
                                          <p:spTgt spid="75781"/>
                                        </p:tgtEl>
                                        <p:attrNameLst>
                                          <p:attrName>ppt_w</p:attrName>
                                        </p:attrNameLst>
                                      </p:cBhvr>
                                      <p:tavLst>
                                        <p:tav tm="0">
                                          <p:val>
                                            <p:fltVal val="0.000000"/>
                                          </p:val>
                                        </p:tav>
                                        <p:tav tm="100000">
                                          <p:val>
                                            <p:strVal val="#ppt_w"/>
                                          </p:val>
                                        </p:tav>
                                      </p:tavLst>
                                    </p:anim>
                                    <p:anim calcmode="lin" valueType="num">
                                      <p:cBhvr>
                                        <p:cTn id="14" dur="75" fill="hold"/>
                                        <p:tgtEl>
                                          <p:spTgt spid="75781"/>
                                        </p:tgtEl>
                                        <p:attrNameLst>
                                          <p:attrName>ppt_h</p:attrName>
                                        </p:attrNameLst>
                                      </p:cBhvr>
                                      <p:tavLst>
                                        <p:tav tm="0">
                                          <p:val>
                                            <p:strVal val="#ppt_h"/>
                                          </p:val>
                                        </p:tav>
                                        <p:tav tm="100000">
                                          <p:val>
                                            <p:strVal val="#ppt_h"/>
                                          </p:val>
                                        </p:tav>
                                      </p:tavLst>
                                    </p:anim>
                                  </p:childTnLst>
                                </p:cTn>
                              </p:par>
                            </p:childTnLst>
                          </p:cTn>
                        </p:par>
                      </p:childTnLst>
                    </p:cTn>
                  </p:par>
                  <p:par>
                    <p:cTn id="15" fill="hold">
                      <p:stCondLst>
                        <p:cond delay="indefinite"/>
                      </p:stCondLst>
                      <p:childTnLst>
                        <p:par>
                          <p:cTn id="16" fill="hold">
                            <p:stCondLst>
                              <p:cond delay="0"/>
                            </p:stCondLst>
                            <p:childTnLst>
                              <p:par>
                                <p:cTn id="17" presetID="18" presetClass="entr" presetSubtype="6" fill="hold" nodeType="clickEffect">
                                  <p:stCondLst>
                                    <p:cond delay="0"/>
                                  </p:stCondLst>
                                  <p:childTnLst>
                                    <p:set>
                                      <p:cBhvr>
                                        <p:cTn id="18" dur="1" fill="hold">
                                          <p:stCondLst>
                                            <p:cond delay="0"/>
                                          </p:stCondLst>
                                        </p:cTn>
                                        <p:tgtEl>
                                          <p:spTgt spid="75782"/>
                                        </p:tgtEl>
                                        <p:attrNameLst>
                                          <p:attrName>style.visibility</p:attrName>
                                        </p:attrNameLst>
                                      </p:cBhvr>
                                      <p:to>
                                        <p:strVal val="visible"/>
                                      </p:to>
                                    </p:set>
                                    <p:animEffect transition="in" filter="strips(downRight)">
                                      <p:cBhvr>
                                        <p:cTn id="19" dur="2000"/>
                                        <p:tgtEl>
                                          <p:spTgt spid="7578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5781" grpId="0"/>
      <p:bldP spid="75783" grpId="0" animBg="1"/>
    </p:bldLst>
  </p:timing>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3554" name="Text Box 2"/>
          <p:cNvSpPr txBox="1"/>
          <p:nvPr/>
        </p:nvSpPr>
        <p:spPr>
          <a:xfrm>
            <a:off x="323850" y="476250"/>
            <a:ext cx="1512888" cy="579438"/>
          </a:xfrm>
          <a:prstGeom prst="rect">
            <a:avLst/>
          </a:prstGeom>
          <a:noFill/>
          <a:ln w="9525">
            <a:noFill/>
          </a:ln>
        </p:spPr>
        <p:txBody>
          <a:bodyPr>
            <a:spAutoFit/>
          </a:bodyPr>
          <a:p>
            <a:pPr eaLnBrk="0" hangingPunct="0">
              <a:spcBef>
                <a:spcPct val="50000"/>
              </a:spcBef>
            </a:pPr>
            <a:r>
              <a:rPr lang="zh-CN" altLang="en-US" sz="3200" dirty="0">
                <a:solidFill>
                  <a:schemeClr val="bg1"/>
                </a:solidFill>
                <a:latin typeface="宋体" panose="02010600030101010101" pitchFamily="2" charset="-122"/>
                <a:ea typeface="宋体" panose="02010600030101010101" pitchFamily="2" charset="-122"/>
              </a:rPr>
              <a:t>例</a:t>
            </a:r>
            <a:r>
              <a:rPr lang="en-US" altLang="zh-CN" sz="3200" b="0" dirty="0">
                <a:solidFill>
                  <a:schemeClr val="bg1"/>
                </a:solidFill>
                <a:latin typeface="Times New Roman" panose="02020603050405020304" pitchFamily="18" charset="0"/>
                <a:ea typeface="宋体" panose="02010600030101010101" pitchFamily="2" charset="-122"/>
              </a:rPr>
              <a:t>4-1 </a:t>
            </a:r>
            <a:endParaRPr lang="en-US" altLang="zh-CN" sz="3200" b="0" dirty="0">
              <a:solidFill>
                <a:schemeClr val="bg1"/>
              </a:solidFill>
              <a:latin typeface="Times New Roman" panose="02020603050405020304" pitchFamily="18" charset="0"/>
              <a:ea typeface="宋体" panose="02010600030101010101" pitchFamily="2" charset="-122"/>
            </a:endParaRPr>
          </a:p>
        </p:txBody>
      </p:sp>
      <p:sp>
        <p:nvSpPr>
          <p:cNvPr id="23555" name="Text Box 3"/>
          <p:cNvSpPr txBox="1"/>
          <p:nvPr/>
        </p:nvSpPr>
        <p:spPr>
          <a:xfrm>
            <a:off x="1403350" y="476250"/>
            <a:ext cx="3529013" cy="519113"/>
          </a:xfrm>
          <a:prstGeom prst="rect">
            <a:avLst/>
          </a:prstGeom>
          <a:noFill/>
          <a:ln w="9525">
            <a:noFill/>
          </a:ln>
        </p:spPr>
        <p:txBody>
          <a:bodyPr>
            <a:spAutoFit/>
          </a:bodyPr>
          <a:p>
            <a:pPr eaLnBrk="0" hangingPunct="0">
              <a:spcBef>
                <a:spcPct val="50000"/>
              </a:spcBef>
            </a:pPr>
            <a:r>
              <a:rPr lang="zh-CN" altLang="en-US" dirty="0">
                <a:latin typeface="Times New Roman" panose="02020603050405020304" pitchFamily="18" charset="0"/>
              </a:rPr>
              <a:t>三表法测线圈参数。</a:t>
            </a:r>
            <a:endParaRPr lang="zh-CN" altLang="en-US" dirty="0">
              <a:latin typeface="Times New Roman" panose="02020603050405020304" pitchFamily="18" charset="0"/>
            </a:endParaRPr>
          </a:p>
        </p:txBody>
      </p:sp>
      <p:sp>
        <p:nvSpPr>
          <p:cNvPr id="23556" name="Text Box 4"/>
          <p:cNvSpPr txBox="1"/>
          <p:nvPr/>
        </p:nvSpPr>
        <p:spPr>
          <a:xfrm>
            <a:off x="4572000" y="476250"/>
            <a:ext cx="4248150" cy="946150"/>
          </a:xfrm>
          <a:prstGeom prst="rect">
            <a:avLst/>
          </a:prstGeom>
          <a:noFill/>
          <a:ln w="9525">
            <a:noFill/>
          </a:ln>
        </p:spPr>
        <p:txBody>
          <a:bodyPr>
            <a:spAutoFit/>
          </a:bodyPr>
          <a:p>
            <a:pPr algn="just" eaLnBrk="0" hangingPunct="0">
              <a:spcBef>
                <a:spcPct val="50000"/>
              </a:spcBef>
            </a:pPr>
            <a:r>
              <a:rPr lang="zh-CN" altLang="en-US" dirty="0">
                <a:latin typeface="Times New Roman" panose="02020603050405020304" pitchFamily="18" charset="0"/>
              </a:rPr>
              <a:t>已知：</a:t>
            </a:r>
            <a:r>
              <a:rPr lang="en-US" altLang="zh-CN" b="0" i="1" dirty="0">
                <a:solidFill>
                  <a:schemeClr val="bg1"/>
                </a:solidFill>
                <a:latin typeface="Times New Roman" panose="02020603050405020304" pitchFamily="18" charset="0"/>
                <a:ea typeface="宋体" panose="02010600030101010101" pitchFamily="2" charset="-122"/>
              </a:rPr>
              <a:t>f</a:t>
            </a:r>
            <a:r>
              <a:rPr lang="en-US" altLang="zh-CN" b="0" dirty="0">
                <a:solidFill>
                  <a:schemeClr val="bg1"/>
                </a:solidFill>
                <a:latin typeface="Times New Roman" panose="02020603050405020304" pitchFamily="18" charset="0"/>
                <a:ea typeface="宋体" panose="02010600030101010101" pitchFamily="2" charset="-122"/>
              </a:rPr>
              <a:t>=50Hz</a:t>
            </a:r>
            <a:r>
              <a:rPr lang="zh-CN" altLang="en-US" b="0" dirty="0">
                <a:latin typeface="Times New Roman" panose="02020603050405020304" pitchFamily="18" charset="0"/>
                <a:ea typeface="宋体" panose="02010600030101010101" pitchFamily="2" charset="-122"/>
              </a:rPr>
              <a:t>，</a:t>
            </a:r>
            <a:r>
              <a:rPr lang="zh-CN" altLang="en-US" dirty="0">
                <a:latin typeface="Times New Roman" panose="02020603050405020304" pitchFamily="18" charset="0"/>
              </a:rPr>
              <a:t>且测得</a:t>
            </a:r>
            <a:r>
              <a:rPr lang="en-US" altLang="zh-CN" b="0" i="1" dirty="0">
                <a:solidFill>
                  <a:schemeClr val="bg1"/>
                </a:solidFill>
                <a:latin typeface="Times New Roman" panose="02020603050405020304" pitchFamily="18" charset="0"/>
                <a:ea typeface="宋体" panose="02010600030101010101" pitchFamily="2" charset="-122"/>
              </a:rPr>
              <a:t>U</a:t>
            </a:r>
            <a:r>
              <a:rPr lang="en-US" altLang="zh-CN" b="0" dirty="0">
                <a:solidFill>
                  <a:schemeClr val="bg1"/>
                </a:solidFill>
                <a:latin typeface="Times New Roman" panose="02020603050405020304" pitchFamily="18" charset="0"/>
                <a:ea typeface="宋体" panose="02010600030101010101" pitchFamily="2" charset="-122"/>
              </a:rPr>
              <a:t>=50V</a:t>
            </a:r>
            <a:r>
              <a:rPr lang="zh-CN" altLang="en-US" b="0" dirty="0">
                <a:solidFill>
                  <a:schemeClr val="bg1"/>
                </a:solidFill>
                <a:latin typeface="Times New Roman" panose="02020603050405020304" pitchFamily="18" charset="0"/>
                <a:ea typeface="宋体" panose="02010600030101010101" pitchFamily="2" charset="-122"/>
              </a:rPr>
              <a:t>，</a:t>
            </a:r>
            <a:r>
              <a:rPr lang="en-US" altLang="zh-CN" b="0" i="1" dirty="0">
                <a:solidFill>
                  <a:schemeClr val="bg1"/>
                </a:solidFill>
                <a:latin typeface="Times New Roman" panose="02020603050405020304" pitchFamily="18" charset="0"/>
                <a:ea typeface="宋体" panose="02010600030101010101" pitchFamily="2" charset="-122"/>
              </a:rPr>
              <a:t>I</a:t>
            </a:r>
            <a:r>
              <a:rPr lang="en-US" altLang="zh-CN" b="0" dirty="0">
                <a:solidFill>
                  <a:schemeClr val="bg1"/>
                </a:solidFill>
                <a:latin typeface="Times New Roman" panose="02020603050405020304" pitchFamily="18" charset="0"/>
                <a:ea typeface="宋体" panose="02010600030101010101" pitchFamily="2" charset="-122"/>
              </a:rPr>
              <a:t>=1A</a:t>
            </a:r>
            <a:r>
              <a:rPr lang="zh-CN" altLang="en-US" b="0" dirty="0">
                <a:solidFill>
                  <a:schemeClr val="bg1"/>
                </a:solidFill>
                <a:latin typeface="Times New Roman" panose="02020603050405020304" pitchFamily="18" charset="0"/>
                <a:ea typeface="宋体" panose="02010600030101010101" pitchFamily="2" charset="-122"/>
              </a:rPr>
              <a:t>，</a:t>
            </a:r>
            <a:r>
              <a:rPr lang="en-US" altLang="zh-CN" b="0" i="1" dirty="0">
                <a:solidFill>
                  <a:schemeClr val="bg1"/>
                </a:solidFill>
                <a:latin typeface="Times New Roman" panose="02020603050405020304" pitchFamily="18" charset="0"/>
                <a:ea typeface="宋体" panose="02010600030101010101" pitchFamily="2" charset="-122"/>
              </a:rPr>
              <a:t>P</a:t>
            </a:r>
            <a:r>
              <a:rPr lang="en-US" altLang="zh-CN" b="0" dirty="0">
                <a:solidFill>
                  <a:schemeClr val="bg1"/>
                </a:solidFill>
                <a:latin typeface="Times New Roman" panose="02020603050405020304" pitchFamily="18" charset="0"/>
                <a:ea typeface="宋体" panose="02010600030101010101" pitchFamily="2" charset="-122"/>
              </a:rPr>
              <a:t>=30W</a:t>
            </a:r>
            <a:r>
              <a:rPr lang="zh-CN" altLang="en-US" b="0" dirty="0">
                <a:solidFill>
                  <a:schemeClr val="bg1"/>
                </a:solidFill>
                <a:latin typeface="Times New Roman" panose="02020603050405020304" pitchFamily="18" charset="0"/>
                <a:ea typeface="宋体" panose="02010600030101010101" pitchFamily="2" charset="-122"/>
              </a:rPr>
              <a:t>。</a:t>
            </a:r>
            <a:endParaRPr lang="zh-CN" altLang="en-US" b="0" dirty="0">
              <a:solidFill>
                <a:schemeClr val="bg1"/>
              </a:solidFill>
              <a:latin typeface="Times New Roman" panose="02020603050405020304" pitchFamily="18" charset="0"/>
              <a:ea typeface="宋体" panose="02010600030101010101" pitchFamily="2" charset="-122"/>
            </a:endParaRPr>
          </a:p>
        </p:txBody>
      </p:sp>
      <p:sp>
        <p:nvSpPr>
          <p:cNvPr id="23558" name="Text Box 6"/>
          <p:cNvSpPr txBox="1"/>
          <p:nvPr/>
        </p:nvSpPr>
        <p:spPr>
          <a:xfrm>
            <a:off x="5003800" y="1484313"/>
            <a:ext cx="1223963" cy="519112"/>
          </a:xfrm>
          <a:prstGeom prst="rect">
            <a:avLst/>
          </a:prstGeom>
          <a:solidFill>
            <a:srgbClr val="990033"/>
          </a:solidFill>
          <a:ln w="9525">
            <a:noFill/>
          </a:ln>
        </p:spPr>
        <p:txBody>
          <a:bodyPr>
            <a:spAutoFit/>
          </a:bodyPr>
          <a:p>
            <a:pPr eaLnBrk="0" hangingPunct="0">
              <a:spcBef>
                <a:spcPct val="50000"/>
              </a:spcBef>
            </a:pPr>
            <a:r>
              <a:rPr lang="zh-CN" altLang="en-US" dirty="0">
                <a:solidFill>
                  <a:schemeClr val="bg1"/>
                </a:solidFill>
                <a:latin typeface="Times New Roman" panose="02020603050405020304" pitchFamily="18" charset="0"/>
                <a:ea typeface="宋体" panose="02010600030101010101" pitchFamily="2" charset="-122"/>
              </a:rPr>
              <a:t>解法 </a:t>
            </a:r>
            <a:r>
              <a:rPr lang="en-US" altLang="zh-CN" b="0" dirty="0">
                <a:solidFill>
                  <a:schemeClr val="bg1"/>
                </a:solidFill>
                <a:latin typeface="Times New Roman" panose="02020603050405020304" pitchFamily="18" charset="0"/>
                <a:ea typeface="宋体" panose="02010600030101010101" pitchFamily="2" charset="-122"/>
              </a:rPr>
              <a:t>1</a:t>
            </a:r>
            <a:endParaRPr lang="en-US" altLang="zh-CN" b="0" dirty="0">
              <a:solidFill>
                <a:schemeClr val="bg1"/>
              </a:solidFill>
              <a:latin typeface="Times New Roman" panose="02020603050405020304" pitchFamily="18" charset="0"/>
              <a:ea typeface="宋体" panose="02010600030101010101" pitchFamily="2" charset="-122"/>
            </a:endParaRPr>
          </a:p>
        </p:txBody>
      </p:sp>
      <p:graphicFrame>
        <p:nvGraphicFramePr>
          <p:cNvPr id="23597" name="Object 45"/>
          <p:cNvGraphicFramePr/>
          <p:nvPr/>
        </p:nvGraphicFramePr>
        <p:xfrm>
          <a:off x="4821238" y="2133600"/>
          <a:ext cx="3894137" cy="419100"/>
        </p:xfrm>
        <a:graphic>
          <a:graphicData uri="http://schemas.openxmlformats.org/presentationml/2006/ole">
            <mc:AlternateContent xmlns:mc="http://schemas.openxmlformats.org/markup-compatibility/2006">
              <mc:Choice xmlns:v="urn:schemas-microsoft-com:vml" Requires="v">
                <p:oleObj spid="_x0000_s3458" name="" r:id="rId1" imgW="1777365" imgH="190500" progId="Equation.3">
                  <p:embed/>
                </p:oleObj>
              </mc:Choice>
              <mc:Fallback>
                <p:oleObj name="" r:id="rId1" imgW="1777365" imgH="190500" progId="Equation.3">
                  <p:embed/>
                  <p:pic>
                    <p:nvPicPr>
                      <p:cNvPr id="0" name="图片 3457"/>
                      <p:cNvPicPr/>
                      <p:nvPr/>
                    </p:nvPicPr>
                    <p:blipFill>
                      <a:blip r:embed="rId2">
                        <a:clrChange>
                          <a:clrFrom>
                            <a:srgbClr val="000000"/>
                          </a:clrFrom>
                          <a:clrTo>
                            <a:srgbClr val="FFFFFF"/>
                          </a:clrTo>
                        </a:clrChange>
                      </a:blip>
                      <a:stretch>
                        <a:fillRect/>
                      </a:stretch>
                    </p:blipFill>
                    <p:spPr>
                      <a:xfrm>
                        <a:off x="4821238" y="2133600"/>
                        <a:ext cx="3894137" cy="419100"/>
                      </a:xfrm>
                      <a:prstGeom prst="rect">
                        <a:avLst/>
                      </a:prstGeom>
                      <a:noFill/>
                      <a:ln w="38100">
                        <a:noFill/>
                        <a:miter/>
                      </a:ln>
                    </p:spPr>
                  </p:pic>
                </p:oleObj>
              </mc:Fallback>
            </mc:AlternateContent>
          </a:graphicData>
        </a:graphic>
      </p:graphicFrame>
      <p:graphicFrame>
        <p:nvGraphicFramePr>
          <p:cNvPr id="23598" name="Object 46"/>
          <p:cNvGraphicFramePr/>
          <p:nvPr/>
        </p:nvGraphicFramePr>
        <p:xfrm>
          <a:off x="4859338" y="2708275"/>
          <a:ext cx="3887787" cy="939800"/>
        </p:xfrm>
        <a:graphic>
          <a:graphicData uri="http://schemas.openxmlformats.org/presentationml/2006/ole">
            <mc:AlternateContent xmlns:mc="http://schemas.openxmlformats.org/markup-compatibility/2006">
              <mc:Choice xmlns:v="urn:schemas-microsoft-com:vml" Requires="v">
                <p:oleObj spid="_x0000_s3457" name="" r:id="rId3" imgW="1955800" imgH="469900" progId="Equation.3">
                  <p:embed/>
                </p:oleObj>
              </mc:Choice>
              <mc:Fallback>
                <p:oleObj name="" r:id="rId3" imgW="1955800" imgH="469900" progId="Equation.3">
                  <p:embed/>
                  <p:pic>
                    <p:nvPicPr>
                      <p:cNvPr id="0" name="图片 3456"/>
                      <p:cNvPicPr/>
                      <p:nvPr/>
                    </p:nvPicPr>
                    <p:blipFill>
                      <a:blip r:embed="rId4">
                        <a:clrChange>
                          <a:clrFrom>
                            <a:srgbClr val="000000"/>
                          </a:clrFrom>
                          <a:clrTo>
                            <a:srgbClr val="FFFFFF"/>
                          </a:clrTo>
                        </a:clrChange>
                      </a:blip>
                      <a:stretch>
                        <a:fillRect/>
                      </a:stretch>
                    </p:blipFill>
                    <p:spPr>
                      <a:xfrm>
                        <a:off x="4859338" y="2708275"/>
                        <a:ext cx="3887787" cy="939800"/>
                      </a:xfrm>
                      <a:prstGeom prst="rect">
                        <a:avLst/>
                      </a:prstGeom>
                      <a:noFill/>
                      <a:ln w="38100">
                        <a:noFill/>
                        <a:miter/>
                      </a:ln>
                    </p:spPr>
                  </p:pic>
                </p:oleObj>
              </mc:Fallback>
            </mc:AlternateContent>
          </a:graphicData>
        </a:graphic>
      </p:graphicFrame>
      <p:graphicFrame>
        <p:nvGraphicFramePr>
          <p:cNvPr id="23599" name="Object 47"/>
          <p:cNvGraphicFramePr/>
          <p:nvPr/>
        </p:nvGraphicFramePr>
        <p:xfrm>
          <a:off x="827088" y="3860800"/>
          <a:ext cx="3009900" cy="979488"/>
        </p:xfrm>
        <a:graphic>
          <a:graphicData uri="http://schemas.openxmlformats.org/presentationml/2006/ole">
            <mc:AlternateContent xmlns:mc="http://schemas.openxmlformats.org/markup-compatibility/2006">
              <mc:Choice xmlns:v="urn:schemas-microsoft-com:vml" Requires="v">
                <p:oleObj spid="_x0000_s3455" name="" r:id="rId5" imgW="1370965" imgH="444500" progId="Equation.3">
                  <p:embed/>
                </p:oleObj>
              </mc:Choice>
              <mc:Fallback>
                <p:oleObj name="" r:id="rId5" imgW="1370965" imgH="444500" progId="Equation.3">
                  <p:embed/>
                  <p:pic>
                    <p:nvPicPr>
                      <p:cNvPr id="0" name="图片 3454"/>
                      <p:cNvPicPr/>
                      <p:nvPr/>
                    </p:nvPicPr>
                    <p:blipFill>
                      <a:blip r:embed="rId6">
                        <a:clrChange>
                          <a:clrFrom>
                            <a:srgbClr val="000000"/>
                          </a:clrFrom>
                          <a:clrTo>
                            <a:srgbClr val="FFFFFF"/>
                          </a:clrTo>
                        </a:clrChange>
                      </a:blip>
                      <a:stretch>
                        <a:fillRect/>
                      </a:stretch>
                    </p:blipFill>
                    <p:spPr>
                      <a:xfrm>
                        <a:off x="827088" y="3860800"/>
                        <a:ext cx="3009900" cy="979488"/>
                      </a:xfrm>
                      <a:prstGeom prst="rect">
                        <a:avLst/>
                      </a:prstGeom>
                      <a:noFill/>
                      <a:ln w="38100">
                        <a:noFill/>
                        <a:miter/>
                      </a:ln>
                    </p:spPr>
                  </p:pic>
                </p:oleObj>
              </mc:Fallback>
            </mc:AlternateContent>
          </a:graphicData>
        </a:graphic>
      </p:graphicFrame>
      <p:graphicFrame>
        <p:nvGraphicFramePr>
          <p:cNvPr id="23600" name="Object 48"/>
          <p:cNvGraphicFramePr/>
          <p:nvPr/>
        </p:nvGraphicFramePr>
        <p:xfrm>
          <a:off x="4570413" y="3746500"/>
          <a:ext cx="3241675" cy="981075"/>
        </p:xfrm>
        <a:graphic>
          <a:graphicData uri="http://schemas.openxmlformats.org/presentationml/2006/ole">
            <mc:AlternateContent xmlns:mc="http://schemas.openxmlformats.org/markup-compatibility/2006">
              <mc:Choice xmlns:v="urn:schemas-microsoft-com:vml" Requires="v">
                <p:oleObj spid="_x0000_s3454" name="" r:id="rId7" imgW="1472565" imgH="444500" progId="Equation.3">
                  <p:embed/>
                </p:oleObj>
              </mc:Choice>
              <mc:Fallback>
                <p:oleObj name="" r:id="rId7" imgW="1472565" imgH="444500" progId="Equation.3">
                  <p:embed/>
                  <p:pic>
                    <p:nvPicPr>
                      <p:cNvPr id="0" name="图片 3453"/>
                      <p:cNvPicPr/>
                      <p:nvPr/>
                    </p:nvPicPr>
                    <p:blipFill>
                      <a:blip r:embed="rId8">
                        <a:clrChange>
                          <a:clrFrom>
                            <a:srgbClr val="000000"/>
                          </a:clrFrom>
                          <a:clrTo>
                            <a:srgbClr val="FFFFFF"/>
                          </a:clrTo>
                        </a:clrChange>
                      </a:blip>
                      <a:stretch>
                        <a:fillRect/>
                      </a:stretch>
                    </p:blipFill>
                    <p:spPr>
                      <a:xfrm>
                        <a:off x="4570413" y="3746500"/>
                        <a:ext cx="3241675" cy="981075"/>
                      </a:xfrm>
                      <a:prstGeom prst="rect">
                        <a:avLst/>
                      </a:prstGeom>
                      <a:noFill/>
                      <a:ln w="38100">
                        <a:noFill/>
                        <a:miter/>
                      </a:ln>
                    </p:spPr>
                  </p:pic>
                </p:oleObj>
              </mc:Fallback>
            </mc:AlternateContent>
          </a:graphicData>
        </a:graphic>
      </p:graphicFrame>
      <p:sp>
        <p:nvSpPr>
          <p:cNvPr id="23601" name="Line 49"/>
          <p:cNvSpPr/>
          <p:nvPr/>
        </p:nvSpPr>
        <p:spPr>
          <a:xfrm>
            <a:off x="1042988" y="5373688"/>
            <a:ext cx="647700" cy="0"/>
          </a:xfrm>
          <a:prstGeom prst="line">
            <a:avLst/>
          </a:prstGeom>
          <a:ln w="76200" cap="flat" cmpd="sng">
            <a:solidFill>
              <a:srgbClr val="0066FF"/>
            </a:solidFill>
            <a:prstDash val="solid"/>
            <a:headEnd type="none" w="med" len="med"/>
            <a:tailEnd type="triangle" w="med" len="med"/>
          </a:ln>
        </p:spPr>
      </p:sp>
      <p:graphicFrame>
        <p:nvGraphicFramePr>
          <p:cNvPr id="23602" name="Object 50"/>
          <p:cNvGraphicFramePr/>
          <p:nvPr/>
        </p:nvGraphicFramePr>
        <p:xfrm>
          <a:off x="1936750" y="4868863"/>
          <a:ext cx="4162425" cy="1052512"/>
        </p:xfrm>
        <a:graphic>
          <a:graphicData uri="http://schemas.openxmlformats.org/presentationml/2006/ole">
            <mc:AlternateContent xmlns:mc="http://schemas.openxmlformats.org/markup-compatibility/2006">
              <mc:Choice xmlns:v="urn:schemas-microsoft-com:vml" Requires="v">
                <p:oleObj spid="_x0000_s3456" name="" r:id="rId9" imgW="1816100" imgH="457200" progId="Equation.3">
                  <p:embed/>
                </p:oleObj>
              </mc:Choice>
              <mc:Fallback>
                <p:oleObj name="" r:id="rId9" imgW="1816100" imgH="457200" progId="Equation.3">
                  <p:embed/>
                  <p:pic>
                    <p:nvPicPr>
                      <p:cNvPr id="0" name="图片 3455"/>
                      <p:cNvPicPr/>
                      <p:nvPr/>
                    </p:nvPicPr>
                    <p:blipFill>
                      <a:blip r:embed="rId10">
                        <a:clrChange>
                          <a:clrFrom>
                            <a:srgbClr val="000000"/>
                          </a:clrFrom>
                          <a:clrTo>
                            <a:srgbClr val="FFFFFF"/>
                          </a:clrTo>
                        </a:clrChange>
                      </a:blip>
                      <a:stretch>
                        <a:fillRect/>
                      </a:stretch>
                    </p:blipFill>
                    <p:spPr>
                      <a:xfrm>
                        <a:off x="1936750" y="4868863"/>
                        <a:ext cx="4162425" cy="1052512"/>
                      </a:xfrm>
                      <a:prstGeom prst="rect">
                        <a:avLst/>
                      </a:prstGeom>
                      <a:noFill/>
                      <a:ln w="38100">
                        <a:noFill/>
                        <a:miter/>
                      </a:ln>
                    </p:spPr>
                  </p:pic>
                </p:oleObj>
              </mc:Fallback>
            </mc:AlternateContent>
          </a:graphicData>
        </a:graphic>
      </p:graphicFrame>
      <p:grpSp>
        <p:nvGrpSpPr>
          <p:cNvPr id="60430" name="Group 55"/>
          <p:cNvGrpSpPr/>
          <p:nvPr/>
        </p:nvGrpSpPr>
        <p:grpSpPr>
          <a:xfrm>
            <a:off x="8316913" y="6446838"/>
            <a:ext cx="792162" cy="366712"/>
            <a:chOff x="5193" y="4020"/>
            <a:chExt cx="499" cy="231"/>
          </a:xfrm>
        </p:grpSpPr>
        <p:pic>
          <p:nvPicPr>
            <p:cNvPr id="60467" name="Picture 56" descr="78900"/>
            <p:cNvPicPr>
              <a:picLocks noChangeAspect="1"/>
            </p:cNvPicPr>
            <p:nvPr/>
          </p:nvPicPr>
          <p:blipFill>
            <a:blip r:embed="rId11"/>
            <a:stretch>
              <a:fillRect/>
            </a:stretch>
          </p:blipFill>
          <p:spPr>
            <a:xfrm>
              <a:off x="5193" y="4066"/>
              <a:ext cx="499" cy="181"/>
            </a:xfrm>
            <a:prstGeom prst="rect">
              <a:avLst/>
            </a:prstGeom>
            <a:noFill/>
            <a:ln w="9525">
              <a:noFill/>
            </a:ln>
          </p:spPr>
        </p:pic>
        <p:sp>
          <p:nvSpPr>
            <p:cNvPr id="60468" name="Text Box 57">
              <a:hlinkClick r:id="" action="ppaction://hlinkshowjump?jump=nextslide"/>
            </p:cNvPr>
            <p:cNvSpPr txBox="1"/>
            <p:nvPr/>
          </p:nvSpPr>
          <p:spPr>
            <a:xfrm>
              <a:off x="5216" y="4020"/>
              <a:ext cx="476" cy="231"/>
            </a:xfrm>
            <a:prstGeom prst="rect">
              <a:avLst/>
            </a:prstGeom>
            <a:noFill/>
            <a:ln w="9525">
              <a:noFill/>
            </a:ln>
          </p:spPr>
          <p:txBody>
            <a:bodyPr wrap="none">
              <a:spAutoFit/>
            </a:bodyPr>
            <a:p>
              <a:pPr>
                <a:spcBef>
                  <a:spcPct val="50000"/>
                </a:spcBef>
              </a:pPr>
              <a:r>
                <a:rPr lang="zh-CN" altLang="en-US" sz="1800" b="0" dirty="0">
                  <a:solidFill>
                    <a:schemeClr val="bg1"/>
                  </a:solidFill>
                  <a:latin typeface="隶书" panose="02010509060101010101" pitchFamily="49" charset="-122"/>
                  <a:ea typeface="隶书" panose="02010509060101010101" pitchFamily="49" charset="-122"/>
                </a:rPr>
                <a:t>下 页</a:t>
              </a:r>
              <a:endParaRPr lang="zh-CN" altLang="en-US" sz="1800" b="0" dirty="0">
                <a:solidFill>
                  <a:schemeClr val="bg1"/>
                </a:solidFill>
                <a:latin typeface="隶书" panose="02010509060101010101" pitchFamily="49" charset="-122"/>
                <a:ea typeface="隶书" panose="02010509060101010101" pitchFamily="49" charset="-122"/>
              </a:endParaRPr>
            </a:p>
          </p:txBody>
        </p:sp>
      </p:grpSp>
      <p:grpSp>
        <p:nvGrpSpPr>
          <p:cNvPr id="60431" name="Group 58"/>
          <p:cNvGrpSpPr/>
          <p:nvPr/>
        </p:nvGrpSpPr>
        <p:grpSpPr>
          <a:xfrm>
            <a:off x="7453313" y="6446838"/>
            <a:ext cx="792162" cy="366712"/>
            <a:chOff x="4649" y="4020"/>
            <a:chExt cx="499" cy="231"/>
          </a:xfrm>
        </p:grpSpPr>
        <p:pic>
          <p:nvPicPr>
            <p:cNvPr id="60465" name="Picture 59" descr="78900"/>
            <p:cNvPicPr>
              <a:picLocks noChangeAspect="1"/>
            </p:cNvPicPr>
            <p:nvPr/>
          </p:nvPicPr>
          <p:blipFill>
            <a:blip r:embed="rId11"/>
            <a:stretch>
              <a:fillRect/>
            </a:stretch>
          </p:blipFill>
          <p:spPr>
            <a:xfrm>
              <a:off x="4649" y="4066"/>
              <a:ext cx="499" cy="181"/>
            </a:xfrm>
            <a:prstGeom prst="rect">
              <a:avLst/>
            </a:prstGeom>
            <a:noFill/>
            <a:ln w="9525">
              <a:noFill/>
            </a:ln>
          </p:spPr>
        </p:pic>
        <p:sp>
          <p:nvSpPr>
            <p:cNvPr id="60466" name="Text Box 60">
              <a:hlinkClick r:id="" action="ppaction://hlinkshowjump?jump=previousslide"/>
            </p:cNvPr>
            <p:cNvSpPr txBox="1"/>
            <p:nvPr/>
          </p:nvSpPr>
          <p:spPr>
            <a:xfrm>
              <a:off x="4672" y="4020"/>
              <a:ext cx="476" cy="231"/>
            </a:xfrm>
            <a:prstGeom prst="rect">
              <a:avLst/>
            </a:prstGeom>
            <a:noFill/>
            <a:ln w="9525">
              <a:noFill/>
            </a:ln>
          </p:spPr>
          <p:txBody>
            <a:bodyPr wrap="none">
              <a:spAutoFit/>
            </a:bodyPr>
            <a:p>
              <a:pPr>
                <a:spcBef>
                  <a:spcPct val="50000"/>
                </a:spcBef>
              </a:pPr>
              <a:r>
                <a:rPr lang="zh-CN" altLang="en-US" sz="1800" b="0" dirty="0">
                  <a:solidFill>
                    <a:schemeClr val="bg1"/>
                  </a:solidFill>
                  <a:latin typeface="隶书" panose="02010509060101010101" pitchFamily="49" charset="-122"/>
                  <a:ea typeface="隶书" panose="02010509060101010101" pitchFamily="49" charset="-122"/>
                </a:rPr>
                <a:t>上 页</a:t>
              </a:r>
              <a:endParaRPr lang="zh-CN" altLang="en-US" sz="1800" b="0" dirty="0">
                <a:solidFill>
                  <a:schemeClr val="bg1"/>
                </a:solidFill>
                <a:latin typeface="隶书" panose="02010509060101010101" pitchFamily="49" charset="-122"/>
                <a:ea typeface="隶书" panose="02010509060101010101" pitchFamily="49" charset="-122"/>
              </a:endParaRPr>
            </a:p>
          </p:txBody>
        </p:sp>
      </p:grpSp>
      <p:grpSp>
        <p:nvGrpSpPr>
          <p:cNvPr id="60432" name="Group 101"/>
          <p:cNvGrpSpPr/>
          <p:nvPr/>
        </p:nvGrpSpPr>
        <p:grpSpPr>
          <a:xfrm>
            <a:off x="6588125" y="6446838"/>
            <a:ext cx="792163" cy="366712"/>
            <a:chOff x="4649" y="4020"/>
            <a:chExt cx="499" cy="231"/>
          </a:xfrm>
        </p:grpSpPr>
        <p:pic>
          <p:nvPicPr>
            <p:cNvPr id="60463" name="Picture 102" descr="78900"/>
            <p:cNvPicPr>
              <a:picLocks noChangeAspect="1"/>
            </p:cNvPicPr>
            <p:nvPr/>
          </p:nvPicPr>
          <p:blipFill>
            <a:blip r:embed="rId11"/>
            <a:stretch>
              <a:fillRect/>
            </a:stretch>
          </p:blipFill>
          <p:spPr>
            <a:xfrm>
              <a:off x="4649" y="4066"/>
              <a:ext cx="499" cy="181"/>
            </a:xfrm>
            <a:prstGeom prst="rect">
              <a:avLst/>
            </a:prstGeom>
            <a:noFill/>
            <a:ln w="9525">
              <a:noFill/>
            </a:ln>
          </p:spPr>
        </p:pic>
        <p:sp>
          <p:nvSpPr>
            <p:cNvPr id="60464" name="Text Box 103">
              <a:hlinkClick r:id="" action="ppaction://hlinkshowjump?jump=firstslide"/>
            </p:cNvPr>
            <p:cNvSpPr txBox="1"/>
            <p:nvPr/>
          </p:nvSpPr>
          <p:spPr>
            <a:xfrm>
              <a:off x="4672" y="4020"/>
              <a:ext cx="476" cy="231"/>
            </a:xfrm>
            <a:prstGeom prst="rect">
              <a:avLst/>
            </a:prstGeom>
            <a:noFill/>
            <a:ln w="9525">
              <a:noFill/>
            </a:ln>
          </p:spPr>
          <p:txBody>
            <a:bodyPr wrap="none">
              <a:spAutoFit/>
            </a:bodyPr>
            <a:p>
              <a:pPr>
                <a:spcBef>
                  <a:spcPct val="50000"/>
                </a:spcBef>
              </a:pPr>
              <a:r>
                <a:rPr lang="zh-CN" altLang="en-US" sz="1800" b="0" dirty="0">
                  <a:solidFill>
                    <a:schemeClr val="bg1"/>
                  </a:solidFill>
                  <a:latin typeface="隶书" panose="02010509060101010101" pitchFamily="49" charset="-122"/>
                  <a:ea typeface="隶书" panose="02010509060101010101" pitchFamily="49" charset="-122"/>
                </a:rPr>
                <a:t>返 回</a:t>
              </a:r>
              <a:endParaRPr lang="zh-CN" altLang="en-US" sz="1800" b="0" dirty="0">
                <a:solidFill>
                  <a:schemeClr val="bg1"/>
                </a:solidFill>
                <a:latin typeface="隶书" panose="02010509060101010101" pitchFamily="49" charset="-122"/>
                <a:ea typeface="隶书" panose="02010509060101010101" pitchFamily="49" charset="-122"/>
              </a:endParaRPr>
            </a:p>
          </p:txBody>
        </p:sp>
      </p:grpSp>
      <p:grpSp>
        <p:nvGrpSpPr>
          <p:cNvPr id="5" name="Group 109"/>
          <p:cNvGrpSpPr/>
          <p:nvPr/>
        </p:nvGrpSpPr>
        <p:grpSpPr>
          <a:xfrm>
            <a:off x="611188" y="1052513"/>
            <a:ext cx="4014787" cy="2546350"/>
            <a:chOff x="385" y="663"/>
            <a:chExt cx="2529" cy="1604"/>
          </a:xfrm>
        </p:grpSpPr>
        <p:sp>
          <p:nvSpPr>
            <p:cNvPr id="60434" name="Line 65"/>
            <p:cNvSpPr/>
            <p:nvPr/>
          </p:nvSpPr>
          <p:spPr>
            <a:xfrm>
              <a:off x="847" y="1071"/>
              <a:ext cx="0" cy="1179"/>
            </a:xfrm>
            <a:prstGeom prst="line">
              <a:avLst/>
            </a:prstGeom>
            <a:ln w="28575" cap="flat" cmpd="sng">
              <a:solidFill>
                <a:srgbClr val="FFCC00"/>
              </a:solidFill>
              <a:prstDash val="solid"/>
              <a:headEnd type="oval" w="med" len="med"/>
              <a:tailEnd type="oval" w="med" len="med"/>
            </a:ln>
          </p:spPr>
        </p:sp>
        <p:sp>
          <p:nvSpPr>
            <p:cNvPr id="60435" name="Line 66"/>
            <p:cNvSpPr/>
            <p:nvPr/>
          </p:nvSpPr>
          <p:spPr>
            <a:xfrm>
              <a:off x="575" y="1071"/>
              <a:ext cx="1905" cy="0"/>
            </a:xfrm>
            <a:prstGeom prst="line">
              <a:avLst/>
            </a:prstGeom>
            <a:ln w="28575" cap="flat" cmpd="sng">
              <a:solidFill>
                <a:srgbClr val="FFCC00"/>
              </a:solidFill>
              <a:prstDash val="solid"/>
              <a:headEnd type="none" w="med" len="med"/>
              <a:tailEnd type="none" w="med" len="med"/>
            </a:ln>
          </p:spPr>
        </p:sp>
        <p:sp>
          <p:nvSpPr>
            <p:cNvPr id="60436" name="Line 67"/>
            <p:cNvSpPr/>
            <p:nvPr/>
          </p:nvSpPr>
          <p:spPr>
            <a:xfrm flipH="1">
              <a:off x="2472" y="1071"/>
              <a:ext cx="8" cy="590"/>
            </a:xfrm>
            <a:prstGeom prst="line">
              <a:avLst/>
            </a:prstGeom>
            <a:ln w="28575" cap="flat" cmpd="sng">
              <a:solidFill>
                <a:srgbClr val="FFCC00"/>
              </a:solidFill>
              <a:prstDash val="solid"/>
              <a:headEnd type="none" w="med" len="med"/>
              <a:tailEnd type="none" w="med" len="med"/>
            </a:ln>
          </p:spPr>
        </p:sp>
        <p:sp>
          <p:nvSpPr>
            <p:cNvPr id="60437" name="Line 68"/>
            <p:cNvSpPr/>
            <p:nvPr/>
          </p:nvSpPr>
          <p:spPr>
            <a:xfrm>
              <a:off x="546" y="2247"/>
              <a:ext cx="1920" cy="0"/>
            </a:xfrm>
            <a:prstGeom prst="line">
              <a:avLst/>
            </a:prstGeom>
            <a:ln w="28575" cap="flat" cmpd="sng">
              <a:solidFill>
                <a:srgbClr val="FFCC00"/>
              </a:solidFill>
              <a:prstDash val="solid"/>
              <a:headEnd type="none" w="med" len="med"/>
              <a:tailEnd type="none" w="med" len="med"/>
            </a:ln>
          </p:spPr>
        </p:sp>
        <p:sp>
          <p:nvSpPr>
            <p:cNvPr id="60438" name="Rectangle 69"/>
            <p:cNvSpPr/>
            <p:nvPr/>
          </p:nvSpPr>
          <p:spPr>
            <a:xfrm>
              <a:off x="2344" y="1162"/>
              <a:ext cx="317" cy="952"/>
            </a:xfrm>
            <a:prstGeom prst="rect">
              <a:avLst/>
            </a:prstGeom>
            <a:noFill/>
            <a:ln w="28575" cap="flat" cmpd="sng">
              <a:solidFill>
                <a:srgbClr val="66FF66"/>
              </a:solidFill>
              <a:prstDash val="sysDot"/>
              <a:miter/>
              <a:headEnd type="none" w="med" len="med"/>
              <a:tailEnd type="none" w="med" len="med"/>
            </a:ln>
          </p:spPr>
          <p:txBody>
            <a:bodyPr wrap="none" anchor="ctr" anchorCtr="0"/>
            <a:p>
              <a:endParaRPr lang="zh-CN" altLang="en-US" dirty="0">
                <a:latin typeface="楷体_GB2312" pitchFamily="49" charset="-122"/>
              </a:endParaRPr>
            </a:p>
          </p:txBody>
        </p:sp>
        <p:sp>
          <p:nvSpPr>
            <p:cNvPr id="60439" name="Text Box 70"/>
            <p:cNvSpPr txBox="1"/>
            <p:nvPr/>
          </p:nvSpPr>
          <p:spPr>
            <a:xfrm>
              <a:off x="2661" y="1298"/>
              <a:ext cx="253" cy="327"/>
            </a:xfrm>
            <a:prstGeom prst="rect">
              <a:avLst/>
            </a:prstGeom>
            <a:noFill/>
            <a:ln w="28575">
              <a:noFill/>
            </a:ln>
          </p:spPr>
          <p:txBody>
            <a:bodyPr wrap="none" anchor="ctr" anchorCtr="0">
              <a:spAutoFit/>
            </a:bodyPr>
            <a:p>
              <a:pPr algn="ctr" eaLnBrk="0" hangingPunct="0">
                <a:spcBef>
                  <a:spcPct val="50000"/>
                </a:spcBef>
              </a:pPr>
              <a:r>
                <a:rPr lang="en-US" altLang="zh-CN" b="0" i="1" dirty="0">
                  <a:solidFill>
                    <a:schemeClr val="bg1"/>
                  </a:solidFill>
                  <a:latin typeface="Times New Roman" panose="02020603050405020304" pitchFamily="18" charset="0"/>
                  <a:ea typeface="宋体" panose="02010600030101010101" pitchFamily="2" charset="-122"/>
                </a:rPr>
                <a:t>R</a:t>
              </a:r>
              <a:endParaRPr lang="en-US" altLang="zh-CN" b="0" dirty="0">
                <a:solidFill>
                  <a:schemeClr val="bg1"/>
                </a:solidFill>
                <a:latin typeface="Times New Roman" panose="02020603050405020304" pitchFamily="18" charset="0"/>
                <a:ea typeface="宋体" panose="02010600030101010101" pitchFamily="2" charset="-122"/>
              </a:endParaRPr>
            </a:p>
          </p:txBody>
        </p:sp>
        <p:sp>
          <p:nvSpPr>
            <p:cNvPr id="60440" name="Text Box 71"/>
            <p:cNvSpPr txBox="1"/>
            <p:nvPr/>
          </p:nvSpPr>
          <p:spPr>
            <a:xfrm>
              <a:off x="2661" y="1706"/>
              <a:ext cx="241" cy="327"/>
            </a:xfrm>
            <a:prstGeom prst="rect">
              <a:avLst/>
            </a:prstGeom>
            <a:noFill/>
            <a:ln w="28575">
              <a:noFill/>
            </a:ln>
          </p:spPr>
          <p:txBody>
            <a:bodyPr wrap="none" anchor="ctr" anchorCtr="0">
              <a:spAutoFit/>
            </a:bodyPr>
            <a:p>
              <a:pPr algn="ctr" eaLnBrk="0" hangingPunct="0">
                <a:spcBef>
                  <a:spcPct val="50000"/>
                </a:spcBef>
              </a:pPr>
              <a:r>
                <a:rPr lang="en-US" altLang="zh-CN" b="0" i="1" dirty="0">
                  <a:solidFill>
                    <a:schemeClr val="bg1"/>
                  </a:solidFill>
                  <a:latin typeface="Times New Roman" panose="02020603050405020304" pitchFamily="18" charset="0"/>
                  <a:ea typeface="宋体" panose="02010600030101010101" pitchFamily="2" charset="-122"/>
                </a:rPr>
                <a:t>L</a:t>
              </a:r>
              <a:endParaRPr lang="en-US" altLang="zh-CN" b="0" dirty="0">
                <a:solidFill>
                  <a:schemeClr val="bg1"/>
                </a:solidFill>
                <a:latin typeface="Times New Roman" panose="02020603050405020304" pitchFamily="18" charset="0"/>
                <a:ea typeface="宋体" panose="02010600030101010101" pitchFamily="2" charset="-122"/>
              </a:endParaRPr>
            </a:p>
          </p:txBody>
        </p:sp>
        <p:sp>
          <p:nvSpPr>
            <p:cNvPr id="60441" name="Text Box 72"/>
            <p:cNvSpPr txBox="1"/>
            <p:nvPr/>
          </p:nvSpPr>
          <p:spPr>
            <a:xfrm>
              <a:off x="408" y="1124"/>
              <a:ext cx="244" cy="327"/>
            </a:xfrm>
            <a:prstGeom prst="rect">
              <a:avLst/>
            </a:prstGeom>
            <a:noFill/>
            <a:ln w="28575">
              <a:noFill/>
            </a:ln>
          </p:spPr>
          <p:txBody>
            <a:bodyPr wrap="none" anchor="ctr" anchorCtr="0">
              <a:spAutoFit/>
            </a:bodyPr>
            <a:p>
              <a:pPr algn="ctr" eaLnBrk="0" hangingPunct="0">
                <a:spcBef>
                  <a:spcPct val="50000"/>
                </a:spcBef>
              </a:pPr>
              <a:r>
                <a:rPr lang="en-US" altLang="zh-CN" b="0" dirty="0">
                  <a:solidFill>
                    <a:schemeClr val="bg1"/>
                  </a:solidFill>
                  <a:latin typeface="Times New Roman" panose="02020603050405020304" pitchFamily="18" charset="0"/>
                  <a:ea typeface="宋体" panose="02010600030101010101" pitchFamily="2" charset="-122"/>
                </a:rPr>
                <a:t>+</a:t>
              </a:r>
              <a:endParaRPr lang="en-US" altLang="zh-CN" b="0" dirty="0">
                <a:solidFill>
                  <a:schemeClr val="bg1"/>
                </a:solidFill>
                <a:latin typeface="Times New Roman" panose="02020603050405020304" pitchFamily="18" charset="0"/>
                <a:ea typeface="宋体" panose="02010600030101010101" pitchFamily="2" charset="-122"/>
              </a:endParaRPr>
            </a:p>
          </p:txBody>
        </p:sp>
        <p:sp>
          <p:nvSpPr>
            <p:cNvPr id="60442" name="Text Box 73"/>
            <p:cNvSpPr txBox="1"/>
            <p:nvPr/>
          </p:nvSpPr>
          <p:spPr>
            <a:xfrm>
              <a:off x="394" y="1766"/>
              <a:ext cx="228" cy="327"/>
            </a:xfrm>
            <a:prstGeom prst="rect">
              <a:avLst/>
            </a:prstGeom>
            <a:noFill/>
            <a:ln w="28575">
              <a:noFill/>
            </a:ln>
          </p:spPr>
          <p:txBody>
            <a:bodyPr wrap="none" anchor="ctr" anchorCtr="0">
              <a:spAutoFit/>
            </a:bodyPr>
            <a:p>
              <a:pPr algn="ctr" eaLnBrk="0" hangingPunct="0">
                <a:spcBef>
                  <a:spcPct val="50000"/>
                </a:spcBef>
              </a:pPr>
              <a:r>
                <a:rPr lang="en-US" altLang="zh-CN" b="0" dirty="0">
                  <a:solidFill>
                    <a:schemeClr val="bg1"/>
                  </a:solidFill>
                  <a:latin typeface="Times New Roman" panose="02020603050405020304" pitchFamily="18" charset="0"/>
                  <a:ea typeface="宋体" panose="02010600030101010101" pitchFamily="2" charset="-122"/>
                </a:rPr>
                <a:t>_</a:t>
              </a:r>
              <a:endParaRPr lang="en-US" altLang="zh-CN" b="0" dirty="0">
                <a:solidFill>
                  <a:schemeClr val="bg1"/>
                </a:solidFill>
                <a:latin typeface="Times New Roman" panose="02020603050405020304" pitchFamily="18" charset="0"/>
                <a:ea typeface="宋体" panose="02010600030101010101" pitchFamily="2" charset="-122"/>
              </a:endParaRPr>
            </a:p>
          </p:txBody>
        </p:sp>
        <p:graphicFrame>
          <p:nvGraphicFramePr>
            <p:cNvPr id="60423" name="Object 74"/>
            <p:cNvGraphicFramePr/>
            <p:nvPr/>
          </p:nvGraphicFramePr>
          <p:xfrm>
            <a:off x="385" y="1512"/>
            <a:ext cx="217" cy="279"/>
          </p:xfrm>
          <a:graphic>
            <a:graphicData uri="http://schemas.openxmlformats.org/presentationml/2006/ole">
              <mc:AlternateContent xmlns:mc="http://schemas.openxmlformats.org/markup-compatibility/2006">
                <mc:Choice xmlns:v="urn:schemas-microsoft-com:vml" Requires="v">
                  <p:oleObj spid="_x0000_s3453" name="" r:id="rId12" imgW="177800" imgH="227965" progId="Equation.3">
                    <p:embed/>
                  </p:oleObj>
                </mc:Choice>
                <mc:Fallback>
                  <p:oleObj name="" r:id="rId12" imgW="177800" imgH="227965" progId="Equation.3">
                    <p:embed/>
                    <p:pic>
                      <p:nvPicPr>
                        <p:cNvPr id="0" name="图片 3452"/>
                        <p:cNvPicPr/>
                        <p:nvPr/>
                      </p:nvPicPr>
                      <p:blipFill>
                        <a:blip r:embed="rId13">
                          <a:clrChange>
                            <a:clrFrom>
                              <a:srgbClr val="000000"/>
                            </a:clrFrom>
                            <a:clrTo>
                              <a:srgbClr val="FFFFFF"/>
                            </a:clrTo>
                          </a:clrChange>
                        </a:blip>
                        <a:stretch>
                          <a:fillRect/>
                        </a:stretch>
                      </p:blipFill>
                      <p:spPr>
                        <a:xfrm>
                          <a:off x="385" y="1512"/>
                          <a:ext cx="217" cy="279"/>
                        </a:xfrm>
                        <a:prstGeom prst="rect">
                          <a:avLst/>
                        </a:prstGeom>
                        <a:noFill/>
                        <a:ln w="38100">
                          <a:noFill/>
                          <a:miter/>
                        </a:ln>
                      </p:spPr>
                    </p:pic>
                  </p:oleObj>
                </mc:Fallback>
              </mc:AlternateContent>
            </a:graphicData>
          </a:graphic>
        </p:graphicFrame>
        <p:sp>
          <p:nvSpPr>
            <p:cNvPr id="60443" name="Oval 75"/>
            <p:cNvSpPr/>
            <p:nvPr/>
          </p:nvSpPr>
          <p:spPr>
            <a:xfrm>
              <a:off x="478" y="2199"/>
              <a:ext cx="68" cy="68"/>
            </a:xfrm>
            <a:prstGeom prst="ellipse">
              <a:avLst/>
            </a:prstGeom>
            <a:noFill/>
            <a:ln w="28575" cap="flat" cmpd="sng">
              <a:solidFill>
                <a:srgbClr val="FFCC00"/>
              </a:solidFill>
              <a:prstDash val="solid"/>
              <a:headEnd type="none" w="med" len="med"/>
              <a:tailEnd type="none" w="med" len="med"/>
            </a:ln>
          </p:spPr>
          <p:txBody>
            <a:bodyPr wrap="none" anchor="ctr" anchorCtr="0"/>
            <a:p>
              <a:endParaRPr lang="zh-CN" altLang="en-US" dirty="0">
                <a:latin typeface="楷体_GB2312" pitchFamily="49" charset="-122"/>
              </a:endParaRPr>
            </a:p>
          </p:txBody>
        </p:sp>
        <p:sp>
          <p:nvSpPr>
            <p:cNvPr id="60444" name="Oval 76"/>
            <p:cNvSpPr/>
            <p:nvPr/>
          </p:nvSpPr>
          <p:spPr>
            <a:xfrm>
              <a:off x="498" y="1047"/>
              <a:ext cx="68" cy="68"/>
            </a:xfrm>
            <a:prstGeom prst="ellipse">
              <a:avLst/>
            </a:prstGeom>
            <a:noFill/>
            <a:ln w="28575" cap="flat" cmpd="sng">
              <a:solidFill>
                <a:srgbClr val="FFCC00"/>
              </a:solidFill>
              <a:prstDash val="solid"/>
              <a:headEnd type="none" w="med" len="med"/>
              <a:tailEnd type="none" w="med" len="med"/>
            </a:ln>
          </p:spPr>
          <p:txBody>
            <a:bodyPr wrap="none" anchor="ctr" anchorCtr="0"/>
            <a:p>
              <a:endParaRPr lang="zh-CN" altLang="en-US" dirty="0">
                <a:latin typeface="楷体_GB2312" pitchFamily="49" charset="-122"/>
              </a:endParaRPr>
            </a:p>
          </p:txBody>
        </p:sp>
        <p:sp>
          <p:nvSpPr>
            <p:cNvPr id="60445" name="Line 77"/>
            <p:cNvSpPr/>
            <p:nvPr/>
          </p:nvSpPr>
          <p:spPr>
            <a:xfrm>
              <a:off x="594" y="1071"/>
              <a:ext cx="240" cy="0"/>
            </a:xfrm>
            <a:prstGeom prst="line">
              <a:avLst/>
            </a:prstGeom>
            <a:ln w="28575" cap="flat" cmpd="sng">
              <a:solidFill>
                <a:srgbClr val="00FFFF"/>
              </a:solidFill>
              <a:prstDash val="solid"/>
              <a:headEnd type="none" w="med" len="med"/>
              <a:tailEnd type="triangle" w="med" len="med"/>
            </a:ln>
          </p:spPr>
        </p:sp>
        <p:graphicFrame>
          <p:nvGraphicFramePr>
            <p:cNvPr id="60424" name="Object 78"/>
            <p:cNvGraphicFramePr/>
            <p:nvPr/>
          </p:nvGraphicFramePr>
          <p:xfrm>
            <a:off x="612" y="663"/>
            <a:ext cx="154" cy="388"/>
          </p:xfrm>
          <a:graphic>
            <a:graphicData uri="http://schemas.openxmlformats.org/presentationml/2006/ole">
              <mc:AlternateContent xmlns:mc="http://schemas.openxmlformats.org/markup-compatibility/2006">
                <mc:Choice xmlns:v="urn:schemas-microsoft-com:vml" Requires="v">
                  <p:oleObj spid="_x0000_s3459" name="" r:id="rId14" imgW="127000" imgH="316865" progId="Equation.3">
                    <p:embed/>
                  </p:oleObj>
                </mc:Choice>
                <mc:Fallback>
                  <p:oleObj name="" r:id="rId14" imgW="127000" imgH="316865" progId="Equation.3">
                    <p:embed/>
                    <p:pic>
                      <p:nvPicPr>
                        <p:cNvPr id="0" name="图片 3458"/>
                        <p:cNvPicPr/>
                        <p:nvPr/>
                      </p:nvPicPr>
                      <p:blipFill>
                        <a:blip r:embed="rId15">
                          <a:clrChange>
                            <a:clrFrom>
                              <a:srgbClr val="000000"/>
                            </a:clrFrom>
                            <a:clrTo>
                              <a:srgbClr val="FFFFFF"/>
                            </a:clrTo>
                          </a:clrChange>
                        </a:blip>
                        <a:stretch>
                          <a:fillRect/>
                        </a:stretch>
                      </p:blipFill>
                      <p:spPr>
                        <a:xfrm>
                          <a:off x="612" y="663"/>
                          <a:ext cx="154" cy="388"/>
                        </a:xfrm>
                        <a:prstGeom prst="rect">
                          <a:avLst/>
                        </a:prstGeom>
                        <a:noFill/>
                        <a:ln w="38100">
                          <a:noFill/>
                          <a:miter/>
                        </a:ln>
                      </p:spPr>
                    </p:pic>
                  </p:oleObj>
                </mc:Fallback>
              </mc:AlternateContent>
            </a:graphicData>
          </a:graphic>
        </p:graphicFrame>
        <p:sp>
          <p:nvSpPr>
            <p:cNvPr id="60446" name="Text Box 79"/>
            <p:cNvSpPr txBox="1"/>
            <p:nvPr/>
          </p:nvSpPr>
          <p:spPr>
            <a:xfrm>
              <a:off x="2072" y="1479"/>
              <a:ext cx="241" cy="327"/>
            </a:xfrm>
            <a:prstGeom prst="rect">
              <a:avLst/>
            </a:prstGeom>
            <a:noFill/>
            <a:ln w="28575">
              <a:noFill/>
            </a:ln>
          </p:spPr>
          <p:txBody>
            <a:bodyPr wrap="none" anchor="ctr" anchorCtr="0">
              <a:spAutoFit/>
            </a:bodyPr>
            <a:p>
              <a:pPr algn="ctr" eaLnBrk="0" hangingPunct="0">
                <a:spcBef>
                  <a:spcPct val="50000"/>
                </a:spcBef>
              </a:pPr>
              <a:r>
                <a:rPr lang="en-US" altLang="zh-CN" b="0" i="1" dirty="0">
                  <a:solidFill>
                    <a:schemeClr val="bg1"/>
                  </a:solidFill>
                  <a:latin typeface="Times New Roman" panose="02020603050405020304" pitchFamily="18" charset="0"/>
                  <a:ea typeface="宋体" panose="02010600030101010101" pitchFamily="2" charset="-122"/>
                </a:rPr>
                <a:t>Z</a:t>
              </a:r>
              <a:endParaRPr lang="en-US" altLang="zh-CN" b="0" dirty="0">
                <a:solidFill>
                  <a:schemeClr val="bg1"/>
                </a:solidFill>
                <a:latin typeface="Times New Roman" panose="02020603050405020304" pitchFamily="18" charset="0"/>
                <a:ea typeface="宋体" panose="02010600030101010101" pitchFamily="2" charset="-122"/>
              </a:endParaRPr>
            </a:p>
          </p:txBody>
        </p:sp>
        <p:sp>
          <p:nvSpPr>
            <p:cNvPr id="60447" name="Oval 80" descr="信纸"/>
            <p:cNvSpPr/>
            <p:nvPr/>
          </p:nvSpPr>
          <p:spPr>
            <a:xfrm>
              <a:off x="1746" y="951"/>
              <a:ext cx="272" cy="272"/>
            </a:xfrm>
            <a:prstGeom prst="ellipse">
              <a:avLst/>
            </a:prstGeom>
            <a:blipFill rotWithShape="1">
              <a:blip r:embed="rId16"/>
            </a:blipFill>
            <a:ln w="38100" cap="flat" cmpd="sng">
              <a:solidFill>
                <a:srgbClr val="FF9900"/>
              </a:solidFill>
              <a:prstDash val="solid"/>
              <a:headEnd type="none" w="med" len="med"/>
              <a:tailEnd type="none" w="med" len="med"/>
            </a:ln>
          </p:spPr>
          <p:txBody>
            <a:bodyPr wrap="none" anchor="ctr" anchorCtr="0"/>
            <a:p>
              <a:pPr algn="ctr"/>
              <a:r>
                <a:rPr lang="en-US" altLang="zh-CN" sz="2400" b="0" dirty="0">
                  <a:solidFill>
                    <a:schemeClr val="tx1"/>
                  </a:solidFill>
                  <a:latin typeface="Times New Roman" panose="02020603050405020304" pitchFamily="18" charset="0"/>
                </a:rPr>
                <a:t>W</a:t>
              </a:r>
              <a:endParaRPr lang="en-US" altLang="zh-CN" sz="2400" b="0" dirty="0">
                <a:solidFill>
                  <a:schemeClr val="tx1"/>
                </a:solidFill>
                <a:latin typeface="Times New Roman" panose="02020603050405020304" pitchFamily="18" charset="0"/>
              </a:endParaRPr>
            </a:p>
          </p:txBody>
        </p:sp>
        <p:sp>
          <p:nvSpPr>
            <p:cNvPr id="60448" name="Oval 81" descr="信纸"/>
            <p:cNvSpPr/>
            <p:nvPr/>
          </p:nvSpPr>
          <p:spPr>
            <a:xfrm>
              <a:off x="994" y="951"/>
              <a:ext cx="272" cy="272"/>
            </a:xfrm>
            <a:prstGeom prst="ellipse">
              <a:avLst/>
            </a:prstGeom>
            <a:blipFill rotWithShape="1">
              <a:blip r:embed="rId16"/>
            </a:blipFill>
            <a:ln w="38100" cap="flat" cmpd="sng">
              <a:solidFill>
                <a:srgbClr val="FF9900"/>
              </a:solidFill>
              <a:prstDash val="solid"/>
              <a:headEnd type="none" w="med" len="med"/>
              <a:tailEnd type="none" w="med" len="med"/>
            </a:ln>
          </p:spPr>
          <p:txBody>
            <a:bodyPr wrap="none" anchor="ctr" anchorCtr="0"/>
            <a:p>
              <a:pPr algn="ctr"/>
              <a:r>
                <a:rPr lang="en-US" altLang="zh-CN" b="0" dirty="0">
                  <a:solidFill>
                    <a:schemeClr val="tx1"/>
                  </a:solidFill>
                  <a:latin typeface="Times New Roman" panose="02020603050405020304" pitchFamily="18" charset="0"/>
                  <a:ea typeface="仿宋_GB2312" pitchFamily="49" charset="-122"/>
                </a:rPr>
                <a:t>A</a:t>
              </a:r>
              <a:endParaRPr lang="en-US" altLang="zh-CN" b="0" dirty="0">
                <a:solidFill>
                  <a:schemeClr val="tx1"/>
                </a:solidFill>
                <a:latin typeface="Times New Roman" panose="02020603050405020304" pitchFamily="18" charset="0"/>
                <a:ea typeface="仿宋_GB2312" pitchFamily="49" charset="-122"/>
              </a:endParaRPr>
            </a:p>
          </p:txBody>
        </p:sp>
        <p:sp>
          <p:nvSpPr>
            <p:cNvPr id="60449" name="Oval 82" descr="信纸"/>
            <p:cNvSpPr/>
            <p:nvPr/>
          </p:nvSpPr>
          <p:spPr>
            <a:xfrm>
              <a:off x="690" y="1479"/>
              <a:ext cx="272" cy="272"/>
            </a:xfrm>
            <a:prstGeom prst="ellipse">
              <a:avLst/>
            </a:prstGeom>
            <a:blipFill rotWithShape="1">
              <a:blip r:embed="rId16"/>
            </a:blipFill>
            <a:ln w="38100" cap="flat" cmpd="sng">
              <a:solidFill>
                <a:srgbClr val="FF9900"/>
              </a:solidFill>
              <a:prstDash val="solid"/>
              <a:headEnd type="none" w="med" len="med"/>
              <a:tailEnd type="none" w="med" len="med"/>
            </a:ln>
          </p:spPr>
          <p:txBody>
            <a:bodyPr wrap="none" anchor="ctr" anchorCtr="0"/>
            <a:p>
              <a:pPr algn="ctr"/>
              <a:endParaRPr lang="zh-CN" altLang="zh-CN" b="0" dirty="0">
                <a:solidFill>
                  <a:schemeClr val="tx1"/>
                </a:solidFill>
                <a:latin typeface="Arial" panose="020B0604020202020204" pitchFamily="34" charset="0"/>
                <a:ea typeface="仿宋_GB2312" pitchFamily="49" charset="-122"/>
              </a:endParaRPr>
            </a:p>
          </p:txBody>
        </p:sp>
        <p:sp>
          <p:nvSpPr>
            <p:cNvPr id="60450" name="Freeform 83"/>
            <p:cNvSpPr/>
            <p:nvPr/>
          </p:nvSpPr>
          <p:spPr>
            <a:xfrm>
              <a:off x="1527" y="759"/>
              <a:ext cx="363" cy="312"/>
            </a:xfrm>
            <a:custGeom>
              <a:avLst/>
              <a:gdLst>
                <a:gd name="txL" fmla="*/ 0 w 336"/>
                <a:gd name="txT" fmla="*/ 0 h 336"/>
                <a:gd name="txR" fmla="*/ 336 w 336"/>
                <a:gd name="txB" fmla="*/ 336 h 336"/>
              </a:gdLst>
              <a:ahLst/>
              <a:cxnLst>
                <a:cxn ang="0">
                  <a:pos x="0" y="336"/>
                </a:cxn>
                <a:cxn ang="0">
                  <a:pos x="0" y="0"/>
                </a:cxn>
                <a:cxn ang="0">
                  <a:pos x="336" y="0"/>
                </a:cxn>
                <a:cxn ang="0">
                  <a:pos x="336" y="192"/>
                </a:cxn>
              </a:cxnLst>
              <a:rect l="txL" t="txT" r="txR" b="txB"/>
              <a:pathLst>
                <a:path w="336" h="336">
                  <a:moveTo>
                    <a:pt x="0" y="336"/>
                  </a:moveTo>
                  <a:lnTo>
                    <a:pt x="0" y="0"/>
                  </a:lnTo>
                  <a:lnTo>
                    <a:pt x="336" y="0"/>
                  </a:lnTo>
                  <a:lnTo>
                    <a:pt x="336" y="192"/>
                  </a:lnTo>
                </a:path>
              </a:pathLst>
            </a:custGeom>
            <a:noFill/>
            <a:ln w="28575" cap="flat" cmpd="sng">
              <a:solidFill>
                <a:srgbClr val="FFCC00"/>
              </a:solidFill>
              <a:prstDash val="solid"/>
              <a:round/>
              <a:headEnd type="none" w="med" len="med"/>
              <a:tailEnd type="none" w="med" len="med"/>
            </a:ln>
          </p:spPr>
          <p:txBody>
            <a:bodyPr wrap="none" anchor="ctr" anchorCtr="0"/>
            <a:p>
              <a:endParaRPr lang="zh-CN" altLang="en-US" dirty="0">
                <a:latin typeface="楷体_GB2312" pitchFamily="49" charset="-122"/>
              </a:endParaRPr>
            </a:p>
          </p:txBody>
        </p:sp>
        <p:sp>
          <p:nvSpPr>
            <p:cNvPr id="60451" name="Freeform 84"/>
            <p:cNvSpPr/>
            <p:nvPr/>
          </p:nvSpPr>
          <p:spPr>
            <a:xfrm>
              <a:off x="1884" y="1215"/>
              <a:ext cx="44" cy="1036"/>
            </a:xfrm>
            <a:custGeom>
              <a:avLst/>
              <a:gdLst>
                <a:gd name="txL" fmla="*/ 0 w 1"/>
                <a:gd name="txT" fmla="*/ 0 h 1044"/>
                <a:gd name="txR" fmla="*/ 1 w 1"/>
                <a:gd name="txB" fmla="*/ 1044 h 1044"/>
              </a:gdLst>
              <a:ahLst/>
              <a:cxnLst>
                <a:cxn ang="0">
                  <a:pos x="0" y="0"/>
                </a:cxn>
                <a:cxn ang="0">
                  <a:pos x="0" y="1044"/>
                </a:cxn>
              </a:cxnLst>
              <a:rect l="txL" t="txT" r="txR" b="txB"/>
              <a:pathLst>
                <a:path w="1" h="1044">
                  <a:moveTo>
                    <a:pt x="0" y="0"/>
                  </a:moveTo>
                  <a:lnTo>
                    <a:pt x="0" y="1044"/>
                  </a:lnTo>
                </a:path>
              </a:pathLst>
            </a:custGeom>
            <a:noFill/>
            <a:ln w="28575" cap="flat" cmpd="sng">
              <a:solidFill>
                <a:srgbClr val="FFCC00"/>
              </a:solidFill>
              <a:prstDash val="solid"/>
              <a:round/>
              <a:headEnd type="none" w="med" len="med"/>
              <a:tailEnd type="oval" w="med" len="med"/>
            </a:ln>
          </p:spPr>
          <p:txBody>
            <a:bodyPr wrap="none" anchor="ctr" anchorCtr="0"/>
            <a:p>
              <a:endParaRPr lang="zh-CN" altLang="en-US" dirty="0">
                <a:latin typeface="楷体_GB2312" pitchFamily="49" charset="-122"/>
              </a:endParaRPr>
            </a:p>
          </p:txBody>
        </p:sp>
        <p:sp>
          <p:nvSpPr>
            <p:cNvPr id="60452" name="Text Box 85"/>
            <p:cNvSpPr txBox="1"/>
            <p:nvPr/>
          </p:nvSpPr>
          <p:spPr>
            <a:xfrm>
              <a:off x="681" y="1431"/>
              <a:ext cx="116" cy="327"/>
            </a:xfrm>
            <a:prstGeom prst="rect">
              <a:avLst/>
            </a:prstGeom>
            <a:noFill/>
            <a:ln w="28575">
              <a:noFill/>
            </a:ln>
          </p:spPr>
          <p:txBody>
            <a:bodyPr wrap="none">
              <a:spAutoFit/>
            </a:bodyPr>
            <a:p>
              <a:pPr eaLnBrk="0" hangingPunct="0">
                <a:spcBef>
                  <a:spcPct val="50000"/>
                </a:spcBef>
              </a:pPr>
              <a:endParaRPr lang="zh-CN" altLang="zh-CN" b="0" dirty="0">
                <a:solidFill>
                  <a:schemeClr val="bg1"/>
                </a:solidFill>
                <a:latin typeface="Times New Roman" panose="02020603050405020304" pitchFamily="18" charset="0"/>
                <a:ea typeface="宋体" panose="02010600030101010101" pitchFamily="2" charset="-122"/>
              </a:endParaRPr>
            </a:p>
          </p:txBody>
        </p:sp>
        <p:sp>
          <p:nvSpPr>
            <p:cNvPr id="60453" name="Text Box 86"/>
            <p:cNvSpPr txBox="1"/>
            <p:nvPr/>
          </p:nvSpPr>
          <p:spPr>
            <a:xfrm>
              <a:off x="690" y="1479"/>
              <a:ext cx="278" cy="327"/>
            </a:xfrm>
            <a:prstGeom prst="rect">
              <a:avLst/>
            </a:prstGeom>
            <a:noFill/>
            <a:ln w="38100">
              <a:noFill/>
            </a:ln>
          </p:spPr>
          <p:txBody>
            <a:bodyPr wrap="none">
              <a:spAutoFit/>
            </a:bodyPr>
            <a:p>
              <a:pPr eaLnBrk="0" hangingPunct="0">
                <a:spcBef>
                  <a:spcPct val="50000"/>
                </a:spcBef>
              </a:pPr>
              <a:r>
                <a:rPr lang="en-US" altLang="zh-CN" b="0" dirty="0">
                  <a:solidFill>
                    <a:schemeClr val="tx1"/>
                  </a:solidFill>
                  <a:latin typeface="Times New Roman" panose="02020603050405020304" pitchFamily="18" charset="0"/>
                  <a:ea typeface="宋体" panose="02010600030101010101" pitchFamily="2" charset="-122"/>
                </a:rPr>
                <a:t>V</a:t>
              </a:r>
              <a:endParaRPr lang="en-US" altLang="zh-CN" b="0" dirty="0">
                <a:solidFill>
                  <a:schemeClr val="tx1"/>
                </a:solidFill>
                <a:latin typeface="Times New Roman" panose="02020603050405020304" pitchFamily="18" charset="0"/>
                <a:ea typeface="宋体" panose="02010600030101010101" pitchFamily="2" charset="-122"/>
              </a:endParaRPr>
            </a:p>
          </p:txBody>
        </p:sp>
        <p:sp>
          <p:nvSpPr>
            <p:cNvPr id="60454" name="Text Box 89"/>
            <p:cNvSpPr txBox="1"/>
            <p:nvPr/>
          </p:nvSpPr>
          <p:spPr>
            <a:xfrm>
              <a:off x="1890" y="759"/>
              <a:ext cx="228" cy="327"/>
            </a:xfrm>
            <a:prstGeom prst="rect">
              <a:avLst/>
            </a:prstGeom>
            <a:noFill/>
            <a:ln w="28575">
              <a:noFill/>
            </a:ln>
          </p:spPr>
          <p:txBody>
            <a:bodyPr wrap="none">
              <a:spAutoFit/>
            </a:bodyPr>
            <a:p>
              <a:pPr eaLnBrk="0" hangingPunct="0">
                <a:spcBef>
                  <a:spcPct val="50000"/>
                </a:spcBef>
              </a:pPr>
              <a:r>
                <a:rPr lang="en-US" altLang="zh-CN" b="0" dirty="0">
                  <a:solidFill>
                    <a:schemeClr val="bg1"/>
                  </a:solidFill>
                  <a:latin typeface="Times New Roman" panose="02020603050405020304" pitchFamily="18" charset="0"/>
                  <a:ea typeface="宋体" panose="02010600030101010101" pitchFamily="2" charset="-122"/>
                </a:rPr>
                <a:t>*</a:t>
              </a:r>
              <a:endParaRPr lang="en-US" altLang="zh-CN" b="0" dirty="0">
                <a:solidFill>
                  <a:schemeClr val="bg1"/>
                </a:solidFill>
                <a:latin typeface="Times New Roman" panose="02020603050405020304" pitchFamily="18" charset="0"/>
                <a:ea typeface="宋体" panose="02010600030101010101" pitchFamily="2" charset="-122"/>
              </a:endParaRPr>
            </a:p>
          </p:txBody>
        </p:sp>
        <p:sp>
          <p:nvSpPr>
            <p:cNvPr id="60455" name="Text Box 90"/>
            <p:cNvSpPr txBox="1"/>
            <p:nvPr/>
          </p:nvSpPr>
          <p:spPr>
            <a:xfrm>
              <a:off x="1530" y="1043"/>
              <a:ext cx="228" cy="327"/>
            </a:xfrm>
            <a:prstGeom prst="rect">
              <a:avLst/>
            </a:prstGeom>
            <a:noFill/>
            <a:ln w="28575">
              <a:noFill/>
            </a:ln>
          </p:spPr>
          <p:txBody>
            <a:bodyPr wrap="none">
              <a:spAutoFit/>
            </a:bodyPr>
            <a:p>
              <a:pPr eaLnBrk="0" hangingPunct="0">
                <a:spcBef>
                  <a:spcPct val="50000"/>
                </a:spcBef>
              </a:pPr>
              <a:r>
                <a:rPr lang="en-US" altLang="zh-CN" b="0" dirty="0">
                  <a:solidFill>
                    <a:schemeClr val="bg1"/>
                  </a:solidFill>
                  <a:latin typeface="Times New Roman" panose="02020603050405020304" pitchFamily="18" charset="0"/>
                  <a:ea typeface="宋体" panose="02010600030101010101" pitchFamily="2" charset="-122"/>
                </a:rPr>
                <a:t>*</a:t>
              </a:r>
              <a:endParaRPr lang="en-US" altLang="zh-CN" b="0" dirty="0">
                <a:solidFill>
                  <a:schemeClr val="bg1"/>
                </a:solidFill>
                <a:latin typeface="Times New Roman" panose="02020603050405020304" pitchFamily="18" charset="0"/>
                <a:ea typeface="宋体" panose="02010600030101010101" pitchFamily="2" charset="-122"/>
              </a:endParaRPr>
            </a:p>
          </p:txBody>
        </p:sp>
        <p:sp>
          <p:nvSpPr>
            <p:cNvPr id="60456" name="Rectangle 91"/>
            <p:cNvSpPr/>
            <p:nvPr/>
          </p:nvSpPr>
          <p:spPr>
            <a:xfrm>
              <a:off x="2416" y="1252"/>
              <a:ext cx="127" cy="318"/>
            </a:xfrm>
            <a:prstGeom prst="rect">
              <a:avLst/>
            </a:prstGeom>
            <a:gradFill rotWithShape="1">
              <a:gsLst>
                <a:gs pos="0">
                  <a:srgbClr val="764700"/>
                </a:gs>
                <a:gs pos="50000">
                  <a:srgbClr val="FF9900"/>
                </a:gs>
                <a:gs pos="100000">
                  <a:srgbClr val="764700"/>
                </a:gs>
              </a:gsLst>
              <a:lin ang="0" scaled="1"/>
              <a:tileRect/>
            </a:gradFill>
            <a:ln w="28575">
              <a:noFill/>
            </a:ln>
          </p:spPr>
          <p:txBody>
            <a:bodyPr wrap="none" anchor="ctr" anchorCtr="0"/>
            <a:p>
              <a:endParaRPr lang="zh-CN" altLang="en-US" dirty="0">
                <a:latin typeface="楷体_GB2312" pitchFamily="49" charset="-122"/>
              </a:endParaRPr>
            </a:p>
          </p:txBody>
        </p:sp>
        <p:sp>
          <p:nvSpPr>
            <p:cNvPr id="60457" name="Line 92"/>
            <p:cNvSpPr/>
            <p:nvPr/>
          </p:nvSpPr>
          <p:spPr>
            <a:xfrm>
              <a:off x="2480" y="2023"/>
              <a:ext cx="0" cy="227"/>
            </a:xfrm>
            <a:prstGeom prst="line">
              <a:avLst/>
            </a:prstGeom>
            <a:ln w="28575" cap="flat" cmpd="sng">
              <a:solidFill>
                <a:srgbClr val="FFCC00"/>
              </a:solidFill>
              <a:prstDash val="solid"/>
              <a:headEnd type="none" w="med" len="med"/>
              <a:tailEnd type="none" w="med" len="med"/>
            </a:ln>
          </p:spPr>
        </p:sp>
        <p:grpSp>
          <p:nvGrpSpPr>
            <p:cNvPr id="60458" name="Group 104"/>
            <p:cNvGrpSpPr/>
            <p:nvPr/>
          </p:nvGrpSpPr>
          <p:grpSpPr>
            <a:xfrm rot="10800000">
              <a:off x="2472" y="1661"/>
              <a:ext cx="90" cy="363"/>
              <a:chOff x="1565" y="2614"/>
              <a:chExt cx="90" cy="486"/>
            </a:xfrm>
          </p:grpSpPr>
          <p:sp>
            <p:nvSpPr>
              <p:cNvPr id="60459" name="Arc 105"/>
              <p:cNvSpPr/>
              <p:nvPr/>
            </p:nvSpPr>
            <p:spPr>
              <a:xfrm flipH="1" flipV="1">
                <a:off x="1565" y="2860"/>
                <a:ext cx="90" cy="116"/>
              </a:xfrm>
              <a:custGeom>
                <a:avLst/>
                <a:gdLst>
                  <a:gd name="txL" fmla="*/ 0 w 22723"/>
                  <a:gd name="txT" fmla="*/ 0 h 43200"/>
                  <a:gd name="txR" fmla="*/ 22723 w 22723"/>
                  <a:gd name="txB" fmla="*/ 43200 h 43200"/>
                </a:gdLst>
                <a:ahLst/>
                <a:cxnLst>
                  <a:cxn ang="0">
                    <a:pos x="1122" y="0"/>
                  </a:cxn>
                  <a:cxn ang="0">
                    <a:pos x="22723" y="21600"/>
                  </a:cxn>
                  <a:cxn ang="0">
                    <a:pos x="1123" y="43200"/>
                  </a:cxn>
                  <a:cxn ang="0">
                    <a:pos x="0" y="43170"/>
                  </a:cxn>
                  <a:cxn ang="0">
                    <a:pos x="1122" y="0"/>
                  </a:cxn>
                  <a:cxn ang="0">
                    <a:pos x="22723" y="21600"/>
                  </a:cxn>
                  <a:cxn ang="0">
                    <a:pos x="1123" y="43200"/>
                  </a:cxn>
                  <a:cxn ang="0">
                    <a:pos x="0" y="43170"/>
                  </a:cxn>
                  <a:cxn ang="0">
                    <a:pos x="1123" y="21600"/>
                  </a:cxn>
                </a:cxnLst>
                <a:rect l="txL" t="txT" r="txR" b="txB"/>
                <a:pathLst>
                  <a:path w="22723" h="43200" fill="none">
                    <a:moveTo>
                      <a:pt x="1122" y="0"/>
                    </a:moveTo>
                    <a:cubicBezTo>
                      <a:pt x="13052" y="0"/>
                      <a:pt x="22723" y="9670"/>
                      <a:pt x="22723" y="21600"/>
                    </a:cubicBezTo>
                    <a:cubicBezTo>
                      <a:pt x="22723" y="33529"/>
                      <a:pt x="13052" y="43200"/>
                      <a:pt x="1123" y="43200"/>
                    </a:cubicBezTo>
                    <a:cubicBezTo>
                      <a:pt x="748" y="43200"/>
                      <a:pt x="374" y="43190"/>
                      <a:pt x="0" y="43170"/>
                    </a:cubicBezTo>
                  </a:path>
                  <a:path w="22723" h="43200" stroke="0">
                    <a:moveTo>
                      <a:pt x="1122" y="0"/>
                    </a:moveTo>
                    <a:cubicBezTo>
                      <a:pt x="13052" y="0"/>
                      <a:pt x="22723" y="9670"/>
                      <a:pt x="22723" y="21600"/>
                    </a:cubicBezTo>
                    <a:cubicBezTo>
                      <a:pt x="22723" y="33529"/>
                      <a:pt x="13052" y="43200"/>
                      <a:pt x="1123" y="43200"/>
                    </a:cubicBezTo>
                    <a:cubicBezTo>
                      <a:pt x="748" y="43200"/>
                      <a:pt x="374" y="43190"/>
                      <a:pt x="0" y="43170"/>
                    </a:cubicBezTo>
                    <a:lnTo>
                      <a:pt x="1123" y="21600"/>
                    </a:lnTo>
                    <a:close/>
                  </a:path>
                </a:pathLst>
              </a:custGeom>
              <a:noFill/>
              <a:ln w="28575" cap="flat" cmpd="sng">
                <a:solidFill>
                  <a:srgbClr val="FF9900"/>
                </a:solidFill>
                <a:prstDash val="solid"/>
                <a:round/>
                <a:headEnd type="none" w="med" len="med"/>
                <a:tailEnd type="none" w="med" len="med"/>
              </a:ln>
            </p:spPr>
            <p:txBody>
              <a:bodyPr wrap="none" anchor="ctr" anchorCtr="0"/>
              <a:p>
                <a:endParaRPr lang="zh-CN" altLang="en-US" dirty="0">
                  <a:latin typeface="楷体_GB2312" pitchFamily="49" charset="-122"/>
                </a:endParaRPr>
              </a:p>
            </p:txBody>
          </p:sp>
          <p:sp>
            <p:nvSpPr>
              <p:cNvPr id="60460" name="Arc 106"/>
              <p:cNvSpPr/>
              <p:nvPr/>
            </p:nvSpPr>
            <p:spPr>
              <a:xfrm flipH="1" flipV="1">
                <a:off x="1565" y="2737"/>
                <a:ext cx="90" cy="116"/>
              </a:xfrm>
              <a:custGeom>
                <a:avLst/>
                <a:gdLst>
                  <a:gd name="txL" fmla="*/ 0 w 22723"/>
                  <a:gd name="txT" fmla="*/ 0 h 43200"/>
                  <a:gd name="txR" fmla="*/ 22723 w 22723"/>
                  <a:gd name="txB" fmla="*/ 43200 h 43200"/>
                </a:gdLst>
                <a:ahLst/>
                <a:cxnLst>
                  <a:cxn ang="0">
                    <a:pos x="1122" y="0"/>
                  </a:cxn>
                  <a:cxn ang="0">
                    <a:pos x="22723" y="21600"/>
                  </a:cxn>
                  <a:cxn ang="0">
                    <a:pos x="1123" y="43200"/>
                  </a:cxn>
                  <a:cxn ang="0">
                    <a:pos x="0" y="43170"/>
                  </a:cxn>
                  <a:cxn ang="0">
                    <a:pos x="1122" y="0"/>
                  </a:cxn>
                  <a:cxn ang="0">
                    <a:pos x="22723" y="21600"/>
                  </a:cxn>
                  <a:cxn ang="0">
                    <a:pos x="1123" y="43200"/>
                  </a:cxn>
                  <a:cxn ang="0">
                    <a:pos x="0" y="43170"/>
                  </a:cxn>
                  <a:cxn ang="0">
                    <a:pos x="1123" y="21600"/>
                  </a:cxn>
                </a:cxnLst>
                <a:rect l="txL" t="txT" r="txR" b="txB"/>
                <a:pathLst>
                  <a:path w="22723" h="43200" fill="none">
                    <a:moveTo>
                      <a:pt x="1122" y="0"/>
                    </a:moveTo>
                    <a:cubicBezTo>
                      <a:pt x="13052" y="0"/>
                      <a:pt x="22723" y="9670"/>
                      <a:pt x="22723" y="21600"/>
                    </a:cubicBezTo>
                    <a:cubicBezTo>
                      <a:pt x="22723" y="33529"/>
                      <a:pt x="13052" y="43200"/>
                      <a:pt x="1123" y="43200"/>
                    </a:cubicBezTo>
                    <a:cubicBezTo>
                      <a:pt x="748" y="43200"/>
                      <a:pt x="374" y="43190"/>
                      <a:pt x="0" y="43170"/>
                    </a:cubicBezTo>
                  </a:path>
                  <a:path w="22723" h="43200" stroke="0">
                    <a:moveTo>
                      <a:pt x="1122" y="0"/>
                    </a:moveTo>
                    <a:cubicBezTo>
                      <a:pt x="13052" y="0"/>
                      <a:pt x="22723" y="9670"/>
                      <a:pt x="22723" y="21600"/>
                    </a:cubicBezTo>
                    <a:cubicBezTo>
                      <a:pt x="22723" y="33529"/>
                      <a:pt x="13052" y="43200"/>
                      <a:pt x="1123" y="43200"/>
                    </a:cubicBezTo>
                    <a:cubicBezTo>
                      <a:pt x="748" y="43200"/>
                      <a:pt x="374" y="43190"/>
                      <a:pt x="0" y="43170"/>
                    </a:cubicBezTo>
                    <a:lnTo>
                      <a:pt x="1123" y="21600"/>
                    </a:lnTo>
                    <a:close/>
                  </a:path>
                </a:pathLst>
              </a:custGeom>
              <a:noFill/>
              <a:ln w="28575" cap="flat" cmpd="sng">
                <a:solidFill>
                  <a:srgbClr val="FF9900"/>
                </a:solidFill>
                <a:prstDash val="solid"/>
                <a:round/>
                <a:headEnd type="none" w="med" len="med"/>
                <a:tailEnd type="none" w="med" len="med"/>
              </a:ln>
            </p:spPr>
            <p:txBody>
              <a:bodyPr wrap="none" anchor="ctr" anchorCtr="0"/>
              <a:p>
                <a:endParaRPr lang="zh-CN" altLang="en-US" dirty="0">
                  <a:latin typeface="楷体_GB2312" pitchFamily="49" charset="-122"/>
                </a:endParaRPr>
              </a:p>
            </p:txBody>
          </p:sp>
          <p:sp>
            <p:nvSpPr>
              <p:cNvPr id="60461" name="Arc 107"/>
              <p:cNvSpPr/>
              <p:nvPr/>
            </p:nvSpPr>
            <p:spPr>
              <a:xfrm flipH="1" flipV="1">
                <a:off x="1565" y="2614"/>
                <a:ext cx="90" cy="116"/>
              </a:xfrm>
              <a:custGeom>
                <a:avLst/>
                <a:gdLst>
                  <a:gd name="txL" fmla="*/ 0 w 22723"/>
                  <a:gd name="txT" fmla="*/ 0 h 43200"/>
                  <a:gd name="txR" fmla="*/ 22723 w 22723"/>
                  <a:gd name="txB" fmla="*/ 43200 h 43200"/>
                </a:gdLst>
                <a:ahLst/>
                <a:cxnLst>
                  <a:cxn ang="0">
                    <a:pos x="1122" y="0"/>
                  </a:cxn>
                  <a:cxn ang="0">
                    <a:pos x="22723" y="21600"/>
                  </a:cxn>
                  <a:cxn ang="0">
                    <a:pos x="1123" y="43200"/>
                  </a:cxn>
                  <a:cxn ang="0">
                    <a:pos x="0" y="43170"/>
                  </a:cxn>
                  <a:cxn ang="0">
                    <a:pos x="1122" y="0"/>
                  </a:cxn>
                  <a:cxn ang="0">
                    <a:pos x="22723" y="21600"/>
                  </a:cxn>
                  <a:cxn ang="0">
                    <a:pos x="1123" y="43200"/>
                  </a:cxn>
                  <a:cxn ang="0">
                    <a:pos x="0" y="43170"/>
                  </a:cxn>
                  <a:cxn ang="0">
                    <a:pos x="1123" y="21600"/>
                  </a:cxn>
                </a:cxnLst>
                <a:rect l="txL" t="txT" r="txR" b="txB"/>
                <a:pathLst>
                  <a:path w="22723" h="43200" fill="none">
                    <a:moveTo>
                      <a:pt x="1122" y="0"/>
                    </a:moveTo>
                    <a:cubicBezTo>
                      <a:pt x="13052" y="0"/>
                      <a:pt x="22723" y="9670"/>
                      <a:pt x="22723" y="21600"/>
                    </a:cubicBezTo>
                    <a:cubicBezTo>
                      <a:pt x="22723" y="33529"/>
                      <a:pt x="13052" y="43200"/>
                      <a:pt x="1123" y="43200"/>
                    </a:cubicBezTo>
                    <a:cubicBezTo>
                      <a:pt x="748" y="43200"/>
                      <a:pt x="374" y="43190"/>
                      <a:pt x="0" y="43170"/>
                    </a:cubicBezTo>
                  </a:path>
                  <a:path w="22723" h="43200" stroke="0">
                    <a:moveTo>
                      <a:pt x="1122" y="0"/>
                    </a:moveTo>
                    <a:cubicBezTo>
                      <a:pt x="13052" y="0"/>
                      <a:pt x="22723" y="9670"/>
                      <a:pt x="22723" y="21600"/>
                    </a:cubicBezTo>
                    <a:cubicBezTo>
                      <a:pt x="22723" y="33529"/>
                      <a:pt x="13052" y="43200"/>
                      <a:pt x="1123" y="43200"/>
                    </a:cubicBezTo>
                    <a:cubicBezTo>
                      <a:pt x="748" y="43200"/>
                      <a:pt x="374" y="43190"/>
                      <a:pt x="0" y="43170"/>
                    </a:cubicBezTo>
                    <a:lnTo>
                      <a:pt x="1123" y="21600"/>
                    </a:lnTo>
                    <a:close/>
                  </a:path>
                </a:pathLst>
              </a:custGeom>
              <a:noFill/>
              <a:ln w="28575" cap="flat" cmpd="sng">
                <a:solidFill>
                  <a:srgbClr val="FF9900"/>
                </a:solidFill>
                <a:prstDash val="solid"/>
                <a:round/>
                <a:headEnd type="none" w="med" len="med"/>
                <a:tailEnd type="none" w="med" len="med"/>
              </a:ln>
            </p:spPr>
            <p:txBody>
              <a:bodyPr wrap="none" anchor="ctr" anchorCtr="0"/>
              <a:p>
                <a:endParaRPr lang="zh-CN" altLang="en-US" dirty="0">
                  <a:latin typeface="楷体_GB2312" pitchFamily="49" charset="-122"/>
                </a:endParaRPr>
              </a:p>
            </p:txBody>
          </p:sp>
          <p:sp>
            <p:nvSpPr>
              <p:cNvPr id="60462" name="Arc 108"/>
              <p:cNvSpPr/>
              <p:nvPr/>
            </p:nvSpPr>
            <p:spPr>
              <a:xfrm flipH="1" flipV="1">
                <a:off x="1565" y="2984"/>
                <a:ext cx="90" cy="116"/>
              </a:xfrm>
              <a:custGeom>
                <a:avLst/>
                <a:gdLst>
                  <a:gd name="txL" fmla="*/ 0 w 22723"/>
                  <a:gd name="txT" fmla="*/ 0 h 43200"/>
                  <a:gd name="txR" fmla="*/ 22723 w 22723"/>
                  <a:gd name="txB" fmla="*/ 43200 h 43200"/>
                </a:gdLst>
                <a:ahLst/>
                <a:cxnLst>
                  <a:cxn ang="0">
                    <a:pos x="1122" y="0"/>
                  </a:cxn>
                  <a:cxn ang="0">
                    <a:pos x="22723" y="21600"/>
                  </a:cxn>
                  <a:cxn ang="0">
                    <a:pos x="1123" y="43200"/>
                  </a:cxn>
                  <a:cxn ang="0">
                    <a:pos x="0" y="43170"/>
                  </a:cxn>
                  <a:cxn ang="0">
                    <a:pos x="1122" y="0"/>
                  </a:cxn>
                  <a:cxn ang="0">
                    <a:pos x="22723" y="21600"/>
                  </a:cxn>
                  <a:cxn ang="0">
                    <a:pos x="1123" y="43200"/>
                  </a:cxn>
                  <a:cxn ang="0">
                    <a:pos x="0" y="43170"/>
                  </a:cxn>
                  <a:cxn ang="0">
                    <a:pos x="1123" y="21600"/>
                  </a:cxn>
                </a:cxnLst>
                <a:rect l="txL" t="txT" r="txR" b="txB"/>
                <a:pathLst>
                  <a:path w="22723" h="43200" fill="none">
                    <a:moveTo>
                      <a:pt x="1122" y="0"/>
                    </a:moveTo>
                    <a:cubicBezTo>
                      <a:pt x="13052" y="0"/>
                      <a:pt x="22723" y="9670"/>
                      <a:pt x="22723" y="21600"/>
                    </a:cubicBezTo>
                    <a:cubicBezTo>
                      <a:pt x="22723" y="33529"/>
                      <a:pt x="13052" y="43200"/>
                      <a:pt x="1123" y="43200"/>
                    </a:cubicBezTo>
                    <a:cubicBezTo>
                      <a:pt x="748" y="43200"/>
                      <a:pt x="374" y="43190"/>
                      <a:pt x="0" y="43170"/>
                    </a:cubicBezTo>
                  </a:path>
                  <a:path w="22723" h="43200" stroke="0">
                    <a:moveTo>
                      <a:pt x="1122" y="0"/>
                    </a:moveTo>
                    <a:cubicBezTo>
                      <a:pt x="13052" y="0"/>
                      <a:pt x="22723" y="9670"/>
                      <a:pt x="22723" y="21600"/>
                    </a:cubicBezTo>
                    <a:cubicBezTo>
                      <a:pt x="22723" y="33529"/>
                      <a:pt x="13052" y="43200"/>
                      <a:pt x="1123" y="43200"/>
                    </a:cubicBezTo>
                    <a:cubicBezTo>
                      <a:pt x="748" y="43200"/>
                      <a:pt x="374" y="43190"/>
                      <a:pt x="0" y="43170"/>
                    </a:cubicBezTo>
                    <a:lnTo>
                      <a:pt x="1123" y="21600"/>
                    </a:lnTo>
                    <a:close/>
                  </a:path>
                </a:pathLst>
              </a:custGeom>
              <a:noFill/>
              <a:ln w="28575" cap="flat" cmpd="sng">
                <a:solidFill>
                  <a:srgbClr val="FF9900"/>
                </a:solidFill>
                <a:prstDash val="solid"/>
                <a:round/>
                <a:headEnd type="none" w="med" len="med"/>
                <a:tailEnd type="none" w="med" len="med"/>
              </a:ln>
            </p:spPr>
            <p:txBody>
              <a:bodyPr wrap="none" anchor="ctr" anchorCtr="0"/>
              <a:p>
                <a:endParaRPr lang="zh-CN" altLang="en-US" dirty="0">
                  <a:latin typeface="楷体_GB2312" pitchFamily="49" charset="-122"/>
                </a:endParaRPr>
              </a:p>
            </p:txBody>
          </p:sp>
        </p:gr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5" presetClass="entr" presetSubtype="0" fill="hold" grpId="0" nodeType="withEffect">
                                  <p:stCondLst>
                                    <p:cond delay="0"/>
                                  </p:stCondLst>
                                  <p:childTnLst>
                                    <p:set>
                                      <p:cBhvr>
                                        <p:cTn id="6" dur="1" fill="hold">
                                          <p:stCondLst>
                                            <p:cond delay="0"/>
                                          </p:stCondLst>
                                        </p:cTn>
                                        <p:tgtEl>
                                          <p:spTgt spid="23554"/>
                                        </p:tgtEl>
                                        <p:attrNameLst>
                                          <p:attrName>style.visibility</p:attrName>
                                        </p:attrNameLst>
                                      </p:cBhvr>
                                      <p:to>
                                        <p:strVal val="visible"/>
                                      </p:to>
                                    </p:set>
                                    <p:anim calcmode="lin" valueType="num">
                                      <p:cBhvr>
                                        <p:cTn id="7" dur="1000" fill="hold"/>
                                        <p:tgtEl>
                                          <p:spTgt spid="23554"/>
                                        </p:tgtEl>
                                        <p:attrNameLst>
                                          <p:attrName>ppt_w</p:attrName>
                                        </p:attrNameLst>
                                      </p:cBhvr>
                                      <p:tavLst>
                                        <p:tav tm="0">
                                          <p:val>
                                            <p:fltVal val="0.000000"/>
                                          </p:val>
                                        </p:tav>
                                        <p:tav tm="100000">
                                          <p:val>
                                            <p:strVal val="#ppt_w"/>
                                          </p:val>
                                        </p:tav>
                                      </p:tavLst>
                                    </p:anim>
                                    <p:anim calcmode="lin" valueType="num">
                                      <p:cBhvr>
                                        <p:cTn id="8" dur="1000" fill="hold"/>
                                        <p:tgtEl>
                                          <p:spTgt spid="23554"/>
                                        </p:tgtEl>
                                        <p:attrNameLst>
                                          <p:attrName>ppt_h</p:attrName>
                                        </p:attrNameLst>
                                      </p:cBhvr>
                                      <p:tavLst>
                                        <p:tav tm="0">
                                          <p:val>
                                            <p:fltVal val="0.000000"/>
                                          </p:val>
                                        </p:tav>
                                        <p:tav tm="100000">
                                          <p:val>
                                            <p:strVal val="#ppt_h"/>
                                          </p:val>
                                        </p:tav>
                                      </p:tavLst>
                                    </p:anim>
                                    <p:anim calcmode="lin" valueType="num">
                                      <p:cBhvr>
                                        <p:cTn id="9" dur="1000" fill="hold"/>
                                        <p:tgtEl>
                                          <p:spTgt spid="23554"/>
                                        </p:tgtEl>
                                        <p:attrNameLst>
                                          <p:attrName>ppt_x</p:attrName>
                                        </p:attrNameLst>
                                      </p:cBhvr>
                                      <p:tavLst>
                                        <p:tav tm="0" fmla="#ppt_x+(cos(-2*pi*(1-$))*-#ppt_x-sin(-2*pi*(1-$))*(1-#ppt_y))*(1-$)">
                                          <p:val>
                                            <p:fltVal val="0.000000"/>
                                          </p:val>
                                        </p:tav>
                                        <p:tav tm="100000">
                                          <p:val>
                                            <p:fltVal val="1.000000"/>
                                          </p:val>
                                        </p:tav>
                                      </p:tavLst>
                                    </p:anim>
                                    <p:anim calcmode="lin" valueType="num">
                                      <p:cBhvr>
                                        <p:cTn id="10" dur="1000" fill="hold"/>
                                        <p:tgtEl>
                                          <p:spTgt spid="23554"/>
                                        </p:tgtEl>
                                        <p:attrNameLst>
                                          <p:attrName>ppt_y</p:attrName>
                                        </p:attrNameLst>
                                      </p:cBhvr>
                                      <p:tavLst>
                                        <p:tav tm="0" fmla="#ppt_y+(sin(-2*pi*(1-$))*-#ppt_x+cos(-2*pi*(1-$))*(1-#ppt_y))*(1-$)">
                                          <p:val>
                                            <p:fltVal val="0.000000"/>
                                          </p:val>
                                        </p:tav>
                                        <p:tav tm="100000">
                                          <p:val>
                                            <p:fltVal val="1.000000"/>
                                          </p:val>
                                        </p:tav>
                                      </p:tavLst>
                                    </p:anim>
                                  </p:childTnLst>
                                </p:cTn>
                              </p:par>
                            </p:childTnLst>
                          </p:cTn>
                        </p:par>
                        <p:par>
                          <p:cTn id="11" fill="hold">
                            <p:stCondLst>
                              <p:cond delay="1000"/>
                            </p:stCondLst>
                            <p:childTnLst>
                              <p:par>
                                <p:cTn id="12" presetID="3" presetClass="entr" presetSubtype="10" fill="hold" nodeType="afterEffect">
                                  <p:stCondLst>
                                    <p:cond delay="0"/>
                                  </p:stCondLst>
                                  <p:childTnLst>
                                    <p:set>
                                      <p:cBhvr>
                                        <p:cTn id="13" dur="1" fill="hold">
                                          <p:stCondLst>
                                            <p:cond delay="0"/>
                                          </p:stCondLst>
                                        </p:cTn>
                                        <p:tgtEl>
                                          <p:spTgt spid="5"/>
                                        </p:tgtEl>
                                        <p:attrNameLst>
                                          <p:attrName>style.visibility</p:attrName>
                                        </p:attrNameLst>
                                      </p:cBhvr>
                                      <p:to>
                                        <p:strVal val="visible"/>
                                      </p:to>
                                    </p:set>
                                    <p:animEffect transition="in" filter="blinds(horizontal)">
                                      <p:cBhvr>
                                        <p:cTn id="14" dur="500"/>
                                        <p:tgtEl>
                                          <p:spTgt spid="5"/>
                                        </p:tgtEl>
                                      </p:cBhvr>
                                    </p:animEffect>
                                  </p:childTnLst>
                                </p:cTn>
                              </p:par>
                            </p:childTnLst>
                          </p:cTn>
                        </p:par>
                        <p:par>
                          <p:cTn id="15" fill="hold">
                            <p:stCondLst>
                              <p:cond delay="1500"/>
                            </p:stCondLst>
                            <p:childTnLst>
                              <p:par>
                                <p:cTn id="16" presetID="2" presetClass="entr" presetSubtype="1" fill="hold" grpId="0" nodeType="afterEffect">
                                  <p:stCondLst>
                                    <p:cond delay="0"/>
                                  </p:stCondLst>
                                  <p:childTnLst>
                                    <p:set>
                                      <p:cBhvr>
                                        <p:cTn id="17" dur="1" fill="hold">
                                          <p:stCondLst>
                                            <p:cond delay="0"/>
                                          </p:stCondLst>
                                        </p:cTn>
                                        <p:tgtEl>
                                          <p:spTgt spid="23555"/>
                                        </p:tgtEl>
                                        <p:attrNameLst>
                                          <p:attrName>style.visibility</p:attrName>
                                        </p:attrNameLst>
                                      </p:cBhvr>
                                      <p:to>
                                        <p:strVal val="visible"/>
                                      </p:to>
                                    </p:set>
                                    <p:anim calcmode="lin" valueType="num">
                                      <p:cBhvr additive="base">
                                        <p:cTn id="18" dur="500" fill="hold"/>
                                        <p:tgtEl>
                                          <p:spTgt spid="23555"/>
                                        </p:tgtEl>
                                        <p:attrNameLst>
                                          <p:attrName>ppt_x</p:attrName>
                                        </p:attrNameLst>
                                      </p:cBhvr>
                                      <p:tavLst>
                                        <p:tav tm="0">
                                          <p:val>
                                            <p:strVal val="#ppt_x"/>
                                          </p:val>
                                        </p:tav>
                                        <p:tav tm="100000">
                                          <p:val>
                                            <p:strVal val="#ppt_x"/>
                                          </p:val>
                                        </p:tav>
                                      </p:tavLst>
                                    </p:anim>
                                    <p:anim calcmode="lin" valueType="num">
                                      <p:cBhvr additive="base">
                                        <p:cTn id="19" dur="500" fill="hold"/>
                                        <p:tgtEl>
                                          <p:spTgt spid="23555"/>
                                        </p:tgtEl>
                                        <p:attrNameLst>
                                          <p:attrName>ppt_y</p:attrName>
                                        </p:attrNameLst>
                                      </p:cBhvr>
                                      <p:tavLst>
                                        <p:tav tm="0">
                                          <p:val>
                                            <p:strVal val="0-#ppt_h/2"/>
                                          </p:val>
                                        </p:tav>
                                        <p:tav tm="100000">
                                          <p:val>
                                            <p:strVal val="#ppt_y"/>
                                          </p:val>
                                        </p:tav>
                                      </p:tavLst>
                                    </p:anim>
                                  </p:childTnLst>
                                </p:cTn>
                              </p:par>
                            </p:childTnLst>
                          </p:cTn>
                        </p:par>
                      </p:childTnLst>
                    </p:cTn>
                  </p:par>
                  <p:par>
                    <p:cTn id="20" fill="hold">
                      <p:stCondLst>
                        <p:cond delay="indefinite"/>
                      </p:stCondLst>
                      <p:childTnLst>
                        <p:par>
                          <p:cTn id="21" fill="hold">
                            <p:stCondLst>
                              <p:cond delay="0"/>
                            </p:stCondLst>
                            <p:childTnLst>
                              <p:par>
                                <p:cTn id="22" presetID="2" presetClass="entr" presetSubtype="2" fill="hold" grpId="0" nodeType="clickEffect">
                                  <p:stCondLst>
                                    <p:cond delay="0"/>
                                  </p:stCondLst>
                                  <p:childTnLst>
                                    <p:set>
                                      <p:cBhvr>
                                        <p:cTn id="23" dur="1" fill="hold">
                                          <p:stCondLst>
                                            <p:cond delay="0"/>
                                          </p:stCondLst>
                                        </p:cTn>
                                        <p:tgtEl>
                                          <p:spTgt spid="23556"/>
                                        </p:tgtEl>
                                        <p:attrNameLst>
                                          <p:attrName>style.visibility</p:attrName>
                                        </p:attrNameLst>
                                      </p:cBhvr>
                                      <p:to>
                                        <p:strVal val="visible"/>
                                      </p:to>
                                    </p:set>
                                    <p:anim calcmode="lin" valueType="num">
                                      <p:cBhvr additive="base">
                                        <p:cTn id="24" dur="500" fill="hold"/>
                                        <p:tgtEl>
                                          <p:spTgt spid="23556"/>
                                        </p:tgtEl>
                                        <p:attrNameLst>
                                          <p:attrName>ppt_x</p:attrName>
                                        </p:attrNameLst>
                                      </p:cBhvr>
                                      <p:tavLst>
                                        <p:tav tm="0">
                                          <p:val>
                                            <p:strVal val="1+#ppt_w/2"/>
                                          </p:val>
                                        </p:tav>
                                        <p:tav tm="100000">
                                          <p:val>
                                            <p:strVal val="#ppt_x"/>
                                          </p:val>
                                        </p:tav>
                                      </p:tavLst>
                                    </p:anim>
                                    <p:anim calcmode="lin" valueType="num">
                                      <p:cBhvr additive="base">
                                        <p:cTn id="25" dur="500" fill="hold"/>
                                        <p:tgtEl>
                                          <p:spTgt spid="23556"/>
                                        </p:tgtEl>
                                        <p:attrNameLst>
                                          <p:attrName>ppt_y</p:attrName>
                                        </p:attrNameLst>
                                      </p:cBhvr>
                                      <p:tavLst>
                                        <p:tav tm="0">
                                          <p:val>
                                            <p:strVal val="#ppt_y"/>
                                          </p:val>
                                        </p:tav>
                                        <p:tav tm="100000">
                                          <p:val>
                                            <p:strVal val="#ppt_y"/>
                                          </p:val>
                                        </p:tav>
                                      </p:tavLst>
                                    </p:anim>
                                  </p:childTnLst>
                                </p:cTn>
                              </p:par>
                            </p:childTnLst>
                          </p:cTn>
                        </p:par>
                      </p:childTnLst>
                    </p:cTn>
                  </p:par>
                  <p:par>
                    <p:cTn id="26" fill="hold">
                      <p:stCondLst>
                        <p:cond delay="indefinite"/>
                      </p:stCondLst>
                      <p:childTnLst>
                        <p:par>
                          <p:cTn id="27" fill="hold">
                            <p:stCondLst>
                              <p:cond delay="0"/>
                            </p:stCondLst>
                            <p:childTnLst>
                              <p:par>
                                <p:cTn id="28" presetID="15" presetClass="entr" presetSubtype="0" fill="hold" grpId="0" nodeType="clickEffect">
                                  <p:stCondLst>
                                    <p:cond delay="0"/>
                                  </p:stCondLst>
                                  <p:childTnLst>
                                    <p:set>
                                      <p:cBhvr>
                                        <p:cTn id="29" dur="1" fill="hold">
                                          <p:stCondLst>
                                            <p:cond delay="0"/>
                                          </p:stCondLst>
                                        </p:cTn>
                                        <p:tgtEl>
                                          <p:spTgt spid="23558"/>
                                        </p:tgtEl>
                                        <p:attrNameLst>
                                          <p:attrName>style.visibility</p:attrName>
                                        </p:attrNameLst>
                                      </p:cBhvr>
                                      <p:to>
                                        <p:strVal val="visible"/>
                                      </p:to>
                                    </p:set>
                                    <p:anim calcmode="lin" valueType="num">
                                      <p:cBhvr>
                                        <p:cTn id="30" dur="1000" fill="hold"/>
                                        <p:tgtEl>
                                          <p:spTgt spid="23558"/>
                                        </p:tgtEl>
                                        <p:attrNameLst>
                                          <p:attrName>ppt_w</p:attrName>
                                        </p:attrNameLst>
                                      </p:cBhvr>
                                      <p:tavLst>
                                        <p:tav tm="0">
                                          <p:val>
                                            <p:fltVal val="0.000000"/>
                                          </p:val>
                                        </p:tav>
                                        <p:tav tm="100000">
                                          <p:val>
                                            <p:strVal val="#ppt_w"/>
                                          </p:val>
                                        </p:tav>
                                      </p:tavLst>
                                    </p:anim>
                                    <p:anim calcmode="lin" valueType="num">
                                      <p:cBhvr>
                                        <p:cTn id="31" dur="1000" fill="hold"/>
                                        <p:tgtEl>
                                          <p:spTgt spid="23558"/>
                                        </p:tgtEl>
                                        <p:attrNameLst>
                                          <p:attrName>ppt_h</p:attrName>
                                        </p:attrNameLst>
                                      </p:cBhvr>
                                      <p:tavLst>
                                        <p:tav tm="0">
                                          <p:val>
                                            <p:fltVal val="0.000000"/>
                                          </p:val>
                                        </p:tav>
                                        <p:tav tm="100000">
                                          <p:val>
                                            <p:strVal val="#ppt_h"/>
                                          </p:val>
                                        </p:tav>
                                      </p:tavLst>
                                    </p:anim>
                                    <p:anim calcmode="lin" valueType="num">
                                      <p:cBhvr>
                                        <p:cTn id="32" dur="1000" fill="hold"/>
                                        <p:tgtEl>
                                          <p:spTgt spid="23558"/>
                                        </p:tgtEl>
                                        <p:attrNameLst>
                                          <p:attrName>ppt_x</p:attrName>
                                        </p:attrNameLst>
                                      </p:cBhvr>
                                      <p:tavLst>
                                        <p:tav tm="0" fmla="#ppt_x+(cos(-2*pi*(1-$))*-#ppt_x-sin(-2*pi*(1-$))*(1-#ppt_y))*(1-$)">
                                          <p:val>
                                            <p:fltVal val="0.000000"/>
                                          </p:val>
                                        </p:tav>
                                        <p:tav tm="100000">
                                          <p:val>
                                            <p:fltVal val="1.000000"/>
                                          </p:val>
                                        </p:tav>
                                      </p:tavLst>
                                    </p:anim>
                                    <p:anim calcmode="lin" valueType="num">
                                      <p:cBhvr>
                                        <p:cTn id="33" dur="1000" fill="hold"/>
                                        <p:tgtEl>
                                          <p:spTgt spid="23558"/>
                                        </p:tgtEl>
                                        <p:attrNameLst>
                                          <p:attrName>ppt_y</p:attrName>
                                        </p:attrNameLst>
                                      </p:cBhvr>
                                      <p:tavLst>
                                        <p:tav tm="0" fmla="#ppt_y+(sin(-2*pi*(1-$))*-#ppt_x+cos(-2*pi*(1-$))*(1-#ppt_y))*(1-$)">
                                          <p:val>
                                            <p:fltVal val="0.000000"/>
                                          </p:val>
                                        </p:tav>
                                        <p:tav tm="100000">
                                          <p:val>
                                            <p:fltVal val="1.000000"/>
                                          </p:val>
                                        </p:tav>
                                      </p:tavLst>
                                    </p:anim>
                                  </p:childTnLst>
                                </p:cTn>
                              </p:par>
                            </p:childTnLst>
                          </p:cTn>
                        </p:par>
                      </p:childTnLst>
                    </p:cTn>
                  </p:par>
                  <p:par>
                    <p:cTn id="34" fill="hold">
                      <p:stCondLst>
                        <p:cond delay="indefinite"/>
                      </p:stCondLst>
                      <p:childTnLst>
                        <p:par>
                          <p:cTn id="35" fill="hold">
                            <p:stCondLst>
                              <p:cond delay="0"/>
                            </p:stCondLst>
                            <p:childTnLst>
                              <p:par>
                                <p:cTn id="36" presetID="22" presetClass="entr" presetSubtype="8" fill="hold" nodeType="clickEffect">
                                  <p:stCondLst>
                                    <p:cond delay="0"/>
                                  </p:stCondLst>
                                  <p:childTnLst>
                                    <p:set>
                                      <p:cBhvr>
                                        <p:cTn id="37" dur="1" fill="hold">
                                          <p:stCondLst>
                                            <p:cond delay="0"/>
                                          </p:stCondLst>
                                        </p:cTn>
                                        <p:tgtEl>
                                          <p:spTgt spid="23597"/>
                                        </p:tgtEl>
                                        <p:attrNameLst>
                                          <p:attrName>style.visibility</p:attrName>
                                        </p:attrNameLst>
                                      </p:cBhvr>
                                      <p:to>
                                        <p:strVal val="visible"/>
                                      </p:to>
                                    </p:set>
                                    <p:animEffect transition="in" filter="wipe(left)">
                                      <p:cBhvr>
                                        <p:cTn id="38" dur="2000"/>
                                        <p:tgtEl>
                                          <p:spTgt spid="23597"/>
                                        </p:tgtEl>
                                      </p:cBhvr>
                                    </p:animEffect>
                                  </p:childTnLst>
                                </p:cTn>
                              </p:par>
                            </p:childTnLst>
                          </p:cTn>
                        </p:par>
                      </p:childTnLst>
                    </p:cTn>
                  </p:par>
                  <p:par>
                    <p:cTn id="39" fill="hold">
                      <p:stCondLst>
                        <p:cond delay="indefinite"/>
                      </p:stCondLst>
                      <p:childTnLst>
                        <p:par>
                          <p:cTn id="40" fill="hold">
                            <p:stCondLst>
                              <p:cond delay="0"/>
                            </p:stCondLst>
                            <p:childTnLst>
                              <p:par>
                                <p:cTn id="41" presetID="22" presetClass="entr" presetSubtype="1" fill="hold" nodeType="clickEffect">
                                  <p:stCondLst>
                                    <p:cond delay="0"/>
                                  </p:stCondLst>
                                  <p:childTnLst>
                                    <p:set>
                                      <p:cBhvr>
                                        <p:cTn id="42" dur="1" fill="hold">
                                          <p:stCondLst>
                                            <p:cond delay="0"/>
                                          </p:stCondLst>
                                        </p:cTn>
                                        <p:tgtEl>
                                          <p:spTgt spid="23598"/>
                                        </p:tgtEl>
                                        <p:attrNameLst>
                                          <p:attrName>style.visibility</p:attrName>
                                        </p:attrNameLst>
                                      </p:cBhvr>
                                      <p:to>
                                        <p:strVal val="visible"/>
                                      </p:to>
                                    </p:set>
                                    <p:animEffect transition="in" filter="wipe(up)">
                                      <p:cBhvr>
                                        <p:cTn id="43" dur="2000"/>
                                        <p:tgtEl>
                                          <p:spTgt spid="23598"/>
                                        </p:tgtEl>
                                      </p:cBhvr>
                                    </p:animEffect>
                                  </p:childTnLst>
                                </p:cTn>
                              </p:par>
                            </p:childTnLst>
                          </p:cTn>
                        </p:par>
                      </p:childTnLst>
                    </p:cTn>
                  </p:par>
                  <p:par>
                    <p:cTn id="44" fill="hold">
                      <p:stCondLst>
                        <p:cond delay="indefinite"/>
                      </p:stCondLst>
                      <p:childTnLst>
                        <p:par>
                          <p:cTn id="45" fill="hold">
                            <p:stCondLst>
                              <p:cond delay="0"/>
                            </p:stCondLst>
                            <p:childTnLst>
                              <p:par>
                                <p:cTn id="46" presetID="22" presetClass="entr" presetSubtype="8" fill="hold" nodeType="clickEffect">
                                  <p:stCondLst>
                                    <p:cond delay="0"/>
                                  </p:stCondLst>
                                  <p:childTnLst>
                                    <p:set>
                                      <p:cBhvr>
                                        <p:cTn id="47" dur="1" fill="hold">
                                          <p:stCondLst>
                                            <p:cond delay="0"/>
                                          </p:stCondLst>
                                        </p:cTn>
                                        <p:tgtEl>
                                          <p:spTgt spid="23599"/>
                                        </p:tgtEl>
                                        <p:attrNameLst>
                                          <p:attrName>style.visibility</p:attrName>
                                        </p:attrNameLst>
                                      </p:cBhvr>
                                      <p:to>
                                        <p:strVal val="visible"/>
                                      </p:to>
                                    </p:set>
                                    <p:animEffect transition="in" filter="wipe(left)">
                                      <p:cBhvr>
                                        <p:cTn id="48" dur="2000"/>
                                        <p:tgtEl>
                                          <p:spTgt spid="23599"/>
                                        </p:tgtEl>
                                      </p:cBhvr>
                                    </p:animEffect>
                                  </p:childTnLst>
                                </p:cTn>
                              </p:par>
                            </p:childTnLst>
                          </p:cTn>
                        </p:par>
                      </p:childTnLst>
                    </p:cTn>
                  </p:par>
                  <p:par>
                    <p:cTn id="49" fill="hold">
                      <p:stCondLst>
                        <p:cond delay="indefinite"/>
                      </p:stCondLst>
                      <p:childTnLst>
                        <p:par>
                          <p:cTn id="50" fill="hold">
                            <p:stCondLst>
                              <p:cond delay="0"/>
                            </p:stCondLst>
                            <p:childTnLst>
                              <p:par>
                                <p:cTn id="51" presetID="22" presetClass="entr" presetSubtype="8" fill="hold" nodeType="clickEffect">
                                  <p:stCondLst>
                                    <p:cond delay="0"/>
                                  </p:stCondLst>
                                  <p:childTnLst>
                                    <p:set>
                                      <p:cBhvr>
                                        <p:cTn id="52" dur="1" fill="hold">
                                          <p:stCondLst>
                                            <p:cond delay="0"/>
                                          </p:stCondLst>
                                        </p:cTn>
                                        <p:tgtEl>
                                          <p:spTgt spid="23600"/>
                                        </p:tgtEl>
                                        <p:attrNameLst>
                                          <p:attrName>style.visibility</p:attrName>
                                        </p:attrNameLst>
                                      </p:cBhvr>
                                      <p:to>
                                        <p:strVal val="visible"/>
                                      </p:to>
                                    </p:set>
                                    <p:animEffect transition="in" filter="wipe(left)">
                                      <p:cBhvr>
                                        <p:cTn id="53" dur="2000"/>
                                        <p:tgtEl>
                                          <p:spTgt spid="23600"/>
                                        </p:tgtEl>
                                      </p:cBhvr>
                                    </p:animEffect>
                                  </p:childTnLst>
                                </p:cTn>
                              </p:par>
                            </p:childTnLst>
                          </p:cTn>
                        </p:par>
                      </p:childTnLst>
                    </p:cTn>
                  </p:par>
                  <p:par>
                    <p:cTn id="54" fill="hold">
                      <p:stCondLst>
                        <p:cond delay="indefinite"/>
                      </p:stCondLst>
                      <p:childTnLst>
                        <p:par>
                          <p:cTn id="55" fill="hold">
                            <p:stCondLst>
                              <p:cond delay="0"/>
                            </p:stCondLst>
                            <p:childTnLst>
                              <p:par>
                                <p:cTn id="56" presetID="12" presetClass="entr" presetSubtype="8" fill="hold" nodeType="clickEffect">
                                  <p:stCondLst>
                                    <p:cond delay="0"/>
                                  </p:stCondLst>
                                  <p:childTnLst>
                                    <p:set>
                                      <p:cBhvr>
                                        <p:cTn id="57" dur="1" fill="hold">
                                          <p:stCondLst>
                                            <p:cond delay="0"/>
                                          </p:stCondLst>
                                        </p:cTn>
                                        <p:tgtEl>
                                          <p:spTgt spid="23601"/>
                                        </p:tgtEl>
                                        <p:attrNameLst>
                                          <p:attrName>style.visibility</p:attrName>
                                        </p:attrNameLst>
                                      </p:cBhvr>
                                      <p:to>
                                        <p:strVal val="visible"/>
                                      </p:to>
                                    </p:set>
                                    <p:animEffect transition="in" filter="slide(fromLeft)">
                                      <p:cBhvr>
                                        <p:cTn id="58" dur="500"/>
                                        <p:tgtEl>
                                          <p:spTgt spid="23601"/>
                                        </p:tgtEl>
                                      </p:cBhvr>
                                    </p:animEffect>
                                  </p:childTnLst>
                                </p:cTn>
                              </p:par>
                            </p:childTnLst>
                          </p:cTn>
                        </p:par>
                        <p:par>
                          <p:cTn id="59" fill="hold">
                            <p:stCondLst>
                              <p:cond delay="500"/>
                            </p:stCondLst>
                            <p:childTnLst>
                              <p:par>
                                <p:cTn id="60" presetID="22" presetClass="entr" presetSubtype="8" fill="hold" nodeType="afterEffect">
                                  <p:stCondLst>
                                    <p:cond delay="0"/>
                                  </p:stCondLst>
                                  <p:childTnLst>
                                    <p:set>
                                      <p:cBhvr>
                                        <p:cTn id="61" dur="1" fill="hold">
                                          <p:stCondLst>
                                            <p:cond delay="0"/>
                                          </p:stCondLst>
                                        </p:cTn>
                                        <p:tgtEl>
                                          <p:spTgt spid="23602"/>
                                        </p:tgtEl>
                                        <p:attrNameLst>
                                          <p:attrName>style.visibility</p:attrName>
                                        </p:attrNameLst>
                                      </p:cBhvr>
                                      <p:to>
                                        <p:strVal val="visible"/>
                                      </p:to>
                                    </p:set>
                                    <p:animEffect transition="in" filter="wipe(left)">
                                      <p:cBhvr>
                                        <p:cTn id="62" dur="2000"/>
                                        <p:tgtEl>
                                          <p:spTgt spid="2360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554" grpId="0"/>
      <p:bldP spid="23555" grpId="0"/>
      <p:bldP spid="23556" grpId="0"/>
      <p:bldP spid="23558" grpId="0" animBg="1"/>
    </p:bldLst>
  </p:timing>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graphicFrame>
        <p:nvGraphicFramePr>
          <p:cNvPr id="22530" name="Object 2"/>
          <p:cNvGraphicFramePr/>
          <p:nvPr/>
        </p:nvGraphicFramePr>
        <p:xfrm>
          <a:off x="2393950" y="404813"/>
          <a:ext cx="5421313" cy="947737"/>
        </p:xfrm>
        <a:graphic>
          <a:graphicData uri="http://schemas.openxmlformats.org/presentationml/2006/ole">
            <mc:AlternateContent xmlns:mc="http://schemas.openxmlformats.org/markup-compatibility/2006">
              <mc:Choice xmlns:v="urn:schemas-microsoft-com:vml" Requires="v">
                <p:oleObj spid="_x0000_s3460" name="" r:id="rId1" imgW="2538730" imgH="444500" progId="Equation.3">
                  <p:embed/>
                </p:oleObj>
              </mc:Choice>
              <mc:Fallback>
                <p:oleObj name="" r:id="rId1" imgW="2538730" imgH="444500" progId="Equation.3">
                  <p:embed/>
                  <p:pic>
                    <p:nvPicPr>
                      <p:cNvPr id="0" name="图片 3459"/>
                      <p:cNvPicPr/>
                      <p:nvPr/>
                    </p:nvPicPr>
                    <p:blipFill>
                      <a:blip r:embed="rId2">
                        <a:clrChange>
                          <a:clrFrom>
                            <a:srgbClr val="000000"/>
                          </a:clrFrom>
                          <a:clrTo>
                            <a:srgbClr val="FFFFFF"/>
                          </a:clrTo>
                        </a:clrChange>
                      </a:blip>
                      <a:stretch>
                        <a:fillRect/>
                      </a:stretch>
                    </p:blipFill>
                    <p:spPr>
                      <a:xfrm>
                        <a:off x="2393950" y="404813"/>
                        <a:ext cx="5421313" cy="947737"/>
                      </a:xfrm>
                      <a:prstGeom prst="rect">
                        <a:avLst/>
                      </a:prstGeom>
                      <a:noFill/>
                      <a:ln w="38100">
                        <a:noFill/>
                        <a:miter/>
                      </a:ln>
                    </p:spPr>
                  </p:pic>
                </p:oleObj>
              </mc:Fallback>
            </mc:AlternateContent>
          </a:graphicData>
        </a:graphic>
      </p:graphicFrame>
      <p:sp>
        <p:nvSpPr>
          <p:cNvPr id="22531" name="Text Box 3"/>
          <p:cNvSpPr txBox="1"/>
          <p:nvPr/>
        </p:nvSpPr>
        <p:spPr>
          <a:xfrm>
            <a:off x="684213" y="620713"/>
            <a:ext cx="1296987" cy="519112"/>
          </a:xfrm>
          <a:prstGeom prst="rect">
            <a:avLst/>
          </a:prstGeom>
          <a:solidFill>
            <a:srgbClr val="A50021"/>
          </a:solidFill>
          <a:ln w="9525">
            <a:noFill/>
          </a:ln>
        </p:spPr>
        <p:txBody>
          <a:bodyPr>
            <a:spAutoFit/>
          </a:bodyPr>
          <a:p>
            <a:pPr>
              <a:spcBef>
                <a:spcPct val="50000"/>
              </a:spcBef>
            </a:pPr>
            <a:r>
              <a:rPr lang="zh-CN" altLang="en-US" dirty="0">
                <a:solidFill>
                  <a:schemeClr val="bg1"/>
                </a:solidFill>
                <a:latin typeface="Arial" panose="020B0604020202020204" pitchFamily="34" charset="0"/>
                <a:ea typeface="宋体" panose="02010600030101010101" pitchFamily="2" charset="-122"/>
              </a:rPr>
              <a:t>解法</a:t>
            </a:r>
            <a:r>
              <a:rPr lang="en-US" altLang="zh-CN" b="0" dirty="0">
                <a:solidFill>
                  <a:schemeClr val="bg1"/>
                </a:solidFill>
                <a:latin typeface="Times New Roman" panose="02020603050405020304" pitchFamily="18" charset="0"/>
                <a:ea typeface="宋体" panose="02010600030101010101" pitchFamily="2" charset="-122"/>
              </a:rPr>
              <a:t>2 </a:t>
            </a:r>
            <a:endParaRPr lang="en-US" altLang="zh-CN" b="0" dirty="0">
              <a:solidFill>
                <a:schemeClr val="bg1"/>
              </a:solidFill>
              <a:latin typeface="Times New Roman" panose="02020603050405020304" pitchFamily="18" charset="0"/>
              <a:ea typeface="宋体" panose="02010600030101010101" pitchFamily="2" charset="-122"/>
            </a:endParaRPr>
          </a:p>
        </p:txBody>
      </p:sp>
      <p:graphicFrame>
        <p:nvGraphicFramePr>
          <p:cNvPr id="22532" name="Object 4"/>
          <p:cNvGraphicFramePr/>
          <p:nvPr/>
        </p:nvGraphicFramePr>
        <p:xfrm>
          <a:off x="827088" y="1341438"/>
          <a:ext cx="3062287" cy="857250"/>
        </p:xfrm>
        <a:graphic>
          <a:graphicData uri="http://schemas.openxmlformats.org/presentationml/2006/ole">
            <mc:AlternateContent xmlns:mc="http://schemas.openxmlformats.org/markup-compatibility/2006">
              <mc:Choice xmlns:v="urn:schemas-microsoft-com:vml" Requires="v">
                <p:oleObj spid="_x0000_s3463" name="" r:id="rId3" imgW="1586865" imgH="444500" progId="Equation.3">
                  <p:embed/>
                </p:oleObj>
              </mc:Choice>
              <mc:Fallback>
                <p:oleObj name="" r:id="rId3" imgW="1586865" imgH="444500" progId="Equation.3">
                  <p:embed/>
                  <p:pic>
                    <p:nvPicPr>
                      <p:cNvPr id="0" name="图片 3462"/>
                      <p:cNvPicPr/>
                      <p:nvPr/>
                    </p:nvPicPr>
                    <p:blipFill>
                      <a:blip r:embed="rId4">
                        <a:clrChange>
                          <a:clrFrom>
                            <a:srgbClr val="000000"/>
                          </a:clrFrom>
                          <a:clrTo>
                            <a:srgbClr val="FFFFFF"/>
                          </a:clrTo>
                        </a:clrChange>
                      </a:blip>
                      <a:stretch>
                        <a:fillRect/>
                      </a:stretch>
                    </p:blipFill>
                    <p:spPr>
                      <a:xfrm>
                        <a:off x="827088" y="1341438"/>
                        <a:ext cx="3062287" cy="857250"/>
                      </a:xfrm>
                      <a:prstGeom prst="rect">
                        <a:avLst/>
                      </a:prstGeom>
                      <a:noFill/>
                      <a:ln w="38100">
                        <a:noFill/>
                        <a:miter/>
                      </a:ln>
                    </p:spPr>
                  </p:pic>
                </p:oleObj>
              </mc:Fallback>
            </mc:AlternateContent>
          </a:graphicData>
        </a:graphic>
      </p:graphicFrame>
      <p:sp>
        <p:nvSpPr>
          <p:cNvPr id="22533" name="Text Box 5"/>
          <p:cNvSpPr txBox="1"/>
          <p:nvPr/>
        </p:nvSpPr>
        <p:spPr>
          <a:xfrm>
            <a:off x="4140200" y="1412875"/>
            <a:ext cx="720725" cy="519113"/>
          </a:xfrm>
          <a:prstGeom prst="rect">
            <a:avLst/>
          </a:prstGeom>
          <a:noFill/>
          <a:ln w="9525">
            <a:noFill/>
          </a:ln>
        </p:spPr>
        <p:txBody>
          <a:bodyPr>
            <a:spAutoFit/>
          </a:bodyPr>
          <a:p>
            <a:pPr>
              <a:spcBef>
                <a:spcPct val="50000"/>
              </a:spcBef>
            </a:pPr>
            <a:r>
              <a:rPr lang="zh-CN" altLang="en-US" dirty="0">
                <a:latin typeface="Arial" panose="020B0604020202020204" pitchFamily="34" charset="0"/>
              </a:rPr>
              <a:t>又</a:t>
            </a:r>
            <a:endParaRPr lang="zh-CN" altLang="en-US" dirty="0">
              <a:latin typeface="Arial" panose="020B0604020202020204" pitchFamily="34" charset="0"/>
            </a:endParaRPr>
          </a:p>
        </p:txBody>
      </p:sp>
      <p:graphicFrame>
        <p:nvGraphicFramePr>
          <p:cNvPr id="22534" name="Object 6"/>
          <p:cNvGraphicFramePr/>
          <p:nvPr/>
        </p:nvGraphicFramePr>
        <p:xfrm>
          <a:off x="4932363" y="1412875"/>
          <a:ext cx="3076575" cy="663575"/>
        </p:xfrm>
        <a:graphic>
          <a:graphicData uri="http://schemas.openxmlformats.org/presentationml/2006/ole">
            <mc:AlternateContent xmlns:mc="http://schemas.openxmlformats.org/markup-compatibility/2006">
              <mc:Choice xmlns:v="urn:schemas-microsoft-com:vml" Requires="v">
                <p:oleObj spid="_x0000_s3464" name="" r:id="rId5" imgW="1306830" imgH="304800" progId="Equation.3">
                  <p:embed/>
                </p:oleObj>
              </mc:Choice>
              <mc:Fallback>
                <p:oleObj name="" r:id="rId5" imgW="1306830" imgH="304800" progId="Equation.3">
                  <p:embed/>
                  <p:pic>
                    <p:nvPicPr>
                      <p:cNvPr id="0" name="图片 3463"/>
                      <p:cNvPicPr/>
                      <p:nvPr/>
                    </p:nvPicPr>
                    <p:blipFill>
                      <a:blip r:embed="rId6">
                        <a:clrChange>
                          <a:clrFrom>
                            <a:srgbClr val="000000"/>
                          </a:clrFrom>
                          <a:clrTo>
                            <a:srgbClr val="FFFFFF"/>
                          </a:clrTo>
                        </a:clrChange>
                      </a:blip>
                      <a:stretch>
                        <a:fillRect/>
                      </a:stretch>
                    </p:blipFill>
                    <p:spPr>
                      <a:xfrm>
                        <a:off x="4932363" y="1412875"/>
                        <a:ext cx="3076575" cy="663575"/>
                      </a:xfrm>
                      <a:prstGeom prst="rect">
                        <a:avLst/>
                      </a:prstGeom>
                      <a:noFill/>
                      <a:ln w="38100">
                        <a:noFill/>
                        <a:miter/>
                      </a:ln>
                    </p:spPr>
                  </p:pic>
                </p:oleObj>
              </mc:Fallback>
            </mc:AlternateContent>
          </a:graphicData>
        </a:graphic>
      </p:graphicFrame>
      <p:sp>
        <p:nvSpPr>
          <p:cNvPr id="22535" name="Line 7"/>
          <p:cNvSpPr/>
          <p:nvPr/>
        </p:nvSpPr>
        <p:spPr>
          <a:xfrm>
            <a:off x="468313" y="2636838"/>
            <a:ext cx="647700" cy="0"/>
          </a:xfrm>
          <a:prstGeom prst="line">
            <a:avLst/>
          </a:prstGeom>
          <a:ln w="76200" cap="flat" cmpd="sng">
            <a:solidFill>
              <a:srgbClr val="0066FF"/>
            </a:solidFill>
            <a:prstDash val="solid"/>
            <a:headEnd type="none" w="med" len="med"/>
            <a:tailEnd type="triangle" w="med" len="med"/>
          </a:ln>
        </p:spPr>
      </p:sp>
      <p:graphicFrame>
        <p:nvGraphicFramePr>
          <p:cNvPr id="22536" name="Object 8"/>
          <p:cNvGraphicFramePr/>
          <p:nvPr/>
        </p:nvGraphicFramePr>
        <p:xfrm>
          <a:off x="1476375" y="2205038"/>
          <a:ext cx="6880225" cy="941387"/>
        </p:xfrm>
        <a:graphic>
          <a:graphicData uri="http://schemas.openxmlformats.org/presentationml/2006/ole">
            <mc:AlternateContent xmlns:mc="http://schemas.openxmlformats.org/markup-compatibility/2006">
              <mc:Choice xmlns:v="urn:schemas-microsoft-com:vml" Requires="v">
                <p:oleObj spid="_x0000_s3467" name="" r:id="rId7" imgW="3340100" imgH="457200" progId="Equation.3">
                  <p:embed/>
                </p:oleObj>
              </mc:Choice>
              <mc:Fallback>
                <p:oleObj name="" r:id="rId7" imgW="3340100" imgH="457200" progId="Equation.3">
                  <p:embed/>
                  <p:pic>
                    <p:nvPicPr>
                      <p:cNvPr id="0" name="图片 3466"/>
                      <p:cNvPicPr/>
                      <p:nvPr/>
                    </p:nvPicPr>
                    <p:blipFill>
                      <a:blip r:embed="rId8">
                        <a:clrChange>
                          <a:clrFrom>
                            <a:srgbClr val="000000"/>
                          </a:clrFrom>
                          <a:clrTo>
                            <a:srgbClr val="FFFFFF"/>
                          </a:clrTo>
                        </a:clrChange>
                      </a:blip>
                      <a:stretch>
                        <a:fillRect/>
                      </a:stretch>
                    </p:blipFill>
                    <p:spPr>
                      <a:xfrm>
                        <a:off x="1476375" y="2205038"/>
                        <a:ext cx="6880225" cy="941387"/>
                      </a:xfrm>
                      <a:prstGeom prst="rect">
                        <a:avLst/>
                      </a:prstGeom>
                      <a:noFill/>
                      <a:ln w="38100">
                        <a:noFill/>
                        <a:miter/>
                      </a:ln>
                    </p:spPr>
                  </p:pic>
                </p:oleObj>
              </mc:Fallback>
            </mc:AlternateContent>
          </a:graphicData>
        </a:graphic>
      </p:graphicFrame>
      <p:graphicFrame>
        <p:nvGraphicFramePr>
          <p:cNvPr id="22538" name="Object 10"/>
          <p:cNvGraphicFramePr/>
          <p:nvPr/>
        </p:nvGraphicFramePr>
        <p:xfrm>
          <a:off x="2019300" y="3382963"/>
          <a:ext cx="3089275" cy="460375"/>
        </p:xfrm>
        <a:graphic>
          <a:graphicData uri="http://schemas.openxmlformats.org/presentationml/2006/ole">
            <mc:AlternateContent xmlns:mc="http://schemas.openxmlformats.org/markup-compatibility/2006">
              <mc:Choice xmlns:v="urn:schemas-microsoft-com:vml" Requires="v">
                <p:oleObj spid="_x0000_s3465" name="" r:id="rId9" imgW="1445895" imgH="215900" progId="Equation.3">
                  <p:embed/>
                </p:oleObj>
              </mc:Choice>
              <mc:Fallback>
                <p:oleObj name="" r:id="rId9" imgW="1445895" imgH="215900" progId="Equation.3">
                  <p:embed/>
                  <p:pic>
                    <p:nvPicPr>
                      <p:cNvPr id="0" name="图片 3464"/>
                      <p:cNvPicPr/>
                      <p:nvPr/>
                    </p:nvPicPr>
                    <p:blipFill>
                      <a:blip r:embed="rId10">
                        <a:clrChange>
                          <a:clrFrom>
                            <a:srgbClr val="000000"/>
                          </a:clrFrom>
                          <a:clrTo>
                            <a:srgbClr val="FFFFFF"/>
                          </a:clrTo>
                        </a:clrChange>
                      </a:blip>
                      <a:stretch>
                        <a:fillRect/>
                      </a:stretch>
                    </p:blipFill>
                    <p:spPr>
                      <a:xfrm>
                        <a:off x="2019300" y="3382963"/>
                        <a:ext cx="3089275" cy="460375"/>
                      </a:xfrm>
                      <a:prstGeom prst="rect">
                        <a:avLst/>
                      </a:prstGeom>
                      <a:noFill/>
                      <a:ln w="38100">
                        <a:noFill/>
                        <a:miter/>
                      </a:ln>
                    </p:spPr>
                  </p:pic>
                </p:oleObj>
              </mc:Fallback>
            </mc:AlternateContent>
          </a:graphicData>
        </a:graphic>
      </p:graphicFrame>
      <p:sp>
        <p:nvSpPr>
          <p:cNvPr id="22539" name="Line 11"/>
          <p:cNvSpPr/>
          <p:nvPr/>
        </p:nvSpPr>
        <p:spPr>
          <a:xfrm>
            <a:off x="4211638" y="3683000"/>
            <a:ext cx="647700" cy="0"/>
          </a:xfrm>
          <a:prstGeom prst="line">
            <a:avLst/>
          </a:prstGeom>
          <a:ln w="76200" cap="flat" cmpd="sng">
            <a:solidFill>
              <a:srgbClr val="0066FF"/>
            </a:solidFill>
            <a:prstDash val="solid"/>
            <a:headEnd type="none" w="med" len="med"/>
            <a:tailEnd type="triangle" w="med" len="med"/>
          </a:ln>
        </p:spPr>
      </p:sp>
      <p:graphicFrame>
        <p:nvGraphicFramePr>
          <p:cNvPr id="22540" name="Object 12"/>
          <p:cNvGraphicFramePr/>
          <p:nvPr/>
        </p:nvGraphicFramePr>
        <p:xfrm>
          <a:off x="4859338" y="3179763"/>
          <a:ext cx="3767137" cy="974725"/>
        </p:xfrm>
        <a:graphic>
          <a:graphicData uri="http://schemas.openxmlformats.org/presentationml/2006/ole">
            <mc:AlternateContent xmlns:mc="http://schemas.openxmlformats.org/markup-compatibility/2006">
              <mc:Choice xmlns:v="urn:schemas-microsoft-com:vml" Requires="v">
                <p:oleObj spid="_x0000_s3461" name="" r:id="rId11" imgW="1765300" imgH="457200" progId="Equation.3">
                  <p:embed/>
                </p:oleObj>
              </mc:Choice>
              <mc:Fallback>
                <p:oleObj name="" r:id="rId11" imgW="1765300" imgH="457200" progId="Equation.3">
                  <p:embed/>
                  <p:pic>
                    <p:nvPicPr>
                      <p:cNvPr id="0" name="图片 3460"/>
                      <p:cNvPicPr/>
                      <p:nvPr/>
                    </p:nvPicPr>
                    <p:blipFill>
                      <a:blip r:embed="rId12">
                        <a:clrChange>
                          <a:clrFrom>
                            <a:srgbClr val="000000"/>
                          </a:clrFrom>
                          <a:clrTo>
                            <a:srgbClr val="FFFFFF"/>
                          </a:clrTo>
                        </a:clrChange>
                      </a:blip>
                      <a:stretch>
                        <a:fillRect/>
                      </a:stretch>
                    </p:blipFill>
                    <p:spPr>
                      <a:xfrm>
                        <a:off x="4859338" y="3179763"/>
                        <a:ext cx="3767137" cy="974725"/>
                      </a:xfrm>
                      <a:prstGeom prst="rect">
                        <a:avLst/>
                      </a:prstGeom>
                      <a:noFill/>
                      <a:ln w="38100">
                        <a:noFill/>
                        <a:miter/>
                      </a:ln>
                    </p:spPr>
                  </p:pic>
                </p:oleObj>
              </mc:Fallback>
            </mc:AlternateContent>
          </a:graphicData>
        </a:graphic>
      </p:graphicFrame>
      <p:graphicFrame>
        <p:nvGraphicFramePr>
          <p:cNvPr id="22541" name="Object 13"/>
          <p:cNvGraphicFramePr/>
          <p:nvPr/>
        </p:nvGraphicFramePr>
        <p:xfrm>
          <a:off x="1331913" y="3898900"/>
          <a:ext cx="2952750" cy="915988"/>
        </p:xfrm>
        <a:graphic>
          <a:graphicData uri="http://schemas.openxmlformats.org/presentationml/2006/ole">
            <mc:AlternateContent xmlns:mc="http://schemas.openxmlformats.org/markup-compatibility/2006">
              <mc:Choice xmlns:v="urn:schemas-microsoft-com:vml" Requires="v">
                <p:oleObj spid="_x0000_s3466" name="" r:id="rId13" imgW="1434465" imgH="444500" progId="Equation.3">
                  <p:embed/>
                </p:oleObj>
              </mc:Choice>
              <mc:Fallback>
                <p:oleObj name="" r:id="rId13" imgW="1434465" imgH="444500" progId="Equation.3">
                  <p:embed/>
                  <p:pic>
                    <p:nvPicPr>
                      <p:cNvPr id="0" name="图片 3465"/>
                      <p:cNvPicPr/>
                      <p:nvPr/>
                    </p:nvPicPr>
                    <p:blipFill>
                      <a:blip r:embed="rId14">
                        <a:clrChange>
                          <a:clrFrom>
                            <a:srgbClr val="000000"/>
                          </a:clrFrom>
                          <a:clrTo>
                            <a:srgbClr val="FFFFFF"/>
                          </a:clrTo>
                        </a:clrChange>
                      </a:blip>
                      <a:stretch>
                        <a:fillRect/>
                      </a:stretch>
                    </p:blipFill>
                    <p:spPr>
                      <a:xfrm>
                        <a:off x="1331913" y="3898900"/>
                        <a:ext cx="2952750" cy="915988"/>
                      </a:xfrm>
                      <a:prstGeom prst="rect">
                        <a:avLst/>
                      </a:prstGeom>
                      <a:noFill/>
                      <a:ln w="38100">
                        <a:noFill/>
                        <a:miter/>
                      </a:ln>
                    </p:spPr>
                  </p:pic>
                </p:oleObj>
              </mc:Fallback>
            </mc:AlternateContent>
          </a:graphicData>
        </a:graphic>
      </p:graphicFrame>
      <p:graphicFrame>
        <p:nvGraphicFramePr>
          <p:cNvPr id="22542" name="Object 14"/>
          <p:cNvGraphicFramePr/>
          <p:nvPr/>
        </p:nvGraphicFramePr>
        <p:xfrm>
          <a:off x="1146175" y="4835525"/>
          <a:ext cx="4978400" cy="598488"/>
        </p:xfrm>
        <a:graphic>
          <a:graphicData uri="http://schemas.openxmlformats.org/presentationml/2006/ole">
            <mc:AlternateContent xmlns:mc="http://schemas.openxmlformats.org/markup-compatibility/2006">
              <mc:Choice xmlns:v="urn:schemas-microsoft-com:vml" Requires="v">
                <p:oleObj spid="_x0000_s3462" name="" r:id="rId15" imgW="2206625" imgH="266065" progId="Equation.3">
                  <p:embed/>
                </p:oleObj>
              </mc:Choice>
              <mc:Fallback>
                <p:oleObj name="" r:id="rId15" imgW="2206625" imgH="266065" progId="Equation.3">
                  <p:embed/>
                  <p:pic>
                    <p:nvPicPr>
                      <p:cNvPr id="0" name="图片 3461"/>
                      <p:cNvPicPr/>
                      <p:nvPr/>
                    </p:nvPicPr>
                    <p:blipFill>
                      <a:blip r:embed="rId16">
                        <a:clrChange>
                          <a:clrFrom>
                            <a:srgbClr val="000000"/>
                          </a:clrFrom>
                          <a:clrTo>
                            <a:srgbClr val="FFFFFF"/>
                          </a:clrTo>
                        </a:clrChange>
                      </a:blip>
                      <a:stretch>
                        <a:fillRect/>
                      </a:stretch>
                    </p:blipFill>
                    <p:spPr>
                      <a:xfrm>
                        <a:off x="1146175" y="4835525"/>
                        <a:ext cx="4978400" cy="598488"/>
                      </a:xfrm>
                      <a:prstGeom prst="rect">
                        <a:avLst/>
                      </a:prstGeom>
                      <a:noFill/>
                      <a:ln w="38100">
                        <a:noFill/>
                        <a:miter/>
                      </a:ln>
                    </p:spPr>
                  </p:pic>
                </p:oleObj>
              </mc:Fallback>
            </mc:AlternateContent>
          </a:graphicData>
        </a:graphic>
      </p:graphicFrame>
      <p:graphicFrame>
        <p:nvGraphicFramePr>
          <p:cNvPr id="22543" name="Object 15"/>
          <p:cNvGraphicFramePr/>
          <p:nvPr/>
        </p:nvGraphicFramePr>
        <p:xfrm>
          <a:off x="1116013" y="5548313"/>
          <a:ext cx="5543550" cy="588962"/>
        </p:xfrm>
        <a:graphic>
          <a:graphicData uri="http://schemas.openxmlformats.org/presentationml/2006/ole">
            <mc:AlternateContent xmlns:mc="http://schemas.openxmlformats.org/markup-compatibility/2006">
              <mc:Choice xmlns:v="urn:schemas-microsoft-com:vml" Requires="v">
                <p:oleObj spid="_x0000_s3468" name="" r:id="rId17" imgW="2016760" imgH="215900" progId="Equation.3">
                  <p:embed/>
                </p:oleObj>
              </mc:Choice>
              <mc:Fallback>
                <p:oleObj name="" r:id="rId17" imgW="2016760" imgH="215900" progId="Equation.3">
                  <p:embed/>
                  <p:pic>
                    <p:nvPicPr>
                      <p:cNvPr id="0" name="图片 3467"/>
                      <p:cNvPicPr/>
                      <p:nvPr/>
                    </p:nvPicPr>
                    <p:blipFill>
                      <a:blip r:embed="rId18">
                        <a:clrChange>
                          <a:clrFrom>
                            <a:srgbClr val="000000"/>
                          </a:clrFrom>
                          <a:clrTo>
                            <a:srgbClr val="FFFFFF"/>
                          </a:clrTo>
                        </a:clrChange>
                      </a:blip>
                      <a:stretch>
                        <a:fillRect/>
                      </a:stretch>
                    </p:blipFill>
                    <p:spPr>
                      <a:xfrm>
                        <a:off x="1116013" y="5548313"/>
                        <a:ext cx="5543550" cy="588962"/>
                      </a:xfrm>
                      <a:prstGeom prst="rect">
                        <a:avLst/>
                      </a:prstGeom>
                      <a:noFill/>
                      <a:ln w="38100">
                        <a:noFill/>
                        <a:miter/>
                      </a:ln>
                    </p:spPr>
                  </p:pic>
                </p:oleObj>
              </mc:Fallback>
            </mc:AlternateContent>
          </a:graphicData>
        </a:graphic>
      </p:graphicFrame>
      <p:grpSp>
        <p:nvGrpSpPr>
          <p:cNvPr id="61455" name="Group 20"/>
          <p:cNvGrpSpPr/>
          <p:nvPr/>
        </p:nvGrpSpPr>
        <p:grpSpPr>
          <a:xfrm>
            <a:off x="8316913" y="6446838"/>
            <a:ext cx="792162" cy="366712"/>
            <a:chOff x="5193" y="4020"/>
            <a:chExt cx="499" cy="231"/>
          </a:xfrm>
        </p:grpSpPr>
        <p:pic>
          <p:nvPicPr>
            <p:cNvPr id="61463" name="Picture 21" descr="78900"/>
            <p:cNvPicPr>
              <a:picLocks noChangeAspect="1"/>
            </p:cNvPicPr>
            <p:nvPr/>
          </p:nvPicPr>
          <p:blipFill>
            <a:blip r:embed="rId19"/>
            <a:stretch>
              <a:fillRect/>
            </a:stretch>
          </p:blipFill>
          <p:spPr>
            <a:xfrm>
              <a:off x="5193" y="4066"/>
              <a:ext cx="499" cy="181"/>
            </a:xfrm>
            <a:prstGeom prst="rect">
              <a:avLst/>
            </a:prstGeom>
            <a:noFill/>
            <a:ln w="9525">
              <a:noFill/>
            </a:ln>
          </p:spPr>
        </p:pic>
        <p:sp>
          <p:nvSpPr>
            <p:cNvPr id="61464" name="Text Box 22">
              <a:hlinkClick r:id="" action="ppaction://hlinkshowjump?jump=nextslide"/>
            </p:cNvPr>
            <p:cNvSpPr txBox="1"/>
            <p:nvPr/>
          </p:nvSpPr>
          <p:spPr>
            <a:xfrm>
              <a:off x="5216" y="4020"/>
              <a:ext cx="476" cy="231"/>
            </a:xfrm>
            <a:prstGeom prst="rect">
              <a:avLst/>
            </a:prstGeom>
            <a:noFill/>
            <a:ln w="9525">
              <a:noFill/>
            </a:ln>
          </p:spPr>
          <p:txBody>
            <a:bodyPr wrap="none">
              <a:spAutoFit/>
            </a:bodyPr>
            <a:p>
              <a:pPr>
                <a:spcBef>
                  <a:spcPct val="50000"/>
                </a:spcBef>
              </a:pPr>
              <a:r>
                <a:rPr lang="zh-CN" altLang="en-US" sz="1800" b="0" dirty="0">
                  <a:solidFill>
                    <a:schemeClr val="bg1"/>
                  </a:solidFill>
                  <a:latin typeface="隶书" panose="02010509060101010101" pitchFamily="49" charset="-122"/>
                  <a:ea typeface="隶书" panose="02010509060101010101" pitchFamily="49" charset="-122"/>
                </a:rPr>
                <a:t>下 页</a:t>
              </a:r>
              <a:endParaRPr lang="zh-CN" altLang="en-US" sz="1800" b="0" dirty="0">
                <a:solidFill>
                  <a:schemeClr val="bg1"/>
                </a:solidFill>
                <a:latin typeface="隶书" panose="02010509060101010101" pitchFamily="49" charset="-122"/>
                <a:ea typeface="隶书" panose="02010509060101010101" pitchFamily="49" charset="-122"/>
              </a:endParaRPr>
            </a:p>
          </p:txBody>
        </p:sp>
      </p:grpSp>
      <p:grpSp>
        <p:nvGrpSpPr>
          <p:cNvPr id="61456" name="Group 23"/>
          <p:cNvGrpSpPr/>
          <p:nvPr/>
        </p:nvGrpSpPr>
        <p:grpSpPr>
          <a:xfrm>
            <a:off x="7453313" y="6446838"/>
            <a:ext cx="792162" cy="366712"/>
            <a:chOff x="4649" y="4020"/>
            <a:chExt cx="499" cy="231"/>
          </a:xfrm>
        </p:grpSpPr>
        <p:pic>
          <p:nvPicPr>
            <p:cNvPr id="61461" name="Picture 24" descr="78900"/>
            <p:cNvPicPr>
              <a:picLocks noChangeAspect="1"/>
            </p:cNvPicPr>
            <p:nvPr/>
          </p:nvPicPr>
          <p:blipFill>
            <a:blip r:embed="rId19"/>
            <a:stretch>
              <a:fillRect/>
            </a:stretch>
          </p:blipFill>
          <p:spPr>
            <a:xfrm>
              <a:off x="4649" y="4066"/>
              <a:ext cx="499" cy="181"/>
            </a:xfrm>
            <a:prstGeom prst="rect">
              <a:avLst/>
            </a:prstGeom>
            <a:noFill/>
            <a:ln w="9525">
              <a:noFill/>
            </a:ln>
          </p:spPr>
        </p:pic>
        <p:sp>
          <p:nvSpPr>
            <p:cNvPr id="61462" name="Text Box 25">
              <a:hlinkClick r:id="" action="ppaction://hlinkshowjump?jump=previousslide"/>
            </p:cNvPr>
            <p:cNvSpPr txBox="1"/>
            <p:nvPr/>
          </p:nvSpPr>
          <p:spPr>
            <a:xfrm>
              <a:off x="4672" y="4020"/>
              <a:ext cx="476" cy="231"/>
            </a:xfrm>
            <a:prstGeom prst="rect">
              <a:avLst/>
            </a:prstGeom>
            <a:noFill/>
            <a:ln w="9525">
              <a:noFill/>
            </a:ln>
          </p:spPr>
          <p:txBody>
            <a:bodyPr wrap="none">
              <a:spAutoFit/>
            </a:bodyPr>
            <a:p>
              <a:pPr>
                <a:spcBef>
                  <a:spcPct val="50000"/>
                </a:spcBef>
              </a:pPr>
              <a:r>
                <a:rPr lang="zh-CN" altLang="en-US" sz="1800" b="0" dirty="0">
                  <a:solidFill>
                    <a:schemeClr val="bg1"/>
                  </a:solidFill>
                  <a:latin typeface="隶书" panose="02010509060101010101" pitchFamily="49" charset="-122"/>
                  <a:ea typeface="隶书" panose="02010509060101010101" pitchFamily="49" charset="-122"/>
                </a:rPr>
                <a:t>上 页</a:t>
              </a:r>
              <a:endParaRPr lang="zh-CN" altLang="en-US" sz="1800" b="0" dirty="0">
                <a:solidFill>
                  <a:schemeClr val="bg1"/>
                </a:solidFill>
                <a:latin typeface="隶书" panose="02010509060101010101" pitchFamily="49" charset="-122"/>
                <a:ea typeface="隶书" panose="02010509060101010101" pitchFamily="49" charset="-122"/>
              </a:endParaRPr>
            </a:p>
          </p:txBody>
        </p:sp>
      </p:grpSp>
      <p:sp>
        <p:nvSpPr>
          <p:cNvPr id="22557" name="Text Box 29"/>
          <p:cNvSpPr txBox="1"/>
          <p:nvPr/>
        </p:nvSpPr>
        <p:spPr>
          <a:xfrm>
            <a:off x="611188" y="3324225"/>
            <a:ext cx="1296987" cy="519113"/>
          </a:xfrm>
          <a:prstGeom prst="rect">
            <a:avLst/>
          </a:prstGeom>
          <a:solidFill>
            <a:srgbClr val="A50021"/>
          </a:solidFill>
          <a:ln w="9525">
            <a:noFill/>
          </a:ln>
        </p:spPr>
        <p:txBody>
          <a:bodyPr>
            <a:spAutoFit/>
          </a:bodyPr>
          <a:p>
            <a:pPr>
              <a:spcBef>
                <a:spcPct val="50000"/>
              </a:spcBef>
            </a:pPr>
            <a:r>
              <a:rPr lang="zh-CN" altLang="en-US" dirty="0">
                <a:solidFill>
                  <a:schemeClr val="bg1"/>
                </a:solidFill>
                <a:latin typeface="Arial" panose="020B0604020202020204" pitchFamily="34" charset="0"/>
                <a:ea typeface="宋体" panose="02010600030101010101" pitchFamily="2" charset="-122"/>
              </a:rPr>
              <a:t>解法 </a:t>
            </a:r>
            <a:r>
              <a:rPr lang="en-US" altLang="zh-CN" b="0" dirty="0">
                <a:solidFill>
                  <a:schemeClr val="bg1"/>
                </a:solidFill>
                <a:latin typeface="Times New Roman" panose="02020603050405020304" pitchFamily="18" charset="0"/>
                <a:ea typeface="宋体" panose="02010600030101010101" pitchFamily="2" charset="-122"/>
              </a:rPr>
              <a:t>3 </a:t>
            </a:r>
            <a:endParaRPr lang="en-US" altLang="zh-CN" b="0" dirty="0">
              <a:solidFill>
                <a:schemeClr val="bg1"/>
              </a:solidFill>
              <a:latin typeface="Times New Roman" panose="02020603050405020304" pitchFamily="18" charset="0"/>
              <a:ea typeface="宋体" panose="02010600030101010101" pitchFamily="2" charset="-122"/>
            </a:endParaRPr>
          </a:p>
        </p:txBody>
      </p:sp>
      <p:grpSp>
        <p:nvGrpSpPr>
          <p:cNvPr id="61458" name="Group 33"/>
          <p:cNvGrpSpPr/>
          <p:nvPr/>
        </p:nvGrpSpPr>
        <p:grpSpPr>
          <a:xfrm>
            <a:off x="6588125" y="6446838"/>
            <a:ext cx="792163" cy="366712"/>
            <a:chOff x="4649" y="4020"/>
            <a:chExt cx="499" cy="231"/>
          </a:xfrm>
        </p:grpSpPr>
        <p:pic>
          <p:nvPicPr>
            <p:cNvPr id="61459" name="Picture 34" descr="78900"/>
            <p:cNvPicPr>
              <a:picLocks noChangeAspect="1"/>
            </p:cNvPicPr>
            <p:nvPr/>
          </p:nvPicPr>
          <p:blipFill>
            <a:blip r:embed="rId19"/>
            <a:stretch>
              <a:fillRect/>
            </a:stretch>
          </p:blipFill>
          <p:spPr>
            <a:xfrm>
              <a:off x="4649" y="4066"/>
              <a:ext cx="499" cy="181"/>
            </a:xfrm>
            <a:prstGeom prst="rect">
              <a:avLst/>
            </a:prstGeom>
            <a:noFill/>
            <a:ln w="9525">
              <a:noFill/>
            </a:ln>
          </p:spPr>
        </p:pic>
        <p:sp>
          <p:nvSpPr>
            <p:cNvPr id="61460" name="Text Box 35">
              <a:hlinkClick r:id="" action="ppaction://hlinkshowjump?jump=firstslide"/>
            </p:cNvPr>
            <p:cNvSpPr txBox="1"/>
            <p:nvPr/>
          </p:nvSpPr>
          <p:spPr>
            <a:xfrm>
              <a:off x="4672" y="4020"/>
              <a:ext cx="476" cy="231"/>
            </a:xfrm>
            <a:prstGeom prst="rect">
              <a:avLst/>
            </a:prstGeom>
            <a:noFill/>
            <a:ln w="9525">
              <a:noFill/>
            </a:ln>
          </p:spPr>
          <p:txBody>
            <a:bodyPr wrap="none">
              <a:spAutoFit/>
            </a:bodyPr>
            <a:p>
              <a:pPr>
                <a:spcBef>
                  <a:spcPct val="50000"/>
                </a:spcBef>
              </a:pPr>
              <a:r>
                <a:rPr lang="zh-CN" altLang="en-US" sz="1800" b="0" dirty="0">
                  <a:solidFill>
                    <a:schemeClr val="bg1"/>
                  </a:solidFill>
                  <a:latin typeface="隶书" panose="02010509060101010101" pitchFamily="49" charset="-122"/>
                  <a:ea typeface="隶书" panose="02010509060101010101" pitchFamily="49" charset="-122"/>
                </a:rPr>
                <a:t>返 回</a:t>
              </a:r>
              <a:endParaRPr lang="zh-CN" altLang="en-US" sz="1800" b="0" dirty="0">
                <a:solidFill>
                  <a:schemeClr val="bg1"/>
                </a:solidFill>
                <a:latin typeface="隶书" panose="02010509060101010101" pitchFamily="49" charset="-122"/>
                <a:ea typeface="隶书" panose="02010509060101010101" pitchFamily="49" charset="-122"/>
              </a:endParaRP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grpId="0" nodeType="withEffect">
                                  <p:stCondLst>
                                    <p:cond delay="0"/>
                                  </p:stCondLst>
                                  <p:childTnLst>
                                    <p:set>
                                      <p:cBhvr>
                                        <p:cTn id="6" dur="1" fill="hold">
                                          <p:stCondLst>
                                            <p:cond delay="0"/>
                                          </p:stCondLst>
                                        </p:cTn>
                                        <p:tgtEl>
                                          <p:spTgt spid="22531"/>
                                        </p:tgtEl>
                                        <p:attrNameLst>
                                          <p:attrName>style.visibility</p:attrName>
                                        </p:attrNameLst>
                                      </p:cBhvr>
                                      <p:to>
                                        <p:strVal val="visible"/>
                                      </p:to>
                                    </p:set>
                                    <p:anim calcmode="lin" valueType="num">
                                      <p:cBhvr additive="base">
                                        <p:cTn id="7" dur="500" fill="hold"/>
                                        <p:tgtEl>
                                          <p:spTgt spid="22531"/>
                                        </p:tgtEl>
                                        <p:attrNameLst>
                                          <p:attrName>ppt_x</p:attrName>
                                        </p:attrNameLst>
                                      </p:cBhvr>
                                      <p:tavLst>
                                        <p:tav tm="0">
                                          <p:val>
                                            <p:strVal val="0-#ppt_w/2"/>
                                          </p:val>
                                        </p:tav>
                                        <p:tav tm="100000">
                                          <p:val>
                                            <p:strVal val="#ppt_x"/>
                                          </p:val>
                                        </p:tav>
                                      </p:tavLst>
                                    </p:anim>
                                    <p:anim calcmode="lin" valueType="num">
                                      <p:cBhvr additive="base">
                                        <p:cTn id="8" dur="500" fill="hold"/>
                                        <p:tgtEl>
                                          <p:spTgt spid="22531"/>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17" presetClass="entr" presetSubtype="1" fill="hold" nodeType="clickEffect">
                                  <p:stCondLst>
                                    <p:cond delay="0"/>
                                  </p:stCondLst>
                                  <p:childTnLst>
                                    <p:set>
                                      <p:cBhvr>
                                        <p:cTn id="12" dur="1" fill="hold">
                                          <p:stCondLst>
                                            <p:cond delay="0"/>
                                          </p:stCondLst>
                                        </p:cTn>
                                        <p:tgtEl>
                                          <p:spTgt spid="22530"/>
                                        </p:tgtEl>
                                        <p:attrNameLst>
                                          <p:attrName>style.visibility</p:attrName>
                                        </p:attrNameLst>
                                      </p:cBhvr>
                                      <p:to>
                                        <p:strVal val="visible"/>
                                      </p:to>
                                    </p:set>
                                    <p:anim calcmode="lin" valueType="num">
                                      <p:cBhvr>
                                        <p:cTn id="13" dur="500" fill="hold"/>
                                        <p:tgtEl>
                                          <p:spTgt spid="22530"/>
                                        </p:tgtEl>
                                        <p:attrNameLst>
                                          <p:attrName>ppt_x</p:attrName>
                                        </p:attrNameLst>
                                      </p:cBhvr>
                                      <p:tavLst>
                                        <p:tav tm="0">
                                          <p:val>
                                            <p:strVal val="#ppt_x"/>
                                          </p:val>
                                        </p:tav>
                                        <p:tav tm="100000">
                                          <p:val>
                                            <p:strVal val="#ppt_x"/>
                                          </p:val>
                                        </p:tav>
                                      </p:tavLst>
                                    </p:anim>
                                    <p:anim calcmode="lin" valueType="num">
                                      <p:cBhvr>
                                        <p:cTn id="14" dur="500" fill="hold"/>
                                        <p:tgtEl>
                                          <p:spTgt spid="22530"/>
                                        </p:tgtEl>
                                        <p:attrNameLst>
                                          <p:attrName>ppt_y</p:attrName>
                                        </p:attrNameLst>
                                      </p:cBhvr>
                                      <p:tavLst>
                                        <p:tav tm="0">
                                          <p:val>
                                            <p:strVal val="#ppt_y-#ppt_h/2"/>
                                          </p:val>
                                        </p:tav>
                                        <p:tav tm="100000">
                                          <p:val>
                                            <p:strVal val="#ppt_y"/>
                                          </p:val>
                                        </p:tav>
                                      </p:tavLst>
                                    </p:anim>
                                    <p:anim calcmode="lin" valueType="num">
                                      <p:cBhvr>
                                        <p:cTn id="15" dur="500" fill="hold"/>
                                        <p:tgtEl>
                                          <p:spTgt spid="22530"/>
                                        </p:tgtEl>
                                        <p:attrNameLst>
                                          <p:attrName>ppt_w</p:attrName>
                                        </p:attrNameLst>
                                      </p:cBhvr>
                                      <p:tavLst>
                                        <p:tav tm="0">
                                          <p:val>
                                            <p:strVal val="#ppt_w"/>
                                          </p:val>
                                        </p:tav>
                                        <p:tav tm="100000">
                                          <p:val>
                                            <p:strVal val="#ppt_w"/>
                                          </p:val>
                                        </p:tav>
                                      </p:tavLst>
                                    </p:anim>
                                    <p:anim calcmode="lin" valueType="num">
                                      <p:cBhvr>
                                        <p:cTn id="16" dur="500" fill="hold"/>
                                        <p:tgtEl>
                                          <p:spTgt spid="22530"/>
                                        </p:tgtEl>
                                        <p:attrNameLst>
                                          <p:attrName>ppt_h</p:attrName>
                                        </p:attrNameLst>
                                      </p:cBhvr>
                                      <p:tavLst>
                                        <p:tav tm="0">
                                          <p:val>
                                            <p:fltVal val="0.000000"/>
                                          </p:val>
                                        </p:tav>
                                        <p:tav tm="100000">
                                          <p:val>
                                            <p:strVal val="#ppt_h"/>
                                          </p:val>
                                        </p:tav>
                                      </p:tavLst>
                                    </p:anim>
                                  </p:childTnLst>
                                </p:cTn>
                              </p:par>
                            </p:childTnLst>
                          </p:cTn>
                        </p:par>
                      </p:childTnLst>
                    </p:cTn>
                  </p:par>
                  <p:par>
                    <p:cTn id="17" fill="hold">
                      <p:stCondLst>
                        <p:cond delay="indefinite"/>
                      </p:stCondLst>
                      <p:childTnLst>
                        <p:par>
                          <p:cTn id="18" fill="hold">
                            <p:stCondLst>
                              <p:cond delay="0"/>
                            </p:stCondLst>
                            <p:childTnLst>
                              <p:par>
                                <p:cTn id="19" presetID="22" presetClass="entr" presetSubtype="8" fill="hold" nodeType="clickEffect">
                                  <p:stCondLst>
                                    <p:cond delay="0"/>
                                  </p:stCondLst>
                                  <p:childTnLst>
                                    <p:set>
                                      <p:cBhvr>
                                        <p:cTn id="20" dur="1" fill="hold">
                                          <p:stCondLst>
                                            <p:cond delay="0"/>
                                          </p:stCondLst>
                                        </p:cTn>
                                        <p:tgtEl>
                                          <p:spTgt spid="22532"/>
                                        </p:tgtEl>
                                        <p:attrNameLst>
                                          <p:attrName>style.visibility</p:attrName>
                                        </p:attrNameLst>
                                      </p:cBhvr>
                                      <p:to>
                                        <p:strVal val="visible"/>
                                      </p:to>
                                    </p:set>
                                    <p:animEffect transition="in" filter="wipe(left)">
                                      <p:cBhvr>
                                        <p:cTn id="21" dur="2000"/>
                                        <p:tgtEl>
                                          <p:spTgt spid="22532"/>
                                        </p:tgtEl>
                                      </p:cBhvr>
                                    </p:animEffect>
                                  </p:childTnLst>
                                </p:cTn>
                              </p:par>
                            </p:childTnLst>
                          </p:cTn>
                        </p:par>
                      </p:childTnLst>
                    </p:cTn>
                  </p:par>
                  <p:par>
                    <p:cTn id="22" fill="hold">
                      <p:stCondLst>
                        <p:cond delay="indefinite"/>
                      </p:stCondLst>
                      <p:childTnLst>
                        <p:par>
                          <p:cTn id="23" fill="hold">
                            <p:stCondLst>
                              <p:cond delay="0"/>
                            </p:stCondLst>
                            <p:childTnLst>
                              <p:par>
                                <p:cTn id="24" presetID="12" presetClass="entr" presetSubtype="1" fill="hold" grpId="0" nodeType="clickEffect">
                                  <p:stCondLst>
                                    <p:cond delay="0"/>
                                  </p:stCondLst>
                                  <p:childTnLst>
                                    <p:set>
                                      <p:cBhvr>
                                        <p:cTn id="25" dur="1" fill="hold">
                                          <p:stCondLst>
                                            <p:cond delay="0"/>
                                          </p:stCondLst>
                                        </p:cTn>
                                        <p:tgtEl>
                                          <p:spTgt spid="22533"/>
                                        </p:tgtEl>
                                        <p:attrNameLst>
                                          <p:attrName>style.visibility</p:attrName>
                                        </p:attrNameLst>
                                      </p:cBhvr>
                                      <p:to>
                                        <p:strVal val="visible"/>
                                      </p:to>
                                    </p:set>
                                    <p:animEffect transition="in" filter="slide(fromTop)">
                                      <p:cBhvr>
                                        <p:cTn id="26" dur="500"/>
                                        <p:tgtEl>
                                          <p:spTgt spid="22533"/>
                                        </p:tgtEl>
                                      </p:cBhvr>
                                    </p:animEffect>
                                  </p:childTnLst>
                                </p:cTn>
                              </p:par>
                            </p:childTnLst>
                          </p:cTn>
                        </p:par>
                        <p:par>
                          <p:cTn id="27" fill="hold">
                            <p:stCondLst>
                              <p:cond delay="500"/>
                            </p:stCondLst>
                            <p:childTnLst>
                              <p:par>
                                <p:cTn id="28" presetID="17" presetClass="entr" presetSubtype="1" fill="hold" nodeType="afterEffect">
                                  <p:stCondLst>
                                    <p:cond delay="0"/>
                                  </p:stCondLst>
                                  <p:childTnLst>
                                    <p:set>
                                      <p:cBhvr>
                                        <p:cTn id="29" dur="1" fill="hold">
                                          <p:stCondLst>
                                            <p:cond delay="0"/>
                                          </p:stCondLst>
                                        </p:cTn>
                                        <p:tgtEl>
                                          <p:spTgt spid="22534"/>
                                        </p:tgtEl>
                                        <p:attrNameLst>
                                          <p:attrName>style.visibility</p:attrName>
                                        </p:attrNameLst>
                                      </p:cBhvr>
                                      <p:to>
                                        <p:strVal val="visible"/>
                                      </p:to>
                                    </p:set>
                                    <p:anim calcmode="lin" valueType="num">
                                      <p:cBhvr>
                                        <p:cTn id="30" dur="500" fill="hold"/>
                                        <p:tgtEl>
                                          <p:spTgt spid="22534"/>
                                        </p:tgtEl>
                                        <p:attrNameLst>
                                          <p:attrName>ppt_x</p:attrName>
                                        </p:attrNameLst>
                                      </p:cBhvr>
                                      <p:tavLst>
                                        <p:tav tm="0">
                                          <p:val>
                                            <p:strVal val="#ppt_x"/>
                                          </p:val>
                                        </p:tav>
                                        <p:tav tm="100000">
                                          <p:val>
                                            <p:strVal val="#ppt_x"/>
                                          </p:val>
                                        </p:tav>
                                      </p:tavLst>
                                    </p:anim>
                                    <p:anim calcmode="lin" valueType="num">
                                      <p:cBhvr>
                                        <p:cTn id="31" dur="500" fill="hold"/>
                                        <p:tgtEl>
                                          <p:spTgt spid="22534"/>
                                        </p:tgtEl>
                                        <p:attrNameLst>
                                          <p:attrName>ppt_y</p:attrName>
                                        </p:attrNameLst>
                                      </p:cBhvr>
                                      <p:tavLst>
                                        <p:tav tm="0">
                                          <p:val>
                                            <p:strVal val="#ppt_y-#ppt_h/2"/>
                                          </p:val>
                                        </p:tav>
                                        <p:tav tm="100000">
                                          <p:val>
                                            <p:strVal val="#ppt_y"/>
                                          </p:val>
                                        </p:tav>
                                      </p:tavLst>
                                    </p:anim>
                                    <p:anim calcmode="lin" valueType="num">
                                      <p:cBhvr>
                                        <p:cTn id="32" dur="500" fill="hold"/>
                                        <p:tgtEl>
                                          <p:spTgt spid="22534"/>
                                        </p:tgtEl>
                                        <p:attrNameLst>
                                          <p:attrName>ppt_w</p:attrName>
                                        </p:attrNameLst>
                                      </p:cBhvr>
                                      <p:tavLst>
                                        <p:tav tm="0">
                                          <p:val>
                                            <p:strVal val="#ppt_w"/>
                                          </p:val>
                                        </p:tav>
                                        <p:tav tm="100000">
                                          <p:val>
                                            <p:strVal val="#ppt_w"/>
                                          </p:val>
                                        </p:tav>
                                      </p:tavLst>
                                    </p:anim>
                                    <p:anim calcmode="lin" valueType="num">
                                      <p:cBhvr>
                                        <p:cTn id="33" dur="500" fill="hold"/>
                                        <p:tgtEl>
                                          <p:spTgt spid="22534"/>
                                        </p:tgtEl>
                                        <p:attrNameLst>
                                          <p:attrName>ppt_h</p:attrName>
                                        </p:attrNameLst>
                                      </p:cBhvr>
                                      <p:tavLst>
                                        <p:tav tm="0">
                                          <p:val>
                                            <p:fltVal val="0.000000"/>
                                          </p:val>
                                        </p:tav>
                                        <p:tav tm="100000">
                                          <p:val>
                                            <p:strVal val="#ppt_h"/>
                                          </p:val>
                                        </p:tav>
                                      </p:tavLst>
                                    </p:anim>
                                  </p:childTnLst>
                                </p:cTn>
                              </p:par>
                            </p:childTnLst>
                          </p:cTn>
                        </p:par>
                      </p:childTnLst>
                    </p:cTn>
                  </p:par>
                  <p:par>
                    <p:cTn id="34" fill="hold">
                      <p:stCondLst>
                        <p:cond delay="indefinite"/>
                      </p:stCondLst>
                      <p:childTnLst>
                        <p:par>
                          <p:cTn id="35" fill="hold">
                            <p:stCondLst>
                              <p:cond delay="0"/>
                            </p:stCondLst>
                            <p:childTnLst>
                              <p:par>
                                <p:cTn id="36" presetID="12" presetClass="entr" presetSubtype="8" fill="hold" nodeType="clickEffect">
                                  <p:stCondLst>
                                    <p:cond delay="0"/>
                                  </p:stCondLst>
                                  <p:childTnLst>
                                    <p:set>
                                      <p:cBhvr>
                                        <p:cTn id="37" dur="1" fill="hold">
                                          <p:stCondLst>
                                            <p:cond delay="0"/>
                                          </p:stCondLst>
                                        </p:cTn>
                                        <p:tgtEl>
                                          <p:spTgt spid="22535"/>
                                        </p:tgtEl>
                                        <p:attrNameLst>
                                          <p:attrName>style.visibility</p:attrName>
                                        </p:attrNameLst>
                                      </p:cBhvr>
                                      <p:to>
                                        <p:strVal val="visible"/>
                                      </p:to>
                                    </p:set>
                                    <p:animEffect transition="in" filter="slide(fromLeft)">
                                      <p:cBhvr>
                                        <p:cTn id="38" dur="500"/>
                                        <p:tgtEl>
                                          <p:spTgt spid="22535"/>
                                        </p:tgtEl>
                                      </p:cBhvr>
                                    </p:animEffect>
                                  </p:childTnLst>
                                </p:cTn>
                              </p:par>
                            </p:childTnLst>
                          </p:cTn>
                        </p:par>
                        <p:par>
                          <p:cTn id="39" fill="hold">
                            <p:stCondLst>
                              <p:cond delay="500"/>
                            </p:stCondLst>
                            <p:childTnLst>
                              <p:par>
                                <p:cTn id="40" presetID="22" presetClass="entr" presetSubtype="8" fill="hold" nodeType="afterEffect">
                                  <p:stCondLst>
                                    <p:cond delay="0"/>
                                  </p:stCondLst>
                                  <p:childTnLst>
                                    <p:set>
                                      <p:cBhvr>
                                        <p:cTn id="41" dur="1" fill="hold">
                                          <p:stCondLst>
                                            <p:cond delay="0"/>
                                          </p:stCondLst>
                                        </p:cTn>
                                        <p:tgtEl>
                                          <p:spTgt spid="22536"/>
                                        </p:tgtEl>
                                        <p:attrNameLst>
                                          <p:attrName>style.visibility</p:attrName>
                                        </p:attrNameLst>
                                      </p:cBhvr>
                                      <p:to>
                                        <p:strVal val="visible"/>
                                      </p:to>
                                    </p:set>
                                    <p:animEffect transition="in" filter="wipe(left)">
                                      <p:cBhvr>
                                        <p:cTn id="42" dur="2000"/>
                                        <p:tgtEl>
                                          <p:spTgt spid="22536"/>
                                        </p:tgtEl>
                                      </p:cBhvr>
                                    </p:animEffect>
                                  </p:childTnLst>
                                </p:cTn>
                              </p:par>
                            </p:childTnLst>
                          </p:cTn>
                        </p:par>
                      </p:childTnLst>
                    </p:cTn>
                  </p:par>
                  <p:par>
                    <p:cTn id="43" fill="hold">
                      <p:stCondLst>
                        <p:cond delay="indefinite"/>
                      </p:stCondLst>
                      <p:childTnLst>
                        <p:par>
                          <p:cTn id="44" fill="hold">
                            <p:stCondLst>
                              <p:cond delay="0"/>
                            </p:stCondLst>
                            <p:childTnLst>
                              <p:par>
                                <p:cTn id="45" presetID="2" presetClass="entr" presetSubtype="8" fill="hold" grpId="0" nodeType="clickEffect">
                                  <p:stCondLst>
                                    <p:cond delay="0"/>
                                  </p:stCondLst>
                                  <p:childTnLst>
                                    <p:set>
                                      <p:cBhvr>
                                        <p:cTn id="46" dur="1" fill="hold">
                                          <p:stCondLst>
                                            <p:cond delay="0"/>
                                          </p:stCondLst>
                                        </p:cTn>
                                        <p:tgtEl>
                                          <p:spTgt spid="22557"/>
                                        </p:tgtEl>
                                        <p:attrNameLst>
                                          <p:attrName>style.visibility</p:attrName>
                                        </p:attrNameLst>
                                      </p:cBhvr>
                                      <p:to>
                                        <p:strVal val="visible"/>
                                      </p:to>
                                    </p:set>
                                    <p:anim calcmode="lin" valueType="num">
                                      <p:cBhvr additive="base">
                                        <p:cTn id="47" dur="500" fill="hold"/>
                                        <p:tgtEl>
                                          <p:spTgt spid="22557"/>
                                        </p:tgtEl>
                                        <p:attrNameLst>
                                          <p:attrName>ppt_x</p:attrName>
                                        </p:attrNameLst>
                                      </p:cBhvr>
                                      <p:tavLst>
                                        <p:tav tm="0">
                                          <p:val>
                                            <p:strVal val="0-#ppt_w/2"/>
                                          </p:val>
                                        </p:tav>
                                        <p:tav tm="100000">
                                          <p:val>
                                            <p:strVal val="#ppt_x"/>
                                          </p:val>
                                        </p:tav>
                                      </p:tavLst>
                                    </p:anim>
                                    <p:anim calcmode="lin" valueType="num">
                                      <p:cBhvr additive="base">
                                        <p:cTn id="48" dur="500" fill="hold"/>
                                        <p:tgtEl>
                                          <p:spTgt spid="22557"/>
                                        </p:tgtEl>
                                        <p:attrNameLst>
                                          <p:attrName>ppt_y</p:attrName>
                                        </p:attrNameLst>
                                      </p:cBhvr>
                                      <p:tavLst>
                                        <p:tav tm="0">
                                          <p:val>
                                            <p:strVal val="#ppt_y"/>
                                          </p:val>
                                        </p:tav>
                                        <p:tav tm="100000">
                                          <p:val>
                                            <p:strVal val="#ppt_y"/>
                                          </p:val>
                                        </p:tav>
                                      </p:tavLst>
                                    </p:anim>
                                  </p:childTnLst>
                                </p:cTn>
                              </p:par>
                            </p:childTnLst>
                          </p:cTn>
                        </p:par>
                      </p:childTnLst>
                    </p:cTn>
                  </p:par>
                  <p:par>
                    <p:cTn id="49" fill="hold">
                      <p:stCondLst>
                        <p:cond delay="indefinite"/>
                      </p:stCondLst>
                      <p:childTnLst>
                        <p:par>
                          <p:cTn id="50" fill="hold">
                            <p:stCondLst>
                              <p:cond delay="0"/>
                            </p:stCondLst>
                            <p:childTnLst>
                              <p:par>
                                <p:cTn id="51" presetID="17" presetClass="entr" presetSubtype="1" fill="hold" nodeType="clickEffect">
                                  <p:stCondLst>
                                    <p:cond delay="0"/>
                                  </p:stCondLst>
                                  <p:childTnLst>
                                    <p:set>
                                      <p:cBhvr>
                                        <p:cTn id="52" dur="1" fill="hold">
                                          <p:stCondLst>
                                            <p:cond delay="0"/>
                                          </p:stCondLst>
                                        </p:cTn>
                                        <p:tgtEl>
                                          <p:spTgt spid="22538"/>
                                        </p:tgtEl>
                                        <p:attrNameLst>
                                          <p:attrName>style.visibility</p:attrName>
                                        </p:attrNameLst>
                                      </p:cBhvr>
                                      <p:to>
                                        <p:strVal val="visible"/>
                                      </p:to>
                                    </p:set>
                                    <p:anim calcmode="lin" valueType="num">
                                      <p:cBhvr>
                                        <p:cTn id="53" dur="500" fill="hold"/>
                                        <p:tgtEl>
                                          <p:spTgt spid="22538"/>
                                        </p:tgtEl>
                                        <p:attrNameLst>
                                          <p:attrName>ppt_x</p:attrName>
                                        </p:attrNameLst>
                                      </p:cBhvr>
                                      <p:tavLst>
                                        <p:tav tm="0">
                                          <p:val>
                                            <p:strVal val="#ppt_x"/>
                                          </p:val>
                                        </p:tav>
                                        <p:tav tm="100000">
                                          <p:val>
                                            <p:strVal val="#ppt_x"/>
                                          </p:val>
                                        </p:tav>
                                      </p:tavLst>
                                    </p:anim>
                                    <p:anim calcmode="lin" valueType="num">
                                      <p:cBhvr>
                                        <p:cTn id="54" dur="500" fill="hold"/>
                                        <p:tgtEl>
                                          <p:spTgt spid="22538"/>
                                        </p:tgtEl>
                                        <p:attrNameLst>
                                          <p:attrName>ppt_y</p:attrName>
                                        </p:attrNameLst>
                                      </p:cBhvr>
                                      <p:tavLst>
                                        <p:tav tm="0">
                                          <p:val>
                                            <p:strVal val="#ppt_y-#ppt_h/2"/>
                                          </p:val>
                                        </p:tav>
                                        <p:tav tm="100000">
                                          <p:val>
                                            <p:strVal val="#ppt_y"/>
                                          </p:val>
                                        </p:tav>
                                      </p:tavLst>
                                    </p:anim>
                                    <p:anim calcmode="lin" valueType="num">
                                      <p:cBhvr>
                                        <p:cTn id="55" dur="500" fill="hold"/>
                                        <p:tgtEl>
                                          <p:spTgt spid="22538"/>
                                        </p:tgtEl>
                                        <p:attrNameLst>
                                          <p:attrName>ppt_w</p:attrName>
                                        </p:attrNameLst>
                                      </p:cBhvr>
                                      <p:tavLst>
                                        <p:tav tm="0">
                                          <p:val>
                                            <p:strVal val="#ppt_w"/>
                                          </p:val>
                                        </p:tav>
                                        <p:tav tm="100000">
                                          <p:val>
                                            <p:strVal val="#ppt_w"/>
                                          </p:val>
                                        </p:tav>
                                      </p:tavLst>
                                    </p:anim>
                                    <p:anim calcmode="lin" valueType="num">
                                      <p:cBhvr>
                                        <p:cTn id="56" dur="500" fill="hold"/>
                                        <p:tgtEl>
                                          <p:spTgt spid="22538"/>
                                        </p:tgtEl>
                                        <p:attrNameLst>
                                          <p:attrName>ppt_h</p:attrName>
                                        </p:attrNameLst>
                                      </p:cBhvr>
                                      <p:tavLst>
                                        <p:tav tm="0">
                                          <p:val>
                                            <p:fltVal val="0.000000"/>
                                          </p:val>
                                        </p:tav>
                                        <p:tav tm="100000">
                                          <p:val>
                                            <p:strVal val="#ppt_h"/>
                                          </p:val>
                                        </p:tav>
                                      </p:tavLst>
                                    </p:anim>
                                  </p:childTnLst>
                                </p:cTn>
                              </p:par>
                            </p:childTnLst>
                          </p:cTn>
                        </p:par>
                      </p:childTnLst>
                    </p:cTn>
                  </p:par>
                  <p:par>
                    <p:cTn id="57" fill="hold">
                      <p:stCondLst>
                        <p:cond delay="indefinite"/>
                      </p:stCondLst>
                      <p:childTnLst>
                        <p:par>
                          <p:cTn id="58" fill="hold">
                            <p:stCondLst>
                              <p:cond delay="0"/>
                            </p:stCondLst>
                            <p:childTnLst>
                              <p:par>
                                <p:cTn id="59" presetID="12" presetClass="entr" presetSubtype="8" fill="hold" nodeType="clickEffect">
                                  <p:stCondLst>
                                    <p:cond delay="0"/>
                                  </p:stCondLst>
                                  <p:childTnLst>
                                    <p:set>
                                      <p:cBhvr>
                                        <p:cTn id="60" dur="1" fill="hold">
                                          <p:stCondLst>
                                            <p:cond delay="0"/>
                                          </p:stCondLst>
                                        </p:cTn>
                                        <p:tgtEl>
                                          <p:spTgt spid="22539"/>
                                        </p:tgtEl>
                                        <p:attrNameLst>
                                          <p:attrName>style.visibility</p:attrName>
                                        </p:attrNameLst>
                                      </p:cBhvr>
                                      <p:to>
                                        <p:strVal val="visible"/>
                                      </p:to>
                                    </p:set>
                                    <p:animEffect transition="in" filter="slide(fromLeft)">
                                      <p:cBhvr>
                                        <p:cTn id="61" dur="500"/>
                                        <p:tgtEl>
                                          <p:spTgt spid="22539"/>
                                        </p:tgtEl>
                                      </p:cBhvr>
                                    </p:animEffect>
                                  </p:childTnLst>
                                </p:cTn>
                              </p:par>
                            </p:childTnLst>
                          </p:cTn>
                        </p:par>
                        <p:par>
                          <p:cTn id="62" fill="hold">
                            <p:stCondLst>
                              <p:cond delay="500"/>
                            </p:stCondLst>
                            <p:childTnLst>
                              <p:par>
                                <p:cTn id="63" presetID="22" presetClass="entr" presetSubtype="8" fill="hold" nodeType="afterEffect">
                                  <p:stCondLst>
                                    <p:cond delay="0"/>
                                  </p:stCondLst>
                                  <p:childTnLst>
                                    <p:set>
                                      <p:cBhvr>
                                        <p:cTn id="64" dur="1" fill="hold">
                                          <p:stCondLst>
                                            <p:cond delay="0"/>
                                          </p:stCondLst>
                                        </p:cTn>
                                        <p:tgtEl>
                                          <p:spTgt spid="22540"/>
                                        </p:tgtEl>
                                        <p:attrNameLst>
                                          <p:attrName>style.visibility</p:attrName>
                                        </p:attrNameLst>
                                      </p:cBhvr>
                                      <p:to>
                                        <p:strVal val="visible"/>
                                      </p:to>
                                    </p:set>
                                    <p:animEffect transition="in" filter="wipe(left)">
                                      <p:cBhvr>
                                        <p:cTn id="65" dur="2000"/>
                                        <p:tgtEl>
                                          <p:spTgt spid="22540"/>
                                        </p:tgtEl>
                                      </p:cBhvr>
                                    </p:animEffect>
                                  </p:childTnLst>
                                </p:cTn>
                              </p:par>
                            </p:childTnLst>
                          </p:cTn>
                        </p:par>
                      </p:childTnLst>
                    </p:cTn>
                  </p:par>
                  <p:par>
                    <p:cTn id="66" fill="hold">
                      <p:stCondLst>
                        <p:cond delay="indefinite"/>
                      </p:stCondLst>
                      <p:childTnLst>
                        <p:par>
                          <p:cTn id="67" fill="hold">
                            <p:stCondLst>
                              <p:cond delay="0"/>
                            </p:stCondLst>
                            <p:childTnLst>
                              <p:par>
                                <p:cTn id="68" presetID="17" presetClass="entr" presetSubtype="1" fill="hold" nodeType="clickEffect">
                                  <p:stCondLst>
                                    <p:cond delay="0"/>
                                  </p:stCondLst>
                                  <p:childTnLst>
                                    <p:set>
                                      <p:cBhvr>
                                        <p:cTn id="69" dur="1" fill="hold">
                                          <p:stCondLst>
                                            <p:cond delay="0"/>
                                          </p:stCondLst>
                                        </p:cTn>
                                        <p:tgtEl>
                                          <p:spTgt spid="22541"/>
                                        </p:tgtEl>
                                        <p:attrNameLst>
                                          <p:attrName>style.visibility</p:attrName>
                                        </p:attrNameLst>
                                      </p:cBhvr>
                                      <p:to>
                                        <p:strVal val="visible"/>
                                      </p:to>
                                    </p:set>
                                    <p:anim calcmode="lin" valueType="num">
                                      <p:cBhvr>
                                        <p:cTn id="70" dur="500" fill="hold"/>
                                        <p:tgtEl>
                                          <p:spTgt spid="22541"/>
                                        </p:tgtEl>
                                        <p:attrNameLst>
                                          <p:attrName>ppt_x</p:attrName>
                                        </p:attrNameLst>
                                      </p:cBhvr>
                                      <p:tavLst>
                                        <p:tav tm="0">
                                          <p:val>
                                            <p:strVal val="#ppt_x"/>
                                          </p:val>
                                        </p:tav>
                                        <p:tav tm="100000">
                                          <p:val>
                                            <p:strVal val="#ppt_x"/>
                                          </p:val>
                                        </p:tav>
                                      </p:tavLst>
                                    </p:anim>
                                    <p:anim calcmode="lin" valueType="num">
                                      <p:cBhvr>
                                        <p:cTn id="71" dur="500" fill="hold"/>
                                        <p:tgtEl>
                                          <p:spTgt spid="22541"/>
                                        </p:tgtEl>
                                        <p:attrNameLst>
                                          <p:attrName>ppt_y</p:attrName>
                                        </p:attrNameLst>
                                      </p:cBhvr>
                                      <p:tavLst>
                                        <p:tav tm="0">
                                          <p:val>
                                            <p:strVal val="#ppt_y-#ppt_h/2"/>
                                          </p:val>
                                        </p:tav>
                                        <p:tav tm="100000">
                                          <p:val>
                                            <p:strVal val="#ppt_y"/>
                                          </p:val>
                                        </p:tav>
                                      </p:tavLst>
                                    </p:anim>
                                    <p:anim calcmode="lin" valueType="num">
                                      <p:cBhvr>
                                        <p:cTn id="72" dur="500" fill="hold"/>
                                        <p:tgtEl>
                                          <p:spTgt spid="22541"/>
                                        </p:tgtEl>
                                        <p:attrNameLst>
                                          <p:attrName>ppt_w</p:attrName>
                                        </p:attrNameLst>
                                      </p:cBhvr>
                                      <p:tavLst>
                                        <p:tav tm="0">
                                          <p:val>
                                            <p:strVal val="#ppt_w"/>
                                          </p:val>
                                        </p:tav>
                                        <p:tav tm="100000">
                                          <p:val>
                                            <p:strVal val="#ppt_w"/>
                                          </p:val>
                                        </p:tav>
                                      </p:tavLst>
                                    </p:anim>
                                    <p:anim calcmode="lin" valueType="num">
                                      <p:cBhvr>
                                        <p:cTn id="73" dur="500" fill="hold"/>
                                        <p:tgtEl>
                                          <p:spTgt spid="22541"/>
                                        </p:tgtEl>
                                        <p:attrNameLst>
                                          <p:attrName>ppt_h</p:attrName>
                                        </p:attrNameLst>
                                      </p:cBhvr>
                                      <p:tavLst>
                                        <p:tav tm="0">
                                          <p:val>
                                            <p:fltVal val="0.000000"/>
                                          </p:val>
                                        </p:tav>
                                        <p:tav tm="100000">
                                          <p:val>
                                            <p:strVal val="#ppt_h"/>
                                          </p:val>
                                        </p:tav>
                                      </p:tavLst>
                                    </p:anim>
                                  </p:childTnLst>
                                </p:cTn>
                              </p:par>
                            </p:childTnLst>
                          </p:cTn>
                        </p:par>
                      </p:childTnLst>
                    </p:cTn>
                  </p:par>
                  <p:par>
                    <p:cTn id="74" fill="hold">
                      <p:stCondLst>
                        <p:cond delay="indefinite"/>
                      </p:stCondLst>
                      <p:childTnLst>
                        <p:par>
                          <p:cTn id="75" fill="hold">
                            <p:stCondLst>
                              <p:cond delay="0"/>
                            </p:stCondLst>
                            <p:childTnLst>
                              <p:par>
                                <p:cTn id="76" presetID="22" presetClass="entr" presetSubtype="8" fill="hold" nodeType="clickEffect">
                                  <p:stCondLst>
                                    <p:cond delay="0"/>
                                  </p:stCondLst>
                                  <p:childTnLst>
                                    <p:set>
                                      <p:cBhvr>
                                        <p:cTn id="77" dur="1" fill="hold">
                                          <p:stCondLst>
                                            <p:cond delay="0"/>
                                          </p:stCondLst>
                                        </p:cTn>
                                        <p:tgtEl>
                                          <p:spTgt spid="22542"/>
                                        </p:tgtEl>
                                        <p:attrNameLst>
                                          <p:attrName>style.visibility</p:attrName>
                                        </p:attrNameLst>
                                      </p:cBhvr>
                                      <p:to>
                                        <p:strVal val="visible"/>
                                      </p:to>
                                    </p:set>
                                    <p:animEffect transition="in" filter="wipe(left)">
                                      <p:cBhvr>
                                        <p:cTn id="78" dur="2000"/>
                                        <p:tgtEl>
                                          <p:spTgt spid="22542"/>
                                        </p:tgtEl>
                                      </p:cBhvr>
                                    </p:animEffect>
                                  </p:childTnLst>
                                </p:cTn>
                              </p:par>
                            </p:childTnLst>
                          </p:cTn>
                        </p:par>
                      </p:childTnLst>
                    </p:cTn>
                  </p:par>
                  <p:par>
                    <p:cTn id="79" fill="hold">
                      <p:stCondLst>
                        <p:cond delay="indefinite"/>
                      </p:stCondLst>
                      <p:childTnLst>
                        <p:par>
                          <p:cTn id="80" fill="hold">
                            <p:stCondLst>
                              <p:cond delay="0"/>
                            </p:stCondLst>
                            <p:childTnLst>
                              <p:par>
                                <p:cTn id="81" presetID="22" presetClass="entr" presetSubtype="8" fill="hold" nodeType="clickEffect">
                                  <p:stCondLst>
                                    <p:cond delay="0"/>
                                  </p:stCondLst>
                                  <p:childTnLst>
                                    <p:set>
                                      <p:cBhvr>
                                        <p:cTn id="82" dur="1" fill="hold">
                                          <p:stCondLst>
                                            <p:cond delay="0"/>
                                          </p:stCondLst>
                                        </p:cTn>
                                        <p:tgtEl>
                                          <p:spTgt spid="22543"/>
                                        </p:tgtEl>
                                        <p:attrNameLst>
                                          <p:attrName>style.visibility</p:attrName>
                                        </p:attrNameLst>
                                      </p:cBhvr>
                                      <p:to>
                                        <p:strVal val="visible"/>
                                      </p:to>
                                    </p:set>
                                    <p:animEffect transition="in" filter="wipe(left)">
                                      <p:cBhvr>
                                        <p:cTn id="83" dur="2000"/>
                                        <p:tgtEl>
                                          <p:spTgt spid="2254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531" grpId="0" animBg="1"/>
      <p:bldP spid="22533" grpId="0"/>
      <p:bldP spid="22557" grpId="0" animBg="1"/>
    </p:bldLst>
  </p:timing>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4578" name="Text Box 2"/>
          <p:cNvSpPr txBox="1"/>
          <p:nvPr/>
        </p:nvSpPr>
        <p:spPr>
          <a:xfrm>
            <a:off x="4427538" y="476250"/>
            <a:ext cx="4716462" cy="1971675"/>
          </a:xfrm>
          <a:prstGeom prst="rect">
            <a:avLst/>
          </a:prstGeom>
          <a:noFill/>
          <a:ln w="12700">
            <a:noFill/>
          </a:ln>
        </p:spPr>
        <p:txBody>
          <a:bodyPr anchor="ctr" anchorCtr="0">
            <a:spAutoFit/>
          </a:bodyPr>
          <a:p>
            <a:pPr eaLnBrk="0" hangingPunct="0">
              <a:spcBef>
                <a:spcPct val="20000"/>
              </a:spcBef>
            </a:pPr>
            <a:r>
              <a:rPr lang="zh-CN" altLang="en-US" dirty="0">
                <a:latin typeface="Times New Roman" panose="02020603050405020304" pitchFamily="18" charset="0"/>
              </a:rPr>
              <a:t>已知：电动机</a:t>
            </a:r>
            <a:r>
              <a:rPr lang="zh-CN" altLang="en-US" dirty="0">
                <a:latin typeface="Times New Roman" panose="02020603050405020304" pitchFamily="18" charset="0"/>
                <a:ea typeface="宋体" panose="02010600030101010101" pitchFamily="2" charset="-122"/>
              </a:rPr>
              <a:t> </a:t>
            </a:r>
            <a:r>
              <a:rPr lang="en-US" altLang="zh-CN" b="0" i="1" dirty="0">
                <a:solidFill>
                  <a:schemeClr val="bg1"/>
                </a:solidFill>
                <a:latin typeface="Times New Roman" panose="02020603050405020304" pitchFamily="18" charset="0"/>
                <a:ea typeface="宋体" panose="02010600030101010101" pitchFamily="2" charset="-122"/>
              </a:rPr>
              <a:t>P</a:t>
            </a:r>
            <a:r>
              <a:rPr lang="en-US" altLang="zh-CN" b="0" baseline="-25000" dirty="0">
                <a:solidFill>
                  <a:schemeClr val="bg1"/>
                </a:solidFill>
                <a:latin typeface="Times New Roman" panose="02020603050405020304" pitchFamily="18" charset="0"/>
                <a:ea typeface="宋体" panose="02010600030101010101" pitchFamily="2" charset="-122"/>
              </a:rPr>
              <a:t>D</a:t>
            </a:r>
            <a:r>
              <a:rPr lang="en-US" altLang="zh-CN" b="0" dirty="0">
                <a:solidFill>
                  <a:schemeClr val="bg1"/>
                </a:solidFill>
                <a:latin typeface="Times New Roman" panose="02020603050405020304" pitchFamily="18" charset="0"/>
                <a:ea typeface="宋体" panose="02010600030101010101" pitchFamily="2" charset="-122"/>
              </a:rPr>
              <a:t>=1 000W</a:t>
            </a:r>
            <a:r>
              <a:rPr lang="zh-CN" altLang="en-US" dirty="0">
                <a:solidFill>
                  <a:schemeClr val="bg1"/>
                </a:solidFill>
                <a:latin typeface="Times New Roman" panose="02020603050405020304" pitchFamily="18" charset="0"/>
                <a:ea typeface="宋体" panose="02010600030101010101" pitchFamily="2" charset="-122"/>
              </a:rPr>
              <a:t>，</a:t>
            </a:r>
            <a:endParaRPr lang="zh-CN" altLang="en-US" dirty="0">
              <a:solidFill>
                <a:schemeClr val="bg1"/>
              </a:solidFill>
              <a:latin typeface="Times New Roman" panose="02020603050405020304" pitchFamily="18" charset="0"/>
              <a:ea typeface="宋体" panose="02010600030101010101" pitchFamily="2" charset="-122"/>
            </a:endParaRPr>
          </a:p>
          <a:p>
            <a:pPr eaLnBrk="0" hangingPunct="0">
              <a:spcBef>
                <a:spcPct val="20000"/>
              </a:spcBef>
            </a:pPr>
            <a:r>
              <a:rPr lang="en-US" altLang="zh-CN" b="0" i="1" dirty="0">
                <a:solidFill>
                  <a:schemeClr val="bg1"/>
                </a:solidFill>
                <a:latin typeface="Times New Roman" panose="02020603050405020304" pitchFamily="18" charset="0"/>
                <a:ea typeface="宋体" panose="02010600030101010101" pitchFamily="2" charset="-122"/>
              </a:rPr>
              <a:t>U</a:t>
            </a:r>
            <a:r>
              <a:rPr lang="en-US" altLang="zh-CN" b="0" dirty="0">
                <a:solidFill>
                  <a:schemeClr val="bg1"/>
                </a:solidFill>
                <a:latin typeface="Times New Roman" panose="02020603050405020304" pitchFamily="18" charset="0"/>
                <a:ea typeface="宋体" panose="02010600030101010101" pitchFamily="2" charset="-122"/>
              </a:rPr>
              <a:t>=220V</a:t>
            </a:r>
            <a:r>
              <a:rPr lang="zh-CN" altLang="en-US" b="0" dirty="0">
                <a:solidFill>
                  <a:schemeClr val="bg1"/>
                </a:solidFill>
                <a:latin typeface="Times New Roman" panose="02020603050405020304" pitchFamily="18" charset="0"/>
                <a:ea typeface="宋体" panose="02010600030101010101" pitchFamily="2" charset="-122"/>
              </a:rPr>
              <a:t>，</a:t>
            </a:r>
            <a:r>
              <a:rPr lang="en-US" altLang="zh-CN" b="0" i="1" dirty="0">
                <a:solidFill>
                  <a:schemeClr val="bg1"/>
                </a:solidFill>
                <a:latin typeface="Times New Roman" panose="02020603050405020304" pitchFamily="18" charset="0"/>
                <a:ea typeface="宋体" panose="02010600030101010101" pitchFamily="2" charset="-122"/>
              </a:rPr>
              <a:t>f </a:t>
            </a:r>
            <a:r>
              <a:rPr lang="en-US" altLang="zh-CN" b="0" dirty="0">
                <a:solidFill>
                  <a:schemeClr val="bg1"/>
                </a:solidFill>
                <a:latin typeface="Times New Roman" panose="02020603050405020304" pitchFamily="18" charset="0"/>
                <a:ea typeface="宋体" panose="02010600030101010101" pitchFamily="2" charset="-122"/>
              </a:rPr>
              <a:t>=50Hz</a:t>
            </a:r>
            <a:r>
              <a:rPr lang="zh-CN" altLang="en-US" b="0" dirty="0">
                <a:solidFill>
                  <a:schemeClr val="bg1"/>
                </a:solidFill>
                <a:latin typeface="Times New Roman" panose="02020603050405020304" pitchFamily="18" charset="0"/>
                <a:ea typeface="宋体" panose="02010600030101010101" pitchFamily="2" charset="-122"/>
              </a:rPr>
              <a:t>，</a:t>
            </a:r>
            <a:r>
              <a:rPr lang="en-US" altLang="zh-CN" b="0" i="1" dirty="0">
                <a:solidFill>
                  <a:schemeClr val="bg1"/>
                </a:solidFill>
                <a:latin typeface="Times New Roman" panose="02020603050405020304" pitchFamily="18" charset="0"/>
                <a:ea typeface="宋体" panose="02010600030101010101" pitchFamily="2" charset="-122"/>
              </a:rPr>
              <a:t>C </a:t>
            </a:r>
            <a:r>
              <a:rPr lang="en-US" altLang="zh-CN" b="0" dirty="0">
                <a:solidFill>
                  <a:schemeClr val="bg1"/>
                </a:solidFill>
                <a:latin typeface="Times New Roman" panose="02020603050405020304" pitchFamily="18" charset="0"/>
                <a:ea typeface="宋体" panose="02010600030101010101" pitchFamily="2" charset="-122"/>
              </a:rPr>
              <a:t>=30</a:t>
            </a:r>
            <a:r>
              <a:rPr lang="en-US" altLang="zh-CN" b="0" dirty="0">
                <a:solidFill>
                  <a:schemeClr val="bg1"/>
                </a:solidFill>
                <a:latin typeface="Times New Roman" panose="02020603050405020304" pitchFamily="18" charset="0"/>
                <a:ea typeface="宋体" panose="02010600030101010101" pitchFamily="2" charset="-122"/>
                <a:sym typeface="Symbol" panose="05050102010706020507" pitchFamily="18" charset="2"/>
              </a:rPr>
              <a:t></a:t>
            </a:r>
            <a:r>
              <a:rPr lang="en-US" altLang="zh-CN" b="0" dirty="0">
                <a:solidFill>
                  <a:schemeClr val="bg1"/>
                </a:solidFill>
                <a:latin typeface="Times New Roman" panose="02020603050405020304" pitchFamily="18" charset="0"/>
                <a:ea typeface="宋体" panose="02010600030101010101" pitchFamily="2" charset="-122"/>
              </a:rPr>
              <a:t>F</a:t>
            </a:r>
            <a:endParaRPr lang="en-US" altLang="zh-CN" dirty="0">
              <a:solidFill>
                <a:schemeClr val="bg1"/>
              </a:solidFill>
              <a:latin typeface="Times New Roman" panose="02020603050405020304" pitchFamily="18" charset="0"/>
              <a:ea typeface="宋体" panose="02010600030101010101" pitchFamily="2" charset="-122"/>
            </a:endParaRPr>
          </a:p>
          <a:p>
            <a:pPr eaLnBrk="0" hangingPunct="0">
              <a:spcBef>
                <a:spcPct val="20000"/>
              </a:spcBef>
            </a:pPr>
            <a:r>
              <a:rPr lang="en-US" altLang="zh-CN" dirty="0">
                <a:latin typeface="Times New Roman" panose="02020603050405020304" pitchFamily="18" charset="0"/>
                <a:ea typeface="宋体" panose="02010600030101010101" pitchFamily="2" charset="-122"/>
              </a:rPr>
              <a:t> </a:t>
            </a:r>
            <a:r>
              <a:rPr lang="en-US" altLang="zh-CN" b="0" dirty="0">
                <a:solidFill>
                  <a:schemeClr val="bg1"/>
                </a:solidFill>
                <a:latin typeface="Times New Roman" panose="02020603050405020304" pitchFamily="18" charset="0"/>
                <a:ea typeface="宋体" panose="02010600030101010101" pitchFamily="2" charset="-122"/>
              </a:rPr>
              <a:t>cos </a:t>
            </a:r>
            <a:r>
              <a:rPr lang="en-US" altLang="zh-CN" b="0" i="1" dirty="0">
                <a:solidFill>
                  <a:schemeClr val="bg1"/>
                </a:solidFill>
                <a:latin typeface="Times New Roman" panose="02020603050405020304" pitchFamily="18" charset="0"/>
                <a:ea typeface="宋体" panose="02010600030101010101" pitchFamily="2" charset="-122"/>
                <a:sym typeface="Symbol" panose="05050102010706020507" pitchFamily="18" charset="2"/>
              </a:rPr>
              <a:t></a:t>
            </a:r>
            <a:r>
              <a:rPr lang="en-US" altLang="zh-CN" b="0" baseline="-25000" dirty="0">
                <a:solidFill>
                  <a:schemeClr val="bg1"/>
                </a:solidFill>
                <a:latin typeface="Times New Roman" panose="02020603050405020304" pitchFamily="18" charset="0"/>
                <a:ea typeface="宋体" panose="02010600030101010101" pitchFamily="2" charset="-122"/>
                <a:sym typeface="Symbol" panose="05050102010706020507" pitchFamily="18" charset="2"/>
              </a:rPr>
              <a:t>D</a:t>
            </a:r>
            <a:r>
              <a:rPr lang="en-US" altLang="zh-CN" b="0" dirty="0">
                <a:solidFill>
                  <a:schemeClr val="bg1"/>
                </a:solidFill>
                <a:latin typeface="Times New Roman" panose="02020603050405020304" pitchFamily="18" charset="0"/>
                <a:ea typeface="宋体" panose="02010600030101010101" pitchFamily="2" charset="-122"/>
                <a:sym typeface="Symbol" panose="05050102010706020507" pitchFamily="18" charset="2"/>
              </a:rPr>
              <a:t>=0.8</a:t>
            </a:r>
            <a:r>
              <a:rPr lang="zh-CN" altLang="en-US" dirty="0">
                <a:latin typeface="Times New Roman" panose="02020603050405020304" pitchFamily="18" charset="0"/>
                <a:ea typeface="宋体" panose="02010600030101010101" pitchFamily="2" charset="-122"/>
                <a:sym typeface="Symbol" panose="05050102010706020507" pitchFamily="18" charset="2"/>
              </a:rPr>
              <a:t>，</a:t>
            </a:r>
            <a:r>
              <a:rPr lang="zh-CN" altLang="en-US" dirty="0">
                <a:latin typeface="Times New Roman" panose="02020603050405020304" pitchFamily="18" charset="0"/>
              </a:rPr>
              <a:t>求：负载电路的功率因数</a:t>
            </a:r>
            <a:r>
              <a:rPr lang="zh-CN" altLang="en-US" dirty="0">
                <a:latin typeface="Times New Roman" panose="02020603050405020304" pitchFamily="18" charset="0"/>
                <a:ea typeface="宋体" panose="02010600030101010101" pitchFamily="2" charset="-122"/>
              </a:rPr>
              <a:t>。</a:t>
            </a:r>
            <a:endParaRPr lang="zh-CN" altLang="en-US" dirty="0">
              <a:latin typeface="Times New Roman" panose="02020603050405020304" pitchFamily="18" charset="0"/>
              <a:ea typeface="宋体" panose="02010600030101010101" pitchFamily="2" charset="-122"/>
            </a:endParaRPr>
          </a:p>
        </p:txBody>
      </p:sp>
      <p:graphicFrame>
        <p:nvGraphicFramePr>
          <p:cNvPr id="24579" name="Object 3"/>
          <p:cNvGraphicFramePr/>
          <p:nvPr/>
        </p:nvGraphicFramePr>
        <p:xfrm>
          <a:off x="1116013" y="2708275"/>
          <a:ext cx="5221287" cy="977900"/>
        </p:xfrm>
        <a:graphic>
          <a:graphicData uri="http://schemas.openxmlformats.org/presentationml/2006/ole">
            <mc:AlternateContent xmlns:mc="http://schemas.openxmlformats.org/markup-compatibility/2006">
              <mc:Choice xmlns:v="urn:schemas-microsoft-com:vml" Requires="v">
                <p:oleObj spid="_x0000_s3470" name="" r:id="rId1" imgW="2514600" imgH="469900" progId="Equation.3">
                  <p:embed/>
                </p:oleObj>
              </mc:Choice>
              <mc:Fallback>
                <p:oleObj name="" r:id="rId1" imgW="2514600" imgH="469900" progId="Equation.3">
                  <p:embed/>
                  <p:pic>
                    <p:nvPicPr>
                      <p:cNvPr id="0" name="图片 3469"/>
                      <p:cNvPicPr/>
                      <p:nvPr/>
                    </p:nvPicPr>
                    <p:blipFill>
                      <a:blip r:embed="rId2">
                        <a:clrChange>
                          <a:clrFrom>
                            <a:srgbClr val="000000"/>
                          </a:clrFrom>
                          <a:clrTo>
                            <a:srgbClr val="FFFFFF"/>
                          </a:clrTo>
                        </a:clrChange>
                      </a:blip>
                      <a:stretch>
                        <a:fillRect/>
                      </a:stretch>
                    </p:blipFill>
                    <p:spPr>
                      <a:xfrm>
                        <a:off x="1116013" y="2708275"/>
                        <a:ext cx="5221287" cy="977900"/>
                      </a:xfrm>
                      <a:prstGeom prst="rect">
                        <a:avLst/>
                      </a:prstGeom>
                      <a:noFill/>
                      <a:ln w="38100">
                        <a:noFill/>
                        <a:miter/>
                      </a:ln>
                    </p:spPr>
                  </p:pic>
                </p:oleObj>
              </mc:Fallback>
            </mc:AlternateContent>
          </a:graphicData>
        </a:graphic>
      </p:graphicFrame>
      <p:sp>
        <p:nvSpPr>
          <p:cNvPr id="24603" name="Text Box 27"/>
          <p:cNvSpPr txBox="1"/>
          <p:nvPr/>
        </p:nvSpPr>
        <p:spPr>
          <a:xfrm>
            <a:off x="179388" y="404813"/>
            <a:ext cx="1800225" cy="579437"/>
          </a:xfrm>
          <a:prstGeom prst="rect">
            <a:avLst/>
          </a:prstGeom>
          <a:noFill/>
          <a:ln w="9525">
            <a:noFill/>
          </a:ln>
        </p:spPr>
        <p:txBody>
          <a:bodyPr>
            <a:spAutoFit/>
          </a:bodyPr>
          <a:p>
            <a:pPr eaLnBrk="0" hangingPunct="0">
              <a:spcBef>
                <a:spcPct val="50000"/>
              </a:spcBef>
            </a:pPr>
            <a:r>
              <a:rPr lang="zh-CN" altLang="en-US" sz="3200" dirty="0">
                <a:solidFill>
                  <a:schemeClr val="bg1"/>
                </a:solidFill>
                <a:latin typeface="Times New Roman" panose="02020603050405020304" pitchFamily="18" charset="0"/>
                <a:ea typeface="宋体" panose="02010600030101010101" pitchFamily="2" charset="-122"/>
              </a:rPr>
              <a:t>例</a:t>
            </a:r>
            <a:r>
              <a:rPr lang="en-US" altLang="zh-CN" sz="3200" b="0" dirty="0">
                <a:solidFill>
                  <a:schemeClr val="bg1"/>
                </a:solidFill>
                <a:latin typeface="Times New Roman" panose="02020603050405020304" pitchFamily="18" charset="0"/>
                <a:ea typeface="宋体" panose="02010600030101010101" pitchFamily="2" charset="-122"/>
              </a:rPr>
              <a:t>4-2</a:t>
            </a:r>
            <a:endParaRPr lang="en-US" altLang="zh-CN" sz="3200" b="0" dirty="0">
              <a:solidFill>
                <a:schemeClr val="bg1"/>
              </a:solidFill>
              <a:latin typeface="Times New Roman" panose="02020603050405020304" pitchFamily="18" charset="0"/>
              <a:ea typeface="宋体" panose="02010600030101010101" pitchFamily="2" charset="-122"/>
            </a:endParaRPr>
          </a:p>
        </p:txBody>
      </p:sp>
      <p:sp>
        <p:nvSpPr>
          <p:cNvPr id="24604" name="Text Box 28"/>
          <p:cNvSpPr txBox="1"/>
          <p:nvPr/>
        </p:nvSpPr>
        <p:spPr>
          <a:xfrm>
            <a:off x="395288" y="2874963"/>
            <a:ext cx="542925" cy="519112"/>
          </a:xfrm>
          <a:prstGeom prst="rect">
            <a:avLst/>
          </a:prstGeom>
          <a:solidFill>
            <a:srgbClr val="990033"/>
          </a:solidFill>
          <a:ln w="9525">
            <a:noFill/>
          </a:ln>
        </p:spPr>
        <p:txBody>
          <a:bodyPr wrap="none">
            <a:spAutoFit/>
          </a:bodyPr>
          <a:p>
            <a:pPr eaLnBrk="0" hangingPunct="0">
              <a:spcBef>
                <a:spcPct val="50000"/>
              </a:spcBef>
            </a:pPr>
            <a:r>
              <a:rPr lang="zh-CN" altLang="en-US" dirty="0">
                <a:solidFill>
                  <a:schemeClr val="bg1"/>
                </a:solidFill>
                <a:latin typeface="Times New Roman" panose="02020603050405020304" pitchFamily="18" charset="0"/>
                <a:ea typeface="宋体" panose="02010600030101010101" pitchFamily="2" charset="-122"/>
              </a:rPr>
              <a:t>解</a:t>
            </a:r>
            <a:endParaRPr lang="zh-CN" altLang="en-US" dirty="0">
              <a:solidFill>
                <a:schemeClr val="bg1"/>
              </a:solidFill>
              <a:latin typeface="Times New Roman" panose="02020603050405020304" pitchFamily="18" charset="0"/>
              <a:ea typeface="宋体" panose="02010600030101010101" pitchFamily="2" charset="-122"/>
            </a:endParaRPr>
          </a:p>
        </p:txBody>
      </p:sp>
      <p:graphicFrame>
        <p:nvGraphicFramePr>
          <p:cNvPr id="24606" name="Object 30"/>
          <p:cNvGraphicFramePr/>
          <p:nvPr/>
        </p:nvGraphicFramePr>
        <p:xfrm>
          <a:off x="684213" y="3644900"/>
          <a:ext cx="5734050" cy="517525"/>
        </p:xfrm>
        <a:graphic>
          <a:graphicData uri="http://schemas.openxmlformats.org/presentationml/2006/ole">
            <mc:AlternateContent xmlns:mc="http://schemas.openxmlformats.org/markup-compatibility/2006">
              <mc:Choice xmlns:v="urn:schemas-microsoft-com:vml" Requires="v">
                <p:oleObj spid="_x0000_s3469" name="" r:id="rId3" imgW="2740660" imgH="254000" progId="Equation.3">
                  <p:embed/>
                </p:oleObj>
              </mc:Choice>
              <mc:Fallback>
                <p:oleObj name="" r:id="rId3" imgW="2740660" imgH="254000" progId="Equation.3">
                  <p:embed/>
                  <p:pic>
                    <p:nvPicPr>
                      <p:cNvPr id="0" name="图片 3468"/>
                      <p:cNvPicPr/>
                      <p:nvPr/>
                    </p:nvPicPr>
                    <p:blipFill>
                      <a:blip r:embed="rId4">
                        <a:clrChange>
                          <a:clrFrom>
                            <a:srgbClr val="000000"/>
                          </a:clrFrom>
                          <a:clrTo>
                            <a:srgbClr val="FFFFFF"/>
                          </a:clrTo>
                        </a:clrChange>
                      </a:blip>
                      <a:stretch>
                        <a:fillRect/>
                      </a:stretch>
                    </p:blipFill>
                    <p:spPr>
                      <a:xfrm>
                        <a:off x="684213" y="3644900"/>
                        <a:ext cx="5734050" cy="517525"/>
                      </a:xfrm>
                      <a:prstGeom prst="rect">
                        <a:avLst/>
                      </a:prstGeom>
                      <a:noFill/>
                      <a:ln w="38100">
                        <a:noFill/>
                        <a:miter/>
                      </a:ln>
                    </p:spPr>
                  </p:pic>
                </p:oleObj>
              </mc:Fallback>
            </mc:AlternateContent>
          </a:graphicData>
        </a:graphic>
      </p:graphicFrame>
      <p:sp>
        <p:nvSpPr>
          <p:cNvPr id="24609" name="Line 33"/>
          <p:cNvSpPr/>
          <p:nvPr/>
        </p:nvSpPr>
        <p:spPr>
          <a:xfrm>
            <a:off x="611188" y="5033963"/>
            <a:ext cx="649287" cy="0"/>
          </a:xfrm>
          <a:prstGeom prst="line">
            <a:avLst/>
          </a:prstGeom>
          <a:ln w="76200" cap="flat" cmpd="sng">
            <a:solidFill>
              <a:srgbClr val="0066FF"/>
            </a:solidFill>
            <a:prstDash val="solid"/>
            <a:headEnd type="none" w="med" len="med"/>
            <a:tailEnd type="triangle" w="med" len="med"/>
          </a:ln>
        </p:spPr>
      </p:sp>
      <p:graphicFrame>
        <p:nvGraphicFramePr>
          <p:cNvPr id="24611" name="Object 35"/>
          <p:cNvGraphicFramePr/>
          <p:nvPr/>
        </p:nvGraphicFramePr>
        <p:xfrm>
          <a:off x="1258888" y="5949950"/>
          <a:ext cx="5543550" cy="554038"/>
        </p:xfrm>
        <a:graphic>
          <a:graphicData uri="http://schemas.openxmlformats.org/presentationml/2006/ole">
            <mc:AlternateContent xmlns:mc="http://schemas.openxmlformats.org/markup-compatibility/2006">
              <mc:Choice xmlns:v="urn:schemas-microsoft-com:vml" Requires="v">
                <p:oleObj spid="_x0000_s3471" name="" r:id="rId5" imgW="2550795" imgH="254000" progId="Equation.3">
                  <p:embed/>
                </p:oleObj>
              </mc:Choice>
              <mc:Fallback>
                <p:oleObj name="" r:id="rId5" imgW="2550795" imgH="254000" progId="Equation.3">
                  <p:embed/>
                  <p:pic>
                    <p:nvPicPr>
                      <p:cNvPr id="0" name="图片 3470"/>
                      <p:cNvPicPr/>
                      <p:nvPr/>
                    </p:nvPicPr>
                    <p:blipFill>
                      <a:blip r:embed="rId6">
                        <a:clrChange>
                          <a:clrFrom>
                            <a:srgbClr val="000000"/>
                          </a:clrFrom>
                          <a:clrTo>
                            <a:srgbClr val="FFFFFF"/>
                          </a:clrTo>
                        </a:clrChange>
                      </a:blip>
                      <a:stretch>
                        <a:fillRect/>
                      </a:stretch>
                    </p:blipFill>
                    <p:spPr>
                      <a:xfrm>
                        <a:off x="1258888" y="5949950"/>
                        <a:ext cx="5543550" cy="554038"/>
                      </a:xfrm>
                      <a:prstGeom prst="rect">
                        <a:avLst/>
                      </a:prstGeom>
                      <a:noFill/>
                      <a:ln w="38100">
                        <a:noFill/>
                        <a:miter/>
                      </a:ln>
                    </p:spPr>
                  </p:pic>
                </p:oleObj>
              </mc:Fallback>
            </mc:AlternateContent>
          </a:graphicData>
        </a:graphic>
      </p:graphicFrame>
      <p:grpSp>
        <p:nvGrpSpPr>
          <p:cNvPr id="62480" name="Group 40"/>
          <p:cNvGrpSpPr/>
          <p:nvPr/>
        </p:nvGrpSpPr>
        <p:grpSpPr>
          <a:xfrm>
            <a:off x="8316913" y="6446838"/>
            <a:ext cx="792162" cy="366712"/>
            <a:chOff x="5193" y="4020"/>
            <a:chExt cx="499" cy="231"/>
          </a:xfrm>
        </p:grpSpPr>
        <p:pic>
          <p:nvPicPr>
            <p:cNvPr id="62512" name="Picture 41" descr="78900"/>
            <p:cNvPicPr>
              <a:picLocks noChangeAspect="1"/>
            </p:cNvPicPr>
            <p:nvPr/>
          </p:nvPicPr>
          <p:blipFill>
            <a:blip r:embed="rId7"/>
            <a:stretch>
              <a:fillRect/>
            </a:stretch>
          </p:blipFill>
          <p:spPr>
            <a:xfrm>
              <a:off x="5193" y="4066"/>
              <a:ext cx="499" cy="181"/>
            </a:xfrm>
            <a:prstGeom prst="rect">
              <a:avLst/>
            </a:prstGeom>
            <a:noFill/>
            <a:ln w="9525">
              <a:noFill/>
            </a:ln>
          </p:spPr>
        </p:pic>
        <p:sp>
          <p:nvSpPr>
            <p:cNvPr id="62513" name="Text Box 42">
              <a:hlinkClick r:id="" action="ppaction://hlinkshowjump?jump=nextslide"/>
            </p:cNvPr>
            <p:cNvSpPr txBox="1"/>
            <p:nvPr/>
          </p:nvSpPr>
          <p:spPr>
            <a:xfrm>
              <a:off x="5216" y="4020"/>
              <a:ext cx="476" cy="231"/>
            </a:xfrm>
            <a:prstGeom prst="rect">
              <a:avLst/>
            </a:prstGeom>
            <a:noFill/>
            <a:ln w="9525">
              <a:noFill/>
            </a:ln>
          </p:spPr>
          <p:txBody>
            <a:bodyPr wrap="none">
              <a:spAutoFit/>
            </a:bodyPr>
            <a:p>
              <a:pPr>
                <a:spcBef>
                  <a:spcPct val="50000"/>
                </a:spcBef>
              </a:pPr>
              <a:r>
                <a:rPr lang="zh-CN" altLang="en-US" sz="1800" b="0" dirty="0">
                  <a:solidFill>
                    <a:schemeClr val="bg1"/>
                  </a:solidFill>
                  <a:latin typeface="隶书" panose="02010509060101010101" pitchFamily="49" charset="-122"/>
                  <a:ea typeface="隶书" panose="02010509060101010101" pitchFamily="49" charset="-122"/>
                </a:rPr>
                <a:t>下 页</a:t>
              </a:r>
              <a:endParaRPr lang="zh-CN" altLang="en-US" sz="1800" b="0" dirty="0">
                <a:solidFill>
                  <a:schemeClr val="bg1"/>
                </a:solidFill>
                <a:latin typeface="隶书" panose="02010509060101010101" pitchFamily="49" charset="-122"/>
                <a:ea typeface="隶书" panose="02010509060101010101" pitchFamily="49" charset="-122"/>
              </a:endParaRPr>
            </a:p>
          </p:txBody>
        </p:sp>
      </p:grpSp>
      <p:grpSp>
        <p:nvGrpSpPr>
          <p:cNvPr id="62481" name="Group 43"/>
          <p:cNvGrpSpPr/>
          <p:nvPr/>
        </p:nvGrpSpPr>
        <p:grpSpPr>
          <a:xfrm>
            <a:off x="7453313" y="6446838"/>
            <a:ext cx="792162" cy="366712"/>
            <a:chOff x="4649" y="4020"/>
            <a:chExt cx="499" cy="231"/>
          </a:xfrm>
        </p:grpSpPr>
        <p:pic>
          <p:nvPicPr>
            <p:cNvPr id="62510" name="Picture 44" descr="78900"/>
            <p:cNvPicPr>
              <a:picLocks noChangeAspect="1"/>
            </p:cNvPicPr>
            <p:nvPr/>
          </p:nvPicPr>
          <p:blipFill>
            <a:blip r:embed="rId7"/>
            <a:stretch>
              <a:fillRect/>
            </a:stretch>
          </p:blipFill>
          <p:spPr>
            <a:xfrm>
              <a:off x="4649" y="4066"/>
              <a:ext cx="499" cy="181"/>
            </a:xfrm>
            <a:prstGeom prst="rect">
              <a:avLst/>
            </a:prstGeom>
            <a:noFill/>
            <a:ln w="9525">
              <a:noFill/>
            </a:ln>
          </p:spPr>
        </p:pic>
        <p:sp>
          <p:nvSpPr>
            <p:cNvPr id="62511" name="Text Box 45">
              <a:hlinkClick r:id="" action="ppaction://hlinkshowjump?jump=previousslide"/>
            </p:cNvPr>
            <p:cNvSpPr txBox="1"/>
            <p:nvPr/>
          </p:nvSpPr>
          <p:spPr>
            <a:xfrm>
              <a:off x="4672" y="4020"/>
              <a:ext cx="476" cy="231"/>
            </a:xfrm>
            <a:prstGeom prst="rect">
              <a:avLst/>
            </a:prstGeom>
            <a:noFill/>
            <a:ln w="9525">
              <a:noFill/>
            </a:ln>
          </p:spPr>
          <p:txBody>
            <a:bodyPr wrap="none">
              <a:spAutoFit/>
            </a:bodyPr>
            <a:p>
              <a:pPr>
                <a:spcBef>
                  <a:spcPct val="50000"/>
                </a:spcBef>
              </a:pPr>
              <a:r>
                <a:rPr lang="zh-CN" altLang="en-US" sz="1800" b="0" dirty="0">
                  <a:solidFill>
                    <a:schemeClr val="bg1"/>
                  </a:solidFill>
                  <a:latin typeface="隶书" panose="02010509060101010101" pitchFamily="49" charset="-122"/>
                  <a:ea typeface="隶书" panose="02010509060101010101" pitchFamily="49" charset="-122"/>
                </a:rPr>
                <a:t>上 页</a:t>
              </a:r>
              <a:endParaRPr lang="zh-CN" altLang="en-US" sz="1800" b="0" dirty="0">
                <a:solidFill>
                  <a:schemeClr val="bg1"/>
                </a:solidFill>
                <a:latin typeface="隶书" panose="02010509060101010101" pitchFamily="49" charset="-122"/>
                <a:ea typeface="隶书" panose="02010509060101010101" pitchFamily="49" charset="-122"/>
              </a:endParaRPr>
            </a:p>
          </p:txBody>
        </p:sp>
      </p:grpSp>
      <p:grpSp>
        <p:nvGrpSpPr>
          <p:cNvPr id="4" name="Group 84"/>
          <p:cNvGrpSpPr/>
          <p:nvPr/>
        </p:nvGrpSpPr>
        <p:grpSpPr>
          <a:xfrm>
            <a:off x="611188" y="692150"/>
            <a:ext cx="3673475" cy="2016125"/>
            <a:chOff x="385" y="436"/>
            <a:chExt cx="2314" cy="1270"/>
          </a:xfrm>
        </p:grpSpPr>
        <p:sp>
          <p:nvSpPr>
            <p:cNvPr id="62492" name="Line 71"/>
            <p:cNvSpPr/>
            <p:nvPr/>
          </p:nvSpPr>
          <p:spPr>
            <a:xfrm>
              <a:off x="793" y="618"/>
              <a:ext cx="1724" cy="0"/>
            </a:xfrm>
            <a:prstGeom prst="line">
              <a:avLst/>
            </a:prstGeom>
            <a:ln w="28575" cap="flat" cmpd="sng">
              <a:solidFill>
                <a:srgbClr val="FFCC00"/>
              </a:solidFill>
              <a:prstDash val="solid"/>
              <a:headEnd type="none" w="med" len="med"/>
              <a:tailEnd type="none" w="med" len="med"/>
            </a:ln>
          </p:spPr>
        </p:sp>
        <p:sp>
          <p:nvSpPr>
            <p:cNvPr id="62493" name="Oval 50"/>
            <p:cNvSpPr/>
            <p:nvPr/>
          </p:nvSpPr>
          <p:spPr>
            <a:xfrm>
              <a:off x="612" y="890"/>
              <a:ext cx="363" cy="363"/>
            </a:xfrm>
            <a:prstGeom prst="ellipse">
              <a:avLst/>
            </a:prstGeom>
            <a:gradFill rotWithShape="1">
              <a:gsLst>
                <a:gs pos="0">
                  <a:srgbClr val="0099FF"/>
                </a:gs>
                <a:gs pos="100000">
                  <a:srgbClr val="004776"/>
                </a:gs>
              </a:gsLst>
              <a:path path="shape">
                <a:fillToRect l="50000" t="50000" r="50000" b="50000"/>
              </a:path>
              <a:tileRect/>
            </a:gradFill>
            <a:ln w="38100" cap="flat" cmpd="sng">
              <a:solidFill>
                <a:srgbClr val="FF9900"/>
              </a:solidFill>
              <a:prstDash val="solid"/>
              <a:headEnd type="none" w="med" len="med"/>
              <a:tailEnd type="none" w="med" len="med"/>
            </a:ln>
          </p:spPr>
          <p:txBody>
            <a:bodyPr wrap="none" anchor="ctr" anchorCtr="0"/>
            <a:p>
              <a:endParaRPr lang="zh-CN" altLang="en-US" dirty="0">
                <a:latin typeface="楷体_GB2312" pitchFamily="49" charset="-122"/>
              </a:endParaRPr>
            </a:p>
          </p:txBody>
        </p:sp>
        <p:sp>
          <p:nvSpPr>
            <p:cNvPr id="62494" name="Text Box 51"/>
            <p:cNvSpPr txBox="1"/>
            <p:nvPr/>
          </p:nvSpPr>
          <p:spPr>
            <a:xfrm>
              <a:off x="575" y="662"/>
              <a:ext cx="225" cy="288"/>
            </a:xfrm>
            <a:prstGeom prst="rect">
              <a:avLst/>
            </a:prstGeom>
            <a:noFill/>
            <a:ln w="28575">
              <a:noFill/>
            </a:ln>
          </p:spPr>
          <p:txBody>
            <a:bodyPr wrap="none" anchor="ctr" anchorCtr="0">
              <a:spAutoFit/>
            </a:bodyPr>
            <a:p>
              <a:pPr algn="ctr" eaLnBrk="0" hangingPunct="0">
                <a:spcBef>
                  <a:spcPct val="50000"/>
                </a:spcBef>
              </a:pPr>
              <a:r>
                <a:rPr lang="en-US" altLang="zh-CN" sz="2400" dirty="0">
                  <a:solidFill>
                    <a:schemeClr val="bg1"/>
                  </a:solidFill>
                  <a:latin typeface="Times New Roman" panose="02020603050405020304" pitchFamily="18" charset="0"/>
                  <a:ea typeface="宋体" panose="02010600030101010101" pitchFamily="2" charset="-122"/>
                </a:rPr>
                <a:t>+</a:t>
              </a:r>
              <a:endParaRPr lang="en-US" altLang="zh-CN" sz="2400" dirty="0">
                <a:solidFill>
                  <a:schemeClr val="bg1"/>
                </a:solidFill>
                <a:latin typeface="Times New Roman" panose="02020603050405020304" pitchFamily="18" charset="0"/>
                <a:ea typeface="宋体" panose="02010600030101010101" pitchFamily="2" charset="-122"/>
              </a:endParaRPr>
            </a:p>
          </p:txBody>
        </p:sp>
        <p:sp>
          <p:nvSpPr>
            <p:cNvPr id="62495" name="Text Box 52"/>
            <p:cNvSpPr txBox="1"/>
            <p:nvPr/>
          </p:nvSpPr>
          <p:spPr>
            <a:xfrm>
              <a:off x="588" y="1086"/>
              <a:ext cx="212" cy="288"/>
            </a:xfrm>
            <a:prstGeom prst="rect">
              <a:avLst/>
            </a:prstGeom>
            <a:noFill/>
            <a:ln w="28575">
              <a:noFill/>
            </a:ln>
          </p:spPr>
          <p:txBody>
            <a:bodyPr anchor="ctr" anchorCtr="0">
              <a:spAutoFit/>
            </a:bodyPr>
            <a:p>
              <a:pPr algn="ctr" eaLnBrk="0" hangingPunct="0">
                <a:spcBef>
                  <a:spcPct val="50000"/>
                </a:spcBef>
              </a:pPr>
              <a:r>
                <a:rPr lang="en-US" altLang="zh-CN" sz="2400" dirty="0">
                  <a:solidFill>
                    <a:schemeClr val="bg1"/>
                  </a:solidFill>
                  <a:latin typeface="Times New Roman" panose="02020603050405020304" pitchFamily="18" charset="0"/>
                  <a:ea typeface="宋体" panose="02010600030101010101" pitchFamily="2" charset="-122"/>
                </a:rPr>
                <a:t>_</a:t>
              </a:r>
              <a:endParaRPr lang="en-US" altLang="zh-CN" sz="2400" dirty="0">
                <a:solidFill>
                  <a:schemeClr val="bg1"/>
                </a:solidFill>
                <a:latin typeface="Times New Roman" panose="02020603050405020304" pitchFamily="18" charset="0"/>
                <a:ea typeface="宋体" panose="02010600030101010101" pitchFamily="2" charset="-122"/>
              </a:endParaRPr>
            </a:p>
          </p:txBody>
        </p:sp>
        <p:grpSp>
          <p:nvGrpSpPr>
            <p:cNvPr id="62496" name="Group 53"/>
            <p:cNvGrpSpPr/>
            <p:nvPr/>
          </p:nvGrpSpPr>
          <p:grpSpPr>
            <a:xfrm>
              <a:off x="2405" y="1097"/>
              <a:ext cx="234" cy="93"/>
              <a:chOff x="2975" y="1392"/>
              <a:chExt cx="174" cy="93"/>
            </a:xfrm>
          </p:grpSpPr>
          <p:sp>
            <p:nvSpPr>
              <p:cNvPr id="62508" name="Line 54"/>
              <p:cNvSpPr/>
              <p:nvPr/>
            </p:nvSpPr>
            <p:spPr>
              <a:xfrm>
                <a:off x="2975" y="1392"/>
                <a:ext cx="174" cy="1"/>
              </a:xfrm>
              <a:prstGeom prst="line">
                <a:avLst/>
              </a:prstGeom>
              <a:ln w="57150" cap="flat" cmpd="sng">
                <a:solidFill>
                  <a:srgbClr val="FF9900"/>
                </a:solidFill>
                <a:prstDash val="solid"/>
                <a:headEnd type="none" w="med" len="med"/>
                <a:tailEnd type="none" w="med" len="med"/>
              </a:ln>
            </p:spPr>
          </p:sp>
          <p:sp>
            <p:nvSpPr>
              <p:cNvPr id="62509" name="Line 55"/>
              <p:cNvSpPr/>
              <p:nvPr/>
            </p:nvSpPr>
            <p:spPr>
              <a:xfrm>
                <a:off x="2975" y="1484"/>
                <a:ext cx="174" cy="1"/>
              </a:xfrm>
              <a:prstGeom prst="line">
                <a:avLst/>
              </a:prstGeom>
              <a:ln w="57150" cap="flat" cmpd="sng">
                <a:solidFill>
                  <a:srgbClr val="FF9900"/>
                </a:solidFill>
                <a:prstDash val="solid"/>
                <a:headEnd type="none" w="med" len="med"/>
                <a:tailEnd type="none" w="med" len="med"/>
              </a:ln>
            </p:spPr>
          </p:sp>
        </p:grpSp>
        <p:sp>
          <p:nvSpPr>
            <p:cNvPr id="62497" name="Freeform 56"/>
            <p:cNvSpPr/>
            <p:nvPr/>
          </p:nvSpPr>
          <p:spPr>
            <a:xfrm>
              <a:off x="2519" y="608"/>
              <a:ext cx="1" cy="486"/>
            </a:xfrm>
            <a:custGeom>
              <a:avLst/>
              <a:gdLst>
                <a:gd name="txL" fmla="*/ 0 w 1"/>
                <a:gd name="txT" fmla="*/ 0 h 486"/>
                <a:gd name="txR" fmla="*/ 1 w 1"/>
                <a:gd name="txB" fmla="*/ 486 h 486"/>
              </a:gdLst>
              <a:ahLst/>
              <a:cxnLst>
                <a:cxn ang="0">
                  <a:pos x="0" y="0"/>
                </a:cxn>
                <a:cxn ang="0">
                  <a:pos x="0" y="486"/>
                </a:cxn>
              </a:cxnLst>
              <a:rect l="txL" t="txT" r="txR" b="txB"/>
              <a:pathLst>
                <a:path w="1" h="486">
                  <a:moveTo>
                    <a:pt x="0" y="0"/>
                  </a:moveTo>
                  <a:lnTo>
                    <a:pt x="0" y="486"/>
                  </a:lnTo>
                </a:path>
              </a:pathLst>
            </a:custGeom>
            <a:noFill/>
            <a:ln w="28575" cap="flat" cmpd="sng">
              <a:solidFill>
                <a:srgbClr val="FFCC00"/>
              </a:solidFill>
              <a:prstDash val="solid"/>
              <a:round/>
              <a:headEnd type="none" w="med" len="med"/>
              <a:tailEnd type="none" w="med" len="med"/>
            </a:ln>
          </p:spPr>
          <p:txBody>
            <a:bodyPr wrap="none" anchor="ctr" anchorCtr="0">
              <a:spAutoFit/>
            </a:bodyPr>
            <a:p>
              <a:endParaRPr lang="zh-CN" altLang="en-US" dirty="0">
                <a:latin typeface="楷体_GB2312" pitchFamily="49" charset="-122"/>
              </a:endParaRPr>
            </a:p>
          </p:txBody>
        </p:sp>
        <p:sp>
          <p:nvSpPr>
            <p:cNvPr id="62498" name="Freeform 57"/>
            <p:cNvSpPr/>
            <p:nvPr/>
          </p:nvSpPr>
          <p:spPr>
            <a:xfrm>
              <a:off x="2519" y="1190"/>
              <a:ext cx="3" cy="384"/>
            </a:xfrm>
            <a:custGeom>
              <a:avLst/>
              <a:gdLst>
                <a:gd name="txL" fmla="*/ 0 w 3"/>
                <a:gd name="txT" fmla="*/ 0 h 384"/>
                <a:gd name="txR" fmla="*/ 3 w 3"/>
                <a:gd name="txB" fmla="*/ 384 h 384"/>
              </a:gdLst>
              <a:ahLst/>
              <a:cxnLst>
                <a:cxn ang="0">
                  <a:pos x="3" y="0"/>
                </a:cxn>
                <a:cxn ang="0">
                  <a:pos x="0" y="384"/>
                </a:cxn>
              </a:cxnLst>
              <a:rect l="txL" t="txT" r="txR" b="txB"/>
              <a:pathLst>
                <a:path w="3" h="384">
                  <a:moveTo>
                    <a:pt x="3" y="0"/>
                  </a:moveTo>
                  <a:lnTo>
                    <a:pt x="0" y="384"/>
                  </a:lnTo>
                </a:path>
              </a:pathLst>
            </a:custGeom>
            <a:noFill/>
            <a:ln w="28575" cap="flat" cmpd="sng">
              <a:solidFill>
                <a:srgbClr val="FFCC00"/>
              </a:solidFill>
              <a:prstDash val="solid"/>
              <a:round/>
              <a:headEnd type="none" w="med" len="med"/>
              <a:tailEnd type="none" w="med" len="med"/>
            </a:ln>
          </p:spPr>
          <p:txBody>
            <a:bodyPr wrap="none" anchor="ctr" anchorCtr="0">
              <a:spAutoFit/>
            </a:bodyPr>
            <a:p>
              <a:endParaRPr lang="zh-CN" altLang="en-US" dirty="0">
                <a:latin typeface="楷体_GB2312" pitchFamily="49" charset="-122"/>
              </a:endParaRPr>
            </a:p>
          </p:txBody>
        </p:sp>
        <p:sp>
          <p:nvSpPr>
            <p:cNvPr id="62499" name="Line 58"/>
            <p:cNvSpPr/>
            <p:nvPr/>
          </p:nvSpPr>
          <p:spPr>
            <a:xfrm>
              <a:off x="793" y="614"/>
              <a:ext cx="0" cy="960"/>
            </a:xfrm>
            <a:prstGeom prst="line">
              <a:avLst/>
            </a:prstGeom>
            <a:ln w="28575" cap="flat" cmpd="sng">
              <a:solidFill>
                <a:srgbClr val="FFCC00"/>
              </a:solidFill>
              <a:prstDash val="solid"/>
              <a:headEnd type="none" w="med" len="med"/>
              <a:tailEnd type="none" w="med" len="med"/>
            </a:ln>
          </p:spPr>
        </p:sp>
        <p:sp>
          <p:nvSpPr>
            <p:cNvPr id="62500" name="Line 59"/>
            <p:cNvSpPr/>
            <p:nvPr/>
          </p:nvSpPr>
          <p:spPr>
            <a:xfrm>
              <a:off x="1631" y="614"/>
              <a:ext cx="0" cy="960"/>
            </a:xfrm>
            <a:prstGeom prst="line">
              <a:avLst/>
            </a:prstGeom>
            <a:ln w="28575" cap="flat" cmpd="sng">
              <a:solidFill>
                <a:srgbClr val="FFCC00"/>
              </a:solidFill>
              <a:prstDash val="solid"/>
              <a:headEnd type="oval" w="med" len="med"/>
              <a:tailEnd type="oval" w="med" len="med"/>
            </a:ln>
          </p:spPr>
        </p:sp>
        <p:sp>
          <p:nvSpPr>
            <p:cNvPr id="62501" name="Oval 60" descr="信纸"/>
            <p:cNvSpPr/>
            <p:nvPr/>
          </p:nvSpPr>
          <p:spPr>
            <a:xfrm>
              <a:off x="1480" y="943"/>
              <a:ext cx="295" cy="295"/>
            </a:xfrm>
            <a:prstGeom prst="ellipse">
              <a:avLst/>
            </a:prstGeom>
            <a:blipFill rotWithShape="1">
              <a:blip r:embed="rId8"/>
            </a:blipFill>
            <a:ln w="38100" cap="flat" cmpd="sng">
              <a:solidFill>
                <a:srgbClr val="FF9900"/>
              </a:solidFill>
              <a:prstDash val="solid"/>
              <a:headEnd type="none" w="med" len="med"/>
              <a:tailEnd type="none" w="med" len="med"/>
            </a:ln>
          </p:spPr>
          <p:txBody>
            <a:bodyPr anchor="ctr" anchorCtr="0"/>
            <a:p>
              <a:pPr algn="ctr" eaLnBrk="0" hangingPunct="0">
                <a:spcBef>
                  <a:spcPct val="50000"/>
                </a:spcBef>
              </a:pPr>
              <a:r>
                <a:rPr lang="en-US" altLang="zh-CN" sz="2400" dirty="0">
                  <a:solidFill>
                    <a:schemeClr val="tx1"/>
                  </a:solidFill>
                  <a:latin typeface="Times New Roman" panose="02020603050405020304" pitchFamily="18" charset="0"/>
                  <a:ea typeface="宋体" panose="02010600030101010101" pitchFamily="2" charset="-122"/>
                </a:rPr>
                <a:t>D</a:t>
              </a:r>
              <a:endParaRPr lang="en-US" altLang="zh-CN" sz="2400" dirty="0">
                <a:solidFill>
                  <a:schemeClr val="tx1"/>
                </a:solidFill>
                <a:latin typeface="Times New Roman" panose="02020603050405020304" pitchFamily="18" charset="0"/>
                <a:ea typeface="宋体" panose="02010600030101010101" pitchFamily="2" charset="-122"/>
              </a:endParaRPr>
            </a:p>
          </p:txBody>
        </p:sp>
        <p:sp>
          <p:nvSpPr>
            <p:cNvPr id="62502" name="Line 61"/>
            <p:cNvSpPr/>
            <p:nvPr/>
          </p:nvSpPr>
          <p:spPr>
            <a:xfrm>
              <a:off x="1628" y="1298"/>
              <a:ext cx="0" cy="240"/>
            </a:xfrm>
            <a:prstGeom prst="line">
              <a:avLst/>
            </a:prstGeom>
            <a:ln w="28575" cap="flat" cmpd="sng">
              <a:solidFill>
                <a:srgbClr val="66FFFF"/>
              </a:solidFill>
              <a:prstDash val="solid"/>
              <a:headEnd type="none" w="med" len="med"/>
              <a:tailEnd type="triangle" w="med" len="med"/>
            </a:ln>
          </p:spPr>
        </p:sp>
        <p:sp>
          <p:nvSpPr>
            <p:cNvPr id="62503" name="Line 62"/>
            <p:cNvSpPr/>
            <p:nvPr/>
          </p:nvSpPr>
          <p:spPr>
            <a:xfrm>
              <a:off x="1927" y="618"/>
              <a:ext cx="288" cy="0"/>
            </a:xfrm>
            <a:prstGeom prst="line">
              <a:avLst/>
            </a:prstGeom>
            <a:ln w="28575" cap="flat" cmpd="sng">
              <a:solidFill>
                <a:srgbClr val="66FFFF"/>
              </a:solidFill>
              <a:prstDash val="solid"/>
              <a:headEnd type="none" w="med" len="med"/>
              <a:tailEnd type="triangle" w="med" len="med"/>
            </a:ln>
          </p:spPr>
        </p:sp>
        <p:sp>
          <p:nvSpPr>
            <p:cNvPr id="62504" name="Line 63"/>
            <p:cNvSpPr/>
            <p:nvPr/>
          </p:nvSpPr>
          <p:spPr>
            <a:xfrm>
              <a:off x="975" y="618"/>
              <a:ext cx="288" cy="0"/>
            </a:xfrm>
            <a:prstGeom prst="line">
              <a:avLst/>
            </a:prstGeom>
            <a:ln w="28575" cap="flat" cmpd="sng">
              <a:solidFill>
                <a:srgbClr val="66FFFF"/>
              </a:solidFill>
              <a:prstDash val="solid"/>
              <a:headEnd type="none" w="med" len="med"/>
              <a:tailEnd type="triangle" w="med" len="med"/>
            </a:ln>
          </p:spPr>
        </p:sp>
        <p:sp>
          <p:nvSpPr>
            <p:cNvPr id="62505" name="Text Box 64"/>
            <p:cNvSpPr txBox="1"/>
            <p:nvPr/>
          </p:nvSpPr>
          <p:spPr>
            <a:xfrm>
              <a:off x="2109" y="981"/>
              <a:ext cx="265" cy="327"/>
            </a:xfrm>
            <a:prstGeom prst="rect">
              <a:avLst/>
            </a:prstGeom>
            <a:noFill/>
            <a:ln w="28575">
              <a:noFill/>
            </a:ln>
          </p:spPr>
          <p:txBody>
            <a:bodyPr wrap="none">
              <a:spAutoFit/>
            </a:bodyPr>
            <a:p>
              <a:pPr eaLnBrk="0" hangingPunct="0">
                <a:spcBef>
                  <a:spcPct val="50000"/>
                </a:spcBef>
              </a:pPr>
              <a:r>
                <a:rPr lang="en-US" altLang="zh-CN" b="0" i="1" dirty="0">
                  <a:solidFill>
                    <a:schemeClr val="bg1"/>
                  </a:solidFill>
                  <a:latin typeface="Times New Roman" panose="02020603050405020304" pitchFamily="18" charset="0"/>
                  <a:ea typeface="宋体" panose="02010600030101010101" pitchFamily="2" charset="-122"/>
                </a:rPr>
                <a:t>C</a:t>
              </a:r>
              <a:endParaRPr lang="en-US" altLang="zh-CN" b="0" dirty="0">
                <a:solidFill>
                  <a:schemeClr val="bg1"/>
                </a:solidFill>
                <a:latin typeface="Times New Roman" panose="02020603050405020304" pitchFamily="18" charset="0"/>
                <a:ea typeface="宋体" panose="02010600030101010101" pitchFamily="2" charset="-122"/>
              </a:endParaRPr>
            </a:p>
          </p:txBody>
        </p:sp>
        <p:graphicFrame>
          <p:nvGraphicFramePr>
            <p:cNvPr id="62472" name="Object 65"/>
            <p:cNvGraphicFramePr/>
            <p:nvPr/>
          </p:nvGraphicFramePr>
          <p:xfrm>
            <a:off x="385" y="935"/>
            <a:ext cx="248" cy="318"/>
          </p:xfrm>
          <a:graphic>
            <a:graphicData uri="http://schemas.openxmlformats.org/presentationml/2006/ole">
              <mc:AlternateContent xmlns:mc="http://schemas.openxmlformats.org/markup-compatibility/2006">
                <mc:Choice xmlns:v="urn:schemas-microsoft-com:vml" Requires="v">
                  <p:oleObj spid="_x0000_s3476" name="" r:id="rId9" imgW="177800" imgH="227965" progId="Equation.3">
                    <p:embed/>
                  </p:oleObj>
                </mc:Choice>
                <mc:Fallback>
                  <p:oleObj name="" r:id="rId9" imgW="177800" imgH="227965" progId="Equation.3">
                    <p:embed/>
                    <p:pic>
                      <p:nvPicPr>
                        <p:cNvPr id="0" name="图片 3475"/>
                        <p:cNvPicPr/>
                        <p:nvPr/>
                      </p:nvPicPr>
                      <p:blipFill>
                        <a:blip r:embed="rId10">
                          <a:clrChange>
                            <a:clrFrom>
                              <a:srgbClr val="000000"/>
                            </a:clrFrom>
                            <a:clrTo>
                              <a:srgbClr val="FFFFFF"/>
                            </a:clrTo>
                          </a:clrChange>
                        </a:blip>
                        <a:stretch>
                          <a:fillRect/>
                        </a:stretch>
                      </p:blipFill>
                      <p:spPr>
                        <a:xfrm>
                          <a:off x="385" y="935"/>
                          <a:ext cx="248" cy="318"/>
                        </a:xfrm>
                        <a:prstGeom prst="rect">
                          <a:avLst/>
                        </a:prstGeom>
                        <a:noFill/>
                        <a:ln w="38100">
                          <a:noFill/>
                          <a:miter/>
                        </a:ln>
                      </p:spPr>
                    </p:pic>
                  </p:oleObj>
                </mc:Fallback>
              </mc:AlternateContent>
            </a:graphicData>
          </a:graphic>
        </p:graphicFrame>
        <p:graphicFrame>
          <p:nvGraphicFramePr>
            <p:cNvPr id="62473" name="Object 66"/>
            <p:cNvGraphicFramePr/>
            <p:nvPr/>
          </p:nvGraphicFramePr>
          <p:xfrm>
            <a:off x="1020" y="618"/>
            <a:ext cx="164" cy="282"/>
          </p:xfrm>
          <a:graphic>
            <a:graphicData uri="http://schemas.openxmlformats.org/presentationml/2006/ole">
              <mc:AlternateContent xmlns:mc="http://schemas.openxmlformats.org/markup-compatibility/2006">
                <mc:Choice xmlns:v="urn:schemas-microsoft-com:vml" Requires="v">
                  <p:oleObj spid="_x0000_s3478" name="" r:id="rId11" imgW="127000" imgH="215265" progId="Equation.3">
                    <p:embed/>
                  </p:oleObj>
                </mc:Choice>
                <mc:Fallback>
                  <p:oleObj name="" r:id="rId11" imgW="127000" imgH="215265" progId="Equation.3">
                    <p:embed/>
                    <p:pic>
                      <p:nvPicPr>
                        <p:cNvPr id="0" name="图片 3477"/>
                        <p:cNvPicPr/>
                        <p:nvPr/>
                      </p:nvPicPr>
                      <p:blipFill>
                        <a:blip r:embed="rId12">
                          <a:clrChange>
                            <a:clrFrom>
                              <a:srgbClr val="000000"/>
                            </a:clrFrom>
                            <a:clrTo>
                              <a:srgbClr val="FFFFFF"/>
                            </a:clrTo>
                          </a:clrChange>
                        </a:blip>
                        <a:stretch>
                          <a:fillRect/>
                        </a:stretch>
                      </p:blipFill>
                      <p:spPr>
                        <a:xfrm>
                          <a:off x="1020" y="618"/>
                          <a:ext cx="164" cy="282"/>
                        </a:xfrm>
                        <a:prstGeom prst="rect">
                          <a:avLst/>
                        </a:prstGeom>
                        <a:noFill/>
                        <a:ln w="38100">
                          <a:noFill/>
                          <a:miter/>
                        </a:ln>
                      </p:spPr>
                    </p:pic>
                  </p:oleObj>
                </mc:Fallback>
              </mc:AlternateContent>
            </a:graphicData>
          </a:graphic>
        </p:graphicFrame>
        <p:graphicFrame>
          <p:nvGraphicFramePr>
            <p:cNvPr id="62474" name="Object 67"/>
            <p:cNvGraphicFramePr/>
            <p:nvPr/>
          </p:nvGraphicFramePr>
          <p:xfrm>
            <a:off x="1927" y="618"/>
            <a:ext cx="235" cy="330"/>
          </p:xfrm>
          <a:graphic>
            <a:graphicData uri="http://schemas.openxmlformats.org/presentationml/2006/ole">
              <mc:AlternateContent xmlns:mc="http://schemas.openxmlformats.org/markup-compatibility/2006">
                <mc:Choice xmlns:v="urn:schemas-microsoft-com:vml" Requires="v">
                  <p:oleObj spid="_x0000_s3475" name="" r:id="rId13" imgW="190500" imgH="266065" progId="Equation.3">
                    <p:embed/>
                  </p:oleObj>
                </mc:Choice>
                <mc:Fallback>
                  <p:oleObj name="" r:id="rId13" imgW="190500" imgH="266065" progId="Equation.3">
                    <p:embed/>
                    <p:pic>
                      <p:nvPicPr>
                        <p:cNvPr id="0" name="图片 3474"/>
                        <p:cNvPicPr/>
                        <p:nvPr/>
                      </p:nvPicPr>
                      <p:blipFill>
                        <a:blip r:embed="rId14">
                          <a:clrChange>
                            <a:clrFrom>
                              <a:srgbClr val="000000"/>
                            </a:clrFrom>
                            <a:clrTo>
                              <a:srgbClr val="FFFFFF"/>
                            </a:clrTo>
                          </a:clrChange>
                        </a:blip>
                        <a:stretch>
                          <a:fillRect/>
                        </a:stretch>
                      </p:blipFill>
                      <p:spPr>
                        <a:xfrm>
                          <a:off x="1927" y="618"/>
                          <a:ext cx="235" cy="330"/>
                        </a:xfrm>
                        <a:prstGeom prst="rect">
                          <a:avLst/>
                        </a:prstGeom>
                        <a:noFill/>
                        <a:ln w="38100">
                          <a:noFill/>
                          <a:miter/>
                        </a:ln>
                      </p:spPr>
                    </p:pic>
                  </p:oleObj>
                </mc:Fallback>
              </mc:AlternateContent>
            </a:graphicData>
          </a:graphic>
        </p:graphicFrame>
        <p:graphicFrame>
          <p:nvGraphicFramePr>
            <p:cNvPr id="62475" name="Object 68"/>
            <p:cNvGraphicFramePr/>
            <p:nvPr/>
          </p:nvGraphicFramePr>
          <p:xfrm>
            <a:off x="1655" y="1207"/>
            <a:ext cx="234" cy="328"/>
          </p:xfrm>
          <a:graphic>
            <a:graphicData uri="http://schemas.openxmlformats.org/presentationml/2006/ole">
              <mc:AlternateContent xmlns:mc="http://schemas.openxmlformats.org/markup-compatibility/2006">
                <mc:Choice xmlns:v="urn:schemas-microsoft-com:vml" Requires="v">
                  <p:oleObj spid="_x0000_s3474" name="" r:id="rId15" imgW="190500" imgH="266065" progId="Equation.3">
                    <p:embed/>
                  </p:oleObj>
                </mc:Choice>
                <mc:Fallback>
                  <p:oleObj name="" r:id="rId15" imgW="190500" imgH="266065" progId="Equation.3">
                    <p:embed/>
                    <p:pic>
                      <p:nvPicPr>
                        <p:cNvPr id="0" name="图片 3473"/>
                        <p:cNvPicPr/>
                        <p:nvPr/>
                      </p:nvPicPr>
                      <p:blipFill>
                        <a:blip r:embed="rId16">
                          <a:clrChange>
                            <a:clrFrom>
                              <a:srgbClr val="000000"/>
                            </a:clrFrom>
                            <a:clrTo>
                              <a:srgbClr val="FFFFFF"/>
                            </a:clrTo>
                          </a:clrChange>
                        </a:blip>
                        <a:stretch>
                          <a:fillRect/>
                        </a:stretch>
                      </p:blipFill>
                      <p:spPr>
                        <a:xfrm>
                          <a:off x="1655" y="1207"/>
                          <a:ext cx="234" cy="328"/>
                        </a:xfrm>
                        <a:prstGeom prst="rect">
                          <a:avLst/>
                        </a:prstGeom>
                        <a:noFill/>
                        <a:ln w="38100">
                          <a:noFill/>
                          <a:miter/>
                        </a:ln>
                      </p:spPr>
                    </p:pic>
                  </p:oleObj>
                </mc:Fallback>
              </mc:AlternateContent>
            </a:graphicData>
          </a:graphic>
        </p:graphicFrame>
        <p:sp>
          <p:nvSpPr>
            <p:cNvPr id="62506" name="Rectangle 69"/>
            <p:cNvSpPr/>
            <p:nvPr/>
          </p:nvSpPr>
          <p:spPr>
            <a:xfrm>
              <a:off x="1338" y="436"/>
              <a:ext cx="1361" cy="1270"/>
            </a:xfrm>
            <a:prstGeom prst="rect">
              <a:avLst/>
            </a:prstGeom>
            <a:noFill/>
            <a:ln w="28575" cap="flat" cmpd="sng">
              <a:solidFill>
                <a:srgbClr val="66FF33"/>
              </a:solidFill>
              <a:prstDash val="sysDot"/>
              <a:miter/>
              <a:headEnd type="none" w="med" len="med"/>
              <a:tailEnd type="none" w="med" len="med"/>
            </a:ln>
          </p:spPr>
          <p:txBody>
            <a:bodyPr anchor="ctr" anchorCtr="0">
              <a:spAutoFit/>
            </a:bodyPr>
            <a:p>
              <a:endParaRPr lang="zh-CN" altLang="en-US" dirty="0">
                <a:latin typeface="楷体_GB2312" pitchFamily="49" charset="-122"/>
              </a:endParaRPr>
            </a:p>
          </p:txBody>
        </p:sp>
        <p:sp>
          <p:nvSpPr>
            <p:cNvPr id="62507" name="Line 70"/>
            <p:cNvSpPr/>
            <p:nvPr/>
          </p:nvSpPr>
          <p:spPr>
            <a:xfrm>
              <a:off x="793" y="1570"/>
              <a:ext cx="1724" cy="0"/>
            </a:xfrm>
            <a:prstGeom prst="line">
              <a:avLst/>
            </a:prstGeom>
            <a:ln w="28575" cap="flat" cmpd="sng">
              <a:solidFill>
                <a:srgbClr val="FFCC00"/>
              </a:solidFill>
              <a:prstDash val="solid"/>
              <a:headEnd type="none" w="med" len="med"/>
              <a:tailEnd type="none" w="med" len="med"/>
            </a:ln>
          </p:spPr>
        </p:sp>
      </p:grpSp>
      <p:grpSp>
        <p:nvGrpSpPr>
          <p:cNvPr id="62483" name="Group 75"/>
          <p:cNvGrpSpPr/>
          <p:nvPr/>
        </p:nvGrpSpPr>
        <p:grpSpPr>
          <a:xfrm>
            <a:off x="6588125" y="6446838"/>
            <a:ext cx="792163" cy="366712"/>
            <a:chOff x="4649" y="4020"/>
            <a:chExt cx="499" cy="231"/>
          </a:xfrm>
        </p:grpSpPr>
        <p:pic>
          <p:nvPicPr>
            <p:cNvPr id="62490" name="Picture 76" descr="78900"/>
            <p:cNvPicPr>
              <a:picLocks noChangeAspect="1"/>
            </p:cNvPicPr>
            <p:nvPr/>
          </p:nvPicPr>
          <p:blipFill>
            <a:blip r:embed="rId7"/>
            <a:stretch>
              <a:fillRect/>
            </a:stretch>
          </p:blipFill>
          <p:spPr>
            <a:xfrm>
              <a:off x="4649" y="4066"/>
              <a:ext cx="499" cy="181"/>
            </a:xfrm>
            <a:prstGeom prst="rect">
              <a:avLst/>
            </a:prstGeom>
            <a:noFill/>
            <a:ln w="9525">
              <a:noFill/>
            </a:ln>
          </p:spPr>
        </p:pic>
        <p:sp>
          <p:nvSpPr>
            <p:cNvPr id="62491" name="Text Box 77">
              <a:hlinkClick r:id="" action="ppaction://hlinkshowjump?jump=firstslide"/>
            </p:cNvPr>
            <p:cNvSpPr txBox="1"/>
            <p:nvPr/>
          </p:nvSpPr>
          <p:spPr>
            <a:xfrm>
              <a:off x="4672" y="4020"/>
              <a:ext cx="476" cy="231"/>
            </a:xfrm>
            <a:prstGeom prst="rect">
              <a:avLst/>
            </a:prstGeom>
            <a:noFill/>
            <a:ln w="9525">
              <a:noFill/>
            </a:ln>
          </p:spPr>
          <p:txBody>
            <a:bodyPr wrap="none">
              <a:spAutoFit/>
            </a:bodyPr>
            <a:p>
              <a:pPr>
                <a:spcBef>
                  <a:spcPct val="50000"/>
                </a:spcBef>
              </a:pPr>
              <a:r>
                <a:rPr lang="zh-CN" altLang="en-US" sz="1800" b="0" dirty="0">
                  <a:solidFill>
                    <a:schemeClr val="bg1"/>
                  </a:solidFill>
                  <a:latin typeface="隶书" panose="02010509060101010101" pitchFamily="49" charset="-122"/>
                  <a:ea typeface="隶书" panose="02010509060101010101" pitchFamily="49" charset="-122"/>
                </a:rPr>
                <a:t>返 回</a:t>
              </a:r>
              <a:endParaRPr lang="zh-CN" altLang="en-US" sz="1800" b="0" dirty="0">
                <a:solidFill>
                  <a:schemeClr val="bg1"/>
                </a:solidFill>
                <a:latin typeface="隶书" panose="02010509060101010101" pitchFamily="49" charset="-122"/>
                <a:ea typeface="隶书" panose="02010509060101010101" pitchFamily="49" charset="-122"/>
              </a:endParaRPr>
            </a:p>
          </p:txBody>
        </p:sp>
      </p:grpSp>
      <p:grpSp>
        <p:nvGrpSpPr>
          <p:cNvPr id="7" name="Group 81"/>
          <p:cNvGrpSpPr/>
          <p:nvPr/>
        </p:nvGrpSpPr>
        <p:grpSpPr>
          <a:xfrm>
            <a:off x="1397000" y="4205288"/>
            <a:ext cx="2246313" cy="547687"/>
            <a:chOff x="880" y="2649"/>
            <a:chExt cx="1415" cy="345"/>
          </a:xfrm>
        </p:grpSpPr>
        <p:graphicFrame>
          <p:nvGraphicFramePr>
            <p:cNvPr id="62471" name="Object 31"/>
            <p:cNvGraphicFramePr/>
            <p:nvPr/>
          </p:nvGraphicFramePr>
          <p:xfrm>
            <a:off x="880" y="2649"/>
            <a:ext cx="1415" cy="345"/>
          </p:xfrm>
          <a:graphic>
            <a:graphicData uri="http://schemas.openxmlformats.org/presentationml/2006/ole">
              <mc:AlternateContent xmlns:mc="http://schemas.openxmlformats.org/markup-compatibility/2006">
                <mc:Choice xmlns:v="urn:schemas-microsoft-com:vml" Requires="v">
                  <p:oleObj spid="_x0000_s3472" name="" r:id="rId17" imgW="1090930" imgH="266065" progId="Equation.3">
                    <p:embed/>
                  </p:oleObj>
                </mc:Choice>
                <mc:Fallback>
                  <p:oleObj name="" r:id="rId17" imgW="1090930" imgH="266065" progId="Equation.3">
                    <p:embed/>
                    <p:pic>
                      <p:nvPicPr>
                        <p:cNvPr id="0" name="图片 3471"/>
                        <p:cNvPicPr/>
                        <p:nvPr/>
                      </p:nvPicPr>
                      <p:blipFill>
                        <a:blip r:embed="rId18">
                          <a:clrChange>
                            <a:clrFrom>
                              <a:srgbClr val="000000"/>
                            </a:clrFrom>
                            <a:clrTo>
                              <a:srgbClr val="FFFFFF"/>
                            </a:clrTo>
                          </a:clrChange>
                        </a:blip>
                        <a:stretch>
                          <a:fillRect/>
                        </a:stretch>
                      </p:blipFill>
                      <p:spPr>
                        <a:xfrm>
                          <a:off x="880" y="2649"/>
                          <a:ext cx="1415" cy="345"/>
                        </a:xfrm>
                        <a:prstGeom prst="rect">
                          <a:avLst/>
                        </a:prstGeom>
                        <a:noFill/>
                        <a:ln w="38100">
                          <a:noFill/>
                          <a:miter/>
                        </a:ln>
                      </p:spPr>
                    </p:pic>
                  </p:oleObj>
                </mc:Fallback>
              </mc:AlternateContent>
            </a:graphicData>
          </a:graphic>
        </p:graphicFrame>
        <p:sp>
          <p:nvSpPr>
            <p:cNvPr id="62489" name="Line 78"/>
            <p:cNvSpPr/>
            <p:nvPr/>
          </p:nvSpPr>
          <p:spPr>
            <a:xfrm>
              <a:off x="1991" y="2949"/>
              <a:ext cx="272" cy="0"/>
            </a:xfrm>
            <a:prstGeom prst="line">
              <a:avLst/>
            </a:prstGeom>
            <a:ln w="9525" cap="flat" cmpd="sng">
              <a:solidFill>
                <a:schemeClr val="bg1"/>
              </a:solidFill>
              <a:prstDash val="solid"/>
              <a:headEnd type="none" w="med" len="med"/>
              <a:tailEnd type="none" w="med" len="med"/>
            </a:ln>
          </p:spPr>
        </p:sp>
      </p:grpSp>
      <p:grpSp>
        <p:nvGrpSpPr>
          <p:cNvPr id="8" name="Group 82"/>
          <p:cNvGrpSpPr/>
          <p:nvPr/>
        </p:nvGrpSpPr>
        <p:grpSpPr>
          <a:xfrm>
            <a:off x="1547813" y="4797425"/>
            <a:ext cx="6507162" cy="547688"/>
            <a:chOff x="975" y="3022"/>
            <a:chExt cx="4099" cy="345"/>
          </a:xfrm>
        </p:grpSpPr>
        <p:graphicFrame>
          <p:nvGraphicFramePr>
            <p:cNvPr id="62470" name="Object 32"/>
            <p:cNvGraphicFramePr/>
            <p:nvPr/>
          </p:nvGraphicFramePr>
          <p:xfrm>
            <a:off x="975" y="3022"/>
            <a:ext cx="4099" cy="345"/>
          </p:xfrm>
          <a:graphic>
            <a:graphicData uri="http://schemas.openxmlformats.org/presentationml/2006/ole">
              <mc:AlternateContent xmlns:mc="http://schemas.openxmlformats.org/markup-compatibility/2006">
                <mc:Choice xmlns:v="urn:schemas-microsoft-com:vml" Requires="v">
                  <p:oleObj spid="_x0000_s3477" name="" r:id="rId19" imgW="3170555" imgH="266065" progId="Equation.3">
                    <p:embed/>
                  </p:oleObj>
                </mc:Choice>
                <mc:Fallback>
                  <p:oleObj name="" r:id="rId19" imgW="3170555" imgH="266065" progId="Equation.3">
                    <p:embed/>
                    <p:pic>
                      <p:nvPicPr>
                        <p:cNvPr id="0" name="图片 3476"/>
                        <p:cNvPicPr/>
                        <p:nvPr/>
                      </p:nvPicPr>
                      <p:blipFill>
                        <a:blip r:embed="rId20">
                          <a:clrChange>
                            <a:clrFrom>
                              <a:srgbClr val="000000"/>
                            </a:clrFrom>
                            <a:clrTo>
                              <a:srgbClr val="FFFFFF"/>
                            </a:clrTo>
                          </a:clrChange>
                        </a:blip>
                        <a:stretch>
                          <a:fillRect/>
                        </a:stretch>
                      </p:blipFill>
                      <p:spPr>
                        <a:xfrm>
                          <a:off x="975" y="3022"/>
                          <a:ext cx="4099" cy="345"/>
                        </a:xfrm>
                        <a:prstGeom prst="rect">
                          <a:avLst/>
                        </a:prstGeom>
                        <a:noFill/>
                        <a:ln w="38100">
                          <a:noFill/>
                          <a:miter/>
                        </a:ln>
                      </p:spPr>
                    </p:pic>
                  </p:oleObj>
                </mc:Fallback>
              </mc:AlternateContent>
            </a:graphicData>
          </a:graphic>
        </p:graphicFrame>
        <p:sp>
          <p:nvSpPr>
            <p:cNvPr id="62488" name="Line 79"/>
            <p:cNvSpPr/>
            <p:nvPr/>
          </p:nvSpPr>
          <p:spPr>
            <a:xfrm>
              <a:off x="1837" y="3321"/>
              <a:ext cx="680" cy="0"/>
            </a:xfrm>
            <a:prstGeom prst="line">
              <a:avLst/>
            </a:prstGeom>
            <a:ln w="9525" cap="flat" cmpd="sng">
              <a:solidFill>
                <a:schemeClr val="bg1"/>
              </a:solidFill>
              <a:prstDash val="solid"/>
              <a:headEnd type="none" w="med" len="med"/>
              <a:tailEnd type="none" w="med" len="med"/>
            </a:ln>
          </p:spPr>
        </p:sp>
      </p:grpSp>
      <p:grpSp>
        <p:nvGrpSpPr>
          <p:cNvPr id="9" name="Group 87"/>
          <p:cNvGrpSpPr/>
          <p:nvPr/>
        </p:nvGrpSpPr>
        <p:grpSpPr>
          <a:xfrm>
            <a:off x="1403350" y="5373688"/>
            <a:ext cx="6767513" cy="571500"/>
            <a:chOff x="1112" y="3372"/>
            <a:chExt cx="4263" cy="360"/>
          </a:xfrm>
        </p:grpSpPr>
        <p:graphicFrame>
          <p:nvGraphicFramePr>
            <p:cNvPr id="62469" name="Object 34"/>
            <p:cNvGraphicFramePr/>
            <p:nvPr/>
          </p:nvGraphicFramePr>
          <p:xfrm>
            <a:off x="1112" y="3372"/>
            <a:ext cx="4263" cy="360"/>
          </p:xfrm>
          <a:graphic>
            <a:graphicData uri="http://schemas.openxmlformats.org/presentationml/2006/ole">
              <mc:AlternateContent xmlns:mc="http://schemas.openxmlformats.org/markup-compatibility/2006">
                <mc:Choice xmlns:v="urn:schemas-microsoft-com:vml" Requires="v">
                  <p:oleObj spid="_x0000_s3473" name="" r:id="rId21" imgW="2843530" imgH="241300" progId="Equation.3">
                    <p:embed/>
                  </p:oleObj>
                </mc:Choice>
                <mc:Fallback>
                  <p:oleObj name="" r:id="rId21" imgW="2843530" imgH="241300" progId="Equation.3">
                    <p:embed/>
                    <p:pic>
                      <p:nvPicPr>
                        <p:cNvPr id="0" name="图片 3472"/>
                        <p:cNvPicPr/>
                        <p:nvPr/>
                      </p:nvPicPr>
                      <p:blipFill>
                        <a:blip r:embed="rId22">
                          <a:clrChange>
                            <a:clrFrom>
                              <a:srgbClr val="000000"/>
                            </a:clrFrom>
                            <a:clrTo>
                              <a:srgbClr val="FFFFFF"/>
                            </a:clrTo>
                          </a:clrChange>
                        </a:blip>
                        <a:stretch>
                          <a:fillRect/>
                        </a:stretch>
                      </p:blipFill>
                      <p:spPr>
                        <a:xfrm>
                          <a:off x="1112" y="3372"/>
                          <a:ext cx="4263" cy="360"/>
                        </a:xfrm>
                        <a:prstGeom prst="rect">
                          <a:avLst/>
                        </a:prstGeom>
                        <a:noFill/>
                        <a:ln w="38100">
                          <a:noFill/>
                          <a:miter/>
                        </a:ln>
                      </p:spPr>
                    </p:pic>
                  </p:oleObj>
                </mc:Fallback>
              </mc:AlternateContent>
            </a:graphicData>
          </a:graphic>
        </p:graphicFrame>
        <p:sp>
          <p:nvSpPr>
            <p:cNvPr id="62487" name="Line 80"/>
            <p:cNvSpPr/>
            <p:nvPr/>
          </p:nvSpPr>
          <p:spPr>
            <a:xfrm>
              <a:off x="4422" y="3657"/>
              <a:ext cx="726" cy="0"/>
            </a:xfrm>
            <a:prstGeom prst="line">
              <a:avLst/>
            </a:prstGeom>
            <a:ln w="9525" cap="flat" cmpd="sng">
              <a:solidFill>
                <a:schemeClr val="bg1"/>
              </a:solidFill>
              <a:prstDash val="solid"/>
              <a:headEnd type="none" w="med" len="med"/>
              <a:tailEnd type="none" w="med" len="med"/>
            </a:ln>
          </p:spPr>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5" presetClass="entr" presetSubtype="0" fill="hold" grpId="0" nodeType="withEffect">
                                  <p:stCondLst>
                                    <p:cond delay="0"/>
                                  </p:stCondLst>
                                  <p:childTnLst>
                                    <p:set>
                                      <p:cBhvr>
                                        <p:cTn id="6" dur="1" fill="hold">
                                          <p:stCondLst>
                                            <p:cond delay="0"/>
                                          </p:stCondLst>
                                        </p:cTn>
                                        <p:tgtEl>
                                          <p:spTgt spid="24603"/>
                                        </p:tgtEl>
                                        <p:attrNameLst>
                                          <p:attrName>style.visibility</p:attrName>
                                        </p:attrNameLst>
                                      </p:cBhvr>
                                      <p:to>
                                        <p:strVal val="visible"/>
                                      </p:to>
                                    </p:set>
                                    <p:anim calcmode="lin" valueType="num">
                                      <p:cBhvr>
                                        <p:cTn id="7" dur="1000" fill="hold"/>
                                        <p:tgtEl>
                                          <p:spTgt spid="24603"/>
                                        </p:tgtEl>
                                        <p:attrNameLst>
                                          <p:attrName>ppt_w</p:attrName>
                                        </p:attrNameLst>
                                      </p:cBhvr>
                                      <p:tavLst>
                                        <p:tav tm="0">
                                          <p:val>
                                            <p:fltVal val="0.000000"/>
                                          </p:val>
                                        </p:tav>
                                        <p:tav tm="100000">
                                          <p:val>
                                            <p:strVal val="#ppt_w"/>
                                          </p:val>
                                        </p:tav>
                                      </p:tavLst>
                                    </p:anim>
                                    <p:anim calcmode="lin" valueType="num">
                                      <p:cBhvr>
                                        <p:cTn id="8" dur="1000" fill="hold"/>
                                        <p:tgtEl>
                                          <p:spTgt spid="24603"/>
                                        </p:tgtEl>
                                        <p:attrNameLst>
                                          <p:attrName>ppt_h</p:attrName>
                                        </p:attrNameLst>
                                      </p:cBhvr>
                                      <p:tavLst>
                                        <p:tav tm="0">
                                          <p:val>
                                            <p:fltVal val="0.000000"/>
                                          </p:val>
                                        </p:tav>
                                        <p:tav tm="100000">
                                          <p:val>
                                            <p:strVal val="#ppt_h"/>
                                          </p:val>
                                        </p:tav>
                                      </p:tavLst>
                                    </p:anim>
                                    <p:anim calcmode="lin" valueType="num">
                                      <p:cBhvr>
                                        <p:cTn id="9" dur="1000" fill="hold"/>
                                        <p:tgtEl>
                                          <p:spTgt spid="24603"/>
                                        </p:tgtEl>
                                        <p:attrNameLst>
                                          <p:attrName>ppt_x</p:attrName>
                                        </p:attrNameLst>
                                      </p:cBhvr>
                                      <p:tavLst>
                                        <p:tav tm="0" fmla="#ppt_x+(cos(-2*pi*(1-$))*-#ppt_x-sin(-2*pi*(1-$))*(1-#ppt_y))*(1-$)">
                                          <p:val>
                                            <p:fltVal val="0.000000"/>
                                          </p:val>
                                        </p:tav>
                                        <p:tav tm="100000">
                                          <p:val>
                                            <p:fltVal val="1.000000"/>
                                          </p:val>
                                        </p:tav>
                                      </p:tavLst>
                                    </p:anim>
                                    <p:anim calcmode="lin" valueType="num">
                                      <p:cBhvr>
                                        <p:cTn id="10" dur="1000" fill="hold"/>
                                        <p:tgtEl>
                                          <p:spTgt spid="24603"/>
                                        </p:tgtEl>
                                        <p:attrNameLst>
                                          <p:attrName>ppt_y</p:attrName>
                                        </p:attrNameLst>
                                      </p:cBhvr>
                                      <p:tavLst>
                                        <p:tav tm="0" fmla="#ppt_y+(sin(-2*pi*(1-$))*-#ppt_x+cos(-2*pi*(1-$))*(1-#ppt_y))*(1-$)">
                                          <p:val>
                                            <p:fltVal val="0.000000"/>
                                          </p:val>
                                        </p:tav>
                                        <p:tav tm="100000">
                                          <p:val>
                                            <p:fltVal val="1.000000"/>
                                          </p:val>
                                        </p:tav>
                                      </p:tavLst>
                                    </p:anim>
                                  </p:childTnLst>
                                </p:cTn>
                              </p:par>
                            </p:childTnLst>
                          </p:cTn>
                        </p:par>
                        <p:par>
                          <p:cTn id="11" fill="hold">
                            <p:stCondLst>
                              <p:cond delay="1000"/>
                            </p:stCondLst>
                            <p:childTnLst>
                              <p:par>
                                <p:cTn id="12" presetID="3" presetClass="entr" presetSubtype="10" fill="hold" nodeType="afterEffect">
                                  <p:stCondLst>
                                    <p:cond delay="0"/>
                                  </p:stCondLst>
                                  <p:childTnLst>
                                    <p:set>
                                      <p:cBhvr>
                                        <p:cTn id="13" dur="1" fill="hold">
                                          <p:stCondLst>
                                            <p:cond delay="0"/>
                                          </p:stCondLst>
                                        </p:cTn>
                                        <p:tgtEl>
                                          <p:spTgt spid="4"/>
                                        </p:tgtEl>
                                        <p:attrNameLst>
                                          <p:attrName>style.visibility</p:attrName>
                                        </p:attrNameLst>
                                      </p:cBhvr>
                                      <p:to>
                                        <p:strVal val="visible"/>
                                      </p:to>
                                    </p:set>
                                    <p:animEffect transition="in" filter="blinds(horizontal)">
                                      <p:cBhvr>
                                        <p:cTn id="14" dur="500"/>
                                        <p:tgtEl>
                                          <p:spTgt spid="4"/>
                                        </p:tgtEl>
                                      </p:cBhvr>
                                    </p:animEffect>
                                  </p:childTnLst>
                                </p:cTn>
                              </p:par>
                            </p:childTnLst>
                          </p:cTn>
                        </p:par>
                        <p:par>
                          <p:cTn id="15" fill="hold">
                            <p:stCondLst>
                              <p:cond delay="1500"/>
                            </p:stCondLst>
                            <p:childTnLst>
                              <p:par>
                                <p:cTn id="16" presetID="22" presetClass="entr" presetSubtype="1" fill="hold" grpId="0" nodeType="afterEffect">
                                  <p:stCondLst>
                                    <p:cond delay="0"/>
                                  </p:stCondLst>
                                  <p:childTnLst>
                                    <p:set>
                                      <p:cBhvr>
                                        <p:cTn id="17" dur="1" fill="hold">
                                          <p:stCondLst>
                                            <p:cond delay="0"/>
                                          </p:stCondLst>
                                        </p:cTn>
                                        <p:tgtEl>
                                          <p:spTgt spid="24578"/>
                                        </p:tgtEl>
                                        <p:attrNameLst>
                                          <p:attrName>style.visibility</p:attrName>
                                        </p:attrNameLst>
                                      </p:cBhvr>
                                      <p:to>
                                        <p:strVal val="visible"/>
                                      </p:to>
                                    </p:set>
                                    <p:animEffect transition="in" filter="wipe(up)">
                                      <p:cBhvr>
                                        <p:cTn id="18" dur="2000"/>
                                        <p:tgtEl>
                                          <p:spTgt spid="24578"/>
                                        </p:tgtEl>
                                      </p:cBhvr>
                                    </p:animEffect>
                                  </p:childTnLst>
                                </p:cTn>
                              </p:par>
                            </p:childTnLst>
                          </p:cTn>
                        </p:par>
                      </p:childTnLst>
                    </p:cTn>
                  </p:par>
                  <p:par>
                    <p:cTn id="19" fill="hold">
                      <p:stCondLst>
                        <p:cond delay="indefinite"/>
                      </p:stCondLst>
                      <p:childTnLst>
                        <p:par>
                          <p:cTn id="20" fill="hold">
                            <p:stCondLst>
                              <p:cond delay="0"/>
                            </p:stCondLst>
                            <p:childTnLst>
                              <p:par>
                                <p:cTn id="21" presetID="15" presetClass="entr" presetSubtype="0" fill="hold" grpId="0" nodeType="clickEffect">
                                  <p:stCondLst>
                                    <p:cond delay="0"/>
                                  </p:stCondLst>
                                  <p:childTnLst>
                                    <p:set>
                                      <p:cBhvr>
                                        <p:cTn id="22" dur="1" fill="hold">
                                          <p:stCondLst>
                                            <p:cond delay="0"/>
                                          </p:stCondLst>
                                        </p:cTn>
                                        <p:tgtEl>
                                          <p:spTgt spid="24604"/>
                                        </p:tgtEl>
                                        <p:attrNameLst>
                                          <p:attrName>style.visibility</p:attrName>
                                        </p:attrNameLst>
                                      </p:cBhvr>
                                      <p:to>
                                        <p:strVal val="visible"/>
                                      </p:to>
                                    </p:set>
                                    <p:anim calcmode="lin" valueType="num">
                                      <p:cBhvr>
                                        <p:cTn id="23" dur="1000" fill="hold"/>
                                        <p:tgtEl>
                                          <p:spTgt spid="24604"/>
                                        </p:tgtEl>
                                        <p:attrNameLst>
                                          <p:attrName>ppt_w</p:attrName>
                                        </p:attrNameLst>
                                      </p:cBhvr>
                                      <p:tavLst>
                                        <p:tav tm="0">
                                          <p:val>
                                            <p:fltVal val="0.000000"/>
                                          </p:val>
                                        </p:tav>
                                        <p:tav tm="100000">
                                          <p:val>
                                            <p:strVal val="#ppt_w"/>
                                          </p:val>
                                        </p:tav>
                                      </p:tavLst>
                                    </p:anim>
                                    <p:anim calcmode="lin" valueType="num">
                                      <p:cBhvr>
                                        <p:cTn id="24" dur="1000" fill="hold"/>
                                        <p:tgtEl>
                                          <p:spTgt spid="24604"/>
                                        </p:tgtEl>
                                        <p:attrNameLst>
                                          <p:attrName>ppt_h</p:attrName>
                                        </p:attrNameLst>
                                      </p:cBhvr>
                                      <p:tavLst>
                                        <p:tav tm="0">
                                          <p:val>
                                            <p:fltVal val="0.000000"/>
                                          </p:val>
                                        </p:tav>
                                        <p:tav tm="100000">
                                          <p:val>
                                            <p:strVal val="#ppt_h"/>
                                          </p:val>
                                        </p:tav>
                                      </p:tavLst>
                                    </p:anim>
                                    <p:anim calcmode="lin" valueType="num">
                                      <p:cBhvr>
                                        <p:cTn id="25" dur="1000" fill="hold"/>
                                        <p:tgtEl>
                                          <p:spTgt spid="24604"/>
                                        </p:tgtEl>
                                        <p:attrNameLst>
                                          <p:attrName>ppt_x</p:attrName>
                                        </p:attrNameLst>
                                      </p:cBhvr>
                                      <p:tavLst>
                                        <p:tav tm="0" fmla="#ppt_x+(cos(-2*pi*(1-$))*-#ppt_x-sin(-2*pi*(1-$))*(1-#ppt_y))*(1-$)">
                                          <p:val>
                                            <p:fltVal val="0.000000"/>
                                          </p:val>
                                        </p:tav>
                                        <p:tav tm="100000">
                                          <p:val>
                                            <p:fltVal val="1.000000"/>
                                          </p:val>
                                        </p:tav>
                                      </p:tavLst>
                                    </p:anim>
                                    <p:anim calcmode="lin" valueType="num">
                                      <p:cBhvr>
                                        <p:cTn id="26" dur="1000" fill="hold"/>
                                        <p:tgtEl>
                                          <p:spTgt spid="24604"/>
                                        </p:tgtEl>
                                        <p:attrNameLst>
                                          <p:attrName>ppt_y</p:attrName>
                                        </p:attrNameLst>
                                      </p:cBhvr>
                                      <p:tavLst>
                                        <p:tav tm="0" fmla="#ppt_y+(sin(-2*pi*(1-$))*-#ppt_x+cos(-2*pi*(1-$))*(1-#ppt_y))*(1-$)">
                                          <p:val>
                                            <p:fltVal val="0.000000"/>
                                          </p:val>
                                        </p:tav>
                                        <p:tav tm="100000">
                                          <p:val>
                                            <p:fltVal val="1.000000"/>
                                          </p:val>
                                        </p:tav>
                                      </p:tavLst>
                                    </p:anim>
                                  </p:childTnLst>
                                </p:cTn>
                              </p:par>
                            </p:childTnLst>
                          </p:cTn>
                        </p:par>
                      </p:childTnLst>
                    </p:cTn>
                  </p:par>
                  <p:par>
                    <p:cTn id="27" fill="hold">
                      <p:stCondLst>
                        <p:cond delay="indefinite"/>
                      </p:stCondLst>
                      <p:childTnLst>
                        <p:par>
                          <p:cTn id="28" fill="hold">
                            <p:stCondLst>
                              <p:cond delay="0"/>
                            </p:stCondLst>
                            <p:childTnLst>
                              <p:par>
                                <p:cTn id="29" presetID="22" presetClass="entr" presetSubtype="8" fill="hold" nodeType="clickEffect">
                                  <p:stCondLst>
                                    <p:cond delay="0"/>
                                  </p:stCondLst>
                                  <p:childTnLst>
                                    <p:set>
                                      <p:cBhvr>
                                        <p:cTn id="30" dur="1" fill="hold">
                                          <p:stCondLst>
                                            <p:cond delay="0"/>
                                          </p:stCondLst>
                                        </p:cTn>
                                        <p:tgtEl>
                                          <p:spTgt spid="24579"/>
                                        </p:tgtEl>
                                        <p:attrNameLst>
                                          <p:attrName>style.visibility</p:attrName>
                                        </p:attrNameLst>
                                      </p:cBhvr>
                                      <p:to>
                                        <p:strVal val="visible"/>
                                      </p:to>
                                    </p:set>
                                    <p:animEffect transition="in" filter="wipe(left)">
                                      <p:cBhvr>
                                        <p:cTn id="31" dur="2000"/>
                                        <p:tgtEl>
                                          <p:spTgt spid="24579"/>
                                        </p:tgtEl>
                                      </p:cBhvr>
                                    </p:animEffect>
                                  </p:childTnLst>
                                </p:cTn>
                              </p:par>
                            </p:childTnLst>
                          </p:cTn>
                        </p:par>
                      </p:childTnLst>
                    </p:cTn>
                  </p:par>
                  <p:par>
                    <p:cTn id="32" fill="hold">
                      <p:stCondLst>
                        <p:cond delay="indefinite"/>
                      </p:stCondLst>
                      <p:childTnLst>
                        <p:par>
                          <p:cTn id="33" fill="hold">
                            <p:stCondLst>
                              <p:cond delay="0"/>
                            </p:stCondLst>
                            <p:childTnLst>
                              <p:par>
                                <p:cTn id="34" presetID="22" presetClass="entr" presetSubtype="8" fill="hold" nodeType="clickEffect">
                                  <p:stCondLst>
                                    <p:cond delay="0"/>
                                  </p:stCondLst>
                                  <p:childTnLst>
                                    <p:set>
                                      <p:cBhvr>
                                        <p:cTn id="35" dur="1" fill="hold">
                                          <p:stCondLst>
                                            <p:cond delay="0"/>
                                          </p:stCondLst>
                                        </p:cTn>
                                        <p:tgtEl>
                                          <p:spTgt spid="24606"/>
                                        </p:tgtEl>
                                        <p:attrNameLst>
                                          <p:attrName>style.visibility</p:attrName>
                                        </p:attrNameLst>
                                      </p:cBhvr>
                                      <p:to>
                                        <p:strVal val="visible"/>
                                      </p:to>
                                    </p:set>
                                    <p:animEffect transition="in" filter="wipe(left)">
                                      <p:cBhvr>
                                        <p:cTn id="36" dur="2000"/>
                                        <p:tgtEl>
                                          <p:spTgt spid="24606"/>
                                        </p:tgtEl>
                                      </p:cBhvr>
                                    </p:animEffect>
                                  </p:childTnLst>
                                </p:cTn>
                              </p:par>
                            </p:childTnLst>
                          </p:cTn>
                        </p:par>
                      </p:childTnLst>
                    </p:cTn>
                  </p:par>
                  <p:par>
                    <p:cTn id="37" fill="hold">
                      <p:stCondLst>
                        <p:cond delay="indefinite"/>
                      </p:stCondLst>
                      <p:childTnLst>
                        <p:par>
                          <p:cTn id="38" fill="hold">
                            <p:stCondLst>
                              <p:cond delay="0"/>
                            </p:stCondLst>
                            <p:childTnLst>
                              <p:par>
                                <p:cTn id="39" presetID="55" presetClass="entr" presetSubtype="0" fill="hold" nodeType="clickEffect">
                                  <p:stCondLst>
                                    <p:cond delay="0"/>
                                  </p:stCondLst>
                                  <p:childTnLst>
                                    <p:set>
                                      <p:cBhvr>
                                        <p:cTn id="40" dur="1" fill="hold">
                                          <p:stCondLst>
                                            <p:cond delay="0"/>
                                          </p:stCondLst>
                                        </p:cTn>
                                        <p:tgtEl>
                                          <p:spTgt spid="7"/>
                                        </p:tgtEl>
                                        <p:attrNameLst>
                                          <p:attrName>style.visibility</p:attrName>
                                        </p:attrNameLst>
                                      </p:cBhvr>
                                      <p:to>
                                        <p:strVal val="visible"/>
                                      </p:to>
                                    </p:set>
                                    <p:anim calcmode="lin" valueType="num">
                                      <p:cBhvr>
                                        <p:cTn id="41" dur="1000" fill="hold"/>
                                        <p:tgtEl>
                                          <p:spTgt spid="7"/>
                                        </p:tgtEl>
                                        <p:attrNameLst>
                                          <p:attrName>ppt_w</p:attrName>
                                        </p:attrNameLst>
                                      </p:cBhvr>
                                      <p:tavLst>
                                        <p:tav tm="0">
                                          <p:val>
                                            <p:strVal val="#ppt_w*0.70"/>
                                          </p:val>
                                        </p:tav>
                                        <p:tav tm="100000">
                                          <p:val>
                                            <p:strVal val="#ppt_w"/>
                                          </p:val>
                                        </p:tav>
                                      </p:tavLst>
                                    </p:anim>
                                    <p:anim calcmode="lin" valueType="num">
                                      <p:cBhvr>
                                        <p:cTn id="42" dur="1000" fill="hold"/>
                                        <p:tgtEl>
                                          <p:spTgt spid="7"/>
                                        </p:tgtEl>
                                        <p:attrNameLst>
                                          <p:attrName>ppt_h</p:attrName>
                                        </p:attrNameLst>
                                      </p:cBhvr>
                                      <p:tavLst>
                                        <p:tav tm="0">
                                          <p:val>
                                            <p:strVal val="#ppt_h"/>
                                          </p:val>
                                        </p:tav>
                                        <p:tav tm="100000">
                                          <p:val>
                                            <p:strVal val="#ppt_h"/>
                                          </p:val>
                                        </p:tav>
                                      </p:tavLst>
                                    </p:anim>
                                    <p:animEffect transition="in" filter="fade">
                                      <p:cBhvr>
                                        <p:cTn id="43" dur="1000"/>
                                        <p:tgtEl>
                                          <p:spTgt spid="7"/>
                                        </p:tgtEl>
                                      </p:cBhvr>
                                    </p:animEffect>
                                  </p:childTnLst>
                                </p:cTn>
                              </p:par>
                            </p:childTnLst>
                          </p:cTn>
                        </p:par>
                      </p:childTnLst>
                    </p:cTn>
                  </p:par>
                  <p:par>
                    <p:cTn id="44" fill="hold">
                      <p:stCondLst>
                        <p:cond delay="indefinite"/>
                      </p:stCondLst>
                      <p:childTnLst>
                        <p:par>
                          <p:cTn id="45" fill="hold">
                            <p:stCondLst>
                              <p:cond delay="0"/>
                            </p:stCondLst>
                            <p:childTnLst>
                              <p:par>
                                <p:cTn id="46" presetID="12" presetClass="entr" presetSubtype="8" fill="hold" nodeType="clickEffect">
                                  <p:stCondLst>
                                    <p:cond delay="0"/>
                                  </p:stCondLst>
                                  <p:childTnLst>
                                    <p:set>
                                      <p:cBhvr>
                                        <p:cTn id="47" dur="1" fill="hold">
                                          <p:stCondLst>
                                            <p:cond delay="0"/>
                                          </p:stCondLst>
                                        </p:cTn>
                                        <p:tgtEl>
                                          <p:spTgt spid="24609"/>
                                        </p:tgtEl>
                                        <p:attrNameLst>
                                          <p:attrName>style.visibility</p:attrName>
                                        </p:attrNameLst>
                                      </p:cBhvr>
                                      <p:to>
                                        <p:strVal val="visible"/>
                                      </p:to>
                                    </p:set>
                                    <p:animEffect transition="in" filter="slide(fromLeft)">
                                      <p:cBhvr>
                                        <p:cTn id="48" dur="1000"/>
                                        <p:tgtEl>
                                          <p:spTgt spid="24609"/>
                                        </p:tgtEl>
                                      </p:cBhvr>
                                    </p:animEffect>
                                  </p:childTnLst>
                                </p:cTn>
                              </p:par>
                            </p:childTnLst>
                          </p:cTn>
                        </p:par>
                        <p:par>
                          <p:cTn id="49" fill="hold">
                            <p:stCondLst>
                              <p:cond delay="1000"/>
                            </p:stCondLst>
                            <p:childTnLst>
                              <p:par>
                                <p:cTn id="50" presetID="22" presetClass="entr" presetSubtype="8" fill="hold" nodeType="afterEffect">
                                  <p:stCondLst>
                                    <p:cond delay="0"/>
                                  </p:stCondLst>
                                  <p:childTnLst>
                                    <p:set>
                                      <p:cBhvr>
                                        <p:cTn id="51" dur="1" fill="hold">
                                          <p:stCondLst>
                                            <p:cond delay="0"/>
                                          </p:stCondLst>
                                        </p:cTn>
                                        <p:tgtEl>
                                          <p:spTgt spid="8"/>
                                        </p:tgtEl>
                                        <p:attrNameLst>
                                          <p:attrName>style.visibility</p:attrName>
                                        </p:attrNameLst>
                                      </p:cBhvr>
                                      <p:to>
                                        <p:strVal val="visible"/>
                                      </p:to>
                                    </p:set>
                                    <p:animEffect transition="in" filter="wipe(left)">
                                      <p:cBhvr>
                                        <p:cTn id="52" dur="1000"/>
                                        <p:tgtEl>
                                          <p:spTgt spid="8"/>
                                        </p:tgtEl>
                                      </p:cBhvr>
                                    </p:animEffect>
                                  </p:childTnLst>
                                </p:cTn>
                              </p:par>
                            </p:childTnLst>
                          </p:cTn>
                        </p:par>
                      </p:childTnLst>
                    </p:cTn>
                  </p:par>
                  <p:par>
                    <p:cTn id="53" fill="hold">
                      <p:stCondLst>
                        <p:cond delay="indefinite"/>
                      </p:stCondLst>
                      <p:childTnLst>
                        <p:par>
                          <p:cTn id="54" fill="hold">
                            <p:stCondLst>
                              <p:cond delay="0"/>
                            </p:stCondLst>
                            <p:childTnLst>
                              <p:par>
                                <p:cTn id="55" presetID="22" presetClass="entr" presetSubtype="8" fill="hold" nodeType="clickEffect">
                                  <p:stCondLst>
                                    <p:cond delay="0"/>
                                  </p:stCondLst>
                                  <p:childTnLst>
                                    <p:set>
                                      <p:cBhvr>
                                        <p:cTn id="56" dur="1" fill="hold">
                                          <p:stCondLst>
                                            <p:cond delay="0"/>
                                          </p:stCondLst>
                                        </p:cTn>
                                        <p:tgtEl>
                                          <p:spTgt spid="9"/>
                                        </p:tgtEl>
                                        <p:attrNameLst>
                                          <p:attrName>style.visibility</p:attrName>
                                        </p:attrNameLst>
                                      </p:cBhvr>
                                      <p:to>
                                        <p:strVal val="visible"/>
                                      </p:to>
                                    </p:set>
                                    <p:animEffect transition="in" filter="wipe(left)">
                                      <p:cBhvr>
                                        <p:cTn id="57" dur="1000"/>
                                        <p:tgtEl>
                                          <p:spTgt spid="9"/>
                                        </p:tgtEl>
                                      </p:cBhvr>
                                    </p:animEffect>
                                  </p:childTnLst>
                                </p:cTn>
                              </p:par>
                            </p:childTnLst>
                          </p:cTn>
                        </p:par>
                      </p:childTnLst>
                    </p:cTn>
                  </p:par>
                  <p:par>
                    <p:cTn id="58" fill="hold">
                      <p:stCondLst>
                        <p:cond delay="indefinite"/>
                      </p:stCondLst>
                      <p:childTnLst>
                        <p:par>
                          <p:cTn id="59" fill="hold">
                            <p:stCondLst>
                              <p:cond delay="0"/>
                            </p:stCondLst>
                            <p:childTnLst>
                              <p:par>
                                <p:cTn id="60" presetID="22" presetClass="entr" presetSubtype="8" fill="hold" nodeType="clickEffect">
                                  <p:stCondLst>
                                    <p:cond delay="0"/>
                                  </p:stCondLst>
                                  <p:childTnLst>
                                    <p:set>
                                      <p:cBhvr>
                                        <p:cTn id="61" dur="1" fill="hold">
                                          <p:stCondLst>
                                            <p:cond delay="0"/>
                                          </p:stCondLst>
                                        </p:cTn>
                                        <p:tgtEl>
                                          <p:spTgt spid="24611"/>
                                        </p:tgtEl>
                                        <p:attrNameLst>
                                          <p:attrName>style.visibility</p:attrName>
                                        </p:attrNameLst>
                                      </p:cBhvr>
                                      <p:to>
                                        <p:strVal val="visible"/>
                                      </p:to>
                                    </p:set>
                                    <p:animEffect transition="in" filter="wipe(left)">
                                      <p:cBhvr>
                                        <p:cTn id="62" dur="2000"/>
                                        <p:tgtEl>
                                          <p:spTgt spid="246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578" grpId="0"/>
      <p:bldP spid="24603" grpId="0"/>
      <p:bldP spid="24604" grpId="0" animBg="1"/>
    </p:bldLst>
  </p:timing>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1506" name="Text Box 2"/>
          <p:cNvSpPr txBox="1"/>
          <p:nvPr/>
        </p:nvSpPr>
        <p:spPr>
          <a:xfrm>
            <a:off x="539750" y="476250"/>
            <a:ext cx="3889375" cy="579438"/>
          </a:xfrm>
          <a:prstGeom prst="rect">
            <a:avLst/>
          </a:prstGeom>
          <a:noFill/>
          <a:ln w="12700">
            <a:noFill/>
          </a:ln>
        </p:spPr>
        <p:txBody>
          <a:bodyPr anchor="ctr" anchorCtr="0">
            <a:spAutoFit/>
          </a:bodyPr>
          <a:p>
            <a:r>
              <a:rPr lang="en-US" altLang="zh-CN" sz="3200" b="0" dirty="0">
                <a:solidFill>
                  <a:schemeClr val="bg1"/>
                </a:solidFill>
                <a:latin typeface="Times New Roman" panose="02020603050405020304" pitchFamily="18" charset="0"/>
              </a:rPr>
              <a:t>7.</a:t>
            </a:r>
            <a:r>
              <a:rPr lang="en-US" altLang="zh-CN" sz="3200" dirty="0">
                <a:solidFill>
                  <a:schemeClr val="bg1"/>
                </a:solidFill>
                <a:latin typeface="楷体_GB2312" pitchFamily="49" charset="-122"/>
              </a:rPr>
              <a:t> </a:t>
            </a:r>
            <a:r>
              <a:rPr lang="zh-CN" altLang="en-US" sz="3200" dirty="0">
                <a:solidFill>
                  <a:schemeClr val="bg1"/>
                </a:solidFill>
                <a:latin typeface="楷体_GB2312" pitchFamily="49" charset="-122"/>
              </a:rPr>
              <a:t>功率因数的提高</a:t>
            </a:r>
            <a:endParaRPr lang="zh-CN" altLang="en-US" sz="3200" dirty="0">
              <a:solidFill>
                <a:schemeClr val="bg1"/>
              </a:solidFill>
              <a:latin typeface="楷体_GB2312" pitchFamily="49" charset="-122"/>
            </a:endParaRPr>
          </a:p>
        </p:txBody>
      </p:sp>
      <p:sp>
        <p:nvSpPr>
          <p:cNvPr id="21507" name="Text Box 3"/>
          <p:cNvSpPr txBox="1"/>
          <p:nvPr/>
        </p:nvSpPr>
        <p:spPr>
          <a:xfrm>
            <a:off x="971550" y="3933825"/>
            <a:ext cx="7561263" cy="946150"/>
          </a:xfrm>
          <a:prstGeom prst="rect">
            <a:avLst/>
          </a:prstGeom>
          <a:noFill/>
          <a:ln w="12700">
            <a:noFill/>
          </a:ln>
        </p:spPr>
        <p:txBody>
          <a:bodyPr anchor="ctr" anchorCtr="0">
            <a:spAutoFit/>
          </a:bodyPr>
          <a:p>
            <a:r>
              <a:rPr lang="en-US" altLang="zh-CN" dirty="0">
                <a:latin typeface="楷体_GB2312" pitchFamily="49" charset="-122"/>
              </a:rPr>
              <a:t>    </a:t>
            </a:r>
            <a:r>
              <a:rPr lang="zh-CN" altLang="en-US" dirty="0">
                <a:latin typeface="楷体_GB2312" pitchFamily="49" charset="-122"/>
              </a:rPr>
              <a:t>设备容量</a:t>
            </a:r>
            <a:r>
              <a:rPr lang="zh-CN" altLang="en-US" b="0" dirty="0">
                <a:latin typeface="Times New Roman" panose="02020603050405020304" pitchFamily="18" charset="0"/>
              </a:rPr>
              <a:t> </a:t>
            </a:r>
            <a:r>
              <a:rPr lang="en-US" altLang="zh-CN" b="0" i="1" dirty="0">
                <a:latin typeface="Times New Roman" panose="02020603050405020304" pitchFamily="18" charset="0"/>
              </a:rPr>
              <a:t>S</a:t>
            </a:r>
            <a:r>
              <a:rPr lang="en-US" altLang="zh-CN" b="0" dirty="0">
                <a:latin typeface="Times New Roman" panose="02020603050405020304" pitchFamily="18" charset="0"/>
              </a:rPr>
              <a:t> </a:t>
            </a:r>
            <a:r>
              <a:rPr lang="en-US" altLang="zh-CN" dirty="0">
                <a:latin typeface="楷体_GB2312" pitchFamily="49" charset="-122"/>
              </a:rPr>
              <a:t>(</a:t>
            </a:r>
            <a:r>
              <a:rPr lang="zh-CN" altLang="en-US" dirty="0">
                <a:latin typeface="楷体_GB2312" pitchFamily="49" charset="-122"/>
              </a:rPr>
              <a:t>额定</a:t>
            </a:r>
            <a:r>
              <a:rPr lang="en-US" altLang="zh-CN" dirty="0">
                <a:latin typeface="楷体_GB2312" pitchFamily="49" charset="-122"/>
              </a:rPr>
              <a:t>)</a:t>
            </a:r>
            <a:r>
              <a:rPr lang="zh-CN" altLang="en-US" dirty="0">
                <a:latin typeface="楷体_GB2312" pitchFamily="49" charset="-122"/>
              </a:rPr>
              <a:t>向负载送多少有功功率要由负载的阻抗角决定。</a:t>
            </a:r>
            <a:endParaRPr lang="zh-CN" altLang="en-US" dirty="0">
              <a:latin typeface="楷体_GB2312" pitchFamily="49" charset="-122"/>
            </a:endParaRPr>
          </a:p>
        </p:txBody>
      </p:sp>
      <p:sp>
        <p:nvSpPr>
          <p:cNvPr id="21508" name="Text Box 4"/>
          <p:cNvSpPr txBox="1"/>
          <p:nvPr/>
        </p:nvSpPr>
        <p:spPr>
          <a:xfrm>
            <a:off x="3924300" y="1773238"/>
            <a:ext cx="3384550" cy="579437"/>
          </a:xfrm>
          <a:prstGeom prst="rect">
            <a:avLst/>
          </a:prstGeom>
          <a:noFill/>
          <a:ln w="12700">
            <a:noFill/>
          </a:ln>
        </p:spPr>
        <p:txBody>
          <a:bodyPr anchor="ctr" anchorCtr="0">
            <a:spAutoFit/>
          </a:bodyPr>
          <a:p>
            <a:pPr algn="ctr"/>
            <a:r>
              <a:rPr lang="en-US" altLang="zh-CN" sz="3200" b="0" i="1" dirty="0">
                <a:solidFill>
                  <a:schemeClr val="bg1"/>
                </a:solidFill>
                <a:latin typeface="Times New Roman" panose="02020603050405020304" pitchFamily="18" charset="0"/>
                <a:ea typeface="宋体" panose="02010600030101010101" pitchFamily="2" charset="-122"/>
              </a:rPr>
              <a:t>P</a:t>
            </a:r>
            <a:r>
              <a:rPr lang="en-US" altLang="zh-CN" sz="3200" b="0" dirty="0">
                <a:solidFill>
                  <a:schemeClr val="bg1"/>
                </a:solidFill>
                <a:latin typeface="Times New Roman" panose="02020603050405020304" pitchFamily="18" charset="0"/>
                <a:ea typeface="宋体" panose="02010600030101010101" pitchFamily="2" charset="-122"/>
              </a:rPr>
              <a:t>=</a:t>
            </a:r>
            <a:r>
              <a:rPr lang="en-US" altLang="zh-CN" sz="3200" b="0" i="1" dirty="0">
                <a:solidFill>
                  <a:schemeClr val="bg1"/>
                </a:solidFill>
                <a:latin typeface="Times New Roman" panose="02020603050405020304" pitchFamily="18" charset="0"/>
                <a:ea typeface="宋体" panose="02010600030101010101" pitchFamily="2" charset="-122"/>
              </a:rPr>
              <a:t>UI</a:t>
            </a:r>
            <a:r>
              <a:rPr lang="en-US" altLang="zh-CN" sz="3200" b="0" dirty="0">
                <a:solidFill>
                  <a:schemeClr val="bg1"/>
                </a:solidFill>
                <a:latin typeface="Times New Roman" panose="02020603050405020304" pitchFamily="18" charset="0"/>
                <a:ea typeface="宋体" panose="02010600030101010101" pitchFamily="2" charset="-122"/>
              </a:rPr>
              <a:t>cos </a:t>
            </a:r>
            <a:r>
              <a:rPr lang="en-US" altLang="zh-CN" sz="3200" b="0" i="1" dirty="0">
                <a:solidFill>
                  <a:schemeClr val="bg1"/>
                </a:solidFill>
                <a:latin typeface="Times New Roman" panose="02020603050405020304" pitchFamily="18" charset="0"/>
                <a:ea typeface="宋体" panose="02010600030101010101" pitchFamily="2" charset="-122"/>
                <a:sym typeface="Symbol" panose="05050102010706020507" pitchFamily="18" charset="2"/>
              </a:rPr>
              <a:t></a:t>
            </a:r>
            <a:r>
              <a:rPr lang="en-US" altLang="zh-CN" sz="3200" b="0" dirty="0">
                <a:solidFill>
                  <a:schemeClr val="bg1"/>
                </a:solidFill>
                <a:latin typeface="Times New Roman" panose="02020603050405020304" pitchFamily="18" charset="0"/>
                <a:ea typeface="宋体" panose="02010600030101010101" pitchFamily="2" charset="-122"/>
              </a:rPr>
              <a:t>=</a:t>
            </a:r>
            <a:r>
              <a:rPr lang="en-US" altLang="zh-CN" sz="3200" b="0" i="1" dirty="0">
                <a:solidFill>
                  <a:schemeClr val="bg1"/>
                </a:solidFill>
                <a:latin typeface="Times New Roman" panose="02020603050405020304" pitchFamily="18" charset="0"/>
                <a:ea typeface="宋体" panose="02010600030101010101" pitchFamily="2" charset="-122"/>
              </a:rPr>
              <a:t>S</a:t>
            </a:r>
            <a:r>
              <a:rPr lang="en-US" altLang="zh-CN" sz="3200" b="0" dirty="0">
                <a:solidFill>
                  <a:schemeClr val="bg1"/>
                </a:solidFill>
                <a:latin typeface="Times New Roman" panose="02020603050405020304" pitchFamily="18" charset="0"/>
                <a:ea typeface="宋体" panose="02010600030101010101" pitchFamily="2" charset="-122"/>
              </a:rPr>
              <a:t>cos </a:t>
            </a:r>
            <a:r>
              <a:rPr lang="en-US" altLang="zh-CN" sz="3200" b="0" i="1" dirty="0">
                <a:solidFill>
                  <a:schemeClr val="bg1"/>
                </a:solidFill>
                <a:latin typeface="Symbol" panose="05050102010706020507" pitchFamily="18" charset="2"/>
                <a:ea typeface="宋体" panose="02010600030101010101" pitchFamily="2" charset="-122"/>
              </a:rPr>
              <a:t>j</a:t>
            </a:r>
            <a:endParaRPr lang="en-US" altLang="zh-CN" sz="3200" b="0" dirty="0">
              <a:solidFill>
                <a:schemeClr val="bg1"/>
              </a:solidFill>
              <a:latin typeface="Times New Roman" panose="02020603050405020304" pitchFamily="18" charset="0"/>
              <a:ea typeface="宋体" panose="02010600030101010101" pitchFamily="2" charset="-122"/>
            </a:endParaRPr>
          </a:p>
        </p:txBody>
      </p:sp>
      <p:sp>
        <p:nvSpPr>
          <p:cNvPr id="21516" name="Text Box 12"/>
          <p:cNvSpPr txBox="1"/>
          <p:nvPr/>
        </p:nvSpPr>
        <p:spPr>
          <a:xfrm>
            <a:off x="3995738" y="2420938"/>
            <a:ext cx="4117975" cy="579437"/>
          </a:xfrm>
          <a:prstGeom prst="rect">
            <a:avLst/>
          </a:prstGeom>
          <a:noFill/>
          <a:ln w="12700">
            <a:noFill/>
          </a:ln>
        </p:spPr>
        <p:txBody>
          <a:bodyPr wrap="none" anchor="ctr" anchorCtr="0">
            <a:spAutoFit/>
          </a:bodyPr>
          <a:p>
            <a:r>
              <a:rPr lang="en-US" altLang="zh-CN" sz="3200" b="0" dirty="0">
                <a:solidFill>
                  <a:schemeClr val="bg1"/>
                </a:solidFill>
                <a:latin typeface="Times New Roman" panose="02020603050405020304" pitchFamily="18" charset="0"/>
                <a:ea typeface="宋体" panose="02010600030101010101" pitchFamily="2" charset="-122"/>
              </a:rPr>
              <a:t>cos </a:t>
            </a:r>
            <a:r>
              <a:rPr lang="en-US" altLang="zh-CN" sz="3200" b="0" i="1" dirty="0">
                <a:solidFill>
                  <a:schemeClr val="bg1"/>
                </a:solidFill>
                <a:latin typeface="Symbol" panose="05050102010706020507" pitchFamily="18" charset="2"/>
                <a:ea typeface="宋体" panose="02010600030101010101" pitchFamily="2" charset="-122"/>
              </a:rPr>
              <a:t>j </a:t>
            </a:r>
            <a:r>
              <a:rPr lang="en-US" altLang="zh-CN" sz="3200" b="0" dirty="0">
                <a:solidFill>
                  <a:schemeClr val="bg1"/>
                </a:solidFill>
                <a:latin typeface="Times New Roman" panose="02020603050405020304" pitchFamily="18" charset="0"/>
                <a:ea typeface="宋体" panose="02010600030101010101" pitchFamily="2" charset="-122"/>
              </a:rPr>
              <a:t>=1,     </a:t>
            </a:r>
            <a:r>
              <a:rPr lang="en-US" altLang="zh-CN" sz="3200" b="0" i="1" dirty="0">
                <a:solidFill>
                  <a:schemeClr val="bg1"/>
                </a:solidFill>
                <a:latin typeface="Times New Roman" panose="02020603050405020304" pitchFamily="18" charset="0"/>
                <a:ea typeface="宋体" panose="02010600030101010101" pitchFamily="2" charset="-122"/>
              </a:rPr>
              <a:t>P</a:t>
            </a:r>
            <a:r>
              <a:rPr lang="en-US" altLang="zh-CN" sz="3200" b="0" dirty="0">
                <a:solidFill>
                  <a:schemeClr val="bg1"/>
                </a:solidFill>
                <a:latin typeface="Times New Roman" panose="02020603050405020304" pitchFamily="18" charset="0"/>
                <a:ea typeface="宋体" panose="02010600030101010101" pitchFamily="2" charset="-122"/>
              </a:rPr>
              <a:t>=</a:t>
            </a:r>
            <a:r>
              <a:rPr lang="en-US" altLang="zh-CN" sz="3200" b="0" i="1" dirty="0">
                <a:solidFill>
                  <a:schemeClr val="bg1"/>
                </a:solidFill>
                <a:latin typeface="Times New Roman" panose="02020603050405020304" pitchFamily="18" charset="0"/>
                <a:ea typeface="宋体" panose="02010600030101010101" pitchFamily="2" charset="-122"/>
              </a:rPr>
              <a:t>S</a:t>
            </a:r>
            <a:r>
              <a:rPr lang="en-US" altLang="zh-CN" sz="3200" b="0" dirty="0">
                <a:solidFill>
                  <a:schemeClr val="bg1"/>
                </a:solidFill>
                <a:latin typeface="Times New Roman" panose="02020603050405020304" pitchFamily="18" charset="0"/>
                <a:ea typeface="宋体" panose="02010600030101010101" pitchFamily="2" charset="-122"/>
              </a:rPr>
              <a:t>=75kW</a:t>
            </a:r>
            <a:endParaRPr lang="en-US" altLang="zh-CN" sz="3200" b="0" dirty="0">
              <a:solidFill>
                <a:schemeClr val="bg1"/>
              </a:solidFill>
              <a:latin typeface="Times New Roman" panose="02020603050405020304" pitchFamily="18" charset="0"/>
              <a:ea typeface="宋体" panose="02010600030101010101" pitchFamily="2" charset="-122"/>
            </a:endParaRPr>
          </a:p>
        </p:txBody>
      </p:sp>
      <p:sp>
        <p:nvSpPr>
          <p:cNvPr id="21517" name="Text Box 13"/>
          <p:cNvSpPr txBox="1"/>
          <p:nvPr/>
        </p:nvSpPr>
        <p:spPr>
          <a:xfrm>
            <a:off x="3995738" y="3068638"/>
            <a:ext cx="4930775" cy="579437"/>
          </a:xfrm>
          <a:prstGeom prst="rect">
            <a:avLst/>
          </a:prstGeom>
          <a:noFill/>
          <a:ln w="12700">
            <a:noFill/>
          </a:ln>
        </p:spPr>
        <p:txBody>
          <a:bodyPr wrap="none" anchor="ctr" anchorCtr="0">
            <a:spAutoFit/>
          </a:bodyPr>
          <a:p>
            <a:r>
              <a:rPr lang="en-US" altLang="zh-CN" sz="3200" b="0" dirty="0">
                <a:solidFill>
                  <a:schemeClr val="bg1"/>
                </a:solidFill>
                <a:latin typeface="Times New Roman" panose="02020603050405020304" pitchFamily="18" charset="0"/>
                <a:ea typeface="宋体" panose="02010600030101010101" pitchFamily="2" charset="-122"/>
              </a:rPr>
              <a:t>cos </a:t>
            </a:r>
            <a:r>
              <a:rPr lang="en-US" altLang="zh-CN" sz="3200" b="0" i="1" dirty="0">
                <a:solidFill>
                  <a:schemeClr val="bg1"/>
                </a:solidFill>
                <a:latin typeface="Symbol" panose="05050102010706020507" pitchFamily="18" charset="2"/>
                <a:ea typeface="宋体" panose="02010600030101010101" pitchFamily="2" charset="-122"/>
              </a:rPr>
              <a:t>j </a:t>
            </a:r>
            <a:r>
              <a:rPr lang="en-US" altLang="zh-CN" sz="3200" b="0" dirty="0">
                <a:solidFill>
                  <a:schemeClr val="bg1"/>
                </a:solidFill>
                <a:latin typeface="Times New Roman" panose="02020603050405020304" pitchFamily="18" charset="0"/>
                <a:ea typeface="宋体" panose="02010600030101010101" pitchFamily="2" charset="-122"/>
              </a:rPr>
              <a:t>=0.7,  </a:t>
            </a:r>
            <a:r>
              <a:rPr lang="en-US" altLang="zh-CN" sz="3200" b="0" i="1" dirty="0">
                <a:solidFill>
                  <a:schemeClr val="bg1"/>
                </a:solidFill>
                <a:latin typeface="Times New Roman" panose="02020603050405020304" pitchFamily="18" charset="0"/>
                <a:ea typeface="宋体" panose="02010600030101010101" pitchFamily="2" charset="-122"/>
              </a:rPr>
              <a:t>P</a:t>
            </a:r>
            <a:r>
              <a:rPr lang="en-US" altLang="zh-CN" sz="3200" b="0" dirty="0">
                <a:solidFill>
                  <a:schemeClr val="bg1"/>
                </a:solidFill>
                <a:latin typeface="Times New Roman" panose="02020603050405020304" pitchFamily="18" charset="0"/>
                <a:ea typeface="宋体" panose="02010600030101010101" pitchFamily="2" charset="-122"/>
              </a:rPr>
              <a:t>=0.7</a:t>
            </a:r>
            <a:r>
              <a:rPr lang="en-US" altLang="zh-CN" sz="3200" b="0" i="1" dirty="0">
                <a:solidFill>
                  <a:schemeClr val="bg1"/>
                </a:solidFill>
                <a:latin typeface="Times New Roman" panose="02020603050405020304" pitchFamily="18" charset="0"/>
                <a:ea typeface="宋体" panose="02010600030101010101" pitchFamily="2" charset="-122"/>
              </a:rPr>
              <a:t>S</a:t>
            </a:r>
            <a:r>
              <a:rPr lang="en-US" altLang="zh-CN" sz="3200" b="0" dirty="0">
                <a:solidFill>
                  <a:schemeClr val="bg1"/>
                </a:solidFill>
                <a:latin typeface="Times New Roman" panose="02020603050405020304" pitchFamily="18" charset="0"/>
                <a:ea typeface="宋体" panose="02010600030101010101" pitchFamily="2" charset="-122"/>
              </a:rPr>
              <a:t>=52.5kW</a:t>
            </a:r>
            <a:endParaRPr lang="en-US" altLang="zh-CN" sz="3200" b="0" dirty="0">
              <a:solidFill>
                <a:schemeClr val="bg1"/>
              </a:solidFill>
              <a:latin typeface="Times New Roman" panose="02020603050405020304" pitchFamily="18" charset="0"/>
              <a:ea typeface="宋体" panose="02010600030101010101" pitchFamily="2" charset="-122"/>
            </a:endParaRPr>
          </a:p>
        </p:txBody>
      </p:sp>
      <p:sp>
        <p:nvSpPr>
          <p:cNvPr id="21518" name="Text Box 14"/>
          <p:cNvSpPr txBox="1"/>
          <p:nvPr/>
        </p:nvSpPr>
        <p:spPr>
          <a:xfrm>
            <a:off x="522288" y="4941888"/>
            <a:ext cx="7578725" cy="946150"/>
          </a:xfrm>
          <a:prstGeom prst="rect">
            <a:avLst/>
          </a:prstGeom>
          <a:noFill/>
          <a:ln w="12700">
            <a:noFill/>
          </a:ln>
        </p:spPr>
        <p:txBody>
          <a:bodyPr wrap="none" anchor="ctr" anchorCtr="0">
            <a:spAutoFit/>
          </a:bodyPr>
          <a:p>
            <a:pPr algn="ctr"/>
            <a:r>
              <a:rPr lang="zh-CN" altLang="en-US" dirty="0">
                <a:latin typeface="楷体_GB2312" pitchFamily="49" charset="-122"/>
              </a:rPr>
              <a:t>一般用户： 异步电机</a:t>
            </a:r>
            <a:r>
              <a:rPr lang="zh-CN" altLang="en-US" dirty="0">
                <a:solidFill>
                  <a:schemeClr val="bg1"/>
                </a:solidFill>
                <a:latin typeface="楷体_GB2312" pitchFamily="49" charset="-122"/>
              </a:rPr>
              <a:t> </a:t>
            </a:r>
            <a:r>
              <a:rPr lang="zh-CN" altLang="en-US" dirty="0">
                <a:latin typeface="楷体_GB2312" pitchFamily="49" charset="-122"/>
              </a:rPr>
              <a:t> 空载  </a:t>
            </a:r>
            <a:r>
              <a:rPr lang="en-US" altLang="zh-CN" b="0" dirty="0">
                <a:solidFill>
                  <a:schemeClr val="bg1"/>
                </a:solidFill>
                <a:latin typeface="Times New Roman" panose="02020603050405020304" pitchFamily="18" charset="0"/>
                <a:ea typeface="宋体" panose="02010600030101010101" pitchFamily="2" charset="-122"/>
              </a:rPr>
              <a:t>cos </a:t>
            </a:r>
            <a:r>
              <a:rPr lang="en-US" altLang="zh-CN" b="0" i="1" dirty="0">
                <a:solidFill>
                  <a:schemeClr val="bg1"/>
                </a:solidFill>
                <a:latin typeface="Symbol" panose="05050102010706020507" pitchFamily="18" charset="2"/>
                <a:ea typeface="宋体" panose="02010600030101010101" pitchFamily="2" charset="-122"/>
              </a:rPr>
              <a:t>j </a:t>
            </a:r>
            <a:r>
              <a:rPr lang="en-US" altLang="zh-CN" b="0" dirty="0">
                <a:solidFill>
                  <a:schemeClr val="bg1"/>
                </a:solidFill>
                <a:latin typeface="Symbol" panose="05050102010706020507" pitchFamily="18" charset="2"/>
                <a:ea typeface="宋体" panose="02010600030101010101" pitchFamily="2" charset="-122"/>
              </a:rPr>
              <a:t> </a:t>
            </a:r>
            <a:r>
              <a:rPr lang="en-US" altLang="zh-CN" b="0" dirty="0">
                <a:solidFill>
                  <a:schemeClr val="bg1"/>
                </a:solidFill>
                <a:latin typeface="Times New Roman" panose="02020603050405020304" pitchFamily="18" charset="0"/>
                <a:ea typeface="宋体" panose="02010600030101010101" pitchFamily="2" charset="-122"/>
              </a:rPr>
              <a:t>=0.2~0.3</a:t>
            </a:r>
            <a:endParaRPr lang="en-US" altLang="zh-CN" b="0" dirty="0">
              <a:solidFill>
                <a:schemeClr val="bg1"/>
              </a:solidFill>
              <a:latin typeface="Times New Roman" panose="02020603050405020304" pitchFamily="18" charset="0"/>
              <a:ea typeface="宋体" panose="02010600030101010101" pitchFamily="2" charset="-122"/>
            </a:endParaRPr>
          </a:p>
          <a:p>
            <a:pPr algn="ctr"/>
            <a:r>
              <a:rPr lang="en-US" altLang="zh-CN" dirty="0">
                <a:solidFill>
                  <a:schemeClr val="bg1"/>
                </a:solidFill>
                <a:latin typeface="Times New Roman" panose="02020603050405020304" pitchFamily="18" charset="0"/>
                <a:ea typeface="宋体" panose="02010600030101010101" pitchFamily="2" charset="-122"/>
              </a:rPr>
              <a:t>                                            </a:t>
            </a:r>
            <a:r>
              <a:rPr lang="zh-CN" altLang="en-US" dirty="0">
                <a:latin typeface="楷体_GB2312" pitchFamily="49" charset="-122"/>
              </a:rPr>
              <a:t>满载</a:t>
            </a:r>
            <a:r>
              <a:rPr lang="zh-CN" altLang="en-US" dirty="0">
                <a:latin typeface="Times New Roman" panose="02020603050405020304" pitchFamily="18" charset="0"/>
                <a:ea typeface="宋体" panose="02010600030101010101" pitchFamily="2" charset="-122"/>
              </a:rPr>
              <a:t>    </a:t>
            </a:r>
            <a:r>
              <a:rPr lang="en-US" altLang="zh-CN" b="0" dirty="0">
                <a:solidFill>
                  <a:schemeClr val="bg1"/>
                </a:solidFill>
                <a:latin typeface="Times New Roman" panose="02020603050405020304" pitchFamily="18" charset="0"/>
                <a:ea typeface="宋体" panose="02010600030101010101" pitchFamily="2" charset="-122"/>
              </a:rPr>
              <a:t>cos </a:t>
            </a:r>
            <a:r>
              <a:rPr lang="en-US" altLang="zh-CN" b="0" i="1" dirty="0">
                <a:solidFill>
                  <a:schemeClr val="bg1"/>
                </a:solidFill>
                <a:latin typeface="Symbol" panose="05050102010706020507" pitchFamily="18" charset="2"/>
                <a:ea typeface="宋体" panose="02010600030101010101" pitchFamily="2" charset="-122"/>
              </a:rPr>
              <a:t>j  </a:t>
            </a:r>
            <a:r>
              <a:rPr lang="en-US" altLang="zh-CN" b="0" dirty="0">
                <a:solidFill>
                  <a:schemeClr val="bg1"/>
                </a:solidFill>
                <a:latin typeface="Times New Roman" panose="02020603050405020304" pitchFamily="18" charset="0"/>
                <a:ea typeface="宋体" panose="02010600030101010101" pitchFamily="2" charset="-122"/>
              </a:rPr>
              <a:t>=0.7~0.85</a:t>
            </a:r>
            <a:endParaRPr lang="en-US" altLang="zh-CN" b="0" dirty="0">
              <a:solidFill>
                <a:schemeClr val="bg1"/>
              </a:solidFill>
              <a:latin typeface="Times New Roman" panose="02020603050405020304" pitchFamily="18" charset="0"/>
              <a:ea typeface="宋体" panose="02010600030101010101" pitchFamily="2" charset="-122"/>
            </a:endParaRPr>
          </a:p>
        </p:txBody>
      </p:sp>
      <p:sp>
        <p:nvSpPr>
          <p:cNvPr id="21519" name="Text Box 15"/>
          <p:cNvSpPr txBox="1"/>
          <p:nvPr/>
        </p:nvSpPr>
        <p:spPr>
          <a:xfrm>
            <a:off x="2108200" y="5876925"/>
            <a:ext cx="5895975" cy="519113"/>
          </a:xfrm>
          <a:prstGeom prst="rect">
            <a:avLst/>
          </a:prstGeom>
          <a:noFill/>
          <a:ln w="12700">
            <a:noFill/>
          </a:ln>
        </p:spPr>
        <p:txBody>
          <a:bodyPr wrap="none" anchor="ctr" anchorCtr="0">
            <a:spAutoFit/>
          </a:bodyPr>
          <a:p>
            <a:pPr algn="ctr"/>
            <a:r>
              <a:rPr lang="en-US" altLang="zh-CN" dirty="0">
                <a:latin typeface="楷体_GB2312" pitchFamily="49" charset="-122"/>
              </a:rPr>
              <a:t>   </a:t>
            </a:r>
            <a:r>
              <a:rPr lang="zh-CN" altLang="en-US" dirty="0">
                <a:latin typeface="楷体_GB2312" pitchFamily="49" charset="-122"/>
              </a:rPr>
              <a:t>荧光灯</a:t>
            </a:r>
            <a:r>
              <a:rPr lang="zh-CN" altLang="en-US" dirty="0">
                <a:solidFill>
                  <a:schemeClr val="bg1"/>
                </a:solidFill>
                <a:latin typeface="Times New Roman" panose="02020603050405020304" pitchFamily="18" charset="0"/>
                <a:ea typeface="宋体" panose="02010600030101010101" pitchFamily="2" charset="-122"/>
              </a:rPr>
              <a:t>                    </a:t>
            </a:r>
            <a:r>
              <a:rPr lang="en-US" altLang="zh-CN" b="0" dirty="0">
                <a:solidFill>
                  <a:schemeClr val="bg1"/>
                </a:solidFill>
                <a:latin typeface="Times New Roman" panose="02020603050405020304" pitchFamily="18" charset="0"/>
                <a:ea typeface="宋体" panose="02010600030101010101" pitchFamily="2" charset="-122"/>
              </a:rPr>
              <a:t>cos </a:t>
            </a:r>
            <a:r>
              <a:rPr lang="en-US" altLang="zh-CN" b="0" i="1" dirty="0">
                <a:solidFill>
                  <a:schemeClr val="bg1"/>
                </a:solidFill>
                <a:latin typeface="Symbol" panose="05050102010706020507" pitchFamily="18" charset="2"/>
                <a:ea typeface="宋体" panose="02010600030101010101" pitchFamily="2" charset="-122"/>
              </a:rPr>
              <a:t>j </a:t>
            </a:r>
            <a:r>
              <a:rPr lang="en-US" altLang="zh-CN" b="0" dirty="0">
                <a:solidFill>
                  <a:schemeClr val="bg1"/>
                </a:solidFill>
                <a:latin typeface="Times New Roman" panose="02020603050405020304" pitchFamily="18" charset="0"/>
                <a:ea typeface="宋体" panose="02010600030101010101" pitchFamily="2" charset="-122"/>
              </a:rPr>
              <a:t>=0.45~0.6</a:t>
            </a:r>
            <a:endParaRPr lang="en-US" altLang="zh-CN" b="0" i="1" dirty="0">
              <a:solidFill>
                <a:schemeClr val="bg1"/>
              </a:solidFill>
              <a:latin typeface="Symbol" panose="05050102010706020507" pitchFamily="18" charset="2"/>
              <a:ea typeface="宋体" panose="02010600030101010101" pitchFamily="2" charset="-122"/>
            </a:endParaRPr>
          </a:p>
        </p:txBody>
      </p:sp>
      <p:sp>
        <p:nvSpPr>
          <p:cNvPr id="21520" name="Text Box 16"/>
          <p:cNvSpPr txBox="1"/>
          <p:nvPr/>
        </p:nvSpPr>
        <p:spPr>
          <a:xfrm>
            <a:off x="539750" y="1125538"/>
            <a:ext cx="8135938" cy="946150"/>
          </a:xfrm>
          <a:prstGeom prst="rect">
            <a:avLst/>
          </a:prstGeom>
          <a:noFill/>
          <a:ln w="12700">
            <a:noFill/>
          </a:ln>
        </p:spPr>
        <p:txBody>
          <a:bodyPr anchor="ctr" anchorCtr="0">
            <a:spAutoFit/>
          </a:bodyPr>
          <a:p>
            <a:pPr marL="342900" indent="-342900" algn="just">
              <a:buAutoNum type="circleNumDbPlain"/>
            </a:pPr>
            <a:r>
              <a:rPr lang="zh-CN" altLang="en-US" dirty="0">
                <a:latin typeface="楷体_GB2312" pitchFamily="49" charset="-122"/>
              </a:rPr>
              <a:t>设备不能充分利用，电流到了额定值，但功率容量还有。                  </a:t>
            </a:r>
            <a:endParaRPr lang="zh-CN" altLang="en-US" dirty="0">
              <a:latin typeface="楷体_GB2312" pitchFamily="49" charset="-122"/>
            </a:endParaRPr>
          </a:p>
        </p:txBody>
      </p:sp>
      <p:sp>
        <p:nvSpPr>
          <p:cNvPr id="21522" name="Text Box 18"/>
          <p:cNvSpPr txBox="1"/>
          <p:nvPr/>
        </p:nvSpPr>
        <p:spPr>
          <a:xfrm>
            <a:off x="4427538" y="549275"/>
            <a:ext cx="4113212" cy="519113"/>
          </a:xfrm>
          <a:prstGeom prst="rect">
            <a:avLst/>
          </a:prstGeom>
          <a:solidFill>
            <a:schemeClr val="hlink"/>
          </a:solidFill>
          <a:ln w="9525">
            <a:noFill/>
          </a:ln>
        </p:spPr>
        <p:txBody>
          <a:bodyPr wrap="none">
            <a:spAutoFit/>
          </a:bodyPr>
          <a:p>
            <a:pPr>
              <a:spcBef>
                <a:spcPct val="50000"/>
              </a:spcBef>
            </a:pPr>
            <a:r>
              <a:rPr lang="zh-CN" altLang="en-US" dirty="0">
                <a:solidFill>
                  <a:schemeClr val="bg1"/>
                </a:solidFill>
                <a:latin typeface="Times New Roman" panose="02020603050405020304" pitchFamily="18" charset="0"/>
              </a:rPr>
              <a:t>功率因数低带来的问题：</a:t>
            </a:r>
            <a:endParaRPr lang="zh-CN" altLang="en-US" dirty="0">
              <a:solidFill>
                <a:schemeClr val="bg1"/>
              </a:solidFill>
              <a:latin typeface="Times New Roman" panose="02020603050405020304" pitchFamily="18" charset="0"/>
            </a:endParaRPr>
          </a:p>
        </p:txBody>
      </p:sp>
      <p:grpSp>
        <p:nvGrpSpPr>
          <p:cNvPr id="91147" name="Group 23"/>
          <p:cNvGrpSpPr/>
          <p:nvPr/>
        </p:nvGrpSpPr>
        <p:grpSpPr>
          <a:xfrm>
            <a:off x="8316913" y="6446838"/>
            <a:ext cx="792162" cy="366712"/>
            <a:chOff x="5193" y="4020"/>
            <a:chExt cx="499" cy="231"/>
          </a:xfrm>
        </p:grpSpPr>
        <p:pic>
          <p:nvPicPr>
            <p:cNvPr id="91161" name="Picture 24" descr="78900"/>
            <p:cNvPicPr>
              <a:picLocks noChangeAspect="1"/>
            </p:cNvPicPr>
            <p:nvPr/>
          </p:nvPicPr>
          <p:blipFill>
            <a:blip r:embed="rId1"/>
            <a:stretch>
              <a:fillRect/>
            </a:stretch>
          </p:blipFill>
          <p:spPr>
            <a:xfrm>
              <a:off x="5193" y="4066"/>
              <a:ext cx="499" cy="181"/>
            </a:xfrm>
            <a:prstGeom prst="rect">
              <a:avLst/>
            </a:prstGeom>
            <a:noFill/>
            <a:ln w="9525">
              <a:noFill/>
            </a:ln>
          </p:spPr>
        </p:pic>
        <p:sp>
          <p:nvSpPr>
            <p:cNvPr id="91162" name="Text Box 25">
              <a:hlinkClick r:id="" action="ppaction://hlinkshowjump?jump=nextslide"/>
            </p:cNvPr>
            <p:cNvSpPr txBox="1"/>
            <p:nvPr/>
          </p:nvSpPr>
          <p:spPr>
            <a:xfrm>
              <a:off x="5216" y="4020"/>
              <a:ext cx="476" cy="231"/>
            </a:xfrm>
            <a:prstGeom prst="rect">
              <a:avLst/>
            </a:prstGeom>
            <a:noFill/>
            <a:ln w="9525">
              <a:noFill/>
            </a:ln>
          </p:spPr>
          <p:txBody>
            <a:bodyPr wrap="none">
              <a:spAutoFit/>
            </a:bodyPr>
            <a:p>
              <a:pPr>
                <a:spcBef>
                  <a:spcPct val="50000"/>
                </a:spcBef>
              </a:pPr>
              <a:r>
                <a:rPr lang="zh-CN" altLang="en-US" sz="1800" b="0" dirty="0">
                  <a:solidFill>
                    <a:schemeClr val="bg1"/>
                  </a:solidFill>
                  <a:latin typeface="隶书" panose="02010509060101010101" pitchFamily="49" charset="-122"/>
                  <a:ea typeface="隶书" panose="02010509060101010101" pitchFamily="49" charset="-122"/>
                </a:rPr>
                <a:t>下 页</a:t>
              </a:r>
              <a:endParaRPr lang="zh-CN" altLang="en-US" sz="1800" b="0" dirty="0">
                <a:solidFill>
                  <a:schemeClr val="bg1"/>
                </a:solidFill>
                <a:latin typeface="隶书" panose="02010509060101010101" pitchFamily="49" charset="-122"/>
                <a:ea typeface="隶书" panose="02010509060101010101" pitchFamily="49" charset="-122"/>
              </a:endParaRPr>
            </a:p>
          </p:txBody>
        </p:sp>
      </p:grpSp>
      <p:grpSp>
        <p:nvGrpSpPr>
          <p:cNvPr id="91148" name="Group 26"/>
          <p:cNvGrpSpPr/>
          <p:nvPr/>
        </p:nvGrpSpPr>
        <p:grpSpPr>
          <a:xfrm>
            <a:off x="7453313" y="6446838"/>
            <a:ext cx="792162" cy="366712"/>
            <a:chOff x="4649" y="4020"/>
            <a:chExt cx="499" cy="231"/>
          </a:xfrm>
        </p:grpSpPr>
        <p:pic>
          <p:nvPicPr>
            <p:cNvPr id="91159" name="Picture 27" descr="78900"/>
            <p:cNvPicPr>
              <a:picLocks noChangeAspect="1"/>
            </p:cNvPicPr>
            <p:nvPr/>
          </p:nvPicPr>
          <p:blipFill>
            <a:blip r:embed="rId1"/>
            <a:stretch>
              <a:fillRect/>
            </a:stretch>
          </p:blipFill>
          <p:spPr>
            <a:xfrm>
              <a:off x="4649" y="4066"/>
              <a:ext cx="499" cy="181"/>
            </a:xfrm>
            <a:prstGeom prst="rect">
              <a:avLst/>
            </a:prstGeom>
            <a:noFill/>
            <a:ln w="9525">
              <a:noFill/>
            </a:ln>
          </p:spPr>
        </p:pic>
        <p:sp>
          <p:nvSpPr>
            <p:cNvPr id="91160" name="Text Box 28">
              <a:hlinkClick r:id="" action="ppaction://hlinkshowjump?jump=previousslide"/>
            </p:cNvPr>
            <p:cNvSpPr txBox="1"/>
            <p:nvPr/>
          </p:nvSpPr>
          <p:spPr>
            <a:xfrm>
              <a:off x="4672" y="4020"/>
              <a:ext cx="476" cy="231"/>
            </a:xfrm>
            <a:prstGeom prst="rect">
              <a:avLst/>
            </a:prstGeom>
            <a:noFill/>
            <a:ln w="9525">
              <a:noFill/>
            </a:ln>
          </p:spPr>
          <p:txBody>
            <a:bodyPr wrap="none">
              <a:spAutoFit/>
            </a:bodyPr>
            <a:p>
              <a:pPr>
                <a:spcBef>
                  <a:spcPct val="50000"/>
                </a:spcBef>
              </a:pPr>
              <a:r>
                <a:rPr lang="zh-CN" altLang="en-US" sz="1800" b="0" dirty="0">
                  <a:solidFill>
                    <a:schemeClr val="bg1"/>
                  </a:solidFill>
                  <a:latin typeface="隶书" panose="02010509060101010101" pitchFamily="49" charset="-122"/>
                  <a:ea typeface="隶书" panose="02010509060101010101" pitchFamily="49" charset="-122"/>
                </a:rPr>
                <a:t>上 页</a:t>
              </a:r>
              <a:endParaRPr lang="zh-CN" altLang="en-US" sz="1800" b="0" dirty="0">
                <a:solidFill>
                  <a:schemeClr val="bg1"/>
                </a:solidFill>
                <a:latin typeface="隶书" panose="02010509060101010101" pitchFamily="49" charset="-122"/>
                <a:ea typeface="隶书" panose="02010509060101010101" pitchFamily="49" charset="-122"/>
              </a:endParaRPr>
            </a:p>
          </p:txBody>
        </p:sp>
      </p:grpSp>
      <p:grpSp>
        <p:nvGrpSpPr>
          <p:cNvPr id="4" name="Group 32"/>
          <p:cNvGrpSpPr/>
          <p:nvPr/>
        </p:nvGrpSpPr>
        <p:grpSpPr>
          <a:xfrm>
            <a:off x="827088" y="2349500"/>
            <a:ext cx="2897187" cy="1447800"/>
            <a:chOff x="2789" y="1706"/>
            <a:chExt cx="1825" cy="912"/>
          </a:xfrm>
        </p:grpSpPr>
        <p:sp>
          <p:nvSpPr>
            <p:cNvPr id="91153" name="Rectangle 33"/>
            <p:cNvSpPr/>
            <p:nvPr/>
          </p:nvSpPr>
          <p:spPr>
            <a:xfrm>
              <a:off x="2789" y="1706"/>
              <a:ext cx="672" cy="912"/>
            </a:xfrm>
            <a:prstGeom prst="rect">
              <a:avLst/>
            </a:prstGeom>
            <a:gradFill rotWithShape="1">
              <a:gsLst>
                <a:gs pos="0">
                  <a:schemeClr val="hlink"/>
                </a:gs>
                <a:gs pos="100000">
                  <a:srgbClr val="004747"/>
                </a:gs>
              </a:gsLst>
              <a:path path="shape">
                <a:fillToRect l="50000" t="50000" r="50000" b="50000"/>
              </a:path>
              <a:tileRect/>
            </a:gradFill>
            <a:ln w="38100" cap="flat" cmpd="sng">
              <a:solidFill>
                <a:srgbClr val="008000"/>
              </a:solidFill>
              <a:prstDash val="solid"/>
              <a:miter/>
              <a:headEnd type="none" w="med" len="med"/>
              <a:tailEnd type="none" w="med" len="med"/>
            </a:ln>
          </p:spPr>
          <p:txBody>
            <a:bodyPr wrap="none" anchor="ctr" anchorCtr="0"/>
            <a:p>
              <a:pPr algn="ctr"/>
              <a:r>
                <a:rPr lang="en-US" altLang="zh-CN" b="0" i="1" dirty="0">
                  <a:solidFill>
                    <a:schemeClr val="bg1"/>
                  </a:solidFill>
                  <a:latin typeface="Times New Roman" panose="02020603050405020304" pitchFamily="18" charset="0"/>
                  <a:ea typeface="宋体" panose="02010600030101010101" pitchFamily="2" charset="-122"/>
                </a:rPr>
                <a:t>S</a:t>
              </a:r>
              <a:endParaRPr lang="en-US" altLang="zh-CN" b="0" i="1" dirty="0">
                <a:solidFill>
                  <a:schemeClr val="bg1"/>
                </a:solidFill>
                <a:latin typeface="Times New Roman" panose="02020603050405020304" pitchFamily="18" charset="0"/>
                <a:ea typeface="宋体" panose="02010600030101010101" pitchFamily="2" charset="-122"/>
              </a:endParaRPr>
            </a:p>
            <a:p>
              <a:pPr algn="ctr"/>
              <a:r>
                <a:rPr lang="en-US" altLang="zh-CN" b="0" dirty="0">
                  <a:solidFill>
                    <a:schemeClr val="bg1"/>
                  </a:solidFill>
                  <a:latin typeface="Times New Roman" panose="02020603050405020304" pitchFamily="18" charset="0"/>
                  <a:ea typeface="宋体" panose="02010600030101010101" pitchFamily="2" charset="-122"/>
                </a:rPr>
                <a:t>75kVA</a:t>
              </a:r>
              <a:endParaRPr lang="en-US" altLang="zh-CN" b="0" dirty="0">
                <a:solidFill>
                  <a:schemeClr val="bg1"/>
                </a:solidFill>
                <a:latin typeface="Times New Roman" panose="02020603050405020304" pitchFamily="18" charset="0"/>
                <a:ea typeface="宋体" panose="02010600030101010101" pitchFamily="2" charset="-122"/>
              </a:endParaRPr>
            </a:p>
          </p:txBody>
        </p:sp>
        <p:sp>
          <p:nvSpPr>
            <p:cNvPr id="91154" name="Line 34"/>
            <p:cNvSpPr/>
            <p:nvPr/>
          </p:nvSpPr>
          <p:spPr>
            <a:xfrm>
              <a:off x="3461" y="1850"/>
              <a:ext cx="576" cy="0"/>
            </a:xfrm>
            <a:prstGeom prst="line">
              <a:avLst/>
            </a:prstGeom>
            <a:ln w="38100" cap="flat" cmpd="sng">
              <a:solidFill>
                <a:srgbClr val="FFCC00"/>
              </a:solidFill>
              <a:prstDash val="solid"/>
              <a:headEnd type="none" w="med" len="med"/>
              <a:tailEnd type="none" w="med" len="med"/>
            </a:ln>
          </p:spPr>
        </p:sp>
        <p:sp>
          <p:nvSpPr>
            <p:cNvPr id="91155" name="Line 35"/>
            <p:cNvSpPr/>
            <p:nvPr/>
          </p:nvSpPr>
          <p:spPr>
            <a:xfrm>
              <a:off x="3461" y="2474"/>
              <a:ext cx="576" cy="0"/>
            </a:xfrm>
            <a:prstGeom prst="line">
              <a:avLst/>
            </a:prstGeom>
            <a:ln w="38100" cap="flat" cmpd="sng">
              <a:solidFill>
                <a:srgbClr val="FFCC00"/>
              </a:solidFill>
              <a:prstDash val="solid"/>
              <a:headEnd type="none" w="med" len="med"/>
              <a:tailEnd type="none" w="med" len="med"/>
            </a:ln>
          </p:spPr>
        </p:sp>
        <p:sp>
          <p:nvSpPr>
            <p:cNvPr id="91156" name="Line 36"/>
            <p:cNvSpPr/>
            <p:nvPr/>
          </p:nvSpPr>
          <p:spPr>
            <a:xfrm>
              <a:off x="4025" y="1850"/>
              <a:ext cx="0" cy="624"/>
            </a:xfrm>
            <a:prstGeom prst="line">
              <a:avLst/>
            </a:prstGeom>
            <a:ln w="38100" cap="flat" cmpd="sng">
              <a:solidFill>
                <a:srgbClr val="FFCC00"/>
              </a:solidFill>
              <a:prstDash val="solid"/>
              <a:headEnd type="none" w="med" len="med"/>
              <a:tailEnd type="none" w="med" len="med"/>
            </a:ln>
          </p:spPr>
        </p:sp>
        <p:sp>
          <p:nvSpPr>
            <p:cNvPr id="91157" name="Text Box 37"/>
            <p:cNvSpPr txBox="1"/>
            <p:nvPr/>
          </p:nvSpPr>
          <p:spPr>
            <a:xfrm>
              <a:off x="4048" y="1975"/>
              <a:ext cx="566" cy="327"/>
            </a:xfrm>
            <a:prstGeom prst="rect">
              <a:avLst/>
            </a:prstGeom>
            <a:noFill/>
            <a:ln w="38100">
              <a:noFill/>
            </a:ln>
          </p:spPr>
          <p:txBody>
            <a:bodyPr wrap="none" anchor="ctr" anchorCtr="0">
              <a:spAutoFit/>
            </a:bodyPr>
            <a:p>
              <a:pPr algn="ctr"/>
              <a:r>
                <a:rPr lang="zh-CN" altLang="en-US" dirty="0">
                  <a:solidFill>
                    <a:schemeClr val="bg1"/>
                  </a:solidFill>
                  <a:latin typeface="Times New Roman" panose="02020603050405020304" pitchFamily="18" charset="0"/>
                </a:rPr>
                <a:t>负载</a:t>
              </a:r>
              <a:endParaRPr lang="zh-CN" altLang="en-US" dirty="0">
                <a:solidFill>
                  <a:schemeClr val="bg1"/>
                </a:solidFill>
                <a:latin typeface="Times New Roman" panose="02020603050405020304" pitchFamily="18" charset="0"/>
              </a:endParaRPr>
            </a:p>
          </p:txBody>
        </p:sp>
        <p:sp>
          <p:nvSpPr>
            <p:cNvPr id="91158" name="Rectangle 38"/>
            <p:cNvSpPr/>
            <p:nvPr/>
          </p:nvSpPr>
          <p:spPr>
            <a:xfrm>
              <a:off x="3969" y="1979"/>
              <a:ext cx="127" cy="318"/>
            </a:xfrm>
            <a:prstGeom prst="rect">
              <a:avLst/>
            </a:prstGeom>
            <a:gradFill rotWithShape="1">
              <a:gsLst>
                <a:gs pos="0">
                  <a:srgbClr val="764700"/>
                </a:gs>
                <a:gs pos="50000">
                  <a:srgbClr val="FF9900"/>
                </a:gs>
                <a:gs pos="100000">
                  <a:srgbClr val="764700"/>
                </a:gs>
              </a:gsLst>
              <a:lin ang="0" scaled="1"/>
              <a:tileRect/>
            </a:gradFill>
            <a:ln w="28575">
              <a:noFill/>
            </a:ln>
          </p:spPr>
          <p:txBody>
            <a:bodyPr wrap="none" anchor="ctr" anchorCtr="0"/>
            <a:p>
              <a:endParaRPr lang="zh-CN" altLang="en-US" dirty="0">
                <a:latin typeface="楷体_GB2312" pitchFamily="49" charset="-122"/>
              </a:endParaRPr>
            </a:p>
          </p:txBody>
        </p:sp>
      </p:grpSp>
      <p:grpSp>
        <p:nvGrpSpPr>
          <p:cNvPr id="91150" name="Group 42"/>
          <p:cNvGrpSpPr/>
          <p:nvPr/>
        </p:nvGrpSpPr>
        <p:grpSpPr>
          <a:xfrm>
            <a:off x="6588125" y="6446838"/>
            <a:ext cx="792163" cy="366712"/>
            <a:chOff x="4649" y="4020"/>
            <a:chExt cx="499" cy="231"/>
          </a:xfrm>
        </p:grpSpPr>
        <p:pic>
          <p:nvPicPr>
            <p:cNvPr id="91151" name="Picture 43" descr="78900"/>
            <p:cNvPicPr>
              <a:picLocks noChangeAspect="1"/>
            </p:cNvPicPr>
            <p:nvPr/>
          </p:nvPicPr>
          <p:blipFill>
            <a:blip r:embed="rId1"/>
            <a:stretch>
              <a:fillRect/>
            </a:stretch>
          </p:blipFill>
          <p:spPr>
            <a:xfrm>
              <a:off x="4649" y="4066"/>
              <a:ext cx="499" cy="181"/>
            </a:xfrm>
            <a:prstGeom prst="rect">
              <a:avLst/>
            </a:prstGeom>
            <a:noFill/>
            <a:ln w="9525">
              <a:noFill/>
            </a:ln>
          </p:spPr>
        </p:pic>
        <p:sp>
          <p:nvSpPr>
            <p:cNvPr id="91152" name="Text Box 44">
              <a:hlinkClick r:id="" action="ppaction://hlinkshowjump?jump=firstslide"/>
            </p:cNvPr>
            <p:cNvSpPr txBox="1"/>
            <p:nvPr/>
          </p:nvSpPr>
          <p:spPr>
            <a:xfrm>
              <a:off x="4672" y="4020"/>
              <a:ext cx="476" cy="231"/>
            </a:xfrm>
            <a:prstGeom prst="rect">
              <a:avLst/>
            </a:prstGeom>
            <a:noFill/>
            <a:ln w="9525">
              <a:noFill/>
            </a:ln>
          </p:spPr>
          <p:txBody>
            <a:bodyPr wrap="none">
              <a:spAutoFit/>
            </a:bodyPr>
            <a:p>
              <a:pPr>
                <a:spcBef>
                  <a:spcPct val="50000"/>
                </a:spcBef>
              </a:pPr>
              <a:r>
                <a:rPr lang="zh-CN" altLang="en-US" sz="1800" b="0" dirty="0">
                  <a:solidFill>
                    <a:schemeClr val="bg1"/>
                  </a:solidFill>
                  <a:latin typeface="隶书" panose="02010509060101010101" pitchFamily="49" charset="-122"/>
                  <a:ea typeface="隶书" panose="02010509060101010101" pitchFamily="49" charset="-122"/>
                </a:rPr>
                <a:t>返 回</a:t>
              </a:r>
              <a:endParaRPr lang="zh-CN" altLang="en-US" sz="1800" b="0" dirty="0">
                <a:solidFill>
                  <a:schemeClr val="bg1"/>
                </a:solidFill>
                <a:latin typeface="隶书" panose="02010509060101010101" pitchFamily="49" charset="-122"/>
                <a:ea typeface="隶书" panose="02010509060101010101" pitchFamily="49" charset="-122"/>
              </a:endParaRP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grpId="0" nodeType="withEffect">
                                  <p:stCondLst>
                                    <p:cond delay="0"/>
                                  </p:stCondLst>
                                  <p:childTnLst>
                                    <p:set>
                                      <p:cBhvr>
                                        <p:cTn id="6" dur="1" fill="hold">
                                          <p:stCondLst>
                                            <p:cond delay="0"/>
                                          </p:stCondLst>
                                        </p:cTn>
                                        <p:tgtEl>
                                          <p:spTgt spid="21506"/>
                                        </p:tgtEl>
                                        <p:attrNameLst>
                                          <p:attrName>style.visibility</p:attrName>
                                        </p:attrNameLst>
                                      </p:cBhvr>
                                      <p:to>
                                        <p:strVal val="visible"/>
                                      </p:to>
                                    </p:set>
                                    <p:anim calcmode="lin" valueType="num">
                                      <p:cBhvr additive="base">
                                        <p:cTn id="7" dur="500" fill="hold"/>
                                        <p:tgtEl>
                                          <p:spTgt spid="21506"/>
                                        </p:tgtEl>
                                        <p:attrNameLst>
                                          <p:attrName>ppt_x</p:attrName>
                                        </p:attrNameLst>
                                      </p:cBhvr>
                                      <p:tavLst>
                                        <p:tav tm="0">
                                          <p:val>
                                            <p:strVal val="0-#ppt_w/2"/>
                                          </p:val>
                                        </p:tav>
                                        <p:tav tm="100000">
                                          <p:val>
                                            <p:strVal val="#ppt_x"/>
                                          </p:val>
                                        </p:tav>
                                      </p:tavLst>
                                    </p:anim>
                                    <p:anim calcmode="lin" valueType="num">
                                      <p:cBhvr additive="base">
                                        <p:cTn id="8" dur="500" fill="hold"/>
                                        <p:tgtEl>
                                          <p:spTgt spid="21506"/>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1" fill="hold" grpId="0" nodeType="clickEffect">
                                  <p:stCondLst>
                                    <p:cond delay="0"/>
                                  </p:stCondLst>
                                  <p:childTnLst>
                                    <p:set>
                                      <p:cBhvr>
                                        <p:cTn id="12" dur="1" fill="hold">
                                          <p:stCondLst>
                                            <p:cond delay="0"/>
                                          </p:stCondLst>
                                        </p:cTn>
                                        <p:tgtEl>
                                          <p:spTgt spid="21522"/>
                                        </p:tgtEl>
                                        <p:attrNameLst>
                                          <p:attrName>style.visibility</p:attrName>
                                        </p:attrNameLst>
                                      </p:cBhvr>
                                      <p:to>
                                        <p:strVal val="visible"/>
                                      </p:to>
                                    </p:set>
                                    <p:anim calcmode="lin" valueType="num">
                                      <p:cBhvr additive="base">
                                        <p:cTn id="13" dur="500" fill="hold"/>
                                        <p:tgtEl>
                                          <p:spTgt spid="21522"/>
                                        </p:tgtEl>
                                        <p:attrNameLst>
                                          <p:attrName>ppt_x</p:attrName>
                                        </p:attrNameLst>
                                      </p:cBhvr>
                                      <p:tavLst>
                                        <p:tav tm="0">
                                          <p:val>
                                            <p:strVal val="#ppt_x"/>
                                          </p:val>
                                        </p:tav>
                                        <p:tav tm="100000">
                                          <p:val>
                                            <p:strVal val="#ppt_x"/>
                                          </p:val>
                                        </p:tav>
                                      </p:tavLst>
                                    </p:anim>
                                    <p:anim calcmode="lin" valueType="num">
                                      <p:cBhvr additive="base">
                                        <p:cTn id="14" dur="500" fill="hold"/>
                                        <p:tgtEl>
                                          <p:spTgt spid="21522"/>
                                        </p:tgtEl>
                                        <p:attrNameLst>
                                          <p:attrName>ppt_y</p:attrName>
                                        </p:attrNameLst>
                                      </p:cBhvr>
                                      <p:tavLst>
                                        <p:tav tm="0">
                                          <p:val>
                                            <p:strVal val="0-#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2" presetClass="entr" presetSubtype="8" fill="hold" grpId="0" nodeType="clickEffect">
                                  <p:stCondLst>
                                    <p:cond delay="0"/>
                                  </p:stCondLst>
                                  <p:childTnLst>
                                    <p:set>
                                      <p:cBhvr>
                                        <p:cTn id="18" dur="1" fill="hold">
                                          <p:stCondLst>
                                            <p:cond delay="0"/>
                                          </p:stCondLst>
                                        </p:cTn>
                                        <p:tgtEl>
                                          <p:spTgt spid="21520"/>
                                        </p:tgtEl>
                                        <p:attrNameLst>
                                          <p:attrName>style.visibility</p:attrName>
                                        </p:attrNameLst>
                                      </p:cBhvr>
                                      <p:to>
                                        <p:strVal val="visible"/>
                                      </p:to>
                                    </p:set>
                                    <p:animEffect transition="in" filter="wipe(left)">
                                      <p:cBhvr>
                                        <p:cTn id="19" dur="2000"/>
                                        <p:tgtEl>
                                          <p:spTgt spid="21520"/>
                                        </p:tgtEl>
                                      </p:cBhvr>
                                    </p:animEffect>
                                  </p:childTnLst>
                                </p:cTn>
                              </p:par>
                            </p:childTnLst>
                          </p:cTn>
                        </p:par>
                      </p:childTnLst>
                    </p:cTn>
                  </p:par>
                  <p:par>
                    <p:cTn id="20" fill="hold">
                      <p:stCondLst>
                        <p:cond delay="indefinite"/>
                      </p:stCondLst>
                      <p:childTnLst>
                        <p:par>
                          <p:cTn id="21" fill="hold">
                            <p:stCondLst>
                              <p:cond delay="0"/>
                            </p:stCondLst>
                            <p:childTnLst>
                              <p:par>
                                <p:cTn id="22" presetID="3" presetClass="entr" presetSubtype="10" fill="hold" nodeType="clickEffect">
                                  <p:stCondLst>
                                    <p:cond delay="0"/>
                                  </p:stCondLst>
                                  <p:childTnLst>
                                    <p:set>
                                      <p:cBhvr>
                                        <p:cTn id="23" dur="1" fill="hold">
                                          <p:stCondLst>
                                            <p:cond delay="0"/>
                                          </p:stCondLst>
                                        </p:cTn>
                                        <p:tgtEl>
                                          <p:spTgt spid="4"/>
                                        </p:tgtEl>
                                        <p:attrNameLst>
                                          <p:attrName>style.visibility</p:attrName>
                                        </p:attrNameLst>
                                      </p:cBhvr>
                                      <p:to>
                                        <p:strVal val="visible"/>
                                      </p:to>
                                    </p:set>
                                    <p:animEffect transition="in" filter="blinds(horizontal)">
                                      <p:cBhvr>
                                        <p:cTn id="24" dur="500"/>
                                        <p:tgtEl>
                                          <p:spTgt spid="4"/>
                                        </p:tgtEl>
                                      </p:cBhvr>
                                    </p:animEffect>
                                  </p:childTnLst>
                                </p:cTn>
                              </p:par>
                            </p:childTnLst>
                          </p:cTn>
                        </p:par>
                      </p:childTnLst>
                    </p:cTn>
                  </p:par>
                  <p:par>
                    <p:cTn id="25" fill="hold">
                      <p:stCondLst>
                        <p:cond delay="indefinite"/>
                      </p:stCondLst>
                      <p:childTnLst>
                        <p:par>
                          <p:cTn id="26" fill="hold">
                            <p:stCondLst>
                              <p:cond delay="0"/>
                            </p:stCondLst>
                            <p:childTnLst>
                              <p:par>
                                <p:cTn id="27" presetID="22" presetClass="entr" presetSubtype="8" fill="hold" grpId="0" nodeType="clickEffect">
                                  <p:stCondLst>
                                    <p:cond delay="0"/>
                                  </p:stCondLst>
                                  <p:childTnLst>
                                    <p:set>
                                      <p:cBhvr>
                                        <p:cTn id="28" dur="1" fill="hold">
                                          <p:stCondLst>
                                            <p:cond delay="0"/>
                                          </p:stCondLst>
                                        </p:cTn>
                                        <p:tgtEl>
                                          <p:spTgt spid="21508"/>
                                        </p:tgtEl>
                                        <p:attrNameLst>
                                          <p:attrName>style.visibility</p:attrName>
                                        </p:attrNameLst>
                                      </p:cBhvr>
                                      <p:to>
                                        <p:strVal val="visible"/>
                                      </p:to>
                                    </p:set>
                                    <p:animEffect transition="in" filter="wipe(left)">
                                      <p:cBhvr>
                                        <p:cTn id="29" dur="2000"/>
                                        <p:tgtEl>
                                          <p:spTgt spid="21508"/>
                                        </p:tgtEl>
                                      </p:cBhvr>
                                    </p:animEffect>
                                  </p:childTnLst>
                                </p:cTn>
                              </p:par>
                            </p:childTnLst>
                          </p:cTn>
                        </p:par>
                      </p:childTnLst>
                    </p:cTn>
                  </p:par>
                  <p:par>
                    <p:cTn id="30" fill="hold">
                      <p:stCondLst>
                        <p:cond delay="indefinite"/>
                      </p:stCondLst>
                      <p:childTnLst>
                        <p:par>
                          <p:cTn id="31" fill="hold">
                            <p:stCondLst>
                              <p:cond delay="0"/>
                            </p:stCondLst>
                            <p:childTnLst>
                              <p:par>
                                <p:cTn id="32" presetID="22" presetClass="entr" presetSubtype="8" fill="hold" grpId="0" nodeType="clickEffect">
                                  <p:stCondLst>
                                    <p:cond delay="0"/>
                                  </p:stCondLst>
                                  <p:childTnLst>
                                    <p:set>
                                      <p:cBhvr>
                                        <p:cTn id="33" dur="1" fill="hold">
                                          <p:stCondLst>
                                            <p:cond delay="0"/>
                                          </p:stCondLst>
                                        </p:cTn>
                                        <p:tgtEl>
                                          <p:spTgt spid="21516"/>
                                        </p:tgtEl>
                                        <p:attrNameLst>
                                          <p:attrName>style.visibility</p:attrName>
                                        </p:attrNameLst>
                                      </p:cBhvr>
                                      <p:to>
                                        <p:strVal val="visible"/>
                                      </p:to>
                                    </p:set>
                                    <p:animEffect transition="in" filter="wipe(left)">
                                      <p:cBhvr>
                                        <p:cTn id="34" dur="2000"/>
                                        <p:tgtEl>
                                          <p:spTgt spid="21516"/>
                                        </p:tgtEl>
                                      </p:cBhvr>
                                    </p:animEffect>
                                  </p:childTnLst>
                                </p:cTn>
                              </p:par>
                            </p:childTnLst>
                          </p:cTn>
                        </p:par>
                      </p:childTnLst>
                    </p:cTn>
                  </p:par>
                  <p:par>
                    <p:cTn id="35" fill="hold">
                      <p:stCondLst>
                        <p:cond delay="indefinite"/>
                      </p:stCondLst>
                      <p:childTnLst>
                        <p:par>
                          <p:cTn id="36" fill="hold">
                            <p:stCondLst>
                              <p:cond delay="0"/>
                            </p:stCondLst>
                            <p:childTnLst>
                              <p:par>
                                <p:cTn id="37" presetID="22" presetClass="entr" presetSubtype="8" fill="hold" grpId="0" nodeType="clickEffect">
                                  <p:stCondLst>
                                    <p:cond delay="0"/>
                                  </p:stCondLst>
                                  <p:childTnLst>
                                    <p:set>
                                      <p:cBhvr>
                                        <p:cTn id="38" dur="1" fill="hold">
                                          <p:stCondLst>
                                            <p:cond delay="0"/>
                                          </p:stCondLst>
                                        </p:cTn>
                                        <p:tgtEl>
                                          <p:spTgt spid="21517"/>
                                        </p:tgtEl>
                                        <p:attrNameLst>
                                          <p:attrName>style.visibility</p:attrName>
                                        </p:attrNameLst>
                                      </p:cBhvr>
                                      <p:to>
                                        <p:strVal val="visible"/>
                                      </p:to>
                                    </p:set>
                                    <p:animEffect transition="in" filter="wipe(left)">
                                      <p:cBhvr>
                                        <p:cTn id="39" dur="2000"/>
                                        <p:tgtEl>
                                          <p:spTgt spid="21517"/>
                                        </p:tgtEl>
                                      </p:cBhvr>
                                    </p:animEffect>
                                  </p:childTnLst>
                                </p:cTn>
                              </p:par>
                            </p:childTnLst>
                          </p:cTn>
                        </p:par>
                      </p:childTnLst>
                    </p:cTn>
                  </p:par>
                  <p:par>
                    <p:cTn id="40" fill="hold">
                      <p:stCondLst>
                        <p:cond delay="indefinite"/>
                      </p:stCondLst>
                      <p:childTnLst>
                        <p:par>
                          <p:cTn id="41" fill="hold">
                            <p:stCondLst>
                              <p:cond delay="0"/>
                            </p:stCondLst>
                            <p:childTnLst>
                              <p:par>
                                <p:cTn id="42" presetID="17" presetClass="entr" presetSubtype="10" fill="hold" grpId="0" nodeType="clickEffect">
                                  <p:stCondLst>
                                    <p:cond delay="0"/>
                                  </p:stCondLst>
                                  <p:iterate type="lt">
                                    <p:tmPct val="100000"/>
                                  </p:iterate>
                                  <p:childTnLst>
                                    <p:set>
                                      <p:cBhvr>
                                        <p:cTn id="43" dur="1" fill="hold">
                                          <p:stCondLst>
                                            <p:cond delay="0"/>
                                          </p:stCondLst>
                                        </p:cTn>
                                        <p:tgtEl>
                                          <p:spTgt spid="21507"/>
                                        </p:tgtEl>
                                        <p:attrNameLst>
                                          <p:attrName>style.visibility</p:attrName>
                                        </p:attrNameLst>
                                      </p:cBhvr>
                                      <p:to>
                                        <p:strVal val="visible"/>
                                      </p:to>
                                    </p:set>
                                    <p:anim calcmode="lin" valueType="num">
                                      <p:cBhvr>
                                        <p:cTn id="44" dur="75" fill="hold"/>
                                        <p:tgtEl>
                                          <p:spTgt spid="21507"/>
                                        </p:tgtEl>
                                        <p:attrNameLst>
                                          <p:attrName>ppt_w</p:attrName>
                                        </p:attrNameLst>
                                      </p:cBhvr>
                                      <p:tavLst>
                                        <p:tav tm="0">
                                          <p:val>
                                            <p:fltVal val="0.000000"/>
                                          </p:val>
                                        </p:tav>
                                        <p:tav tm="100000">
                                          <p:val>
                                            <p:strVal val="#ppt_w"/>
                                          </p:val>
                                        </p:tav>
                                      </p:tavLst>
                                    </p:anim>
                                    <p:anim calcmode="lin" valueType="num">
                                      <p:cBhvr>
                                        <p:cTn id="45" dur="75" fill="hold"/>
                                        <p:tgtEl>
                                          <p:spTgt spid="21507"/>
                                        </p:tgtEl>
                                        <p:attrNameLst>
                                          <p:attrName>ppt_h</p:attrName>
                                        </p:attrNameLst>
                                      </p:cBhvr>
                                      <p:tavLst>
                                        <p:tav tm="0">
                                          <p:val>
                                            <p:strVal val="#ppt_h"/>
                                          </p:val>
                                        </p:tav>
                                        <p:tav tm="100000">
                                          <p:val>
                                            <p:strVal val="#ppt_h"/>
                                          </p:val>
                                        </p:tav>
                                      </p:tavLst>
                                    </p:anim>
                                  </p:childTnLst>
                                </p:cTn>
                              </p:par>
                            </p:childTnLst>
                          </p:cTn>
                        </p:par>
                      </p:childTnLst>
                    </p:cTn>
                  </p:par>
                  <p:par>
                    <p:cTn id="46" fill="hold">
                      <p:stCondLst>
                        <p:cond delay="indefinite"/>
                      </p:stCondLst>
                      <p:childTnLst>
                        <p:par>
                          <p:cTn id="47" fill="hold">
                            <p:stCondLst>
                              <p:cond delay="0"/>
                            </p:stCondLst>
                            <p:childTnLst>
                              <p:par>
                                <p:cTn id="48" presetID="22" presetClass="entr" presetSubtype="8" fill="hold" grpId="0" nodeType="clickEffect">
                                  <p:stCondLst>
                                    <p:cond delay="0"/>
                                  </p:stCondLst>
                                  <p:childTnLst>
                                    <p:set>
                                      <p:cBhvr>
                                        <p:cTn id="49" dur="1" fill="hold">
                                          <p:stCondLst>
                                            <p:cond delay="0"/>
                                          </p:stCondLst>
                                        </p:cTn>
                                        <p:tgtEl>
                                          <p:spTgt spid="21518"/>
                                        </p:tgtEl>
                                        <p:attrNameLst>
                                          <p:attrName>style.visibility</p:attrName>
                                        </p:attrNameLst>
                                      </p:cBhvr>
                                      <p:to>
                                        <p:strVal val="visible"/>
                                      </p:to>
                                    </p:set>
                                    <p:animEffect transition="in" filter="wipe(left)">
                                      <p:cBhvr>
                                        <p:cTn id="50" dur="2000"/>
                                        <p:tgtEl>
                                          <p:spTgt spid="21518"/>
                                        </p:tgtEl>
                                      </p:cBhvr>
                                    </p:animEffect>
                                  </p:childTnLst>
                                </p:cTn>
                              </p:par>
                            </p:childTnLst>
                          </p:cTn>
                        </p:par>
                      </p:childTnLst>
                    </p:cTn>
                  </p:par>
                  <p:par>
                    <p:cTn id="51" fill="hold">
                      <p:stCondLst>
                        <p:cond delay="indefinite"/>
                      </p:stCondLst>
                      <p:childTnLst>
                        <p:par>
                          <p:cTn id="52" fill="hold">
                            <p:stCondLst>
                              <p:cond delay="0"/>
                            </p:stCondLst>
                            <p:childTnLst>
                              <p:par>
                                <p:cTn id="53" presetID="22" presetClass="entr" presetSubtype="1" fill="hold" grpId="0" nodeType="clickEffect">
                                  <p:stCondLst>
                                    <p:cond delay="0"/>
                                  </p:stCondLst>
                                  <p:childTnLst>
                                    <p:set>
                                      <p:cBhvr>
                                        <p:cTn id="54" dur="1" fill="hold">
                                          <p:stCondLst>
                                            <p:cond delay="0"/>
                                          </p:stCondLst>
                                        </p:cTn>
                                        <p:tgtEl>
                                          <p:spTgt spid="21519"/>
                                        </p:tgtEl>
                                        <p:attrNameLst>
                                          <p:attrName>style.visibility</p:attrName>
                                        </p:attrNameLst>
                                      </p:cBhvr>
                                      <p:to>
                                        <p:strVal val="visible"/>
                                      </p:to>
                                    </p:set>
                                    <p:animEffect transition="in" filter="wipe(up)">
                                      <p:cBhvr>
                                        <p:cTn id="55" dur="2000"/>
                                        <p:tgtEl>
                                          <p:spTgt spid="2151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506" grpId="0"/>
      <p:bldP spid="21507" grpId="0"/>
      <p:bldP spid="21508" grpId="0"/>
      <p:bldP spid="21516" grpId="0"/>
      <p:bldP spid="21517" grpId="0"/>
      <p:bldP spid="21518" grpId="0"/>
      <p:bldP spid="21519" grpId="0"/>
      <p:bldP spid="21520" grpId="0"/>
      <p:bldP spid="21522" grpId="0" animBg="1"/>
    </p:bldLst>
  </p:timing>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grpSp>
        <p:nvGrpSpPr>
          <p:cNvPr id="2" name="Group 93"/>
          <p:cNvGrpSpPr/>
          <p:nvPr/>
        </p:nvGrpSpPr>
        <p:grpSpPr>
          <a:xfrm>
            <a:off x="4284663" y="1844675"/>
            <a:ext cx="647700" cy="1296988"/>
            <a:chOff x="1746" y="2296"/>
            <a:chExt cx="408" cy="817"/>
          </a:xfrm>
        </p:grpSpPr>
        <p:sp>
          <p:nvSpPr>
            <p:cNvPr id="63536" name="Rectangle 94"/>
            <p:cNvSpPr/>
            <p:nvPr/>
          </p:nvSpPr>
          <p:spPr>
            <a:xfrm>
              <a:off x="1746" y="2296"/>
              <a:ext cx="363" cy="817"/>
            </a:xfrm>
            <a:prstGeom prst="rect">
              <a:avLst/>
            </a:prstGeom>
            <a:noFill/>
            <a:ln w="28575" cap="flat" cmpd="sng">
              <a:solidFill>
                <a:srgbClr val="FFCC00"/>
              </a:solidFill>
              <a:prstDash val="dash"/>
              <a:miter/>
              <a:headEnd type="none" w="med" len="med"/>
              <a:tailEnd type="none" w="med" len="med"/>
            </a:ln>
          </p:spPr>
          <p:txBody>
            <a:bodyPr wrap="none" anchor="ctr" anchorCtr="0"/>
            <a:p>
              <a:endParaRPr lang="zh-CN" altLang="en-US" dirty="0">
                <a:latin typeface="楷体_GB2312" pitchFamily="49" charset="-122"/>
              </a:endParaRPr>
            </a:p>
          </p:txBody>
        </p:sp>
        <p:sp>
          <p:nvSpPr>
            <p:cNvPr id="63537" name="Rectangle 95"/>
            <p:cNvSpPr/>
            <p:nvPr/>
          </p:nvSpPr>
          <p:spPr>
            <a:xfrm>
              <a:off x="2027" y="2478"/>
              <a:ext cx="127" cy="318"/>
            </a:xfrm>
            <a:prstGeom prst="rect">
              <a:avLst/>
            </a:prstGeom>
            <a:gradFill rotWithShape="1">
              <a:gsLst>
                <a:gs pos="0">
                  <a:srgbClr val="764700"/>
                </a:gs>
                <a:gs pos="50000">
                  <a:srgbClr val="FF9900"/>
                </a:gs>
                <a:gs pos="100000">
                  <a:srgbClr val="764700"/>
                </a:gs>
              </a:gsLst>
              <a:lin ang="0" scaled="1"/>
              <a:tileRect/>
            </a:gradFill>
            <a:ln w="28575">
              <a:noFill/>
            </a:ln>
          </p:spPr>
          <p:txBody>
            <a:bodyPr wrap="none" anchor="ctr" anchorCtr="0"/>
            <a:p>
              <a:endParaRPr lang="zh-CN" altLang="en-US" dirty="0">
                <a:latin typeface="楷体_GB2312" pitchFamily="49" charset="-122"/>
              </a:endParaRPr>
            </a:p>
          </p:txBody>
        </p:sp>
      </p:grpSp>
      <p:grpSp>
        <p:nvGrpSpPr>
          <p:cNvPr id="3" name="Group 90"/>
          <p:cNvGrpSpPr/>
          <p:nvPr/>
        </p:nvGrpSpPr>
        <p:grpSpPr>
          <a:xfrm>
            <a:off x="3708400" y="1844675"/>
            <a:ext cx="647700" cy="1296988"/>
            <a:chOff x="1746" y="2296"/>
            <a:chExt cx="408" cy="817"/>
          </a:xfrm>
        </p:grpSpPr>
        <p:sp>
          <p:nvSpPr>
            <p:cNvPr id="63534" name="Rectangle 91"/>
            <p:cNvSpPr/>
            <p:nvPr/>
          </p:nvSpPr>
          <p:spPr>
            <a:xfrm>
              <a:off x="1746" y="2296"/>
              <a:ext cx="363" cy="817"/>
            </a:xfrm>
            <a:prstGeom prst="rect">
              <a:avLst/>
            </a:prstGeom>
            <a:noFill/>
            <a:ln w="28575" cap="flat" cmpd="sng">
              <a:solidFill>
                <a:srgbClr val="FFCC00"/>
              </a:solidFill>
              <a:prstDash val="dash"/>
              <a:miter/>
              <a:headEnd type="none" w="med" len="med"/>
              <a:tailEnd type="none" w="med" len="med"/>
            </a:ln>
          </p:spPr>
          <p:txBody>
            <a:bodyPr wrap="none" anchor="ctr" anchorCtr="0"/>
            <a:p>
              <a:endParaRPr lang="zh-CN" altLang="en-US" dirty="0">
                <a:latin typeface="楷体_GB2312" pitchFamily="49" charset="-122"/>
              </a:endParaRPr>
            </a:p>
          </p:txBody>
        </p:sp>
        <p:sp>
          <p:nvSpPr>
            <p:cNvPr id="63535" name="Rectangle 92"/>
            <p:cNvSpPr/>
            <p:nvPr/>
          </p:nvSpPr>
          <p:spPr>
            <a:xfrm>
              <a:off x="2027" y="2478"/>
              <a:ext cx="127" cy="318"/>
            </a:xfrm>
            <a:prstGeom prst="rect">
              <a:avLst/>
            </a:prstGeom>
            <a:gradFill rotWithShape="1">
              <a:gsLst>
                <a:gs pos="0">
                  <a:srgbClr val="764700"/>
                </a:gs>
                <a:gs pos="50000">
                  <a:srgbClr val="FF9900"/>
                </a:gs>
                <a:gs pos="100000">
                  <a:srgbClr val="764700"/>
                </a:gs>
              </a:gsLst>
              <a:lin ang="0" scaled="1"/>
              <a:tileRect/>
            </a:gradFill>
            <a:ln w="28575">
              <a:noFill/>
            </a:ln>
          </p:spPr>
          <p:txBody>
            <a:bodyPr wrap="none" anchor="ctr" anchorCtr="0"/>
            <a:p>
              <a:endParaRPr lang="zh-CN" altLang="en-US" dirty="0">
                <a:latin typeface="楷体_GB2312" pitchFamily="49" charset="-122"/>
              </a:endParaRPr>
            </a:p>
          </p:txBody>
        </p:sp>
      </p:grpSp>
      <p:grpSp>
        <p:nvGrpSpPr>
          <p:cNvPr id="4" name="Group 87"/>
          <p:cNvGrpSpPr/>
          <p:nvPr/>
        </p:nvGrpSpPr>
        <p:grpSpPr>
          <a:xfrm>
            <a:off x="3132138" y="1844675"/>
            <a:ext cx="647700" cy="1296988"/>
            <a:chOff x="1746" y="2296"/>
            <a:chExt cx="408" cy="817"/>
          </a:xfrm>
        </p:grpSpPr>
        <p:sp>
          <p:nvSpPr>
            <p:cNvPr id="63532" name="Rectangle 88"/>
            <p:cNvSpPr/>
            <p:nvPr/>
          </p:nvSpPr>
          <p:spPr>
            <a:xfrm>
              <a:off x="1746" y="2296"/>
              <a:ext cx="363" cy="817"/>
            </a:xfrm>
            <a:prstGeom prst="rect">
              <a:avLst/>
            </a:prstGeom>
            <a:noFill/>
            <a:ln w="28575" cap="flat" cmpd="sng">
              <a:solidFill>
                <a:srgbClr val="FFCC00"/>
              </a:solidFill>
              <a:prstDash val="dash"/>
              <a:miter/>
              <a:headEnd type="none" w="med" len="med"/>
              <a:tailEnd type="none" w="med" len="med"/>
            </a:ln>
          </p:spPr>
          <p:txBody>
            <a:bodyPr wrap="none" anchor="ctr" anchorCtr="0"/>
            <a:p>
              <a:endParaRPr lang="zh-CN" altLang="en-US" dirty="0">
                <a:latin typeface="楷体_GB2312" pitchFamily="49" charset="-122"/>
              </a:endParaRPr>
            </a:p>
          </p:txBody>
        </p:sp>
        <p:sp>
          <p:nvSpPr>
            <p:cNvPr id="63533" name="Rectangle 89"/>
            <p:cNvSpPr/>
            <p:nvPr/>
          </p:nvSpPr>
          <p:spPr>
            <a:xfrm>
              <a:off x="2027" y="2478"/>
              <a:ext cx="127" cy="318"/>
            </a:xfrm>
            <a:prstGeom prst="rect">
              <a:avLst/>
            </a:prstGeom>
            <a:gradFill rotWithShape="1">
              <a:gsLst>
                <a:gs pos="0">
                  <a:srgbClr val="764700"/>
                </a:gs>
                <a:gs pos="50000">
                  <a:srgbClr val="FF9900"/>
                </a:gs>
                <a:gs pos="100000">
                  <a:srgbClr val="764700"/>
                </a:gs>
              </a:gsLst>
              <a:lin ang="0" scaled="1"/>
              <a:tileRect/>
            </a:gradFill>
            <a:ln w="28575">
              <a:noFill/>
            </a:ln>
          </p:spPr>
          <p:txBody>
            <a:bodyPr wrap="none" anchor="ctr" anchorCtr="0"/>
            <a:p>
              <a:endParaRPr lang="zh-CN" altLang="en-US" dirty="0">
                <a:latin typeface="楷体_GB2312" pitchFamily="49" charset="-122"/>
              </a:endParaRPr>
            </a:p>
          </p:txBody>
        </p:sp>
      </p:grpSp>
      <p:sp>
        <p:nvSpPr>
          <p:cNvPr id="97297" name="Rectangle 17"/>
          <p:cNvSpPr/>
          <p:nvPr/>
        </p:nvSpPr>
        <p:spPr>
          <a:xfrm>
            <a:off x="684213" y="404813"/>
            <a:ext cx="7775575" cy="1117600"/>
          </a:xfrm>
          <a:prstGeom prst="rect">
            <a:avLst/>
          </a:prstGeom>
          <a:noFill/>
          <a:ln w="9525">
            <a:noFill/>
          </a:ln>
        </p:spPr>
        <p:txBody>
          <a:bodyPr>
            <a:spAutoFit/>
          </a:bodyPr>
          <a:p>
            <a:pPr marL="476250" indent="-476250" algn="just">
              <a:lnSpc>
                <a:spcPct val="120000"/>
              </a:lnSpc>
              <a:buAutoNum type="circleNumDbPlain" startAt="2"/>
            </a:pPr>
            <a:r>
              <a:rPr lang="zh-CN" altLang="en-US" dirty="0">
                <a:latin typeface="楷体_GB2312" pitchFamily="49" charset="-122"/>
              </a:rPr>
              <a:t>当输出相同的有功功率时，线路上电流大</a:t>
            </a:r>
            <a:r>
              <a:rPr lang="zh-CN" altLang="en-US" sz="2400" dirty="0">
                <a:latin typeface="仿宋_GB2312" pitchFamily="49" charset="-122"/>
                <a:ea typeface="仿宋_GB2312" pitchFamily="49" charset="-122"/>
              </a:rPr>
              <a:t>，</a:t>
            </a:r>
            <a:r>
              <a:rPr lang="en-US" altLang="zh-CN" b="0" i="1" dirty="0">
                <a:solidFill>
                  <a:schemeClr val="bg1"/>
                </a:solidFill>
                <a:latin typeface="Times New Roman" panose="02020603050405020304" pitchFamily="18" charset="0"/>
                <a:ea typeface="仿宋_GB2312" pitchFamily="49" charset="-122"/>
              </a:rPr>
              <a:t>I</a:t>
            </a:r>
            <a:r>
              <a:rPr lang="en-US" altLang="zh-CN" b="0" dirty="0">
                <a:solidFill>
                  <a:schemeClr val="bg1"/>
                </a:solidFill>
                <a:latin typeface="Times New Roman" panose="02020603050405020304" pitchFamily="18" charset="0"/>
                <a:ea typeface="仿宋_GB2312" pitchFamily="49" charset="-122"/>
              </a:rPr>
              <a:t>=</a:t>
            </a:r>
            <a:r>
              <a:rPr lang="en-US" altLang="zh-CN" b="0" i="1" dirty="0">
                <a:solidFill>
                  <a:schemeClr val="bg1"/>
                </a:solidFill>
                <a:latin typeface="Times New Roman" panose="02020603050405020304" pitchFamily="18" charset="0"/>
                <a:ea typeface="仿宋_GB2312" pitchFamily="49" charset="-122"/>
              </a:rPr>
              <a:t>P</a:t>
            </a:r>
            <a:r>
              <a:rPr lang="en-US" altLang="zh-CN" b="0" dirty="0">
                <a:solidFill>
                  <a:schemeClr val="bg1"/>
                </a:solidFill>
                <a:latin typeface="Times New Roman" panose="02020603050405020304" pitchFamily="18" charset="0"/>
                <a:ea typeface="仿宋_GB2312" pitchFamily="49" charset="-122"/>
              </a:rPr>
              <a:t>/(</a:t>
            </a:r>
            <a:r>
              <a:rPr lang="en-US" altLang="zh-CN" b="0" i="1" dirty="0">
                <a:solidFill>
                  <a:schemeClr val="bg1"/>
                </a:solidFill>
                <a:latin typeface="Times New Roman" panose="02020603050405020304" pitchFamily="18" charset="0"/>
                <a:ea typeface="仿宋_GB2312" pitchFamily="49" charset="-122"/>
              </a:rPr>
              <a:t>U</a:t>
            </a:r>
            <a:r>
              <a:rPr lang="en-US" altLang="zh-CN" b="0" dirty="0">
                <a:solidFill>
                  <a:schemeClr val="bg1"/>
                </a:solidFill>
                <a:latin typeface="Times New Roman" panose="02020603050405020304" pitchFamily="18" charset="0"/>
                <a:ea typeface="仿宋_GB2312" pitchFamily="49" charset="-122"/>
              </a:rPr>
              <a:t>cos</a:t>
            </a:r>
            <a:r>
              <a:rPr lang="en-US" altLang="zh-CN" b="0" i="1" dirty="0">
                <a:solidFill>
                  <a:schemeClr val="bg1"/>
                </a:solidFill>
                <a:latin typeface="Times New Roman" panose="02020603050405020304" pitchFamily="18" charset="0"/>
                <a:ea typeface="仿宋_GB2312" pitchFamily="49" charset="-122"/>
                <a:sym typeface="Symbol" panose="05050102010706020507" pitchFamily="18" charset="2"/>
              </a:rPr>
              <a:t></a:t>
            </a:r>
            <a:r>
              <a:rPr lang="en-US" altLang="zh-CN" b="0" dirty="0">
                <a:solidFill>
                  <a:schemeClr val="bg1"/>
                </a:solidFill>
                <a:latin typeface="Times New Roman" panose="02020603050405020304" pitchFamily="18" charset="0"/>
                <a:ea typeface="仿宋_GB2312" pitchFamily="49" charset="-122"/>
              </a:rPr>
              <a:t>)</a:t>
            </a:r>
            <a:r>
              <a:rPr lang="zh-CN" altLang="en-US" sz="2400" dirty="0">
                <a:latin typeface="仿宋_GB2312" pitchFamily="49" charset="-122"/>
                <a:ea typeface="仿宋_GB2312" pitchFamily="49" charset="-122"/>
              </a:rPr>
              <a:t>，</a:t>
            </a:r>
            <a:r>
              <a:rPr lang="zh-CN" altLang="en-US" dirty="0">
                <a:latin typeface="楷体_GB2312" pitchFamily="49" charset="-122"/>
              </a:rPr>
              <a:t>线路压降损耗大。</a:t>
            </a:r>
            <a:endParaRPr lang="zh-CN" altLang="en-US" dirty="0">
              <a:latin typeface="楷体_GB2312" pitchFamily="49" charset="-122"/>
            </a:endParaRPr>
          </a:p>
        </p:txBody>
      </p:sp>
      <p:grpSp>
        <p:nvGrpSpPr>
          <p:cNvPr id="5" name="Group 43"/>
          <p:cNvGrpSpPr/>
          <p:nvPr/>
        </p:nvGrpSpPr>
        <p:grpSpPr>
          <a:xfrm>
            <a:off x="5867400" y="1738313"/>
            <a:ext cx="2943225" cy="627062"/>
            <a:chOff x="3152" y="823"/>
            <a:chExt cx="1854" cy="395"/>
          </a:xfrm>
        </p:grpSpPr>
        <p:sp>
          <p:nvSpPr>
            <p:cNvPr id="63531" name="Line 44"/>
            <p:cNvSpPr/>
            <p:nvPr/>
          </p:nvSpPr>
          <p:spPr>
            <a:xfrm>
              <a:off x="3152" y="1060"/>
              <a:ext cx="1579" cy="0"/>
            </a:xfrm>
            <a:prstGeom prst="line">
              <a:avLst/>
            </a:prstGeom>
            <a:ln w="28575" cap="flat" cmpd="sng">
              <a:solidFill>
                <a:srgbClr val="FFFF00"/>
              </a:solidFill>
              <a:prstDash val="solid"/>
              <a:headEnd type="none" w="med" len="med"/>
              <a:tailEnd type="triangle" w="med" len="med"/>
            </a:ln>
          </p:spPr>
        </p:sp>
        <p:graphicFrame>
          <p:nvGraphicFramePr>
            <p:cNvPr id="63496" name="Object 45"/>
            <p:cNvGraphicFramePr/>
            <p:nvPr/>
          </p:nvGraphicFramePr>
          <p:xfrm>
            <a:off x="4729" y="823"/>
            <a:ext cx="277" cy="395"/>
          </p:xfrm>
          <a:graphic>
            <a:graphicData uri="http://schemas.openxmlformats.org/presentationml/2006/ole">
              <mc:AlternateContent xmlns:mc="http://schemas.openxmlformats.org/markup-compatibility/2006">
                <mc:Choice xmlns:v="urn:schemas-microsoft-com:vml" Requires="v">
                  <p:oleObj spid="_x0000_s3415" name="" r:id="rId1" imgW="228600" imgH="228600" progId="Equation.3">
                    <p:embed/>
                  </p:oleObj>
                </mc:Choice>
                <mc:Fallback>
                  <p:oleObj name="" r:id="rId1" imgW="228600" imgH="228600" progId="Equation.3">
                    <p:embed/>
                    <p:pic>
                      <p:nvPicPr>
                        <p:cNvPr id="0" name="图片 3414"/>
                        <p:cNvPicPr/>
                        <p:nvPr/>
                      </p:nvPicPr>
                      <p:blipFill>
                        <a:blip r:embed="rId2">
                          <a:clrChange>
                            <a:clrFrom>
                              <a:srgbClr val="000000"/>
                            </a:clrFrom>
                            <a:clrTo>
                              <a:srgbClr val="FFFFFF"/>
                            </a:clrTo>
                          </a:clrChange>
                        </a:blip>
                        <a:stretch>
                          <a:fillRect/>
                        </a:stretch>
                      </p:blipFill>
                      <p:spPr>
                        <a:xfrm>
                          <a:off x="4729" y="823"/>
                          <a:ext cx="277" cy="395"/>
                        </a:xfrm>
                        <a:prstGeom prst="rect">
                          <a:avLst/>
                        </a:prstGeom>
                        <a:noFill/>
                        <a:ln w="38100">
                          <a:noFill/>
                          <a:miter/>
                        </a:ln>
                      </p:spPr>
                    </p:pic>
                  </p:oleObj>
                </mc:Fallback>
              </mc:AlternateContent>
            </a:graphicData>
          </a:graphic>
        </p:graphicFrame>
      </p:grpSp>
      <p:grpSp>
        <p:nvGrpSpPr>
          <p:cNvPr id="6" name="Group 46"/>
          <p:cNvGrpSpPr/>
          <p:nvPr/>
        </p:nvGrpSpPr>
        <p:grpSpPr>
          <a:xfrm>
            <a:off x="5867400" y="2060575"/>
            <a:ext cx="1671638" cy="2035175"/>
            <a:chOff x="3152" y="1026"/>
            <a:chExt cx="1053" cy="1282"/>
          </a:xfrm>
        </p:grpSpPr>
        <p:sp>
          <p:nvSpPr>
            <p:cNvPr id="63528" name="Line 47"/>
            <p:cNvSpPr/>
            <p:nvPr/>
          </p:nvSpPr>
          <p:spPr>
            <a:xfrm>
              <a:off x="3152" y="1060"/>
              <a:ext cx="1053" cy="1019"/>
            </a:xfrm>
            <a:prstGeom prst="line">
              <a:avLst/>
            </a:prstGeom>
            <a:ln w="28575" cap="flat" cmpd="sng">
              <a:solidFill>
                <a:srgbClr val="66FFFF"/>
              </a:solidFill>
              <a:prstDash val="solid"/>
              <a:headEnd type="none" w="med" len="med"/>
              <a:tailEnd type="triangle" w="med" len="med"/>
            </a:ln>
          </p:spPr>
        </p:sp>
        <p:graphicFrame>
          <p:nvGraphicFramePr>
            <p:cNvPr id="63495" name="Object 48"/>
            <p:cNvGraphicFramePr/>
            <p:nvPr/>
          </p:nvGraphicFramePr>
          <p:xfrm>
            <a:off x="3962" y="1976"/>
            <a:ext cx="156" cy="332"/>
          </p:xfrm>
          <a:graphic>
            <a:graphicData uri="http://schemas.openxmlformats.org/presentationml/2006/ole">
              <mc:AlternateContent xmlns:mc="http://schemas.openxmlformats.org/markup-compatibility/2006">
                <mc:Choice xmlns:v="urn:schemas-microsoft-com:vml" Requires="v">
                  <p:oleObj spid="_x0000_s3412" name="" r:id="rId3" imgW="127000" imgH="189865" progId="Equation.3">
                    <p:embed/>
                  </p:oleObj>
                </mc:Choice>
                <mc:Fallback>
                  <p:oleObj name="" r:id="rId3" imgW="127000" imgH="189865" progId="Equation.3">
                    <p:embed/>
                    <p:pic>
                      <p:nvPicPr>
                        <p:cNvPr id="0" name="图片 3411"/>
                        <p:cNvPicPr/>
                        <p:nvPr/>
                      </p:nvPicPr>
                      <p:blipFill>
                        <a:blip r:embed="rId4">
                          <a:clrChange>
                            <a:clrFrom>
                              <a:srgbClr val="000000"/>
                            </a:clrFrom>
                            <a:clrTo>
                              <a:srgbClr val="FFFFFF"/>
                            </a:clrTo>
                          </a:clrChange>
                        </a:blip>
                        <a:stretch>
                          <a:fillRect/>
                        </a:stretch>
                      </p:blipFill>
                      <p:spPr>
                        <a:xfrm>
                          <a:off x="3962" y="1976"/>
                          <a:ext cx="156" cy="332"/>
                        </a:xfrm>
                        <a:prstGeom prst="rect">
                          <a:avLst/>
                        </a:prstGeom>
                        <a:noFill/>
                        <a:ln w="38100">
                          <a:noFill/>
                          <a:miter/>
                        </a:ln>
                      </p:spPr>
                    </p:pic>
                  </p:oleObj>
                </mc:Fallback>
              </mc:AlternateContent>
            </a:graphicData>
          </a:graphic>
        </p:graphicFrame>
        <p:sp>
          <p:nvSpPr>
            <p:cNvPr id="63529" name="Freeform 49"/>
            <p:cNvSpPr/>
            <p:nvPr/>
          </p:nvSpPr>
          <p:spPr>
            <a:xfrm>
              <a:off x="3334" y="1075"/>
              <a:ext cx="45" cy="178"/>
            </a:xfrm>
            <a:custGeom>
              <a:avLst/>
              <a:gdLst>
                <a:gd name="txL" fmla="*/ 0 w 45"/>
                <a:gd name="txT" fmla="*/ 0 h 126"/>
                <a:gd name="txR" fmla="*/ 45 w 45"/>
                <a:gd name="txB" fmla="*/ 126 h 126"/>
              </a:gdLst>
              <a:ahLst/>
              <a:cxnLst>
                <a:cxn ang="0">
                  <a:pos x="0" y="126"/>
                </a:cxn>
                <a:cxn ang="0">
                  <a:pos x="45" y="0"/>
                </a:cxn>
              </a:cxnLst>
              <a:rect l="txL" t="txT" r="txR" b="txB"/>
              <a:pathLst>
                <a:path w="45" h="126">
                  <a:moveTo>
                    <a:pt x="0" y="126"/>
                  </a:moveTo>
                  <a:cubicBezTo>
                    <a:pt x="35" y="91"/>
                    <a:pt x="45" y="54"/>
                    <a:pt x="45" y="0"/>
                  </a:cubicBezTo>
                </a:path>
              </a:pathLst>
            </a:custGeom>
            <a:noFill/>
            <a:ln w="38100" cap="flat" cmpd="sng">
              <a:solidFill>
                <a:srgbClr val="66FF33"/>
              </a:solidFill>
              <a:prstDash val="solid"/>
              <a:round/>
              <a:headEnd type="none" w="med" len="med"/>
              <a:tailEnd type="none" w="med" len="med"/>
            </a:ln>
          </p:spPr>
          <p:txBody>
            <a:bodyPr wrap="none" anchor="ctr" anchorCtr="0"/>
            <a:p>
              <a:endParaRPr lang="zh-CN" altLang="en-US" dirty="0">
                <a:latin typeface="楷体_GB2312" pitchFamily="49" charset="-122"/>
              </a:endParaRPr>
            </a:p>
          </p:txBody>
        </p:sp>
        <p:sp>
          <p:nvSpPr>
            <p:cNvPr id="63530" name="Text Box 50"/>
            <p:cNvSpPr txBox="1"/>
            <p:nvPr/>
          </p:nvSpPr>
          <p:spPr>
            <a:xfrm>
              <a:off x="3334" y="1026"/>
              <a:ext cx="296" cy="288"/>
            </a:xfrm>
            <a:prstGeom prst="rect">
              <a:avLst/>
            </a:prstGeom>
            <a:noFill/>
            <a:ln w="38100">
              <a:noFill/>
            </a:ln>
          </p:spPr>
          <p:txBody>
            <a:bodyPr wrap="none" anchor="ctr" anchorCtr="0">
              <a:spAutoFit/>
            </a:bodyPr>
            <a:p>
              <a:pPr algn="ctr"/>
              <a:r>
                <a:rPr lang="en-US" altLang="zh-CN" sz="2400" b="0" i="1" dirty="0">
                  <a:solidFill>
                    <a:schemeClr val="bg1"/>
                  </a:solidFill>
                  <a:latin typeface="Symbol" panose="05050102010706020507" pitchFamily="18" charset="2"/>
                  <a:ea typeface="宋体" panose="02010600030101010101" pitchFamily="2" charset="-122"/>
                </a:rPr>
                <a:t>j</a:t>
              </a:r>
              <a:r>
                <a:rPr lang="en-US" altLang="zh-CN" sz="2400" b="0" baseline="-25000" dirty="0">
                  <a:solidFill>
                    <a:schemeClr val="bg1"/>
                  </a:solidFill>
                  <a:latin typeface="Times New Roman" panose="02020603050405020304" pitchFamily="18" charset="0"/>
                  <a:ea typeface="宋体" panose="02010600030101010101" pitchFamily="2" charset="-122"/>
                </a:rPr>
                <a:t>1</a:t>
              </a:r>
              <a:endParaRPr lang="en-US" altLang="zh-CN" sz="2400" b="0" dirty="0">
                <a:solidFill>
                  <a:schemeClr val="bg1"/>
                </a:solidFill>
                <a:latin typeface="Times New Roman" panose="02020603050405020304" pitchFamily="18" charset="0"/>
                <a:ea typeface="宋体" panose="02010600030101010101" pitchFamily="2" charset="-122"/>
              </a:endParaRPr>
            </a:p>
          </p:txBody>
        </p:sp>
      </p:grpSp>
      <p:grpSp>
        <p:nvGrpSpPr>
          <p:cNvPr id="7" name="Group 96"/>
          <p:cNvGrpSpPr/>
          <p:nvPr/>
        </p:nvGrpSpPr>
        <p:grpSpPr>
          <a:xfrm>
            <a:off x="5867400" y="1989138"/>
            <a:ext cx="1681163" cy="866775"/>
            <a:chOff x="4286" y="3067"/>
            <a:chExt cx="1059" cy="546"/>
          </a:xfrm>
        </p:grpSpPr>
        <p:sp>
          <p:nvSpPr>
            <p:cNvPr id="63524" name="Line 52"/>
            <p:cNvSpPr/>
            <p:nvPr/>
          </p:nvSpPr>
          <p:spPr>
            <a:xfrm>
              <a:off x="4286" y="3144"/>
              <a:ext cx="1058" cy="469"/>
            </a:xfrm>
            <a:prstGeom prst="line">
              <a:avLst/>
            </a:prstGeom>
            <a:ln w="28575" cap="flat" cmpd="sng">
              <a:solidFill>
                <a:srgbClr val="FF3300"/>
              </a:solidFill>
              <a:prstDash val="solid"/>
              <a:headEnd type="none" w="med" len="med"/>
              <a:tailEnd type="triangle" w="med" len="med"/>
            </a:ln>
          </p:spPr>
        </p:sp>
        <p:graphicFrame>
          <p:nvGraphicFramePr>
            <p:cNvPr id="63494" name="Object 53"/>
            <p:cNvGraphicFramePr/>
            <p:nvPr/>
          </p:nvGraphicFramePr>
          <p:xfrm>
            <a:off x="5206" y="3187"/>
            <a:ext cx="139" cy="334"/>
          </p:xfrm>
          <a:graphic>
            <a:graphicData uri="http://schemas.openxmlformats.org/presentationml/2006/ole">
              <mc:AlternateContent xmlns:mc="http://schemas.openxmlformats.org/markup-compatibility/2006">
                <mc:Choice xmlns:v="urn:schemas-microsoft-com:vml" Requires="v">
                  <p:oleObj spid="_x0000_s3416" name="" r:id="rId5" imgW="127000" imgH="215265" progId="Equation.3">
                    <p:embed/>
                  </p:oleObj>
                </mc:Choice>
                <mc:Fallback>
                  <p:oleObj name="" r:id="rId5" imgW="127000" imgH="215265" progId="Equation.3">
                    <p:embed/>
                    <p:pic>
                      <p:nvPicPr>
                        <p:cNvPr id="0" name="图片 3415"/>
                        <p:cNvPicPr/>
                        <p:nvPr/>
                      </p:nvPicPr>
                      <p:blipFill>
                        <a:blip r:embed="rId6">
                          <a:clrChange>
                            <a:clrFrom>
                              <a:srgbClr val="000000"/>
                            </a:clrFrom>
                            <a:clrTo>
                              <a:srgbClr val="FFFFFF"/>
                            </a:clrTo>
                          </a:clrChange>
                        </a:blip>
                        <a:stretch>
                          <a:fillRect/>
                        </a:stretch>
                      </p:blipFill>
                      <p:spPr>
                        <a:xfrm>
                          <a:off x="5206" y="3187"/>
                          <a:ext cx="139" cy="334"/>
                        </a:xfrm>
                        <a:prstGeom prst="rect">
                          <a:avLst/>
                        </a:prstGeom>
                        <a:noFill/>
                        <a:ln w="38100">
                          <a:noFill/>
                          <a:miter/>
                        </a:ln>
                      </p:spPr>
                    </p:pic>
                  </p:oleObj>
                </mc:Fallback>
              </mc:AlternateContent>
            </a:graphicData>
          </a:graphic>
        </p:graphicFrame>
        <p:sp>
          <p:nvSpPr>
            <p:cNvPr id="63525" name="Freeform 54"/>
            <p:cNvSpPr/>
            <p:nvPr/>
          </p:nvSpPr>
          <p:spPr>
            <a:xfrm>
              <a:off x="4754" y="3144"/>
              <a:ext cx="34" cy="205"/>
            </a:xfrm>
            <a:custGeom>
              <a:avLst/>
              <a:gdLst>
                <a:gd name="txL" fmla="*/ 0 w 34"/>
                <a:gd name="txT" fmla="*/ 0 h 147"/>
                <a:gd name="txR" fmla="*/ 34 w 34"/>
                <a:gd name="txB" fmla="*/ 147 h 147"/>
              </a:gdLst>
              <a:ahLst/>
              <a:cxnLst>
                <a:cxn ang="0">
                  <a:pos x="18" y="3"/>
                </a:cxn>
                <a:cxn ang="0">
                  <a:pos x="33" y="81"/>
                </a:cxn>
                <a:cxn ang="0">
                  <a:pos x="0" y="147"/>
                </a:cxn>
              </a:cxnLst>
              <a:rect l="txL" t="txT" r="txR" b="txB"/>
              <a:pathLst>
                <a:path w="34" h="147">
                  <a:moveTo>
                    <a:pt x="18" y="3"/>
                  </a:moveTo>
                  <a:cubicBezTo>
                    <a:pt x="24" y="0"/>
                    <a:pt x="34" y="57"/>
                    <a:pt x="33" y="81"/>
                  </a:cubicBezTo>
                  <a:cubicBezTo>
                    <a:pt x="30" y="105"/>
                    <a:pt x="7" y="133"/>
                    <a:pt x="0" y="147"/>
                  </a:cubicBezTo>
                </a:path>
              </a:pathLst>
            </a:custGeom>
            <a:noFill/>
            <a:ln w="28575" cap="flat" cmpd="sng">
              <a:solidFill>
                <a:srgbClr val="66FF33"/>
              </a:solidFill>
              <a:prstDash val="solid"/>
              <a:round/>
              <a:headEnd type="none" w="med" len="med"/>
              <a:tailEnd type="none" w="med" len="med"/>
            </a:ln>
          </p:spPr>
          <p:txBody>
            <a:bodyPr wrap="none" anchor="ctr" anchorCtr="0"/>
            <a:p>
              <a:endParaRPr lang="zh-CN" altLang="en-US" dirty="0">
                <a:latin typeface="楷体_GB2312" pitchFamily="49" charset="-122"/>
              </a:endParaRPr>
            </a:p>
          </p:txBody>
        </p:sp>
        <p:sp>
          <p:nvSpPr>
            <p:cNvPr id="63526" name="Freeform 55"/>
            <p:cNvSpPr/>
            <p:nvPr/>
          </p:nvSpPr>
          <p:spPr>
            <a:xfrm>
              <a:off x="4787" y="3140"/>
              <a:ext cx="33" cy="226"/>
            </a:xfrm>
            <a:custGeom>
              <a:avLst/>
              <a:gdLst>
                <a:gd name="txL" fmla="*/ 0 w 33"/>
                <a:gd name="txT" fmla="*/ 0 h 162"/>
                <a:gd name="txR" fmla="*/ 33 w 33"/>
                <a:gd name="txB" fmla="*/ 162 h 162"/>
              </a:gdLst>
              <a:ahLst/>
              <a:cxnLst>
                <a:cxn ang="0">
                  <a:pos x="18" y="0"/>
                </a:cxn>
                <a:cxn ang="0">
                  <a:pos x="30" y="84"/>
                </a:cxn>
                <a:cxn ang="0">
                  <a:pos x="0" y="162"/>
                </a:cxn>
              </a:cxnLst>
              <a:rect l="txL" t="txT" r="txR" b="txB"/>
              <a:pathLst>
                <a:path w="33" h="162">
                  <a:moveTo>
                    <a:pt x="18" y="0"/>
                  </a:moveTo>
                  <a:cubicBezTo>
                    <a:pt x="15" y="6"/>
                    <a:pt x="33" y="57"/>
                    <a:pt x="30" y="84"/>
                  </a:cubicBezTo>
                  <a:cubicBezTo>
                    <a:pt x="27" y="111"/>
                    <a:pt x="6" y="146"/>
                    <a:pt x="0" y="162"/>
                  </a:cubicBezTo>
                </a:path>
              </a:pathLst>
            </a:custGeom>
            <a:noFill/>
            <a:ln w="28575" cap="flat" cmpd="sng">
              <a:solidFill>
                <a:srgbClr val="66FF33"/>
              </a:solidFill>
              <a:prstDash val="solid"/>
              <a:round/>
              <a:headEnd type="none" w="med" len="med"/>
              <a:tailEnd type="none" w="med" len="med"/>
            </a:ln>
          </p:spPr>
          <p:txBody>
            <a:bodyPr wrap="none" anchor="ctr" anchorCtr="0"/>
            <a:p>
              <a:endParaRPr lang="zh-CN" altLang="en-US" dirty="0">
                <a:latin typeface="楷体_GB2312" pitchFamily="49" charset="-122"/>
              </a:endParaRPr>
            </a:p>
          </p:txBody>
        </p:sp>
        <p:sp>
          <p:nvSpPr>
            <p:cNvPr id="63527" name="Text Box 56"/>
            <p:cNvSpPr txBox="1"/>
            <p:nvPr/>
          </p:nvSpPr>
          <p:spPr>
            <a:xfrm>
              <a:off x="4807" y="3067"/>
              <a:ext cx="296" cy="288"/>
            </a:xfrm>
            <a:prstGeom prst="rect">
              <a:avLst/>
            </a:prstGeom>
            <a:noFill/>
            <a:ln w="28575">
              <a:noFill/>
            </a:ln>
          </p:spPr>
          <p:txBody>
            <a:bodyPr wrap="none" anchor="ctr" anchorCtr="0">
              <a:spAutoFit/>
            </a:bodyPr>
            <a:p>
              <a:pPr algn="ctr"/>
              <a:r>
                <a:rPr lang="en-US" altLang="zh-CN" sz="2400" b="0" i="1" dirty="0">
                  <a:solidFill>
                    <a:schemeClr val="bg1"/>
                  </a:solidFill>
                  <a:latin typeface="Symbol" panose="05050102010706020507" pitchFamily="18" charset="2"/>
                  <a:ea typeface="宋体" panose="02010600030101010101" pitchFamily="2" charset="-122"/>
                </a:rPr>
                <a:t>j</a:t>
              </a:r>
              <a:r>
                <a:rPr lang="en-US" altLang="zh-CN" sz="2400" b="0" baseline="-25000" dirty="0">
                  <a:solidFill>
                    <a:schemeClr val="bg1"/>
                  </a:solidFill>
                  <a:latin typeface="Times New Roman" panose="02020603050405020304" pitchFamily="18" charset="0"/>
                  <a:ea typeface="宋体" panose="02010600030101010101" pitchFamily="2" charset="-122"/>
                </a:rPr>
                <a:t>2</a:t>
              </a:r>
              <a:endParaRPr lang="en-US" altLang="zh-CN" sz="2400" b="0" dirty="0">
                <a:solidFill>
                  <a:schemeClr val="bg1"/>
                </a:solidFill>
                <a:latin typeface="Times New Roman" panose="02020603050405020304" pitchFamily="18" charset="0"/>
                <a:ea typeface="宋体" panose="02010600030101010101" pitchFamily="2" charset="-122"/>
              </a:endParaRPr>
            </a:p>
          </p:txBody>
        </p:sp>
      </p:grpSp>
      <p:graphicFrame>
        <p:nvGraphicFramePr>
          <p:cNvPr id="97337" name="Object 57"/>
          <p:cNvGraphicFramePr/>
          <p:nvPr/>
        </p:nvGraphicFramePr>
        <p:xfrm>
          <a:off x="971550" y="3500438"/>
          <a:ext cx="3087688" cy="460375"/>
        </p:xfrm>
        <a:graphic>
          <a:graphicData uri="http://schemas.openxmlformats.org/presentationml/2006/ole">
            <mc:AlternateContent xmlns:mc="http://schemas.openxmlformats.org/markup-compatibility/2006">
              <mc:Choice xmlns:v="urn:schemas-microsoft-com:vml" Requires="v">
                <p:oleObj spid="_x0000_s3413" name="" r:id="rId7" imgW="1445895" imgH="215900" progId="Equation.3">
                  <p:embed/>
                </p:oleObj>
              </mc:Choice>
              <mc:Fallback>
                <p:oleObj name="" r:id="rId7" imgW="1445895" imgH="215900" progId="Equation.3">
                  <p:embed/>
                  <p:pic>
                    <p:nvPicPr>
                      <p:cNvPr id="0" name="图片 3412"/>
                      <p:cNvPicPr/>
                      <p:nvPr/>
                    </p:nvPicPr>
                    <p:blipFill>
                      <a:blip r:embed="rId8">
                        <a:clrChange>
                          <a:clrFrom>
                            <a:srgbClr val="000000"/>
                          </a:clrFrom>
                          <a:clrTo>
                            <a:srgbClr val="FFFFFF"/>
                          </a:clrTo>
                        </a:clrChange>
                      </a:blip>
                      <a:stretch>
                        <a:fillRect/>
                      </a:stretch>
                    </p:blipFill>
                    <p:spPr>
                      <a:xfrm>
                        <a:off x="971550" y="3500438"/>
                        <a:ext cx="3087688" cy="460375"/>
                      </a:xfrm>
                      <a:prstGeom prst="rect">
                        <a:avLst/>
                      </a:prstGeom>
                      <a:noFill/>
                      <a:ln w="38100">
                        <a:noFill/>
                        <a:miter/>
                      </a:ln>
                    </p:spPr>
                  </p:pic>
                </p:oleObj>
              </mc:Fallback>
            </mc:AlternateContent>
          </a:graphicData>
        </a:graphic>
      </p:graphicFrame>
      <p:graphicFrame>
        <p:nvGraphicFramePr>
          <p:cNvPr id="97338" name="Object 58"/>
          <p:cNvGraphicFramePr/>
          <p:nvPr/>
        </p:nvGraphicFramePr>
        <p:xfrm>
          <a:off x="5364163" y="3429000"/>
          <a:ext cx="2195512" cy="541338"/>
        </p:xfrm>
        <a:graphic>
          <a:graphicData uri="http://schemas.openxmlformats.org/presentationml/2006/ole">
            <mc:AlternateContent xmlns:mc="http://schemas.openxmlformats.org/markup-compatibility/2006">
              <mc:Choice xmlns:v="urn:schemas-microsoft-com:vml" Requires="v">
                <p:oleObj spid="_x0000_s3411" name="" r:id="rId9" imgW="1028065" imgH="254000" progId="Equation.3">
                  <p:embed/>
                </p:oleObj>
              </mc:Choice>
              <mc:Fallback>
                <p:oleObj name="" r:id="rId9" imgW="1028065" imgH="254000" progId="Equation.3">
                  <p:embed/>
                  <p:pic>
                    <p:nvPicPr>
                      <p:cNvPr id="0" name="图片 3410"/>
                      <p:cNvPicPr/>
                      <p:nvPr/>
                    </p:nvPicPr>
                    <p:blipFill>
                      <a:blip r:embed="rId10">
                        <a:clrChange>
                          <a:clrFrom>
                            <a:srgbClr val="000000"/>
                          </a:clrFrom>
                          <a:clrTo>
                            <a:srgbClr val="FFFFFF"/>
                          </a:clrTo>
                        </a:clrChange>
                      </a:blip>
                      <a:stretch>
                        <a:fillRect/>
                      </a:stretch>
                    </p:blipFill>
                    <p:spPr>
                      <a:xfrm>
                        <a:off x="5364163" y="3429000"/>
                        <a:ext cx="2195512" cy="541338"/>
                      </a:xfrm>
                      <a:prstGeom prst="rect">
                        <a:avLst/>
                      </a:prstGeom>
                      <a:noFill/>
                      <a:ln w="38100">
                        <a:noFill/>
                        <a:miter/>
                      </a:ln>
                    </p:spPr>
                  </p:pic>
                </p:oleObj>
              </mc:Fallback>
            </mc:AlternateContent>
          </a:graphicData>
        </a:graphic>
      </p:graphicFrame>
      <p:graphicFrame>
        <p:nvGraphicFramePr>
          <p:cNvPr id="97339" name="Object 59"/>
          <p:cNvGraphicFramePr/>
          <p:nvPr/>
        </p:nvGraphicFramePr>
        <p:xfrm>
          <a:off x="3276600" y="3505200"/>
          <a:ext cx="1439863" cy="500063"/>
        </p:xfrm>
        <a:graphic>
          <a:graphicData uri="http://schemas.openxmlformats.org/presentationml/2006/ole">
            <mc:AlternateContent xmlns:mc="http://schemas.openxmlformats.org/markup-compatibility/2006">
              <mc:Choice xmlns:v="urn:schemas-microsoft-com:vml" Requires="v">
                <p:oleObj spid="_x0000_s3414" name="" r:id="rId11" imgW="583565" imgH="203200" progId="Equation.3">
                  <p:embed/>
                </p:oleObj>
              </mc:Choice>
              <mc:Fallback>
                <p:oleObj name="" r:id="rId11" imgW="583565" imgH="203200" progId="Equation.3">
                  <p:embed/>
                  <p:pic>
                    <p:nvPicPr>
                      <p:cNvPr id="0" name="图片 3413"/>
                      <p:cNvPicPr/>
                      <p:nvPr/>
                    </p:nvPicPr>
                    <p:blipFill>
                      <a:blip r:embed="rId12">
                        <a:clrChange>
                          <a:clrFrom>
                            <a:srgbClr val="000000"/>
                          </a:clrFrom>
                          <a:clrTo>
                            <a:srgbClr val="FFFFFF"/>
                          </a:clrTo>
                        </a:clrChange>
                      </a:blip>
                      <a:stretch>
                        <a:fillRect/>
                      </a:stretch>
                    </p:blipFill>
                    <p:spPr>
                      <a:xfrm>
                        <a:off x="3276600" y="3505200"/>
                        <a:ext cx="1439863" cy="500063"/>
                      </a:xfrm>
                      <a:prstGeom prst="rect">
                        <a:avLst/>
                      </a:prstGeom>
                      <a:noFill/>
                      <a:ln w="38100">
                        <a:noFill/>
                        <a:miter/>
                      </a:ln>
                    </p:spPr>
                  </p:pic>
                </p:oleObj>
              </mc:Fallback>
            </mc:AlternateContent>
          </a:graphicData>
        </a:graphic>
      </p:graphicFrame>
      <p:sp>
        <p:nvSpPr>
          <p:cNvPr id="97340" name="Text Box 60"/>
          <p:cNvSpPr txBox="1"/>
          <p:nvPr/>
        </p:nvSpPr>
        <p:spPr>
          <a:xfrm>
            <a:off x="755650" y="4221163"/>
            <a:ext cx="7632700" cy="1630362"/>
          </a:xfrm>
          <a:prstGeom prst="rect">
            <a:avLst/>
          </a:prstGeom>
          <a:noFill/>
          <a:ln w="12700">
            <a:noFill/>
          </a:ln>
        </p:spPr>
        <p:txBody>
          <a:bodyPr anchor="ctr" anchorCtr="0">
            <a:spAutoFit/>
          </a:bodyPr>
          <a:p>
            <a:pPr>
              <a:spcBef>
                <a:spcPct val="20000"/>
              </a:spcBef>
            </a:pPr>
            <a:r>
              <a:rPr lang="zh-CN" altLang="en-US" dirty="0">
                <a:latin typeface="楷体_GB2312" pitchFamily="49" charset="-122"/>
              </a:rPr>
              <a:t>解决办法： （</a:t>
            </a:r>
            <a:r>
              <a:rPr lang="en-US" altLang="zh-CN" dirty="0">
                <a:latin typeface="楷体_GB2312" pitchFamily="49" charset="-122"/>
              </a:rPr>
              <a:t>1</a:t>
            </a:r>
            <a:r>
              <a:rPr lang="zh-CN" altLang="en-US" dirty="0">
                <a:latin typeface="楷体_GB2312" pitchFamily="49" charset="-122"/>
              </a:rPr>
              <a:t>）高压传输。</a:t>
            </a:r>
            <a:endParaRPr lang="zh-CN" altLang="en-US" dirty="0">
              <a:latin typeface="楷体_GB2312" pitchFamily="49" charset="-122"/>
            </a:endParaRPr>
          </a:p>
          <a:p>
            <a:pPr>
              <a:lnSpc>
                <a:spcPct val="120000"/>
              </a:lnSpc>
              <a:spcBef>
                <a:spcPct val="20000"/>
              </a:spcBef>
            </a:pPr>
            <a:r>
              <a:rPr lang="zh-CN" altLang="en-US" dirty="0">
                <a:latin typeface="楷体_GB2312" pitchFamily="49" charset="-122"/>
              </a:rPr>
              <a:t>           （</a:t>
            </a:r>
            <a:r>
              <a:rPr lang="en-US" altLang="zh-CN" dirty="0">
                <a:latin typeface="楷体_GB2312" pitchFamily="49" charset="-122"/>
              </a:rPr>
              <a:t>2</a:t>
            </a:r>
            <a:r>
              <a:rPr lang="zh-CN" altLang="en-US" dirty="0">
                <a:latin typeface="楷体_GB2312" pitchFamily="49" charset="-122"/>
              </a:rPr>
              <a:t>）改进自身设备。</a:t>
            </a:r>
            <a:endParaRPr lang="zh-CN" altLang="en-US" dirty="0">
              <a:latin typeface="楷体_GB2312" pitchFamily="49" charset="-122"/>
            </a:endParaRPr>
          </a:p>
          <a:p>
            <a:pPr>
              <a:spcBef>
                <a:spcPct val="20000"/>
              </a:spcBef>
            </a:pPr>
            <a:r>
              <a:rPr lang="zh-CN" altLang="en-US" dirty="0">
                <a:latin typeface="楷体_GB2312" pitchFamily="49" charset="-122"/>
              </a:rPr>
              <a:t>           （</a:t>
            </a:r>
            <a:r>
              <a:rPr lang="en-US" altLang="zh-CN" dirty="0">
                <a:latin typeface="楷体_GB2312" pitchFamily="49" charset="-122"/>
              </a:rPr>
              <a:t>3</a:t>
            </a:r>
            <a:r>
              <a:rPr lang="zh-CN" altLang="en-US" dirty="0">
                <a:latin typeface="楷体_GB2312" pitchFamily="49" charset="-122"/>
              </a:rPr>
              <a:t>）并联电容，提高功率因数。 </a:t>
            </a:r>
            <a:endParaRPr lang="zh-CN" altLang="en-US" dirty="0">
              <a:latin typeface="楷体_GB2312" pitchFamily="49" charset="-122"/>
            </a:endParaRPr>
          </a:p>
        </p:txBody>
      </p:sp>
      <p:graphicFrame>
        <p:nvGraphicFramePr>
          <p:cNvPr id="97346" name="Object 66"/>
          <p:cNvGraphicFramePr/>
          <p:nvPr/>
        </p:nvGraphicFramePr>
        <p:xfrm>
          <a:off x="4500563" y="3500438"/>
          <a:ext cx="1544637" cy="488950"/>
        </p:xfrm>
        <a:graphic>
          <a:graphicData uri="http://schemas.openxmlformats.org/presentationml/2006/ole">
            <mc:AlternateContent xmlns:mc="http://schemas.openxmlformats.org/markup-compatibility/2006">
              <mc:Choice xmlns:v="urn:schemas-microsoft-com:vml" Requires="v">
                <p:oleObj spid="_x0000_s3421" name="" r:id="rId13" imgW="723900" imgH="228600" progId="Equation.3">
                  <p:embed/>
                </p:oleObj>
              </mc:Choice>
              <mc:Fallback>
                <p:oleObj name="" r:id="rId13" imgW="723900" imgH="228600" progId="Equation.3">
                  <p:embed/>
                  <p:pic>
                    <p:nvPicPr>
                      <p:cNvPr id="0" name="图片 3420"/>
                      <p:cNvPicPr/>
                      <p:nvPr/>
                    </p:nvPicPr>
                    <p:blipFill>
                      <a:blip r:embed="rId14">
                        <a:clrChange>
                          <a:clrFrom>
                            <a:srgbClr val="000000"/>
                          </a:clrFrom>
                          <a:clrTo>
                            <a:srgbClr val="FFFFFF"/>
                          </a:clrTo>
                        </a:clrChange>
                      </a:blip>
                      <a:stretch>
                        <a:fillRect/>
                      </a:stretch>
                    </p:blipFill>
                    <p:spPr>
                      <a:xfrm>
                        <a:off x="4500563" y="3500438"/>
                        <a:ext cx="1544637" cy="488950"/>
                      </a:xfrm>
                      <a:prstGeom prst="rect">
                        <a:avLst/>
                      </a:prstGeom>
                      <a:noFill/>
                      <a:ln w="38100">
                        <a:noFill/>
                        <a:miter/>
                      </a:ln>
                    </p:spPr>
                  </p:pic>
                </p:oleObj>
              </mc:Fallback>
            </mc:AlternateContent>
          </a:graphicData>
        </a:graphic>
      </p:graphicFrame>
      <p:grpSp>
        <p:nvGrpSpPr>
          <p:cNvPr id="63505" name="Group 68"/>
          <p:cNvGrpSpPr/>
          <p:nvPr/>
        </p:nvGrpSpPr>
        <p:grpSpPr>
          <a:xfrm>
            <a:off x="8316913" y="6446838"/>
            <a:ext cx="792162" cy="366712"/>
            <a:chOff x="5193" y="4020"/>
            <a:chExt cx="499" cy="231"/>
          </a:xfrm>
        </p:grpSpPr>
        <p:pic>
          <p:nvPicPr>
            <p:cNvPr id="63522" name="Picture 69" descr="78900"/>
            <p:cNvPicPr>
              <a:picLocks noChangeAspect="1"/>
            </p:cNvPicPr>
            <p:nvPr/>
          </p:nvPicPr>
          <p:blipFill>
            <a:blip r:embed="rId15"/>
            <a:stretch>
              <a:fillRect/>
            </a:stretch>
          </p:blipFill>
          <p:spPr>
            <a:xfrm>
              <a:off x="5193" y="4066"/>
              <a:ext cx="499" cy="181"/>
            </a:xfrm>
            <a:prstGeom prst="rect">
              <a:avLst/>
            </a:prstGeom>
            <a:noFill/>
            <a:ln w="9525">
              <a:noFill/>
            </a:ln>
          </p:spPr>
        </p:pic>
        <p:sp>
          <p:nvSpPr>
            <p:cNvPr id="63523" name="Text Box 70">
              <a:hlinkClick r:id="" action="ppaction://hlinkshowjump?jump=nextslide"/>
            </p:cNvPr>
            <p:cNvSpPr txBox="1"/>
            <p:nvPr/>
          </p:nvSpPr>
          <p:spPr>
            <a:xfrm>
              <a:off x="5216" y="4020"/>
              <a:ext cx="476" cy="231"/>
            </a:xfrm>
            <a:prstGeom prst="rect">
              <a:avLst/>
            </a:prstGeom>
            <a:noFill/>
            <a:ln w="9525">
              <a:noFill/>
            </a:ln>
          </p:spPr>
          <p:txBody>
            <a:bodyPr wrap="none">
              <a:spAutoFit/>
            </a:bodyPr>
            <a:p>
              <a:pPr>
                <a:spcBef>
                  <a:spcPct val="50000"/>
                </a:spcBef>
              </a:pPr>
              <a:r>
                <a:rPr lang="zh-CN" altLang="en-US" sz="1800" b="0" dirty="0">
                  <a:solidFill>
                    <a:schemeClr val="bg1"/>
                  </a:solidFill>
                  <a:latin typeface="隶书" panose="02010509060101010101" pitchFamily="49" charset="-122"/>
                  <a:ea typeface="隶书" panose="02010509060101010101" pitchFamily="49" charset="-122"/>
                </a:rPr>
                <a:t>下 页</a:t>
              </a:r>
              <a:endParaRPr lang="zh-CN" altLang="en-US" sz="1800" b="0" dirty="0">
                <a:solidFill>
                  <a:schemeClr val="bg1"/>
                </a:solidFill>
                <a:latin typeface="隶书" panose="02010509060101010101" pitchFamily="49" charset="-122"/>
                <a:ea typeface="隶书" panose="02010509060101010101" pitchFamily="49" charset="-122"/>
              </a:endParaRPr>
            </a:p>
          </p:txBody>
        </p:sp>
      </p:grpSp>
      <p:grpSp>
        <p:nvGrpSpPr>
          <p:cNvPr id="63506" name="Group 71"/>
          <p:cNvGrpSpPr/>
          <p:nvPr/>
        </p:nvGrpSpPr>
        <p:grpSpPr>
          <a:xfrm>
            <a:off x="7453313" y="6446838"/>
            <a:ext cx="792162" cy="366712"/>
            <a:chOff x="4649" y="4020"/>
            <a:chExt cx="499" cy="231"/>
          </a:xfrm>
        </p:grpSpPr>
        <p:pic>
          <p:nvPicPr>
            <p:cNvPr id="63520" name="Picture 72" descr="78900"/>
            <p:cNvPicPr>
              <a:picLocks noChangeAspect="1"/>
            </p:cNvPicPr>
            <p:nvPr/>
          </p:nvPicPr>
          <p:blipFill>
            <a:blip r:embed="rId15"/>
            <a:stretch>
              <a:fillRect/>
            </a:stretch>
          </p:blipFill>
          <p:spPr>
            <a:xfrm>
              <a:off x="4649" y="4066"/>
              <a:ext cx="499" cy="181"/>
            </a:xfrm>
            <a:prstGeom prst="rect">
              <a:avLst/>
            </a:prstGeom>
            <a:noFill/>
            <a:ln w="9525">
              <a:noFill/>
            </a:ln>
          </p:spPr>
        </p:pic>
        <p:sp>
          <p:nvSpPr>
            <p:cNvPr id="63521" name="Text Box 73">
              <a:hlinkClick r:id="" action="ppaction://hlinkshowjump?jump=previousslide"/>
            </p:cNvPr>
            <p:cNvSpPr txBox="1"/>
            <p:nvPr/>
          </p:nvSpPr>
          <p:spPr>
            <a:xfrm>
              <a:off x="4672" y="4020"/>
              <a:ext cx="476" cy="231"/>
            </a:xfrm>
            <a:prstGeom prst="rect">
              <a:avLst/>
            </a:prstGeom>
            <a:noFill/>
            <a:ln w="9525">
              <a:noFill/>
            </a:ln>
          </p:spPr>
          <p:txBody>
            <a:bodyPr wrap="none">
              <a:spAutoFit/>
            </a:bodyPr>
            <a:p>
              <a:pPr>
                <a:spcBef>
                  <a:spcPct val="50000"/>
                </a:spcBef>
              </a:pPr>
              <a:r>
                <a:rPr lang="zh-CN" altLang="en-US" sz="1800" b="0" dirty="0">
                  <a:solidFill>
                    <a:schemeClr val="bg1"/>
                  </a:solidFill>
                  <a:latin typeface="隶书" panose="02010509060101010101" pitchFamily="49" charset="-122"/>
                  <a:ea typeface="隶书" panose="02010509060101010101" pitchFamily="49" charset="-122"/>
                </a:rPr>
                <a:t>上 页</a:t>
              </a:r>
              <a:endParaRPr lang="zh-CN" altLang="en-US" sz="1800" b="0" dirty="0">
                <a:solidFill>
                  <a:schemeClr val="bg1"/>
                </a:solidFill>
                <a:latin typeface="隶书" panose="02010509060101010101" pitchFamily="49" charset="-122"/>
                <a:ea typeface="隶书" panose="02010509060101010101" pitchFamily="49" charset="-122"/>
              </a:endParaRPr>
            </a:p>
          </p:txBody>
        </p:sp>
      </p:grpSp>
      <p:grpSp>
        <p:nvGrpSpPr>
          <p:cNvPr id="10" name="Group 103"/>
          <p:cNvGrpSpPr/>
          <p:nvPr/>
        </p:nvGrpSpPr>
        <p:grpSpPr>
          <a:xfrm>
            <a:off x="827088" y="1771650"/>
            <a:ext cx="2376487" cy="1384300"/>
            <a:chOff x="521" y="1116"/>
            <a:chExt cx="1497" cy="872"/>
          </a:xfrm>
        </p:grpSpPr>
        <p:sp>
          <p:nvSpPr>
            <p:cNvPr id="63511" name="Oval 78"/>
            <p:cNvSpPr/>
            <p:nvPr/>
          </p:nvSpPr>
          <p:spPr>
            <a:xfrm>
              <a:off x="702" y="1389"/>
              <a:ext cx="363" cy="363"/>
            </a:xfrm>
            <a:prstGeom prst="ellipse">
              <a:avLst/>
            </a:prstGeom>
            <a:gradFill rotWithShape="1">
              <a:gsLst>
                <a:gs pos="0">
                  <a:srgbClr val="0099FF"/>
                </a:gs>
                <a:gs pos="100000">
                  <a:srgbClr val="004776"/>
                </a:gs>
              </a:gsLst>
              <a:path path="shape">
                <a:fillToRect l="50000" t="50000" r="50000" b="50000"/>
              </a:path>
              <a:tileRect/>
            </a:gradFill>
            <a:ln w="38100" cap="flat" cmpd="sng">
              <a:solidFill>
                <a:srgbClr val="FF9900"/>
              </a:solidFill>
              <a:prstDash val="solid"/>
              <a:headEnd type="none" w="med" len="med"/>
              <a:tailEnd type="none" w="med" len="med"/>
            </a:ln>
          </p:spPr>
          <p:txBody>
            <a:bodyPr wrap="none" anchor="ctr" anchorCtr="0"/>
            <a:p>
              <a:endParaRPr lang="zh-CN" altLang="en-US" dirty="0">
                <a:latin typeface="楷体_GB2312" pitchFamily="49" charset="-122"/>
              </a:endParaRPr>
            </a:p>
          </p:txBody>
        </p:sp>
        <p:sp>
          <p:nvSpPr>
            <p:cNvPr id="63512" name="Rectangle 79"/>
            <p:cNvSpPr/>
            <p:nvPr/>
          </p:nvSpPr>
          <p:spPr>
            <a:xfrm>
              <a:off x="884" y="1162"/>
              <a:ext cx="1088" cy="816"/>
            </a:xfrm>
            <a:prstGeom prst="rect">
              <a:avLst/>
            </a:prstGeom>
            <a:noFill/>
            <a:ln w="28575" cap="flat" cmpd="sng">
              <a:solidFill>
                <a:srgbClr val="FFCC00"/>
              </a:solidFill>
              <a:prstDash val="solid"/>
              <a:miter/>
              <a:headEnd type="none" w="med" len="med"/>
              <a:tailEnd type="none" w="med" len="med"/>
            </a:ln>
          </p:spPr>
          <p:txBody>
            <a:bodyPr wrap="none" anchor="ctr" anchorCtr="0"/>
            <a:p>
              <a:endParaRPr lang="zh-CN" altLang="en-US" dirty="0">
                <a:latin typeface="楷体_GB2312" pitchFamily="49" charset="-122"/>
              </a:endParaRPr>
            </a:p>
          </p:txBody>
        </p:sp>
        <p:sp>
          <p:nvSpPr>
            <p:cNvPr id="63513" name="Line 80"/>
            <p:cNvSpPr/>
            <p:nvPr/>
          </p:nvSpPr>
          <p:spPr>
            <a:xfrm>
              <a:off x="1110" y="1161"/>
              <a:ext cx="408" cy="0"/>
            </a:xfrm>
            <a:prstGeom prst="line">
              <a:avLst/>
            </a:prstGeom>
            <a:ln w="28575" cap="flat" cmpd="sng">
              <a:solidFill>
                <a:srgbClr val="66FFFF"/>
              </a:solidFill>
              <a:prstDash val="solid"/>
              <a:headEnd type="none" w="med" len="med"/>
              <a:tailEnd type="triangle" w="med" len="med"/>
            </a:ln>
          </p:spPr>
        </p:sp>
        <p:sp>
          <p:nvSpPr>
            <p:cNvPr id="63514" name="Text Box 81"/>
            <p:cNvSpPr txBox="1"/>
            <p:nvPr/>
          </p:nvSpPr>
          <p:spPr>
            <a:xfrm>
              <a:off x="1156" y="1117"/>
              <a:ext cx="318" cy="327"/>
            </a:xfrm>
            <a:prstGeom prst="rect">
              <a:avLst/>
            </a:prstGeom>
            <a:noFill/>
            <a:ln w="9525">
              <a:noFill/>
            </a:ln>
          </p:spPr>
          <p:txBody>
            <a:bodyPr>
              <a:spAutoFit/>
            </a:bodyPr>
            <a:p>
              <a:pPr>
                <a:spcBef>
                  <a:spcPct val="50000"/>
                </a:spcBef>
              </a:pPr>
              <a:r>
                <a:rPr lang="en-US" altLang="zh-CN" b="0" i="1" dirty="0">
                  <a:solidFill>
                    <a:schemeClr val="bg1"/>
                  </a:solidFill>
                  <a:latin typeface="Times New Roman" panose="02020603050405020304" pitchFamily="18" charset="0"/>
                  <a:ea typeface="仿宋_GB2312" pitchFamily="49" charset="-122"/>
                </a:rPr>
                <a:t>i</a:t>
              </a:r>
              <a:endParaRPr lang="en-US" altLang="zh-CN" b="0" i="1" dirty="0">
                <a:solidFill>
                  <a:schemeClr val="bg1"/>
                </a:solidFill>
                <a:latin typeface="Times New Roman" panose="02020603050405020304" pitchFamily="18" charset="0"/>
                <a:ea typeface="仿宋_GB2312" pitchFamily="49" charset="-122"/>
              </a:endParaRPr>
            </a:p>
          </p:txBody>
        </p:sp>
        <p:sp>
          <p:nvSpPr>
            <p:cNvPr id="63515" name="Text Box 82"/>
            <p:cNvSpPr txBox="1"/>
            <p:nvPr/>
          </p:nvSpPr>
          <p:spPr>
            <a:xfrm>
              <a:off x="566" y="1116"/>
              <a:ext cx="227" cy="327"/>
            </a:xfrm>
            <a:prstGeom prst="rect">
              <a:avLst/>
            </a:prstGeom>
            <a:noFill/>
            <a:ln w="9525">
              <a:noFill/>
            </a:ln>
          </p:spPr>
          <p:txBody>
            <a:bodyPr>
              <a:spAutoFit/>
            </a:bodyPr>
            <a:p>
              <a:pPr>
                <a:spcBef>
                  <a:spcPct val="50000"/>
                </a:spcBef>
              </a:pPr>
              <a:r>
                <a:rPr lang="en-US" altLang="zh-CN" b="0" dirty="0">
                  <a:solidFill>
                    <a:schemeClr val="bg1"/>
                  </a:solidFill>
                  <a:latin typeface="Arial" panose="020B0604020202020204" pitchFamily="34" charset="0"/>
                  <a:ea typeface="仿宋_GB2312" pitchFamily="49" charset="-122"/>
                </a:rPr>
                <a:t>+</a:t>
              </a:r>
              <a:endParaRPr lang="en-US" altLang="zh-CN" b="0" dirty="0">
                <a:solidFill>
                  <a:schemeClr val="bg1"/>
                </a:solidFill>
                <a:latin typeface="Arial" panose="020B0604020202020204" pitchFamily="34" charset="0"/>
                <a:ea typeface="仿宋_GB2312" pitchFamily="49" charset="-122"/>
              </a:endParaRPr>
            </a:p>
          </p:txBody>
        </p:sp>
        <p:sp>
          <p:nvSpPr>
            <p:cNvPr id="63516" name="Text Box 83"/>
            <p:cNvSpPr txBox="1"/>
            <p:nvPr/>
          </p:nvSpPr>
          <p:spPr>
            <a:xfrm>
              <a:off x="566" y="1661"/>
              <a:ext cx="227" cy="327"/>
            </a:xfrm>
            <a:prstGeom prst="rect">
              <a:avLst/>
            </a:prstGeom>
            <a:noFill/>
            <a:ln w="9525">
              <a:noFill/>
            </a:ln>
          </p:spPr>
          <p:txBody>
            <a:bodyPr>
              <a:spAutoFit/>
            </a:bodyPr>
            <a:p>
              <a:pPr>
                <a:spcBef>
                  <a:spcPct val="50000"/>
                </a:spcBef>
              </a:pPr>
              <a:r>
                <a:rPr lang="en-US" altLang="zh-CN" b="0" dirty="0">
                  <a:solidFill>
                    <a:schemeClr val="bg1"/>
                  </a:solidFill>
                  <a:latin typeface="Arial" panose="020B0604020202020204" pitchFamily="34" charset="0"/>
                  <a:ea typeface="仿宋_GB2312" pitchFamily="49" charset="-122"/>
                </a:rPr>
                <a:t>-</a:t>
              </a:r>
              <a:endParaRPr lang="en-US" altLang="zh-CN" b="0" dirty="0">
                <a:solidFill>
                  <a:schemeClr val="bg1"/>
                </a:solidFill>
                <a:latin typeface="Arial" panose="020B0604020202020204" pitchFamily="34" charset="0"/>
                <a:ea typeface="仿宋_GB2312" pitchFamily="49" charset="-122"/>
              </a:endParaRPr>
            </a:p>
          </p:txBody>
        </p:sp>
        <p:sp>
          <p:nvSpPr>
            <p:cNvPr id="63517" name="Text Box 84"/>
            <p:cNvSpPr txBox="1"/>
            <p:nvPr/>
          </p:nvSpPr>
          <p:spPr>
            <a:xfrm>
              <a:off x="521" y="1388"/>
              <a:ext cx="227" cy="327"/>
            </a:xfrm>
            <a:prstGeom prst="rect">
              <a:avLst/>
            </a:prstGeom>
            <a:noFill/>
            <a:ln w="9525">
              <a:noFill/>
            </a:ln>
          </p:spPr>
          <p:txBody>
            <a:bodyPr>
              <a:spAutoFit/>
            </a:bodyPr>
            <a:p>
              <a:pPr>
                <a:spcBef>
                  <a:spcPct val="50000"/>
                </a:spcBef>
              </a:pPr>
              <a:r>
                <a:rPr lang="en-US" altLang="zh-CN" b="0" i="1" dirty="0">
                  <a:solidFill>
                    <a:schemeClr val="bg1"/>
                  </a:solidFill>
                  <a:latin typeface="Times New Roman" panose="02020603050405020304" pitchFamily="18" charset="0"/>
                  <a:ea typeface="仿宋_GB2312" pitchFamily="49" charset="-122"/>
                </a:rPr>
                <a:t>u</a:t>
              </a:r>
              <a:endParaRPr lang="en-US" altLang="zh-CN" b="0" i="1" dirty="0">
                <a:solidFill>
                  <a:schemeClr val="bg1"/>
                </a:solidFill>
                <a:latin typeface="Times New Roman" panose="02020603050405020304" pitchFamily="18" charset="0"/>
                <a:ea typeface="仿宋_GB2312" pitchFamily="49" charset="-122"/>
              </a:endParaRPr>
            </a:p>
          </p:txBody>
        </p:sp>
        <p:sp>
          <p:nvSpPr>
            <p:cNvPr id="63518" name="Text Box 85"/>
            <p:cNvSpPr txBox="1"/>
            <p:nvPr/>
          </p:nvSpPr>
          <p:spPr>
            <a:xfrm>
              <a:off x="1655" y="1389"/>
              <a:ext cx="227" cy="327"/>
            </a:xfrm>
            <a:prstGeom prst="rect">
              <a:avLst/>
            </a:prstGeom>
            <a:noFill/>
            <a:ln w="9525">
              <a:noFill/>
            </a:ln>
          </p:spPr>
          <p:txBody>
            <a:bodyPr>
              <a:spAutoFit/>
            </a:bodyPr>
            <a:p>
              <a:pPr>
                <a:spcBef>
                  <a:spcPct val="50000"/>
                </a:spcBef>
              </a:pPr>
              <a:r>
                <a:rPr lang="en-US" altLang="zh-CN" b="0" i="1" dirty="0">
                  <a:solidFill>
                    <a:schemeClr val="bg1"/>
                  </a:solidFill>
                  <a:latin typeface="Times New Roman" panose="02020603050405020304" pitchFamily="18" charset="0"/>
                  <a:ea typeface="仿宋_GB2312" pitchFamily="49" charset="-122"/>
                </a:rPr>
                <a:t>Z</a:t>
              </a:r>
              <a:endParaRPr lang="en-US" altLang="zh-CN" b="0" i="1" dirty="0">
                <a:solidFill>
                  <a:schemeClr val="bg1"/>
                </a:solidFill>
                <a:latin typeface="Times New Roman" panose="02020603050405020304" pitchFamily="18" charset="0"/>
                <a:ea typeface="仿宋_GB2312" pitchFamily="49" charset="-122"/>
              </a:endParaRPr>
            </a:p>
          </p:txBody>
        </p:sp>
        <p:sp>
          <p:nvSpPr>
            <p:cNvPr id="63519" name="Rectangle 86"/>
            <p:cNvSpPr/>
            <p:nvPr/>
          </p:nvSpPr>
          <p:spPr>
            <a:xfrm>
              <a:off x="1891" y="1389"/>
              <a:ext cx="127" cy="318"/>
            </a:xfrm>
            <a:prstGeom prst="rect">
              <a:avLst/>
            </a:prstGeom>
            <a:gradFill rotWithShape="1">
              <a:gsLst>
                <a:gs pos="0">
                  <a:srgbClr val="764700"/>
                </a:gs>
                <a:gs pos="50000">
                  <a:srgbClr val="FF9900"/>
                </a:gs>
                <a:gs pos="100000">
                  <a:srgbClr val="764700"/>
                </a:gs>
              </a:gsLst>
              <a:lin ang="0" scaled="1"/>
              <a:tileRect/>
            </a:gradFill>
            <a:ln w="28575">
              <a:noFill/>
            </a:ln>
          </p:spPr>
          <p:txBody>
            <a:bodyPr wrap="none" anchor="ctr" anchorCtr="0"/>
            <a:p>
              <a:endParaRPr lang="zh-CN" altLang="en-US" dirty="0">
                <a:latin typeface="楷体_GB2312" pitchFamily="49" charset="-122"/>
              </a:endParaRPr>
            </a:p>
          </p:txBody>
        </p:sp>
      </p:grpSp>
      <p:grpSp>
        <p:nvGrpSpPr>
          <p:cNvPr id="63508" name="Group 100"/>
          <p:cNvGrpSpPr/>
          <p:nvPr/>
        </p:nvGrpSpPr>
        <p:grpSpPr>
          <a:xfrm>
            <a:off x="6588125" y="6446838"/>
            <a:ext cx="792163" cy="366712"/>
            <a:chOff x="4649" y="4020"/>
            <a:chExt cx="499" cy="231"/>
          </a:xfrm>
        </p:grpSpPr>
        <p:pic>
          <p:nvPicPr>
            <p:cNvPr id="63509" name="Picture 101" descr="78900"/>
            <p:cNvPicPr>
              <a:picLocks noChangeAspect="1"/>
            </p:cNvPicPr>
            <p:nvPr/>
          </p:nvPicPr>
          <p:blipFill>
            <a:blip r:embed="rId15"/>
            <a:stretch>
              <a:fillRect/>
            </a:stretch>
          </p:blipFill>
          <p:spPr>
            <a:xfrm>
              <a:off x="4649" y="4066"/>
              <a:ext cx="499" cy="181"/>
            </a:xfrm>
            <a:prstGeom prst="rect">
              <a:avLst/>
            </a:prstGeom>
            <a:noFill/>
            <a:ln w="9525">
              <a:noFill/>
            </a:ln>
          </p:spPr>
        </p:pic>
        <p:sp>
          <p:nvSpPr>
            <p:cNvPr id="63510" name="Text Box 102">
              <a:hlinkClick r:id="" action="ppaction://hlinkshowjump?jump=firstslide"/>
            </p:cNvPr>
            <p:cNvSpPr txBox="1"/>
            <p:nvPr/>
          </p:nvSpPr>
          <p:spPr>
            <a:xfrm>
              <a:off x="4672" y="4020"/>
              <a:ext cx="476" cy="231"/>
            </a:xfrm>
            <a:prstGeom prst="rect">
              <a:avLst/>
            </a:prstGeom>
            <a:noFill/>
            <a:ln w="9525">
              <a:noFill/>
            </a:ln>
          </p:spPr>
          <p:txBody>
            <a:bodyPr wrap="none">
              <a:spAutoFit/>
            </a:bodyPr>
            <a:p>
              <a:pPr>
                <a:spcBef>
                  <a:spcPct val="50000"/>
                </a:spcBef>
              </a:pPr>
              <a:r>
                <a:rPr lang="zh-CN" altLang="en-US" sz="1800" b="0" dirty="0">
                  <a:solidFill>
                    <a:schemeClr val="bg1"/>
                  </a:solidFill>
                  <a:latin typeface="隶书" panose="02010509060101010101" pitchFamily="49" charset="-122"/>
                  <a:ea typeface="隶书" panose="02010509060101010101" pitchFamily="49" charset="-122"/>
                </a:rPr>
                <a:t>返 回</a:t>
              </a:r>
              <a:endParaRPr lang="zh-CN" altLang="en-US" sz="1800" b="0" dirty="0">
                <a:solidFill>
                  <a:schemeClr val="bg1"/>
                </a:solidFill>
                <a:latin typeface="隶书" panose="02010509060101010101" pitchFamily="49" charset="-122"/>
                <a:ea typeface="隶书" panose="02010509060101010101" pitchFamily="49" charset="-122"/>
              </a:endParaRP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grpId="0" nodeType="withEffect">
                                  <p:stCondLst>
                                    <p:cond delay="0"/>
                                  </p:stCondLst>
                                  <p:childTnLst>
                                    <p:set>
                                      <p:cBhvr>
                                        <p:cTn id="6" dur="1" fill="hold">
                                          <p:stCondLst>
                                            <p:cond delay="0"/>
                                          </p:stCondLst>
                                        </p:cTn>
                                        <p:tgtEl>
                                          <p:spTgt spid="97297"/>
                                        </p:tgtEl>
                                        <p:attrNameLst>
                                          <p:attrName>style.visibility</p:attrName>
                                        </p:attrNameLst>
                                      </p:cBhvr>
                                      <p:to>
                                        <p:strVal val="visible"/>
                                      </p:to>
                                    </p:set>
                                    <p:anim calcmode="lin" valueType="num">
                                      <p:cBhvr additive="base">
                                        <p:cTn id="7" dur="500" fill="hold"/>
                                        <p:tgtEl>
                                          <p:spTgt spid="97297"/>
                                        </p:tgtEl>
                                        <p:attrNameLst>
                                          <p:attrName>ppt_x</p:attrName>
                                        </p:attrNameLst>
                                      </p:cBhvr>
                                      <p:tavLst>
                                        <p:tav tm="0">
                                          <p:val>
                                            <p:strVal val="#ppt_x"/>
                                          </p:val>
                                        </p:tav>
                                        <p:tav tm="100000">
                                          <p:val>
                                            <p:strVal val="#ppt_x"/>
                                          </p:val>
                                        </p:tav>
                                      </p:tavLst>
                                    </p:anim>
                                    <p:anim calcmode="lin" valueType="num">
                                      <p:cBhvr additive="base">
                                        <p:cTn id="8" dur="500" fill="hold"/>
                                        <p:tgtEl>
                                          <p:spTgt spid="97297"/>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3" presetClass="entr" presetSubtype="10" fill="hold" nodeType="clickEffect">
                                  <p:stCondLst>
                                    <p:cond delay="0"/>
                                  </p:stCondLst>
                                  <p:childTnLst>
                                    <p:set>
                                      <p:cBhvr>
                                        <p:cTn id="12" dur="1" fill="hold">
                                          <p:stCondLst>
                                            <p:cond delay="0"/>
                                          </p:stCondLst>
                                        </p:cTn>
                                        <p:tgtEl>
                                          <p:spTgt spid="10"/>
                                        </p:tgtEl>
                                        <p:attrNameLst>
                                          <p:attrName>style.visibility</p:attrName>
                                        </p:attrNameLst>
                                      </p:cBhvr>
                                      <p:to>
                                        <p:strVal val="visible"/>
                                      </p:to>
                                    </p:set>
                                    <p:animEffect transition="in" filter="blinds(horizontal)">
                                      <p:cBhvr>
                                        <p:cTn id="13" dur="500"/>
                                        <p:tgtEl>
                                          <p:spTgt spid="10"/>
                                        </p:tgtEl>
                                      </p:cBhvr>
                                    </p:animEffect>
                                  </p:childTnLst>
                                </p:cTn>
                              </p:par>
                            </p:childTnLst>
                          </p:cTn>
                        </p:par>
                      </p:childTnLst>
                    </p:cTn>
                  </p:par>
                  <p:par>
                    <p:cTn id="14" fill="hold">
                      <p:stCondLst>
                        <p:cond delay="indefinite"/>
                      </p:stCondLst>
                      <p:childTnLst>
                        <p:par>
                          <p:cTn id="15" fill="hold">
                            <p:stCondLst>
                              <p:cond delay="0"/>
                            </p:stCondLst>
                            <p:childTnLst>
                              <p:par>
                                <p:cTn id="16" presetID="22" presetClass="entr" presetSubtype="8" fill="hold" nodeType="clickEffect">
                                  <p:stCondLst>
                                    <p:cond delay="0"/>
                                  </p:stCondLst>
                                  <p:childTnLst>
                                    <p:set>
                                      <p:cBhvr>
                                        <p:cTn id="17" dur="1" fill="hold">
                                          <p:stCondLst>
                                            <p:cond delay="0"/>
                                          </p:stCondLst>
                                        </p:cTn>
                                        <p:tgtEl>
                                          <p:spTgt spid="5"/>
                                        </p:tgtEl>
                                        <p:attrNameLst>
                                          <p:attrName>style.visibility</p:attrName>
                                        </p:attrNameLst>
                                      </p:cBhvr>
                                      <p:to>
                                        <p:strVal val="visible"/>
                                      </p:to>
                                    </p:set>
                                    <p:animEffect transition="in" filter="wipe(left)">
                                      <p:cBhvr>
                                        <p:cTn id="18" dur="2000"/>
                                        <p:tgtEl>
                                          <p:spTgt spid="5"/>
                                        </p:tgtEl>
                                      </p:cBhvr>
                                    </p:animEffect>
                                  </p:childTnLst>
                                </p:cTn>
                              </p:par>
                            </p:childTnLst>
                          </p:cTn>
                        </p:par>
                      </p:childTnLst>
                    </p:cTn>
                  </p:par>
                  <p:par>
                    <p:cTn id="19" fill="hold">
                      <p:stCondLst>
                        <p:cond delay="indefinite"/>
                      </p:stCondLst>
                      <p:childTnLst>
                        <p:par>
                          <p:cTn id="20" fill="hold">
                            <p:stCondLst>
                              <p:cond delay="0"/>
                            </p:stCondLst>
                            <p:childTnLst>
                              <p:par>
                                <p:cTn id="21" presetID="22" presetClass="entr" presetSubtype="1" fill="hold" nodeType="clickEffect">
                                  <p:stCondLst>
                                    <p:cond delay="0"/>
                                  </p:stCondLst>
                                  <p:childTnLst>
                                    <p:set>
                                      <p:cBhvr>
                                        <p:cTn id="22" dur="1" fill="hold">
                                          <p:stCondLst>
                                            <p:cond delay="0"/>
                                          </p:stCondLst>
                                        </p:cTn>
                                        <p:tgtEl>
                                          <p:spTgt spid="6"/>
                                        </p:tgtEl>
                                        <p:attrNameLst>
                                          <p:attrName>style.visibility</p:attrName>
                                        </p:attrNameLst>
                                      </p:cBhvr>
                                      <p:to>
                                        <p:strVal val="visible"/>
                                      </p:to>
                                    </p:set>
                                    <p:animEffect transition="in" filter="wipe(up)">
                                      <p:cBhvr>
                                        <p:cTn id="23" dur="2000"/>
                                        <p:tgtEl>
                                          <p:spTgt spid="6"/>
                                        </p:tgtEl>
                                      </p:cBhvr>
                                    </p:animEffect>
                                  </p:childTnLst>
                                </p:cTn>
                              </p:par>
                            </p:childTnLst>
                          </p:cTn>
                        </p:par>
                      </p:childTnLst>
                    </p:cTn>
                  </p:par>
                  <p:par>
                    <p:cTn id="24" fill="hold">
                      <p:stCondLst>
                        <p:cond delay="indefinite"/>
                      </p:stCondLst>
                      <p:childTnLst>
                        <p:par>
                          <p:cTn id="25" fill="hold">
                            <p:stCondLst>
                              <p:cond delay="0"/>
                            </p:stCondLst>
                            <p:childTnLst>
                              <p:par>
                                <p:cTn id="26" presetID="22" presetClass="entr" presetSubtype="1" fill="hold" nodeType="clickEffect">
                                  <p:stCondLst>
                                    <p:cond delay="0"/>
                                  </p:stCondLst>
                                  <p:childTnLst>
                                    <p:set>
                                      <p:cBhvr>
                                        <p:cTn id="27" dur="1" fill="hold">
                                          <p:stCondLst>
                                            <p:cond delay="0"/>
                                          </p:stCondLst>
                                        </p:cTn>
                                        <p:tgtEl>
                                          <p:spTgt spid="7"/>
                                        </p:tgtEl>
                                        <p:attrNameLst>
                                          <p:attrName>style.visibility</p:attrName>
                                        </p:attrNameLst>
                                      </p:cBhvr>
                                      <p:to>
                                        <p:strVal val="visible"/>
                                      </p:to>
                                    </p:set>
                                    <p:animEffect transition="in" filter="wipe(up)">
                                      <p:cBhvr>
                                        <p:cTn id="28" dur="500"/>
                                        <p:tgtEl>
                                          <p:spTgt spid="7"/>
                                        </p:tgtEl>
                                      </p:cBhvr>
                                    </p:animEffect>
                                  </p:childTnLst>
                                </p:cTn>
                              </p:par>
                            </p:childTnLst>
                          </p:cTn>
                        </p:par>
                      </p:childTnLst>
                    </p:cTn>
                  </p:par>
                  <p:par>
                    <p:cTn id="29" fill="hold">
                      <p:stCondLst>
                        <p:cond delay="indefinite"/>
                      </p:stCondLst>
                      <p:childTnLst>
                        <p:par>
                          <p:cTn id="30" fill="hold">
                            <p:stCondLst>
                              <p:cond delay="0"/>
                            </p:stCondLst>
                            <p:childTnLst>
                              <p:par>
                                <p:cTn id="31" presetID="22" presetClass="entr" presetSubtype="8" fill="hold" nodeType="clickEffect">
                                  <p:stCondLst>
                                    <p:cond delay="0"/>
                                  </p:stCondLst>
                                  <p:childTnLst>
                                    <p:set>
                                      <p:cBhvr>
                                        <p:cTn id="32" dur="1" fill="hold">
                                          <p:stCondLst>
                                            <p:cond delay="0"/>
                                          </p:stCondLst>
                                        </p:cTn>
                                        <p:tgtEl>
                                          <p:spTgt spid="4"/>
                                        </p:tgtEl>
                                        <p:attrNameLst>
                                          <p:attrName>style.visibility</p:attrName>
                                        </p:attrNameLst>
                                      </p:cBhvr>
                                      <p:to>
                                        <p:strVal val="visible"/>
                                      </p:to>
                                    </p:set>
                                    <p:animEffect transition="in" filter="wipe(left)">
                                      <p:cBhvr>
                                        <p:cTn id="33" dur="1000"/>
                                        <p:tgtEl>
                                          <p:spTgt spid="4"/>
                                        </p:tgtEl>
                                      </p:cBhvr>
                                    </p:animEffect>
                                  </p:childTnLst>
                                </p:cTn>
                              </p:par>
                            </p:childTnLst>
                          </p:cTn>
                        </p:par>
                        <p:par>
                          <p:cTn id="34" fill="hold">
                            <p:stCondLst>
                              <p:cond delay="1000"/>
                            </p:stCondLst>
                            <p:childTnLst>
                              <p:par>
                                <p:cTn id="35" presetID="22" presetClass="entr" presetSubtype="8" fill="hold" nodeType="afterEffect">
                                  <p:stCondLst>
                                    <p:cond delay="0"/>
                                  </p:stCondLst>
                                  <p:childTnLst>
                                    <p:set>
                                      <p:cBhvr>
                                        <p:cTn id="36" dur="1" fill="hold">
                                          <p:stCondLst>
                                            <p:cond delay="0"/>
                                          </p:stCondLst>
                                        </p:cTn>
                                        <p:tgtEl>
                                          <p:spTgt spid="3"/>
                                        </p:tgtEl>
                                        <p:attrNameLst>
                                          <p:attrName>style.visibility</p:attrName>
                                        </p:attrNameLst>
                                      </p:cBhvr>
                                      <p:to>
                                        <p:strVal val="visible"/>
                                      </p:to>
                                    </p:set>
                                    <p:animEffect transition="in" filter="wipe(left)">
                                      <p:cBhvr>
                                        <p:cTn id="37" dur="1000"/>
                                        <p:tgtEl>
                                          <p:spTgt spid="3"/>
                                        </p:tgtEl>
                                      </p:cBhvr>
                                    </p:animEffect>
                                  </p:childTnLst>
                                </p:cTn>
                              </p:par>
                            </p:childTnLst>
                          </p:cTn>
                        </p:par>
                        <p:par>
                          <p:cTn id="38" fill="hold">
                            <p:stCondLst>
                              <p:cond delay="2000"/>
                            </p:stCondLst>
                            <p:childTnLst>
                              <p:par>
                                <p:cTn id="39" presetID="22" presetClass="entr" presetSubtype="8" fill="hold" nodeType="afterEffect">
                                  <p:stCondLst>
                                    <p:cond delay="0"/>
                                  </p:stCondLst>
                                  <p:childTnLst>
                                    <p:set>
                                      <p:cBhvr>
                                        <p:cTn id="40" dur="1" fill="hold">
                                          <p:stCondLst>
                                            <p:cond delay="0"/>
                                          </p:stCondLst>
                                        </p:cTn>
                                        <p:tgtEl>
                                          <p:spTgt spid="2"/>
                                        </p:tgtEl>
                                        <p:attrNameLst>
                                          <p:attrName>style.visibility</p:attrName>
                                        </p:attrNameLst>
                                      </p:cBhvr>
                                      <p:to>
                                        <p:strVal val="visible"/>
                                      </p:to>
                                    </p:set>
                                    <p:animEffect transition="in" filter="wipe(left)">
                                      <p:cBhvr>
                                        <p:cTn id="41" dur="1000"/>
                                        <p:tgtEl>
                                          <p:spTgt spid="2"/>
                                        </p:tgtEl>
                                      </p:cBhvr>
                                    </p:animEffect>
                                  </p:childTnLst>
                                </p:cTn>
                              </p:par>
                            </p:childTnLst>
                          </p:cTn>
                        </p:par>
                      </p:childTnLst>
                    </p:cTn>
                  </p:par>
                  <p:par>
                    <p:cTn id="42" fill="hold">
                      <p:stCondLst>
                        <p:cond delay="indefinite"/>
                      </p:stCondLst>
                      <p:childTnLst>
                        <p:par>
                          <p:cTn id="43" fill="hold">
                            <p:stCondLst>
                              <p:cond delay="0"/>
                            </p:stCondLst>
                            <p:childTnLst>
                              <p:par>
                                <p:cTn id="44" presetID="17" presetClass="entr" presetSubtype="1" fill="hold" nodeType="clickEffect">
                                  <p:stCondLst>
                                    <p:cond delay="0"/>
                                  </p:stCondLst>
                                  <p:childTnLst>
                                    <p:set>
                                      <p:cBhvr>
                                        <p:cTn id="45" dur="1" fill="hold">
                                          <p:stCondLst>
                                            <p:cond delay="0"/>
                                          </p:stCondLst>
                                        </p:cTn>
                                        <p:tgtEl>
                                          <p:spTgt spid="97337"/>
                                        </p:tgtEl>
                                        <p:attrNameLst>
                                          <p:attrName>style.visibility</p:attrName>
                                        </p:attrNameLst>
                                      </p:cBhvr>
                                      <p:to>
                                        <p:strVal val="visible"/>
                                      </p:to>
                                    </p:set>
                                    <p:anim calcmode="lin" valueType="num">
                                      <p:cBhvr>
                                        <p:cTn id="46" dur="500" fill="hold"/>
                                        <p:tgtEl>
                                          <p:spTgt spid="97337"/>
                                        </p:tgtEl>
                                        <p:attrNameLst>
                                          <p:attrName>ppt_x</p:attrName>
                                        </p:attrNameLst>
                                      </p:cBhvr>
                                      <p:tavLst>
                                        <p:tav tm="0">
                                          <p:val>
                                            <p:strVal val="#ppt_x"/>
                                          </p:val>
                                        </p:tav>
                                        <p:tav tm="100000">
                                          <p:val>
                                            <p:strVal val="#ppt_x"/>
                                          </p:val>
                                        </p:tav>
                                      </p:tavLst>
                                    </p:anim>
                                    <p:anim calcmode="lin" valueType="num">
                                      <p:cBhvr>
                                        <p:cTn id="47" dur="500" fill="hold"/>
                                        <p:tgtEl>
                                          <p:spTgt spid="97337"/>
                                        </p:tgtEl>
                                        <p:attrNameLst>
                                          <p:attrName>ppt_y</p:attrName>
                                        </p:attrNameLst>
                                      </p:cBhvr>
                                      <p:tavLst>
                                        <p:tav tm="0">
                                          <p:val>
                                            <p:strVal val="#ppt_y-#ppt_h/2"/>
                                          </p:val>
                                        </p:tav>
                                        <p:tav tm="100000">
                                          <p:val>
                                            <p:strVal val="#ppt_y"/>
                                          </p:val>
                                        </p:tav>
                                      </p:tavLst>
                                    </p:anim>
                                    <p:anim calcmode="lin" valueType="num">
                                      <p:cBhvr>
                                        <p:cTn id="48" dur="500" fill="hold"/>
                                        <p:tgtEl>
                                          <p:spTgt spid="97337"/>
                                        </p:tgtEl>
                                        <p:attrNameLst>
                                          <p:attrName>ppt_w</p:attrName>
                                        </p:attrNameLst>
                                      </p:cBhvr>
                                      <p:tavLst>
                                        <p:tav tm="0">
                                          <p:val>
                                            <p:strVal val="#ppt_w"/>
                                          </p:val>
                                        </p:tav>
                                        <p:tav tm="100000">
                                          <p:val>
                                            <p:strVal val="#ppt_w"/>
                                          </p:val>
                                        </p:tav>
                                      </p:tavLst>
                                    </p:anim>
                                    <p:anim calcmode="lin" valueType="num">
                                      <p:cBhvr>
                                        <p:cTn id="49" dur="500" fill="hold"/>
                                        <p:tgtEl>
                                          <p:spTgt spid="97337"/>
                                        </p:tgtEl>
                                        <p:attrNameLst>
                                          <p:attrName>ppt_h</p:attrName>
                                        </p:attrNameLst>
                                      </p:cBhvr>
                                      <p:tavLst>
                                        <p:tav tm="0">
                                          <p:val>
                                            <p:fltVal val="0.000000"/>
                                          </p:val>
                                        </p:tav>
                                        <p:tav tm="100000">
                                          <p:val>
                                            <p:strVal val="#ppt_h"/>
                                          </p:val>
                                        </p:tav>
                                      </p:tavLst>
                                    </p:anim>
                                  </p:childTnLst>
                                </p:cTn>
                              </p:par>
                            </p:childTnLst>
                          </p:cTn>
                        </p:par>
                      </p:childTnLst>
                    </p:cTn>
                  </p:par>
                  <p:par>
                    <p:cTn id="50" fill="hold">
                      <p:stCondLst>
                        <p:cond delay="indefinite"/>
                      </p:stCondLst>
                      <p:childTnLst>
                        <p:par>
                          <p:cTn id="51" fill="hold">
                            <p:stCondLst>
                              <p:cond delay="0"/>
                            </p:stCondLst>
                            <p:childTnLst>
                              <p:par>
                                <p:cTn id="52" presetID="17" presetClass="entr" presetSubtype="1" fill="hold" nodeType="clickEffect">
                                  <p:stCondLst>
                                    <p:cond delay="0"/>
                                  </p:stCondLst>
                                  <p:childTnLst>
                                    <p:set>
                                      <p:cBhvr>
                                        <p:cTn id="53" dur="1" fill="hold">
                                          <p:stCondLst>
                                            <p:cond delay="0"/>
                                          </p:stCondLst>
                                        </p:cTn>
                                        <p:tgtEl>
                                          <p:spTgt spid="97339"/>
                                        </p:tgtEl>
                                        <p:attrNameLst>
                                          <p:attrName>style.visibility</p:attrName>
                                        </p:attrNameLst>
                                      </p:cBhvr>
                                      <p:to>
                                        <p:strVal val="visible"/>
                                      </p:to>
                                    </p:set>
                                    <p:anim calcmode="lin" valueType="num">
                                      <p:cBhvr>
                                        <p:cTn id="54" dur="500" fill="hold"/>
                                        <p:tgtEl>
                                          <p:spTgt spid="97339"/>
                                        </p:tgtEl>
                                        <p:attrNameLst>
                                          <p:attrName>ppt_x</p:attrName>
                                        </p:attrNameLst>
                                      </p:cBhvr>
                                      <p:tavLst>
                                        <p:tav tm="0">
                                          <p:val>
                                            <p:strVal val="#ppt_x"/>
                                          </p:val>
                                        </p:tav>
                                        <p:tav tm="100000">
                                          <p:val>
                                            <p:strVal val="#ppt_x"/>
                                          </p:val>
                                        </p:tav>
                                      </p:tavLst>
                                    </p:anim>
                                    <p:anim calcmode="lin" valueType="num">
                                      <p:cBhvr>
                                        <p:cTn id="55" dur="500" fill="hold"/>
                                        <p:tgtEl>
                                          <p:spTgt spid="97339"/>
                                        </p:tgtEl>
                                        <p:attrNameLst>
                                          <p:attrName>ppt_y</p:attrName>
                                        </p:attrNameLst>
                                      </p:cBhvr>
                                      <p:tavLst>
                                        <p:tav tm="0">
                                          <p:val>
                                            <p:strVal val="#ppt_y-#ppt_h/2"/>
                                          </p:val>
                                        </p:tav>
                                        <p:tav tm="100000">
                                          <p:val>
                                            <p:strVal val="#ppt_y"/>
                                          </p:val>
                                        </p:tav>
                                      </p:tavLst>
                                    </p:anim>
                                    <p:anim calcmode="lin" valueType="num">
                                      <p:cBhvr>
                                        <p:cTn id="56" dur="500" fill="hold"/>
                                        <p:tgtEl>
                                          <p:spTgt spid="97339"/>
                                        </p:tgtEl>
                                        <p:attrNameLst>
                                          <p:attrName>ppt_w</p:attrName>
                                        </p:attrNameLst>
                                      </p:cBhvr>
                                      <p:tavLst>
                                        <p:tav tm="0">
                                          <p:val>
                                            <p:strVal val="#ppt_w"/>
                                          </p:val>
                                        </p:tav>
                                        <p:tav tm="100000">
                                          <p:val>
                                            <p:strVal val="#ppt_w"/>
                                          </p:val>
                                        </p:tav>
                                      </p:tavLst>
                                    </p:anim>
                                    <p:anim calcmode="lin" valueType="num">
                                      <p:cBhvr>
                                        <p:cTn id="57" dur="500" fill="hold"/>
                                        <p:tgtEl>
                                          <p:spTgt spid="97339"/>
                                        </p:tgtEl>
                                        <p:attrNameLst>
                                          <p:attrName>ppt_h</p:attrName>
                                        </p:attrNameLst>
                                      </p:cBhvr>
                                      <p:tavLst>
                                        <p:tav tm="0">
                                          <p:val>
                                            <p:fltVal val="0.000000"/>
                                          </p:val>
                                        </p:tav>
                                        <p:tav tm="100000">
                                          <p:val>
                                            <p:strVal val="#ppt_h"/>
                                          </p:val>
                                        </p:tav>
                                      </p:tavLst>
                                    </p:anim>
                                  </p:childTnLst>
                                </p:cTn>
                              </p:par>
                            </p:childTnLst>
                          </p:cTn>
                        </p:par>
                      </p:childTnLst>
                    </p:cTn>
                  </p:par>
                  <p:par>
                    <p:cTn id="58" fill="hold">
                      <p:stCondLst>
                        <p:cond delay="indefinite"/>
                      </p:stCondLst>
                      <p:childTnLst>
                        <p:par>
                          <p:cTn id="59" fill="hold">
                            <p:stCondLst>
                              <p:cond delay="0"/>
                            </p:stCondLst>
                            <p:childTnLst>
                              <p:par>
                                <p:cTn id="60" presetID="17" presetClass="entr" presetSubtype="1" fill="hold" nodeType="clickEffect">
                                  <p:stCondLst>
                                    <p:cond delay="0"/>
                                  </p:stCondLst>
                                  <p:childTnLst>
                                    <p:set>
                                      <p:cBhvr>
                                        <p:cTn id="61" dur="1" fill="hold">
                                          <p:stCondLst>
                                            <p:cond delay="0"/>
                                          </p:stCondLst>
                                        </p:cTn>
                                        <p:tgtEl>
                                          <p:spTgt spid="97346"/>
                                        </p:tgtEl>
                                        <p:attrNameLst>
                                          <p:attrName>style.visibility</p:attrName>
                                        </p:attrNameLst>
                                      </p:cBhvr>
                                      <p:to>
                                        <p:strVal val="visible"/>
                                      </p:to>
                                    </p:set>
                                    <p:anim calcmode="lin" valueType="num">
                                      <p:cBhvr>
                                        <p:cTn id="62" dur="500" fill="hold"/>
                                        <p:tgtEl>
                                          <p:spTgt spid="97346"/>
                                        </p:tgtEl>
                                        <p:attrNameLst>
                                          <p:attrName>ppt_x</p:attrName>
                                        </p:attrNameLst>
                                      </p:cBhvr>
                                      <p:tavLst>
                                        <p:tav tm="0">
                                          <p:val>
                                            <p:strVal val="#ppt_x"/>
                                          </p:val>
                                        </p:tav>
                                        <p:tav tm="100000">
                                          <p:val>
                                            <p:strVal val="#ppt_x"/>
                                          </p:val>
                                        </p:tav>
                                      </p:tavLst>
                                    </p:anim>
                                    <p:anim calcmode="lin" valueType="num">
                                      <p:cBhvr>
                                        <p:cTn id="63" dur="500" fill="hold"/>
                                        <p:tgtEl>
                                          <p:spTgt spid="97346"/>
                                        </p:tgtEl>
                                        <p:attrNameLst>
                                          <p:attrName>ppt_y</p:attrName>
                                        </p:attrNameLst>
                                      </p:cBhvr>
                                      <p:tavLst>
                                        <p:tav tm="0">
                                          <p:val>
                                            <p:strVal val="#ppt_y-#ppt_h/2"/>
                                          </p:val>
                                        </p:tav>
                                        <p:tav tm="100000">
                                          <p:val>
                                            <p:strVal val="#ppt_y"/>
                                          </p:val>
                                        </p:tav>
                                      </p:tavLst>
                                    </p:anim>
                                    <p:anim calcmode="lin" valueType="num">
                                      <p:cBhvr>
                                        <p:cTn id="64" dur="500" fill="hold"/>
                                        <p:tgtEl>
                                          <p:spTgt spid="97346"/>
                                        </p:tgtEl>
                                        <p:attrNameLst>
                                          <p:attrName>ppt_w</p:attrName>
                                        </p:attrNameLst>
                                      </p:cBhvr>
                                      <p:tavLst>
                                        <p:tav tm="0">
                                          <p:val>
                                            <p:strVal val="#ppt_w"/>
                                          </p:val>
                                        </p:tav>
                                        <p:tav tm="100000">
                                          <p:val>
                                            <p:strVal val="#ppt_w"/>
                                          </p:val>
                                        </p:tav>
                                      </p:tavLst>
                                    </p:anim>
                                    <p:anim calcmode="lin" valueType="num">
                                      <p:cBhvr>
                                        <p:cTn id="65" dur="500" fill="hold"/>
                                        <p:tgtEl>
                                          <p:spTgt spid="97346"/>
                                        </p:tgtEl>
                                        <p:attrNameLst>
                                          <p:attrName>ppt_h</p:attrName>
                                        </p:attrNameLst>
                                      </p:cBhvr>
                                      <p:tavLst>
                                        <p:tav tm="0">
                                          <p:val>
                                            <p:fltVal val="0.000000"/>
                                          </p:val>
                                        </p:tav>
                                        <p:tav tm="100000">
                                          <p:val>
                                            <p:strVal val="#ppt_h"/>
                                          </p:val>
                                        </p:tav>
                                      </p:tavLst>
                                    </p:anim>
                                  </p:childTnLst>
                                </p:cTn>
                              </p:par>
                            </p:childTnLst>
                          </p:cTn>
                        </p:par>
                      </p:childTnLst>
                    </p:cTn>
                  </p:par>
                  <p:par>
                    <p:cTn id="66" fill="hold">
                      <p:stCondLst>
                        <p:cond delay="indefinite"/>
                      </p:stCondLst>
                      <p:childTnLst>
                        <p:par>
                          <p:cTn id="67" fill="hold">
                            <p:stCondLst>
                              <p:cond delay="0"/>
                            </p:stCondLst>
                            <p:childTnLst>
                              <p:par>
                                <p:cTn id="68" presetID="17" presetClass="entr" presetSubtype="1" fill="hold" nodeType="clickEffect">
                                  <p:stCondLst>
                                    <p:cond delay="0"/>
                                  </p:stCondLst>
                                  <p:childTnLst>
                                    <p:set>
                                      <p:cBhvr>
                                        <p:cTn id="69" dur="1" fill="hold">
                                          <p:stCondLst>
                                            <p:cond delay="0"/>
                                          </p:stCondLst>
                                        </p:cTn>
                                        <p:tgtEl>
                                          <p:spTgt spid="97338"/>
                                        </p:tgtEl>
                                        <p:attrNameLst>
                                          <p:attrName>style.visibility</p:attrName>
                                        </p:attrNameLst>
                                      </p:cBhvr>
                                      <p:to>
                                        <p:strVal val="visible"/>
                                      </p:to>
                                    </p:set>
                                    <p:anim calcmode="lin" valueType="num">
                                      <p:cBhvr>
                                        <p:cTn id="70" dur="500" fill="hold"/>
                                        <p:tgtEl>
                                          <p:spTgt spid="97338"/>
                                        </p:tgtEl>
                                        <p:attrNameLst>
                                          <p:attrName>ppt_x</p:attrName>
                                        </p:attrNameLst>
                                      </p:cBhvr>
                                      <p:tavLst>
                                        <p:tav tm="0">
                                          <p:val>
                                            <p:strVal val="#ppt_x"/>
                                          </p:val>
                                        </p:tav>
                                        <p:tav tm="100000">
                                          <p:val>
                                            <p:strVal val="#ppt_x"/>
                                          </p:val>
                                        </p:tav>
                                      </p:tavLst>
                                    </p:anim>
                                    <p:anim calcmode="lin" valueType="num">
                                      <p:cBhvr>
                                        <p:cTn id="71" dur="500" fill="hold"/>
                                        <p:tgtEl>
                                          <p:spTgt spid="97338"/>
                                        </p:tgtEl>
                                        <p:attrNameLst>
                                          <p:attrName>ppt_y</p:attrName>
                                        </p:attrNameLst>
                                      </p:cBhvr>
                                      <p:tavLst>
                                        <p:tav tm="0">
                                          <p:val>
                                            <p:strVal val="#ppt_y-#ppt_h/2"/>
                                          </p:val>
                                        </p:tav>
                                        <p:tav tm="100000">
                                          <p:val>
                                            <p:strVal val="#ppt_y"/>
                                          </p:val>
                                        </p:tav>
                                      </p:tavLst>
                                    </p:anim>
                                    <p:anim calcmode="lin" valueType="num">
                                      <p:cBhvr>
                                        <p:cTn id="72" dur="500" fill="hold"/>
                                        <p:tgtEl>
                                          <p:spTgt spid="97338"/>
                                        </p:tgtEl>
                                        <p:attrNameLst>
                                          <p:attrName>ppt_w</p:attrName>
                                        </p:attrNameLst>
                                      </p:cBhvr>
                                      <p:tavLst>
                                        <p:tav tm="0">
                                          <p:val>
                                            <p:strVal val="#ppt_w"/>
                                          </p:val>
                                        </p:tav>
                                        <p:tav tm="100000">
                                          <p:val>
                                            <p:strVal val="#ppt_w"/>
                                          </p:val>
                                        </p:tav>
                                      </p:tavLst>
                                    </p:anim>
                                    <p:anim calcmode="lin" valueType="num">
                                      <p:cBhvr>
                                        <p:cTn id="73" dur="500" fill="hold"/>
                                        <p:tgtEl>
                                          <p:spTgt spid="97338"/>
                                        </p:tgtEl>
                                        <p:attrNameLst>
                                          <p:attrName>ppt_h</p:attrName>
                                        </p:attrNameLst>
                                      </p:cBhvr>
                                      <p:tavLst>
                                        <p:tav tm="0">
                                          <p:val>
                                            <p:fltVal val="0.000000"/>
                                          </p:val>
                                        </p:tav>
                                        <p:tav tm="100000">
                                          <p:val>
                                            <p:strVal val="#ppt_h"/>
                                          </p:val>
                                        </p:tav>
                                      </p:tavLst>
                                    </p:anim>
                                  </p:childTnLst>
                                </p:cTn>
                              </p:par>
                            </p:childTnLst>
                          </p:cTn>
                        </p:par>
                      </p:childTnLst>
                    </p:cTn>
                  </p:par>
                  <p:par>
                    <p:cTn id="74" fill="hold">
                      <p:stCondLst>
                        <p:cond delay="indefinite"/>
                      </p:stCondLst>
                      <p:childTnLst>
                        <p:par>
                          <p:cTn id="75" fill="hold">
                            <p:stCondLst>
                              <p:cond delay="0"/>
                            </p:stCondLst>
                            <p:childTnLst>
                              <p:par>
                                <p:cTn id="76" presetID="22" presetClass="entr" presetSubtype="8" fill="hold" grpId="0" nodeType="clickEffect">
                                  <p:stCondLst>
                                    <p:cond delay="0"/>
                                  </p:stCondLst>
                                  <p:childTnLst>
                                    <p:set>
                                      <p:cBhvr>
                                        <p:cTn id="77" dur="1" fill="hold">
                                          <p:stCondLst>
                                            <p:cond delay="0"/>
                                          </p:stCondLst>
                                        </p:cTn>
                                        <p:tgtEl>
                                          <p:spTgt spid="97340"/>
                                        </p:tgtEl>
                                        <p:attrNameLst>
                                          <p:attrName>style.visibility</p:attrName>
                                        </p:attrNameLst>
                                      </p:cBhvr>
                                      <p:to>
                                        <p:strVal val="visible"/>
                                      </p:to>
                                    </p:set>
                                    <p:animEffect transition="in" filter="wipe(left)">
                                      <p:cBhvr>
                                        <p:cTn id="78" dur="2000"/>
                                        <p:tgtEl>
                                          <p:spTgt spid="9734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7297" grpId="0"/>
      <p:bldP spid="97340" grpId="0"/>
    </p:bldLst>
  </p:timing>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0483" name="Text Box 3"/>
          <p:cNvSpPr txBox="1"/>
          <p:nvPr/>
        </p:nvSpPr>
        <p:spPr>
          <a:xfrm>
            <a:off x="684213" y="549275"/>
            <a:ext cx="1111250" cy="519113"/>
          </a:xfrm>
          <a:prstGeom prst="rect">
            <a:avLst/>
          </a:prstGeom>
          <a:solidFill>
            <a:srgbClr val="990033"/>
          </a:solidFill>
          <a:ln w="12700">
            <a:noFill/>
          </a:ln>
        </p:spPr>
        <p:txBody>
          <a:bodyPr wrap="none" lIns="198000" rIns="198000" anchor="ctr" anchorCtr="0">
            <a:spAutoFit/>
          </a:bodyPr>
          <a:p>
            <a:pPr algn="ctr"/>
            <a:r>
              <a:rPr lang="zh-CN" altLang="en-US" dirty="0">
                <a:solidFill>
                  <a:schemeClr val="bg1"/>
                </a:solidFill>
                <a:latin typeface="Times New Roman" panose="02020603050405020304" pitchFamily="18" charset="0"/>
                <a:ea typeface="宋体" panose="02010600030101010101" pitchFamily="2" charset="-122"/>
              </a:rPr>
              <a:t>分析</a:t>
            </a:r>
            <a:endParaRPr lang="zh-CN" altLang="en-US" dirty="0">
              <a:solidFill>
                <a:schemeClr val="bg1"/>
              </a:solidFill>
              <a:latin typeface="Times New Roman" panose="02020603050405020304" pitchFamily="18" charset="0"/>
              <a:ea typeface="宋体" panose="02010600030101010101" pitchFamily="2" charset="-122"/>
            </a:endParaRPr>
          </a:p>
        </p:txBody>
      </p:sp>
      <p:grpSp>
        <p:nvGrpSpPr>
          <p:cNvPr id="2" name="Group 52"/>
          <p:cNvGrpSpPr/>
          <p:nvPr/>
        </p:nvGrpSpPr>
        <p:grpSpPr>
          <a:xfrm>
            <a:off x="6659563" y="2420938"/>
            <a:ext cx="442912" cy="862012"/>
            <a:chOff x="4205" y="1536"/>
            <a:chExt cx="279" cy="543"/>
          </a:xfrm>
        </p:grpSpPr>
        <p:sp>
          <p:nvSpPr>
            <p:cNvPr id="64572" name="Line 7"/>
            <p:cNvSpPr/>
            <p:nvPr/>
          </p:nvSpPr>
          <p:spPr>
            <a:xfrm flipV="1">
              <a:off x="4205" y="1536"/>
              <a:ext cx="0" cy="543"/>
            </a:xfrm>
            <a:prstGeom prst="line">
              <a:avLst/>
            </a:prstGeom>
            <a:ln w="28575" cap="flat" cmpd="sng">
              <a:solidFill>
                <a:srgbClr val="CCFF66"/>
              </a:solidFill>
              <a:prstDash val="solid"/>
              <a:headEnd type="none" w="med" len="med"/>
              <a:tailEnd type="triangle" w="med" len="med"/>
            </a:ln>
          </p:spPr>
        </p:sp>
        <p:graphicFrame>
          <p:nvGraphicFramePr>
            <p:cNvPr id="64521" name="Object 12"/>
            <p:cNvGraphicFramePr/>
            <p:nvPr/>
          </p:nvGraphicFramePr>
          <p:xfrm>
            <a:off x="4261" y="1583"/>
            <a:ext cx="223" cy="444"/>
          </p:xfrm>
          <a:graphic>
            <a:graphicData uri="http://schemas.openxmlformats.org/presentationml/2006/ole">
              <mc:AlternateContent xmlns:mc="http://schemas.openxmlformats.org/markup-compatibility/2006">
                <mc:Choice xmlns:v="urn:schemas-microsoft-com:vml" Requires="v">
                  <p:oleObj spid="_x0000_s3417" name="" r:id="rId1" imgW="190500" imgH="266065" progId="Equation.3">
                    <p:embed/>
                  </p:oleObj>
                </mc:Choice>
                <mc:Fallback>
                  <p:oleObj name="" r:id="rId1" imgW="190500" imgH="266065" progId="Equation.3">
                    <p:embed/>
                    <p:pic>
                      <p:nvPicPr>
                        <p:cNvPr id="0" name="图片 3416"/>
                        <p:cNvPicPr/>
                        <p:nvPr/>
                      </p:nvPicPr>
                      <p:blipFill>
                        <a:blip r:embed="rId2">
                          <a:clrChange>
                            <a:clrFrom>
                              <a:srgbClr val="000000"/>
                            </a:clrFrom>
                            <a:clrTo>
                              <a:srgbClr val="FFFFFF"/>
                            </a:clrTo>
                          </a:clrChange>
                        </a:blip>
                        <a:stretch>
                          <a:fillRect/>
                        </a:stretch>
                      </p:blipFill>
                      <p:spPr>
                        <a:xfrm>
                          <a:off x="4261" y="1583"/>
                          <a:ext cx="223" cy="444"/>
                        </a:xfrm>
                        <a:prstGeom prst="rect">
                          <a:avLst/>
                        </a:prstGeom>
                        <a:noFill/>
                        <a:ln w="38100">
                          <a:noFill/>
                          <a:miter/>
                        </a:ln>
                      </p:spPr>
                    </p:pic>
                  </p:oleObj>
                </mc:Fallback>
              </mc:AlternateContent>
            </a:graphicData>
          </a:graphic>
        </p:graphicFrame>
      </p:grpSp>
      <p:grpSp>
        <p:nvGrpSpPr>
          <p:cNvPr id="3" name="Group 53"/>
          <p:cNvGrpSpPr/>
          <p:nvPr/>
        </p:nvGrpSpPr>
        <p:grpSpPr>
          <a:xfrm>
            <a:off x="5003800" y="1306513"/>
            <a:ext cx="2943225" cy="627062"/>
            <a:chOff x="3152" y="823"/>
            <a:chExt cx="1854" cy="395"/>
          </a:xfrm>
        </p:grpSpPr>
        <p:sp>
          <p:nvSpPr>
            <p:cNvPr id="64571" name="Line 5"/>
            <p:cNvSpPr/>
            <p:nvPr/>
          </p:nvSpPr>
          <p:spPr>
            <a:xfrm>
              <a:off x="3152" y="1060"/>
              <a:ext cx="1579" cy="0"/>
            </a:xfrm>
            <a:prstGeom prst="line">
              <a:avLst/>
            </a:prstGeom>
            <a:ln w="28575" cap="flat" cmpd="sng">
              <a:solidFill>
                <a:srgbClr val="FFFF00"/>
              </a:solidFill>
              <a:prstDash val="solid"/>
              <a:headEnd type="none" w="med" len="med"/>
              <a:tailEnd type="triangle" w="med" len="med"/>
            </a:ln>
          </p:spPr>
        </p:sp>
        <p:graphicFrame>
          <p:nvGraphicFramePr>
            <p:cNvPr id="64520" name="Object 9"/>
            <p:cNvGraphicFramePr/>
            <p:nvPr/>
          </p:nvGraphicFramePr>
          <p:xfrm>
            <a:off x="4730" y="823"/>
            <a:ext cx="276" cy="395"/>
          </p:xfrm>
          <a:graphic>
            <a:graphicData uri="http://schemas.openxmlformats.org/presentationml/2006/ole">
              <mc:AlternateContent xmlns:mc="http://schemas.openxmlformats.org/markup-compatibility/2006">
                <mc:Choice xmlns:v="urn:schemas-microsoft-com:vml" Requires="v">
                  <p:oleObj spid="_x0000_s3419" name="" r:id="rId3" imgW="228600" imgH="228600" progId="Equation.3">
                    <p:embed/>
                  </p:oleObj>
                </mc:Choice>
                <mc:Fallback>
                  <p:oleObj name="" r:id="rId3" imgW="228600" imgH="228600" progId="Equation.3">
                    <p:embed/>
                    <p:pic>
                      <p:nvPicPr>
                        <p:cNvPr id="0" name="图片 3418"/>
                        <p:cNvPicPr/>
                        <p:nvPr/>
                      </p:nvPicPr>
                      <p:blipFill>
                        <a:blip r:embed="rId4">
                          <a:clrChange>
                            <a:clrFrom>
                              <a:srgbClr val="000000"/>
                            </a:clrFrom>
                            <a:clrTo>
                              <a:srgbClr val="FFFFFF"/>
                            </a:clrTo>
                          </a:clrChange>
                        </a:blip>
                        <a:stretch>
                          <a:fillRect/>
                        </a:stretch>
                      </p:blipFill>
                      <p:spPr>
                        <a:xfrm>
                          <a:off x="4730" y="823"/>
                          <a:ext cx="276" cy="395"/>
                        </a:xfrm>
                        <a:prstGeom prst="rect">
                          <a:avLst/>
                        </a:prstGeom>
                        <a:noFill/>
                        <a:ln w="38100">
                          <a:noFill/>
                          <a:miter/>
                        </a:ln>
                      </p:spPr>
                    </p:pic>
                  </p:oleObj>
                </mc:Fallback>
              </mc:AlternateContent>
            </a:graphicData>
          </a:graphic>
        </p:graphicFrame>
      </p:grpSp>
      <p:grpSp>
        <p:nvGrpSpPr>
          <p:cNvPr id="4" name="Group 55"/>
          <p:cNvGrpSpPr/>
          <p:nvPr/>
        </p:nvGrpSpPr>
        <p:grpSpPr>
          <a:xfrm>
            <a:off x="5003800" y="1628775"/>
            <a:ext cx="1671638" cy="2139950"/>
            <a:chOff x="3152" y="1026"/>
            <a:chExt cx="1053" cy="1348"/>
          </a:xfrm>
        </p:grpSpPr>
        <p:sp>
          <p:nvSpPr>
            <p:cNvPr id="64568" name="Line 8"/>
            <p:cNvSpPr/>
            <p:nvPr/>
          </p:nvSpPr>
          <p:spPr>
            <a:xfrm>
              <a:off x="3152" y="1060"/>
              <a:ext cx="1053" cy="1019"/>
            </a:xfrm>
            <a:prstGeom prst="line">
              <a:avLst/>
            </a:prstGeom>
            <a:ln w="28575" cap="flat" cmpd="sng">
              <a:solidFill>
                <a:srgbClr val="66FFFF"/>
              </a:solidFill>
              <a:prstDash val="solid"/>
              <a:headEnd type="none" w="med" len="med"/>
              <a:tailEnd type="triangle" w="med" len="med"/>
            </a:ln>
          </p:spPr>
        </p:sp>
        <p:graphicFrame>
          <p:nvGraphicFramePr>
            <p:cNvPr id="64519" name="Object 11"/>
            <p:cNvGraphicFramePr/>
            <p:nvPr/>
          </p:nvGraphicFramePr>
          <p:xfrm>
            <a:off x="3930" y="1910"/>
            <a:ext cx="219" cy="464"/>
          </p:xfrm>
          <a:graphic>
            <a:graphicData uri="http://schemas.openxmlformats.org/presentationml/2006/ole">
              <mc:AlternateContent xmlns:mc="http://schemas.openxmlformats.org/markup-compatibility/2006">
                <mc:Choice xmlns:v="urn:schemas-microsoft-com:vml" Requires="v">
                  <p:oleObj spid="_x0000_s3418" name="" r:id="rId5" imgW="177800" imgH="266065" progId="Equation.3">
                    <p:embed/>
                  </p:oleObj>
                </mc:Choice>
                <mc:Fallback>
                  <p:oleObj name="" r:id="rId5" imgW="177800" imgH="266065" progId="Equation.3">
                    <p:embed/>
                    <p:pic>
                      <p:nvPicPr>
                        <p:cNvPr id="0" name="图片 3417"/>
                        <p:cNvPicPr/>
                        <p:nvPr/>
                      </p:nvPicPr>
                      <p:blipFill>
                        <a:blip r:embed="rId6">
                          <a:clrChange>
                            <a:clrFrom>
                              <a:srgbClr val="000000"/>
                            </a:clrFrom>
                            <a:clrTo>
                              <a:srgbClr val="FFFFFF"/>
                            </a:clrTo>
                          </a:clrChange>
                        </a:blip>
                        <a:stretch>
                          <a:fillRect/>
                        </a:stretch>
                      </p:blipFill>
                      <p:spPr>
                        <a:xfrm>
                          <a:off x="3930" y="1910"/>
                          <a:ext cx="219" cy="464"/>
                        </a:xfrm>
                        <a:prstGeom prst="rect">
                          <a:avLst/>
                        </a:prstGeom>
                        <a:noFill/>
                        <a:ln w="38100">
                          <a:noFill/>
                          <a:miter/>
                        </a:ln>
                      </p:spPr>
                    </p:pic>
                  </p:oleObj>
                </mc:Fallback>
              </mc:AlternateContent>
            </a:graphicData>
          </a:graphic>
        </p:graphicFrame>
        <p:sp>
          <p:nvSpPr>
            <p:cNvPr id="64569" name="Freeform 13"/>
            <p:cNvSpPr/>
            <p:nvPr/>
          </p:nvSpPr>
          <p:spPr>
            <a:xfrm>
              <a:off x="3334" y="1075"/>
              <a:ext cx="45" cy="178"/>
            </a:xfrm>
            <a:custGeom>
              <a:avLst/>
              <a:gdLst>
                <a:gd name="txL" fmla="*/ 0 w 45"/>
                <a:gd name="txT" fmla="*/ 0 h 126"/>
                <a:gd name="txR" fmla="*/ 45 w 45"/>
                <a:gd name="txB" fmla="*/ 126 h 126"/>
              </a:gdLst>
              <a:ahLst/>
              <a:cxnLst>
                <a:cxn ang="0">
                  <a:pos x="0" y="126"/>
                </a:cxn>
                <a:cxn ang="0">
                  <a:pos x="45" y="0"/>
                </a:cxn>
              </a:cxnLst>
              <a:rect l="txL" t="txT" r="txR" b="txB"/>
              <a:pathLst>
                <a:path w="45" h="126">
                  <a:moveTo>
                    <a:pt x="0" y="126"/>
                  </a:moveTo>
                  <a:cubicBezTo>
                    <a:pt x="35" y="91"/>
                    <a:pt x="45" y="54"/>
                    <a:pt x="45" y="0"/>
                  </a:cubicBezTo>
                </a:path>
              </a:pathLst>
            </a:custGeom>
            <a:noFill/>
            <a:ln w="28575" cap="flat" cmpd="sng">
              <a:solidFill>
                <a:srgbClr val="66FF33"/>
              </a:solidFill>
              <a:prstDash val="solid"/>
              <a:round/>
              <a:headEnd type="none" w="med" len="med"/>
              <a:tailEnd type="none" w="med" len="med"/>
            </a:ln>
          </p:spPr>
          <p:txBody>
            <a:bodyPr wrap="none" anchor="ctr" anchorCtr="0"/>
            <a:p>
              <a:endParaRPr lang="zh-CN" altLang="en-US" dirty="0">
                <a:latin typeface="楷体_GB2312" pitchFamily="49" charset="-122"/>
              </a:endParaRPr>
            </a:p>
          </p:txBody>
        </p:sp>
        <p:sp>
          <p:nvSpPr>
            <p:cNvPr id="64570" name="Text Box 14"/>
            <p:cNvSpPr txBox="1"/>
            <p:nvPr/>
          </p:nvSpPr>
          <p:spPr>
            <a:xfrm>
              <a:off x="3334" y="1026"/>
              <a:ext cx="296" cy="288"/>
            </a:xfrm>
            <a:prstGeom prst="rect">
              <a:avLst/>
            </a:prstGeom>
            <a:noFill/>
            <a:ln w="28575">
              <a:noFill/>
            </a:ln>
          </p:spPr>
          <p:txBody>
            <a:bodyPr wrap="none" anchor="ctr" anchorCtr="0">
              <a:spAutoFit/>
            </a:bodyPr>
            <a:p>
              <a:pPr algn="ctr"/>
              <a:r>
                <a:rPr lang="en-US" altLang="zh-CN" sz="2400" b="0" i="1" dirty="0">
                  <a:solidFill>
                    <a:schemeClr val="bg1"/>
                  </a:solidFill>
                  <a:latin typeface="Symbol" panose="05050102010706020507" pitchFamily="18" charset="2"/>
                  <a:ea typeface="宋体" panose="02010600030101010101" pitchFamily="2" charset="-122"/>
                </a:rPr>
                <a:t>j</a:t>
              </a:r>
              <a:r>
                <a:rPr lang="en-US" altLang="zh-CN" sz="2400" b="0" baseline="-25000" dirty="0">
                  <a:solidFill>
                    <a:schemeClr val="bg1"/>
                  </a:solidFill>
                  <a:latin typeface="Times New Roman" panose="02020603050405020304" pitchFamily="18" charset="0"/>
                  <a:ea typeface="宋体" panose="02010600030101010101" pitchFamily="2" charset="-122"/>
                </a:rPr>
                <a:t>1</a:t>
              </a:r>
              <a:endParaRPr lang="en-US" altLang="zh-CN" sz="2400" b="0" dirty="0">
                <a:solidFill>
                  <a:schemeClr val="bg1"/>
                </a:solidFill>
                <a:latin typeface="Times New Roman" panose="02020603050405020304" pitchFamily="18" charset="0"/>
                <a:ea typeface="宋体" panose="02010600030101010101" pitchFamily="2" charset="-122"/>
              </a:endParaRPr>
            </a:p>
          </p:txBody>
        </p:sp>
      </p:grpSp>
      <p:grpSp>
        <p:nvGrpSpPr>
          <p:cNvPr id="5" name="Group 98"/>
          <p:cNvGrpSpPr/>
          <p:nvPr/>
        </p:nvGrpSpPr>
        <p:grpSpPr>
          <a:xfrm>
            <a:off x="5003800" y="1557338"/>
            <a:ext cx="1671638" cy="876300"/>
            <a:chOff x="3288" y="346"/>
            <a:chExt cx="1053" cy="552"/>
          </a:xfrm>
        </p:grpSpPr>
        <p:sp>
          <p:nvSpPr>
            <p:cNvPr id="64564" name="Line 6"/>
            <p:cNvSpPr/>
            <p:nvPr/>
          </p:nvSpPr>
          <p:spPr>
            <a:xfrm>
              <a:off x="3288" y="422"/>
              <a:ext cx="1053" cy="476"/>
            </a:xfrm>
            <a:prstGeom prst="line">
              <a:avLst/>
            </a:prstGeom>
            <a:ln w="28575" cap="flat" cmpd="sng">
              <a:solidFill>
                <a:srgbClr val="FF3300"/>
              </a:solidFill>
              <a:prstDash val="solid"/>
              <a:headEnd type="none" w="med" len="med"/>
              <a:tailEnd type="triangle" w="med" len="med"/>
            </a:ln>
          </p:spPr>
        </p:sp>
        <p:graphicFrame>
          <p:nvGraphicFramePr>
            <p:cNvPr id="64518" name="Object 10"/>
            <p:cNvGraphicFramePr/>
            <p:nvPr/>
          </p:nvGraphicFramePr>
          <p:xfrm>
            <a:off x="4204" y="466"/>
            <a:ext cx="136" cy="333"/>
          </p:xfrm>
          <a:graphic>
            <a:graphicData uri="http://schemas.openxmlformats.org/presentationml/2006/ole">
              <mc:AlternateContent xmlns:mc="http://schemas.openxmlformats.org/markup-compatibility/2006">
                <mc:Choice xmlns:v="urn:schemas-microsoft-com:vml" Requires="v">
                  <p:oleObj spid="_x0000_s3420" name="" r:id="rId7" imgW="127000" imgH="215265" progId="Equation.3">
                    <p:embed/>
                  </p:oleObj>
                </mc:Choice>
                <mc:Fallback>
                  <p:oleObj name="" r:id="rId7" imgW="127000" imgH="215265" progId="Equation.3">
                    <p:embed/>
                    <p:pic>
                      <p:nvPicPr>
                        <p:cNvPr id="0" name="图片 3419"/>
                        <p:cNvPicPr/>
                        <p:nvPr/>
                      </p:nvPicPr>
                      <p:blipFill>
                        <a:blip r:embed="rId8">
                          <a:clrChange>
                            <a:clrFrom>
                              <a:srgbClr val="000000"/>
                            </a:clrFrom>
                            <a:clrTo>
                              <a:srgbClr val="FFFFFF"/>
                            </a:clrTo>
                          </a:clrChange>
                        </a:blip>
                        <a:stretch>
                          <a:fillRect/>
                        </a:stretch>
                      </p:blipFill>
                      <p:spPr>
                        <a:xfrm>
                          <a:off x="4204" y="466"/>
                          <a:ext cx="136" cy="333"/>
                        </a:xfrm>
                        <a:prstGeom prst="rect">
                          <a:avLst/>
                        </a:prstGeom>
                        <a:noFill/>
                        <a:ln w="38100">
                          <a:noFill/>
                          <a:miter/>
                        </a:ln>
                      </p:spPr>
                    </p:pic>
                  </p:oleObj>
                </mc:Fallback>
              </mc:AlternateContent>
            </a:graphicData>
          </a:graphic>
        </p:graphicFrame>
        <p:sp>
          <p:nvSpPr>
            <p:cNvPr id="64565" name="Freeform 15"/>
            <p:cNvSpPr/>
            <p:nvPr/>
          </p:nvSpPr>
          <p:spPr>
            <a:xfrm>
              <a:off x="3754" y="422"/>
              <a:ext cx="34" cy="208"/>
            </a:xfrm>
            <a:custGeom>
              <a:avLst/>
              <a:gdLst>
                <a:gd name="txL" fmla="*/ 0 w 34"/>
                <a:gd name="txT" fmla="*/ 0 h 147"/>
                <a:gd name="txR" fmla="*/ 34 w 34"/>
                <a:gd name="txB" fmla="*/ 147 h 147"/>
              </a:gdLst>
              <a:ahLst/>
              <a:cxnLst>
                <a:cxn ang="0">
                  <a:pos x="18" y="3"/>
                </a:cxn>
                <a:cxn ang="0">
                  <a:pos x="33" y="81"/>
                </a:cxn>
                <a:cxn ang="0">
                  <a:pos x="0" y="147"/>
                </a:cxn>
              </a:cxnLst>
              <a:rect l="txL" t="txT" r="txR" b="txB"/>
              <a:pathLst>
                <a:path w="34" h="147">
                  <a:moveTo>
                    <a:pt x="18" y="3"/>
                  </a:moveTo>
                  <a:cubicBezTo>
                    <a:pt x="24" y="0"/>
                    <a:pt x="34" y="57"/>
                    <a:pt x="33" y="81"/>
                  </a:cubicBezTo>
                  <a:cubicBezTo>
                    <a:pt x="30" y="105"/>
                    <a:pt x="7" y="133"/>
                    <a:pt x="0" y="147"/>
                  </a:cubicBezTo>
                </a:path>
              </a:pathLst>
            </a:custGeom>
            <a:noFill/>
            <a:ln w="28575" cap="flat" cmpd="sng">
              <a:solidFill>
                <a:srgbClr val="66FF33"/>
              </a:solidFill>
              <a:prstDash val="solid"/>
              <a:round/>
              <a:headEnd type="none" w="med" len="med"/>
              <a:tailEnd type="none" w="med" len="med"/>
            </a:ln>
          </p:spPr>
          <p:txBody>
            <a:bodyPr wrap="none" anchor="ctr" anchorCtr="0"/>
            <a:p>
              <a:endParaRPr lang="zh-CN" altLang="en-US" dirty="0">
                <a:latin typeface="楷体_GB2312" pitchFamily="49" charset="-122"/>
              </a:endParaRPr>
            </a:p>
          </p:txBody>
        </p:sp>
        <p:sp>
          <p:nvSpPr>
            <p:cNvPr id="64566" name="Freeform 16"/>
            <p:cNvSpPr/>
            <p:nvPr/>
          </p:nvSpPr>
          <p:spPr>
            <a:xfrm>
              <a:off x="3787" y="418"/>
              <a:ext cx="33" cy="229"/>
            </a:xfrm>
            <a:custGeom>
              <a:avLst/>
              <a:gdLst>
                <a:gd name="txL" fmla="*/ 0 w 33"/>
                <a:gd name="txT" fmla="*/ 0 h 162"/>
                <a:gd name="txR" fmla="*/ 33 w 33"/>
                <a:gd name="txB" fmla="*/ 162 h 162"/>
              </a:gdLst>
              <a:ahLst/>
              <a:cxnLst>
                <a:cxn ang="0">
                  <a:pos x="18" y="0"/>
                </a:cxn>
                <a:cxn ang="0">
                  <a:pos x="30" y="84"/>
                </a:cxn>
                <a:cxn ang="0">
                  <a:pos x="0" y="162"/>
                </a:cxn>
              </a:cxnLst>
              <a:rect l="txL" t="txT" r="txR" b="txB"/>
              <a:pathLst>
                <a:path w="33" h="162">
                  <a:moveTo>
                    <a:pt x="18" y="0"/>
                  </a:moveTo>
                  <a:cubicBezTo>
                    <a:pt x="15" y="6"/>
                    <a:pt x="33" y="57"/>
                    <a:pt x="30" y="84"/>
                  </a:cubicBezTo>
                  <a:cubicBezTo>
                    <a:pt x="27" y="111"/>
                    <a:pt x="6" y="146"/>
                    <a:pt x="0" y="162"/>
                  </a:cubicBezTo>
                </a:path>
              </a:pathLst>
            </a:custGeom>
            <a:noFill/>
            <a:ln w="28575" cap="flat" cmpd="sng">
              <a:solidFill>
                <a:srgbClr val="66FF33"/>
              </a:solidFill>
              <a:prstDash val="solid"/>
              <a:round/>
              <a:headEnd type="none" w="med" len="med"/>
              <a:tailEnd type="none" w="med" len="med"/>
            </a:ln>
          </p:spPr>
          <p:txBody>
            <a:bodyPr wrap="none" anchor="ctr" anchorCtr="0"/>
            <a:p>
              <a:endParaRPr lang="zh-CN" altLang="en-US" dirty="0">
                <a:latin typeface="楷体_GB2312" pitchFamily="49" charset="-122"/>
              </a:endParaRPr>
            </a:p>
          </p:txBody>
        </p:sp>
        <p:sp>
          <p:nvSpPr>
            <p:cNvPr id="64567" name="Text Box 17"/>
            <p:cNvSpPr txBox="1"/>
            <p:nvPr/>
          </p:nvSpPr>
          <p:spPr>
            <a:xfrm>
              <a:off x="3806" y="346"/>
              <a:ext cx="296" cy="288"/>
            </a:xfrm>
            <a:prstGeom prst="rect">
              <a:avLst/>
            </a:prstGeom>
            <a:noFill/>
            <a:ln w="28575">
              <a:noFill/>
            </a:ln>
          </p:spPr>
          <p:txBody>
            <a:bodyPr wrap="none" anchor="ctr" anchorCtr="0">
              <a:spAutoFit/>
            </a:bodyPr>
            <a:p>
              <a:pPr algn="ctr"/>
              <a:r>
                <a:rPr lang="en-US" altLang="zh-CN" sz="2400" b="0" i="1" dirty="0">
                  <a:solidFill>
                    <a:schemeClr val="bg1"/>
                  </a:solidFill>
                  <a:latin typeface="Symbol" panose="05050102010706020507" pitchFamily="18" charset="2"/>
                  <a:ea typeface="宋体" panose="02010600030101010101" pitchFamily="2" charset="-122"/>
                </a:rPr>
                <a:t>j</a:t>
              </a:r>
              <a:r>
                <a:rPr lang="en-US" altLang="zh-CN" sz="2400" b="0" baseline="-25000" dirty="0">
                  <a:solidFill>
                    <a:schemeClr val="bg1"/>
                  </a:solidFill>
                  <a:latin typeface="Times New Roman" panose="02020603050405020304" pitchFamily="18" charset="0"/>
                  <a:ea typeface="宋体" panose="02010600030101010101" pitchFamily="2" charset="-122"/>
                </a:rPr>
                <a:t>2</a:t>
              </a:r>
              <a:endParaRPr lang="en-US" altLang="zh-CN" sz="2400" b="0" dirty="0">
                <a:solidFill>
                  <a:schemeClr val="bg1"/>
                </a:solidFill>
                <a:latin typeface="Times New Roman" panose="02020603050405020304" pitchFamily="18" charset="0"/>
                <a:ea typeface="宋体" panose="02010600030101010101" pitchFamily="2" charset="-122"/>
              </a:endParaRPr>
            </a:p>
          </p:txBody>
        </p:sp>
      </p:grpSp>
      <p:sp>
        <p:nvSpPr>
          <p:cNvPr id="20529" name="Text Box 49"/>
          <p:cNvSpPr txBox="1"/>
          <p:nvPr/>
        </p:nvSpPr>
        <p:spPr>
          <a:xfrm>
            <a:off x="971550" y="4292600"/>
            <a:ext cx="7345363" cy="1630363"/>
          </a:xfrm>
          <a:prstGeom prst="rect">
            <a:avLst/>
          </a:prstGeom>
          <a:noFill/>
          <a:ln w="9525">
            <a:noFill/>
          </a:ln>
        </p:spPr>
        <p:txBody>
          <a:bodyPr>
            <a:spAutoFit/>
          </a:bodyPr>
          <a:p>
            <a:pPr>
              <a:lnSpc>
                <a:spcPct val="120000"/>
              </a:lnSpc>
              <a:spcBef>
                <a:spcPct val="50000"/>
              </a:spcBef>
            </a:pPr>
            <a:r>
              <a:rPr lang="en-US" altLang="zh-CN" dirty="0">
                <a:latin typeface="楷体_GB2312" pitchFamily="49" charset="-122"/>
              </a:rPr>
              <a:t>    </a:t>
            </a:r>
            <a:r>
              <a:rPr lang="zh-CN" altLang="en-US" dirty="0">
                <a:latin typeface="楷体_GB2312" pitchFamily="49" charset="-122"/>
              </a:rPr>
              <a:t>并联电容后，原负载的电压和电流不变，吸收的有功功率和无功功率不变，即：负载的工作状态不变。但电路的功率因数提高了。</a:t>
            </a:r>
            <a:endParaRPr lang="zh-CN" altLang="en-US" dirty="0">
              <a:latin typeface="楷体_GB2312" pitchFamily="49" charset="-122"/>
            </a:endParaRPr>
          </a:p>
        </p:txBody>
      </p:sp>
      <p:sp>
        <p:nvSpPr>
          <p:cNvPr id="20530" name="Text Box 50"/>
          <p:cNvSpPr txBox="1"/>
          <p:nvPr/>
        </p:nvSpPr>
        <p:spPr>
          <a:xfrm>
            <a:off x="539750" y="3644900"/>
            <a:ext cx="1655763" cy="519113"/>
          </a:xfrm>
          <a:prstGeom prst="rect">
            <a:avLst/>
          </a:prstGeom>
          <a:solidFill>
            <a:srgbClr val="990033"/>
          </a:solidFill>
          <a:ln w="12700">
            <a:noFill/>
          </a:ln>
        </p:spPr>
        <p:txBody>
          <a:bodyPr lIns="198000" rIns="198000" anchor="ctr" anchorCtr="0">
            <a:spAutoFit/>
          </a:bodyPr>
          <a:p>
            <a:pPr algn="ctr"/>
            <a:r>
              <a:rPr lang="zh-CN" altLang="en-US" dirty="0">
                <a:solidFill>
                  <a:schemeClr val="bg1"/>
                </a:solidFill>
                <a:latin typeface="Times New Roman" panose="02020603050405020304" pitchFamily="18" charset="0"/>
                <a:ea typeface="宋体" panose="02010600030101010101" pitchFamily="2" charset="-122"/>
              </a:rPr>
              <a:t>特点：</a:t>
            </a:r>
            <a:endParaRPr lang="zh-CN" altLang="en-US" dirty="0">
              <a:solidFill>
                <a:schemeClr val="bg1"/>
              </a:solidFill>
              <a:latin typeface="Times New Roman" panose="02020603050405020304" pitchFamily="18" charset="0"/>
              <a:ea typeface="宋体" panose="02010600030101010101" pitchFamily="2" charset="-122"/>
            </a:endParaRPr>
          </a:p>
        </p:txBody>
      </p:sp>
      <p:grpSp>
        <p:nvGrpSpPr>
          <p:cNvPr id="64529" name="Group 60"/>
          <p:cNvGrpSpPr/>
          <p:nvPr/>
        </p:nvGrpSpPr>
        <p:grpSpPr>
          <a:xfrm>
            <a:off x="8316913" y="6446838"/>
            <a:ext cx="792162" cy="366712"/>
            <a:chOff x="5193" y="4020"/>
            <a:chExt cx="499" cy="231"/>
          </a:xfrm>
        </p:grpSpPr>
        <p:pic>
          <p:nvPicPr>
            <p:cNvPr id="64562" name="Picture 61" descr="78900"/>
            <p:cNvPicPr>
              <a:picLocks noChangeAspect="1"/>
            </p:cNvPicPr>
            <p:nvPr/>
          </p:nvPicPr>
          <p:blipFill>
            <a:blip r:embed="rId9"/>
            <a:stretch>
              <a:fillRect/>
            </a:stretch>
          </p:blipFill>
          <p:spPr>
            <a:xfrm>
              <a:off x="5193" y="4066"/>
              <a:ext cx="499" cy="181"/>
            </a:xfrm>
            <a:prstGeom prst="rect">
              <a:avLst/>
            </a:prstGeom>
            <a:noFill/>
            <a:ln w="9525">
              <a:noFill/>
            </a:ln>
          </p:spPr>
        </p:pic>
        <p:sp>
          <p:nvSpPr>
            <p:cNvPr id="64563" name="Text Box 62">
              <a:hlinkClick r:id="" action="ppaction://hlinkshowjump?jump=nextslide"/>
            </p:cNvPr>
            <p:cNvSpPr txBox="1"/>
            <p:nvPr/>
          </p:nvSpPr>
          <p:spPr>
            <a:xfrm>
              <a:off x="5216" y="4020"/>
              <a:ext cx="476" cy="231"/>
            </a:xfrm>
            <a:prstGeom prst="rect">
              <a:avLst/>
            </a:prstGeom>
            <a:noFill/>
            <a:ln w="9525">
              <a:noFill/>
            </a:ln>
          </p:spPr>
          <p:txBody>
            <a:bodyPr wrap="none">
              <a:spAutoFit/>
            </a:bodyPr>
            <a:p>
              <a:pPr>
                <a:spcBef>
                  <a:spcPct val="50000"/>
                </a:spcBef>
              </a:pPr>
              <a:r>
                <a:rPr lang="zh-CN" altLang="en-US" sz="1800" b="0" dirty="0">
                  <a:solidFill>
                    <a:schemeClr val="bg1"/>
                  </a:solidFill>
                  <a:latin typeface="隶书" panose="02010509060101010101" pitchFamily="49" charset="-122"/>
                  <a:ea typeface="隶书" panose="02010509060101010101" pitchFamily="49" charset="-122"/>
                </a:rPr>
                <a:t>下 页</a:t>
              </a:r>
              <a:endParaRPr lang="zh-CN" altLang="en-US" sz="1800" b="0" dirty="0">
                <a:solidFill>
                  <a:schemeClr val="bg1"/>
                </a:solidFill>
                <a:latin typeface="隶书" panose="02010509060101010101" pitchFamily="49" charset="-122"/>
                <a:ea typeface="隶书" panose="02010509060101010101" pitchFamily="49" charset="-122"/>
              </a:endParaRPr>
            </a:p>
          </p:txBody>
        </p:sp>
      </p:grpSp>
      <p:grpSp>
        <p:nvGrpSpPr>
          <p:cNvPr id="64530" name="Group 63"/>
          <p:cNvGrpSpPr/>
          <p:nvPr/>
        </p:nvGrpSpPr>
        <p:grpSpPr>
          <a:xfrm>
            <a:off x="7453313" y="6446838"/>
            <a:ext cx="792162" cy="366712"/>
            <a:chOff x="4649" y="4020"/>
            <a:chExt cx="499" cy="231"/>
          </a:xfrm>
        </p:grpSpPr>
        <p:pic>
          <p:nvPicPr>
            <p:cNvPr id="64560" name="Picture 64" descr="78900"/>
            <p:cNvPicPr>
              <a:picLocks noChangeAspect="1"/>
            </p:cNvPicPr>
            <p:nvPr/>
          </p:nvPicPr>
          <p:blipFill>
            <a:blip r:embed="rId9"/>
            <a:stretch>
              <a:fillRect/>
            </a:stretch>
          </p:blipFill>
          <p:spPr>
            <a:xfrm>
              <a:off x="4649" y="4066"/>
              <a:ext cx="499" cy="181"/>
            </a:xfrm>
            <a:prstGeom prst="rect">
              <a:avLst/>
            </a:prstGeom>
            <a:noFill/>
            <a:ln w="9525">
              <a:noFill/>
            </a:ln>
          </p:spPr>
        </p:pic>
        <p:sp>
          <p:nvSpPr>
            <p:cNvPr id="64561" name="Text Box 65">
              <a:hlinkClick r:id="" action="ppaction://hlinkshowjump?jump=previousslide"/>
            </p:cNvPr>
            <p:cNvSpPr txBox="1"/>
            <p:nvPr/>
          </p:nvSpPr>
          <p:spPr>
            <a:xfrm>
              <a:off x="4672" y="4020"/>
              <a:ext cx="476" cy="231"/>
            </a:xfrm>
            <a:prstGeom prst="rect">
              <a:avLst/>
            </a:prstGeom>
            <a:noFill/>
            <a:ln w="9525">
              <a:noFill/>
            </a:ln>
          </p:spPr>
          <p:txBody>
            <a:bodyPr wrap="none">
              <a:spAutoFit/>
            </a:bodyPr>
            <a:p>
              <a:pPr>
                <a:spcBef>
                  <a:spcPct val="50000"/>
                </a:spcBef>
              </a:pPr>
              <a:r>
                <a:rPr lang="zh-CN" altLang="en-US" sz="1800" b="0" dirty="0">
                  <a:solidFill>
                    <a:schemeClr val="bg1"/>
                  </a:solidFill>
                  <a:latin typeface="隶书" panose="02010509060101010101" pitchFamily="49" charset="-122"/>
                  <a:ea typeface="隶书" panose="02010509060101010101" pitchFamily="49" charset="-122"/>
                </a:rPr>
                <a:t>上 页</a:t>
              </a:r>
              <a:endParaRPr lang="zh-CN" altLang="en-US" sz="1800" b="0" dirty="0">
                <a:solidFill>
                  <a:schemeClr val="bg1"/>
                </a:solidFill>
                <a:latin typeface="隶书" panose="02010509060101010101" pitchFamily="49" charset="-122"/>
                <a:ea typeface="隶书" panose="02010509060101010101" pitchFamily="49" charset="-122"/>
              </a:endParaRPr>
            </a:p>
          </p:txBody>
        </p:sp>
      </p:grpSp>
      <p:grpSp>
        <p:nvGrpSpPr>
          <p:cNvPr id="64531" name="Group 102"/>
          <p:cNvGrpSpPr/>
          <p:nvPr/>
        </p:nvGrpSpPr>
        <p:grpSpPr>
          <a:xfrm>
            <a:off x="6588125" y="6446838"/>
            <a:ext cx="792163" cy="366712"/>
            <a:chOff x="4649" y="4020"/>
            <a:chExt cx="499" cy="231"/>
          </a:xfrm>
        </p:grpSpPr>
        <p:pic>
          <p:nvPicPr>
            <p:cNvPr id="64558" name="Picture 103" descr="78900"/>
            <p:cNvPicPr>
              <a:picLocks noChangeAspect="1"/>
            </p:cNvPicPr>
            <p:nvPr/>
          </p:nvPicPr>
          <p:blipFill>
            <a:blip r:embed="rId9"/>
            <a:stretch>
              <a:fillRect/>
            </a:stretch>
          </p:blipFill>
          <p:spPr>
            <a:xfrm>
              <a:off x="4649" y="4066"/>
              <a:ext cx="499" cy="181"/>
            </a:xfrm>
            <a:prstGeom prst="rect">
              <a:avLst/>
            </a:prstGeom>
            <a:noFill/>
            <a:ln w="9525">
              <a:noFill/>
            </a:ln>
          </p:spPr>
        </p:pic>
        <p:sp>
          <p:nvSpPr>
            <p:cNvPr id="64559" name="Text Box 104">
              <a:hlinkClick r:id="" action="ppaction://hlinkshowjump?jump=firstslide"/>
            </p:cNvPr>
            <p:cNvSpPr txBox="1"/>
            <p:nvPr/>
          </p:nvSpPr>
          <p:spPr>
            <a:xfrm>
              <a:off x="4672" y="4020"/>
              <a:ext cx="476" cy="231"/>
            </a:xfrm>
            <a:prstGeom prst="rect">
              <a:avLst/>
            </a:prstGeom>
            <a:noFill/>
            <a:ln w="9525">
              <a:noFill/>
            </a:ln>
          </p:spPr>
          <p:txBody>
            <a:bodyPr wrap="none">
              <a:spAutoFit/>
            </a:bodyPr>
            <a:p>
              <a:pPr>
                <a:spcBef>
                  <a:spcPct val="50000"/>
                </a:spcBef>
              </a:pPr>
              <a:r>
                <a:rPr lang="zh-CN" altLang="en-US" sz="1800" b="0" dirty="0">
                  <a:solidFill>
                    <a:schemeClr val="bg1"/>
                  </a:solidFill>
                  <a:latin typeface="隶书" panose="02010509060101010101" pitchFamily="49" charset="-122"/>
                  <a:ea typeface="隶书" panose="02010509060101010101" pitchFamily="49" charset="-122"/>
                </a:rPr>
                <a:t>返 回</a:t>
              </a:r>
              <a:endParaRPr lang="zh-CN" altLang="en-US" sz="1800" b="0" dirty="0">
                <a:solidFill>
                  <a:schemeClr val="bg1"/>
                </a:solidFill>
                <a:latin typeface="隶书" panose="02010509060101010101" pitchFamily="49" charset="-122"/>
                <a:ea typeface="隶书" panose="02010509060101010101" pitchFamily="49" charset="-122"/>
              </a:endParaRPr>
            </a:p>
          </p:txBody>
        </p:sp>
      </p:grpSp>
      <p:grpSp>
        <p:nvGrpSpPr>
          <p:cNvPr id="9" name="Group 110"/>
          <p:cNvGrpSpPr/>
          <p:nvPr/>
        </p:nvGrpSpPr>
        <p:grpSpPr>
          <a:xfrm>
            <a:off x="2051050" y="908050"/>
            <a:ext cx="2528888" cy="2474913"/>
            <a:chOff x="1292" y="572"/>
            <a:chExt cx="1593" cy="1559"/>
          </a:xfrm>
        </p:grpSpPr>
        <p:grpSp>
          <p:nvGrpSpPr>
            <p:cNvPr id="64533" name="Group 70"/>
            <p:cNvGrpSpPr/>
            <p:nvPr/>
          </p:nvGrpSpPr>
          <p:grpSpPr>
            <a:xfrm>
              <a:off x="2597" y="1443"/>
              <a:ext cx="288" cy="92"/>
              <a:chOff x="2208" y="1732"/>
              <a:chExt cx="174" cy="93"/>
            </a:xfrm>
          </p:grpSpPr>
          <p:sp>
            <p:nvSpPr>
              <p:cNvPr id="64556" name="Line 71"/>
              <p:cNvSpPr/>
              <p:nvPr/>
            </p:nvSpPr>
            <p:spPr>
              <a:xfrm>
                <a:off x="2208" y="1732"/>
                <a:ext cx="174" cy="1"/>
              </a:xfrm>
              <a:prstGeom prst="line">
                <a:avLst/>
              </a:prstGeom>
              <a:ln w="57150" cap="flat" cmpd="sng">
                <a:solidFill>
                  <a:srgbClr val="FF9900"/>
                </a:solidFill>
                <a:prstDash val="solid"/>
                <a:headEnd type="none" w="med" len="med"/>
                <a:tailEnd type="none" w="med" len="med"/>
              </a:ln>
            </p:spPr>
          </p:sp>
          <p:sp>
            <p:nvSpPr>
              <p:cNvPr id="64557" name="Line 72"/>
              <p:cNvSpPr/>
              <p:nvPr/>
            </p:nvSpPr>
            <p:spPr>
              <a:xfrm>
                <a:off x="2208" y="1824"/>
                <a:ext cx="174" cy="1"/>
              </a:xfrm>
              <a:prstGeom prst="line">
                <a:avLst/>
              </a:prstGeom>
              <a:ln w="57150" cap="flat" cmpd="sng">
                <a:solidFill>
                  <a:srgbClr val="FF9900"/>
                </a:solidFill>
                <a:prstDash val="solid"/>
                <a:headEnd type="none" w="med" len="med"/>
                <a:tailEnd type="none" w="med" len="med"/>
              </a:ln>
            </p:spPr>
          </p:sp>
        </p:grpSp>
        <p:sp>
          <p:nvSpPr>
            <p:cNvPr id="64534" name="Line 73"/>
            <p:cNvSpPr/>
            <p:nvPr/>
          </p:nvSpPr>
          <p:spPr>
            <a:xfrm>
              <a:off x="2069" y="911"/>
              <a:ext cx="3" cy="614"/>
            </a:xfrm>
            <a:prstGeom prst="line">
              <a:avLst/>
            </a:prstGeom>
            <a:ln w="28575" cap="flat" cmpd="sng">
              <a:solidFill>
                <a:srgbClr val="FFCC00"/>
              </a:solidFill>
              <a:prstDash val="solid"/>
              <a:headEnd type="oval" w="med" len="med"/>
              <a:tailEnd type="none" w="med" len="med"/>
            </a:ln>
          </p:spPr>
        </p:sp>
        <p:sp>
          <p:nvSpPr>
            <p:cNvPr id="64535" name="Line 74"/>
            <p:cNvSpPr/>
            <p:nvPr/>
          </p:nvSpPr>
          <p:spPr>
            <a:xfrm>
              <a:off x="1445" y="911"/>
              <a:ext cx="1284" cy="0"/>
            </a:xfrm>
            <a:prstGeom prst="line">
              <a:avLst/>
            </a:prstGeom>
            <a:ln w="28575" cap="flat" cmpd="sng">
              <a:solidFill>
                <a:srgbClr val="FFCC00"/>
              </a:solidFill>
              <a:prstDash val="solid"/>
              <a:headEnd type="none" w="med" len="med"/>
              <a:tailEnd type="none" w="med" len="med"/>
            </a:ln>
          </p:spPr>
        </p:sp>
        <p:sp>
          <p:nvSpPr>
            <p:cNvPr id="64536" name="Line 75"/>
            <p:cNvSpPr/>
            <p:nvPr/>
          </p:nvSpPr>
          <p:spPr>
            <a:xfrm>
              <a:off x="2729" y="911"/>
              <a:ext cx="0" cy="528"/>
            </a:xfrm>
            <a:prstGeom prst="line">
              <a:avLst/>
            </a:prstGeom>
            <a:ln w="28575" cap="flat" cmpd="sng">
              <a:solidFill>
                <a:srgbClr val="FFCC00"/>
              </a:solidFill>
              <a:prstDash val="solid"/>
              <a:headEnd type="none" w="med" len="med"/>
              <a:tailEnd type="none" w="med" len="med"/>
            </a:ln>
          </p:spPr>
        </p:sp>
        <p:sp>
          <p:nvSpPr>
            <p:cNvPr id="64537" name="Line 76"/>
            <p:cNvSpPr/>
            <p:nvPr/>
          </p:nvSpPr>
          <p:spPr>
            <a:xfrm>
              <a:off x="2729" y="1535"/>
              <a:ext cx="0" cy="576"/>
            </a:xfrm>
            <a:prstGeom prst="line">
              <a:avLst/>
            </a:prstGeom>
            <a:ln w="28575" cap="flat" cmpd="sng">
              <a:solidFill>
                <a:srgbClr val="FFCC00"/>
              </a:solidFill>
              <a:prstDash val="solid"/>
              <a:headEnd type="none" w="med" len="med"/>
              <a:tailEnd type="none" w="med" len="med"/>
            </a:ln>
          </p:spPr>
        </p:sp>
        <p:sp>
          <p:nvSpPr>
            <p:cNvPr id="64538" name="Line 77"/>
            <p:cNvSpPr/>
            <p:nvPr/>
          </p:nvSpPr>
          <p:spPr>
            <a:xfrm>
              <a:off x="2064" y="1888"/>
              <a:ext cx="5" cy="223"/>
            </a:xfrm>
            <a:prstGeom prst="line">
              <a:avLst/>
            </a:prstGeom>
            <a:ln w="28575" cap="flat" cmpd="sng">
              <a:solidFill>
                <a:srgbClr val="FFCC00"/>
              </a:solidFill>
              <a:prstDash val="solid"/>
              <a:headEnd type="none" w="med" len="med"/>
              <a:tailEnd type="oval" w="med" len="med"/>
            </a:ln>
          </p:spPr>
        </p:sp>
        <p:sp>
          <p:nvSpPr>
            <p:cNvPr id="64539" name="Line 78"/>
            <p:cNvSpPr/>
            <p:nvPr/>
          </p:nvSpPr>
          <p:spPr>
            <a:xfrm>
              <a:off x="1493" y="2111"/>
              <a:ext cx="1248" cy="0"/>
            </a:xfrm>
            <a:prstGeom prst="line">
              <a:avLst/>
            </a:prstGeom>
            <a:ln w="28575" cap="flat" cmpd="sng">
              <a:solidFill>
                <a:srgbClr val="FFCC00"/>
              </a:solidFill>
              <a:prstDash val="solid"/>
              <a:headEnd type="none" w="med" len="med"/>
              <a:tailEnd type="none" w="med" len="med"/>
            </a:ln>
          </p:spPr>
        </p:sp>
        <p:sp>
          <p:nvSpPr>
            <p:cNvPr id="64540" name="Text Box 79"/>
            <p:cNvSpPr txBox="1"/>
            <p:nvPr/>
          </p:nvSpPr>
          <p:spPr>
            <a:xfrm>
              <a:off x="1789" y="1564"/>
              <a:ext cx="241" cy="327"/>
            </a:xfrm>
            <a:prstGeom prst="rect">
              <a:avLst/>
            </a:prstGeom>
            <a:noFill/>
            <a:ln w="28575">
              <a:noFill/>
            </a:ln>
          </p:spPr>
          <p:txBody>
            <a:bodyPr wrap="none" anchor="ctr" anchorCtr="0">
              <a:spAutoFit/>
            </a:bodyPr>
            <a:p>
              <a:pPr algn="ctr"/>
              <a:r>
                <a:rPr lang="en-US" altLang="zh-CN" b="0" i="1" dirty="0">
                  <a:solidFill>
                    <a:schemeClr val="bg1"/>
                  </a:solidFill>
                  <a:latin typeface="Times New Roman" panose="02020603050405020304" pitchFamily="18" charset="0"/>
                  <a:ea typeface="宋体" panose="02010600030101010101" pitchFamily="2" charset="-122"/>
                </a:rPr>
                <a:t>L</a:t>
              </a:r>
              <a:endParaRPr lang="en-US" altLang="zh-CN" b="0" i="1" dirty="0">
                <a:solidFill>
                  <a:schemeClr val="bg1"/>
                </a:solidFill>
                <a:latin typeface="Times New Roman" panose="02020603050405020304" pitchFamily="18" charset="0"/>
                <a:ea typeface="宋体" panose="02010600030101010101" pitchFamily="2" charset="-122"/>
              </a:endParaRPr>
            </a:p>
          </p:txBody>
        </p:sp>
        <p:sp>
          <p:nvSpPr>
            <p:cNvPr id="64541" name="Text Box 80"/>
            <p:cNvSpPr txBox="1"/>
            <p:nvPr/>
          </p:nvSpPr>
          <p:spPr>
            <a:xfrm>
              <a:off x="1772" y="1084"/>
              <a:ext cx="253" cy="327"/>
            </a:xfrm>
            <a:prstGeom prst="rect">
              <a:avLst/>
            </a:prstGeom>
            <a:noFill/>
            <a:ln w="28575">
              <a:noFill/>
            </a:ln>
          </p:spPr>
          <p:txBody>
            <a:bodyPr wrap="none" anchor="ctr" anchorCtr="0">
              <a:spAutoFit/>
            </a:bodyPr>
            <a:p>
              <a:pPr algn="ctr"/>
              <a:r>
                <a:rPr lang="en-US" altLang="zh-CN" b="0" i="1" dirty="0">
                  <a:solidFill>
                    <a:schemeClr val="bg1"/>
                  </a:solidFill>
                  <a:latin typeface="Times New Roman" panose="02020603050405020304" pitchFamily="18" charset="0"/>
                  <a:ea typeface="宋体" panose="02010600030101010101" pitchFamily="2" charset="-122"/>
                </a:rPr>
                <a:t>R</a:t>
              </a:r>
              <a:endParaRPr lang="en-US" altLang="zh-CN" b="0" i="1" dirty="0">
                <a:solidFill>
                  <a:schemeClr val="bg1"/>
                </a:solidFill>
                <a:latin typeface="Times New Roman" panose="02020603050405020304" pitchFamily="18" charset="0"/>
                <a:ea typeface="宋体" panose="02010600030101010101" pitchFamily="2" charset="-122"/>
              </a:endParaRPr>
            </a:p>
          </p:txBody>
        </p:sp>
        <p:sp>
          <p:nvSpPr>
            <p:cNvPr id="64542" name="Text Box 81"/>
            <p:cNvSpPr txBox="1"/>
            <p:nvPr/>
          </p:nvSpPr>
          <p:spPr>
            <a:xfrm>
              <a:off x="2347" y="1324"/>
              <a:ext cx="265" cy="327"/>
            </a:xfrm>
            <a:prstGeom prst="rect">
              <a:avLst/>
            </a:prstGeom>
            <a:noFill/>
            <a:ln w="28575">
              <a:noFill/>
            </a:ln>
          </p:spPr>
          <p:txBody>
            <a:bodyPr wrap="none" anchor="ctr" anchorCtr="0">
              <a:spAutoFit/>
            </a:bodyPr>
            <a:p>
              <a:pPr algn="ctr"/>
              <a:r>
                <a:rPr lang="en-US" altLang="zh-CN" b="0" i="1" dirty="0">
                  <a:solidFill>
                    <a:schemeClr val="bg1"/>
                  </a:solidFill>
                  <a:latin typeface="Times New Roman" panose="02020603050405020304" pitchFamily="18" charset="0"/>
                  <a:ea typeface="宋体" panose="02010600030101010101" pitchFamily="2" charset="-122"/>
                </a:rPr>
                <a:t>C</a:t>
              </a:r>
              <a:endParaRPr lang="en-US" altLang="zh-CN" b="0" i="1" dirty="0">
                <a:solidFill>
                  <a:schemeClr val="bg1"/>
                </a:solidFill>
                <a:latin typeface="Times New Roman" panose="02020603050405020304" pitchFamily="18" charset="0"/>
                <a:ea typeface="宋体" panose="02010600030101010101" pitchFamily="2" charset="-122"/>
              </a:endParaRPr>
            </a:p>
          </p:txBody>
        </p:sp>
        <p:sp>
          <p:nvSpPr>
            <p:cNvPr id="64543" name="Line 82"/>
            <p:cNvSpPr/>
            <p:nvPr/>
          </p:nvSpPr>
          <p:spPr>
            <a:xfrm>
              <a:off x="2064" y="935"/>
              <a:ext cx="0" cy="182"/>
            </a:xfrm>
            <a:prstGeom prst="line">
              <a:avLst/>
            </a:prstGeom>
            <a:ln w="28575" cap="flat" cmpd="sng">
              <a:solidFill>
                <a:srgbClr val="66FFFF"/>
              </a:solidFill>
              <a:prstDash val="solid"/>
              <a:headEnd type="none" w="med" len="med"/>
              <a:tailEnd type="triangle" w="med" len="med"/>
            </a:ln>
          </p:spPr>
        </p:sp>
        <p:sp>
          <p:nvSpPr>
            <p:cNvPr id="64544" name="Line 83"/>
            <p:cNvSpPr/>
            <p:nvPr/>
          </p:nvSpPr>
          <p:spPr>
            <a:xfrm>
              <a:off x="2735" y="981"/>
              <a:ext cx="0" cy="272"/>
            </a:xfrm>
            <a:prstGeom prst="line">
              <a:avLst/>
            </a:prstGeom>
            <a:ln w="28575" cap="flat" cmpd="sng">
              <a:solidFill>
                <a:srgbClr val="66FFFF"/>
              </a:solidFill>
              <a:prstDash val="solid"/>
              <a:headEnd type="none" w="med" len="med"/>
              <a:tailEnd type="triangle" w="med" len="med"/>
            </a:ln>
          </p:spPr>
        </p:sp>
        <p:graphicFrame>
          <p:nvGraphicFramePr>
            <p:cNvPr id="64514" name="Object 84"/>
            <p:cNvGraphicFramePr/>
            <p:nvPr/>
          </p:nvGraphicFramePr>
          <p:xfrm>
            <a:off x="1294" y="1424"/>
            <a:ext cx="254" cy="328"/>
          </p:xfrm>
          <a:graphic>
            <a:graphicData uri="http://schemas.openxmlformats.org/presentationml/2006/ole">
              <mc:AlternateContent xmlns:mc="http://schemas.openxmlformats.org/markup-compatibility/2006">
                <mc:Choice xmlns:v="urn:schemas-microsoft-com:vml" Requires="v">
                  <p:oleObj spid="_x0000_s3485" name="" r:id="rId10" imgW="177800" imgH="227965" progId="Equation.3">
                    <p:embed/>
                  </p:oleObj>
                </mc:Choice>
                <mc:Fallback>
                  <p:oleObj name="" r:id="rId10" imgW="177800" imgH="227965" progId="Equation.3">
                    <p:embed/>
                    <p:pic>
                      <p:nvPicPr>
                        <p:cNvPr id="0" name="图片 3484"/>
                        <p:cNvPicPr/>
                        <p:nvPr/>
                      </p:nvPicPr>
                      <p:blipFill>
                        <a:blip r:embed="rId11">
                          <a:clrChange>
                            <a:clrFrom>
                              <a:srgbClr val="000000"/>
                            </a:clrFrom>
                            <a:clrTo>
                              <a:srgbClr val="FFFFFF"/>
                            </a:clrTo>
                          </a:clrChange>
                        </a:blip>
                        <a:stretch>
                          <a:fillRect/>
                        </a:stretch>
                      </p:blipFill>
                      <p:spPr>
                        <a:xfrm>
                          <a:off x="1294" y="1424"/>
                          <a:ext cx="254" cy="328"/>
                        </a:xfrm>
                        <a:prstGeom prst="rect">
                          <a:avLst/>
                        </a:prstGeom>
                        <a:noFill/>
                        <a:ln w="38100">
                          <a:noFill/>
                          <a:miter/>
                        </a:ln>
                      </p:spPr>
                    </p:pic>
                  </p:oleObj>
                </mc:Fallback>
              </mc:AlternateContent>
            </a:graphicData>
          </a:graphic>
        </p:graphicFrame>
        <p:graphicFrame>
          <p:nvGraphicFramePr>
            <p:cNvPr id="64515" name="Object 85"/>
            <p:cNvGraphicFramePr/>
            <p:nvPr/>
          </p:nvGraphicFramePr>
          <p:xfrm>
            <a:off x="1655" y="572"/>
            <a:ext cx="173" cy="299"/>
          </p:xfrm>
          <a:graphic>
            <a:graphicData uri="http://schemas.openxmlformats.org/presentationml/2006/ole">
              <mc:AlternateContent xmlns:mc="http://schemas.openxmlformats.org/markup-compatibility/2006">
                <mc:Choice xmlns:v="urn:schemas-microsoft-com:vml" Requires="v">
                  <p:oleObj spid="_x0000_s3486" name="" r:id="rId12" imgW="127000" imgH="215265" progId="Equation.3">
                    <p:embed/>
                  </p:oleObj>
                </mc:Choice>
                <mc:Fallback>
                  <p:oleObj name="" r:id="rId12" imgW="127000" imgH="215265" progId="Equation.3">
                    <p:embed/>
                    <p:pic>
                      <p:nvPicPr>
                        <p:cNvPr id="0" name="图片 3485"/>
                        <p:cNvPicPr/>
                        <p:nvPr/>
                      </p:nvPicPr>
                      <p:blipFill>
                        <a:blip r:embed="rId13">
                          <a:clrChange>
                            <a:clrFrom>
                              <a:srgbClr val="000000"/>
                            </a:clrFrom>
                            <a:clrTo>
                              <a:srgbClr val="FFFFFF"/>
                            </a:clrTo>
                          </a:clrChange>
                        </a:blip>
                        <a:stretch>
                          <a:fillRect/>
                        </a:stretch>
                      </p:blipFill>
                      <p:spPr>
                        <a:xfrm>
                          <a:off x="1655" y="572"/>
                          <a:ext cx="173" cy="299"/>
                        </a:xfrm>
                        <a:prstGeom prst="rect">
                          <a:avLst/>
                        </a:prstGeom>
                        <a:noFill/>
                        <a:ln w="38100">
                          <a:noFill/>
                          <a:miter/>
                        </a:ln>
                      </p:spPr>
                    </p:pic>
                  </p:oleObj>
                </mc:Fallback>
              </mc:AlternateContent>
            </a:graphicData>
          </a:graphic>
        </p:graphicFrame>
        <p:graphicFrame>
          <p:nvGraphicFramePr>
            <p:cNvPr id="64516" name="Object 86"/>
            <p:cNvGraphicFramePr/>
            <p:nvPr/>
          </p:nvGraphicFramePr>
          <p:xfrm>
            <a:off x="2136" y="890"/>
            <a:ext cx="218" cy="328"/>
          </p:xfrm>
          <a:graphic>
            <a:graphicData uri="http://schemas.openxmlformats.org/presentationml/2006/ole">
              <mc:AlternateContent xmlns:mc="http://schemas.openxmlformats.org/markup-compatibility/2006">
                <mc:Choice xmlns:v="urn:schemas-microsoft-com:vml" Requires="v">
                  <p:oleObj spid="_x0000_s3488" name="" r:id="rId14" imgW="177800" imgH="266065" progId="Equation.3">
                    <p:embed/>
                  </p:oleObj>
                </mc:Choice>
                <mc:Fallback>
                  <p:oleObj name="" r:id="rId14" imgW="177800" imgH="266065" progId="Equation.3">
                    <p:embed/>
                    <p:pic>
                      <p:nvPicPr>
                        <p:cNvPr id="0" name="图片 3487"/>
                        <p:cNvPicPr/>
                        <p:nvPr/>
                      </p:nvPicPr>
                      <p:blipFill>
                        <a:blip r:embed="rId15">
                          <a:clrChange>
                            <a:clrFrom>
                              <a:srgbClr val="000000"/>
                            </a:clrFrom>
                            <a:clrTo>
                              <a:srgbClr val="FFFFFF"/>
                            </a:clrTo>
                          </a:clrChange>
                        </a:blip>
                        <a:stretch>
                          <a:fillRect/>
                        </a:stretch>
                      </p:blipFill>
                      <p:spPr>
                        <a:xfrm>
                          <a:off x="2136" y="890"/>
                          <a:ext cx="218" cy="328"/>
                        </a:xfrm>
                        <a:prstGeom prst="rect">
                          <a:avLst/>
                        </a:prstGeom>
                        <a:noFill/>
                        <a:ln w="38100">
                          <a:noFill/>
                          <a:miter/>
                        </a:ln>
                      </p:spPr>
                    </p:pic>
                  </p:oleObj>
                </mc:Fallback>
              </mc:AlternateContent>
            </a:graphicData>
          </a:graphic>
        </p:graphicFrame>
        <p:graphicFrame>
          <p:nvGraphicFramePr>
            <p:cNvPr id="64517" name="Object 87"/>
            <p:cNvGraphicFramePr/>
            <p:nvPr/>
          </p:nvGraphicFramePr>
          <p:xfrm>
            <a:off x="2426" y="981"/>
            <a:ext cx="245" cy="344"/>
          </p:xfrm>
          <a:graphic>
            <a:graphicData uri="http://schemas.openxmlformats.org/presentationml/2006/ole">
              <mc:AlternateContent xmlns:mc="http://schemas.openxmlformats.org/markup-compatibility/2006">
                <mc:Choice xmlns:v="urn:schemas-microsoft-com:vml" Requires="v">
                  <p:oleObj spid="_x0000_s3487" name="" r:id="rId16" imgW="190500" imgH="266065" progId="Equation.3">
                    <p:embed/>
                  </p:oleObj>
                </mc:Choice>
                <mc:Fallback>
                  <p:oleObj name="" r:id="rId16" imgW="190500" imgH="266065" progId="Equation.3">
                    <p:embed/>
                    <p:pic>
                      <p:nvPicPr>
                        <p:cNvPr id="0" name="图片 3486"/>
                        <p:cNvPicPr/>
                        <p:nvPr/>
                      </p:nvPicPr>
                      <p:blipFill>
                        <a:blip r:embed="rId17">
                          <a:clrChange>
                            <a:clrFrom>
                              <a:srgbClr val="000000"/>
                            </a:clrFrom>
                            <a:clrTo>
                              <a:srgbClr val="FFFFFF"/>
                            </a:clrTo>
                          </a:clrChange>
                        </a:blip>
                        <a:stretch>
                          <a:fillRect/>
                        </a:stretch>
                      </p:blipFill>
                      <p:spPr>
                        <a:xfrm>
                          <a:off x="2426" y="981"/>
                          <a:ext cx="245" cy="344"/>
                        </a:xfrm>
                        <a:prstGeom prst="rect">
                          <a:avLst/>
                        </a:prstGeom>
                        <a:noFill/>
                        <a:ln w="38100">
                          <a:noFill/>
                          <a:miter/>
                        </a:ln>
                      </p:spPr>
                    </p:pic>
                  </p:oleObj>
                </mc:Fallback>
              </mc:AlternateContent>
            </a:graphicData>
          </a:graphic>
        </p:graphicFrame>
        <p:sp>
          <p:nvSpPr>
            <p:cNvPr id="64545" name="Line 88"/>
            <p:cNvSpPr/>
            <p:nvPr/>
          </p:nvSpPr>
          <p:spPr>
            <a:xfrm>
              <a:off x="1519" y="908"/>
              <a:ext cx="336" cy="0"/>
            </a:xfrm>
            <a:prstGeom prst="line">
              <a:avLst/>
            </a:prstGeom>
            <a:ln w="28575" cap="flat" cmpd="sng">
              <a:solidFill>
                <a:srgbClr val="66FFFF"/>
              </a:solidFill>
              <a:prstDash val="solid"/>
              <a:headEnd type="none" w="med" len="med"/>
              <a:tailEnd type="triangle" w="med" len="med"/>
            </a:ln>
          </p:spPr>
        </p:sp>
        <p:sp>
          <p:nvSpPr>
            <p:cNvPr id="64546" name="Text Box 89"/>
            <p:cNvSpPr txBox="1"/>
            <p:nvPr/>
          </p:nvSpPr>
          <p:spPr>
            <a:xfrm>
              <a:off x="1292" y="988"/>
              <a:ext cx="244" cy="327"/>
            </a:xfrm>
            <a:prstGeom prst="rect">
              <a:avLst/>
            </a:prstGeom>
            <a:noFill/>
            <a:ln w="28575">
              <a:noFill/>
            </a:ln>
          </p:spPr>
          <p:txBody>
            <a:bodyPr wrap="none" anchor="ctr" anchorCtr="0">
              <a:spAutoFit/>
            </a:bodyPr>
            <a:p>
              <a:pPr algn="ctr"/>
              <a:r>
                <a:rPr lang="en-US" altLang="zh-CN" b="0" dirty="0">
                  <a:solidFill>
                    <a:schemeClr val="bg1"/>
                  </a:solidFill>
                  <a:latin typeface="Times New Roman" panose="02020603050405020304" pitchFamily="18" charset="0"/>
                  <a:ea typeface="宋体" panose="02010600030101010101" pitchFamily="2" charset="-122"/>
                </a:rPr>
                <a:t>+</a:t>
              </a:r>
              <a:endParaRPr lang="en-US" altLang="zh-CN" b="0" dirty="0">
                <a:solidFill>
                  <a:schemeClr val="bg1"/>
                </a:solidFill>
                <a:latin typeface="Times New Roman" panose="02020603050405020304" pitchFamily="18" charset="0"/>
                <a:ea typeface="宋体" panose="02010600030101010101" pitchFamily="2" charset="-122"/>
              </a:endParaRPr>
            </a:p>
          </p:txBody>
        </p:sp>
        <p:sp>
          <p:nvSpPr>
            <p:cNvPr id="64547" name="Text Box 90"/>
            <p:cNvSpPr txBox="1"/>
            <p:nvPr/>
          </p:nvSpPr>
          <p:spPr>
            <a:xfrm>
              <a:off x="1341" y="1660"/>
              <a:ext cx="228" cy="327"/>
            </a:xfrm>
            <a:prstGeom prst="rect">
              <a:avLst/>
            </a:prstGeom>
            <a:noFill/>
            <a:ln w="28575">
              <a:noFill/>
            </a:ln>
          </p:spPr>
          <p:txBody>
            <a:bodyPr wrap="none" anchor="ctr" anchorCtr="0">
              <a:spAutoFit/>
            </a:bodyPr>
            <a:p>
              <a:pPr algn="ctr"/>
              <a:r>
                <a:rPr lang="en-US" altLang="zh-CN" b="0" dirty="0">
                  <a:solidFill>
                    <a:schemeClr val="bg1"/>
                  </a:solidFill>
                  <a:latin typeface="Times New Roman" panose="02020603050405020304" pitchFamily="18" charset="0"/>
                  <a:ea typeface="宋体" panose="02010600030101010101" pitchFamily="2" charset="-122"/>
                </a:rPr>
                <a:t>_</a:t>
              </a:r>
              <a:endParaRPr lang="en-US" altLang="zh-CN" b="0" dirty="0">
                <a:solidFill>
                  <a:schemeClr val="bg1"/>
                </a:solidFill>
                <a:latin typeface="Times New Roman" panose="02020603050405020304" pitchFamily="18" charset="0"/>
                <a:ea typeface="宋体" panose="02010600030101010101" pitchFamily="2" charset="-122"/>
              </a:endParaRPr>
            </a:p>
          </p:txBody>
        </p:sp>
        <p:sp>
          <p:nvSpPr>
            <p:cNvPr id="64548" name="Oval 91"/>
            <p:cNvSpPr/>
            <p:nvPr/>
          </p:nvSpPr>
          <p:spPr>
            <a:xfrm>
              <a:off x="1425" y="2063"/>
              <a:ext cx="68" cy="68"/>
            </a:xfrm>
            <a:prstGeom prst="ellipse">
              <a:avLst/>
            </a:prstGeom>
            <a:noFill/>
            <a:ln w="38100" cap="flat" cmpd="sng">
              <a:solidFill>
                <a:srgbClr val="FFCC00"/>
              </a:solidFill>
              <a:prstDash val="solid"/>
              <a:headEnd type="none" w="med" len="med"/>
              <a:tailEnd type="none" w="med" len="med"/>
            </a:ln>
          </p:spPr>
          <p:txBody>
            <a:bodyPr wrap="none" anchor="ctr" anchorCtr="0">
              <a:spAutoFit/>
            </a:bodyPr>
            <a:p>
              <a:endParaRPr lang="zh-CN" altLang="en-US" dirty="0">
                <a:latin typeface="楷体_GB2312" pitchFamily="49" charset="-122"/>
              </a:endParaRPr>
            </a:p>
          </p:txBody>
        </p:sp>
        <p:sp>
          <p:nvSpPr>
            <p:cNvPr id="64549" name="Oval 92"/>
            <p:cNvSpPr/>
            <p:nvPr/>
          </p:nvSpPr>
          <p:spPr>
            <a:xfrm>
              <a:off x="1397" y="863"/>
              <a:ext cx="68" cy="68"/>
            </a:xfrm>
            <a:prstGeom prst="ellipse">
              <a:avLst/>
            </a:prstGeom>
            <a:noFill/>
            <a:ln w="38100" cap="flat" cmpd="sng">
              <a:solidFill>
                <a:srgbClr val="FFCC00"/>
              </a:solidFill>
              <a:prstDash val="solid"/>
              <a:headEnd type="none" w="med" len="med"/>
              <a:tailEnd type="none" w="med" len="med"/>
            </a:ln>
          </p:spPr>
          <p:txBody>
            <a:bodyPr wrap="none" anchor="ctr" anchorCtr="0">
              <a:spAutoFit/>
            </a:bodyPr>
            <a:p>
              <a:endParaRPr lang="zh-CN" altLang="en-US" dirty="0">
                <a:latin typeface="楷体_GB2312" pitchFamily="49" charset="-122"/>
              </a:endParaRPr>
            </a:p>
          </p:txBody>
        </p:sp>
        <p:sp>
          <p:nvSpPr>
            <p:cNvPr id="64550" name="Rectangle 93"/>
            <p:cNvSpPr/>
            <p:nvPr/>
          </p:nvSpPr>
          <p:spPr>
            <a:xfrm>
              <a:off x="2008" y="1116"/>
              <a:ext cx="127" cy="318"/>
            </a:xfrm>
            <a:prstGeom prst="rect">
              <a:avLst/>
            </a:prstGeom>
            <a:gradFill rotWithShape="1">
              <a:gsLst>
                <a:gs pos="0">
                  <a:srgbClr val="764700"/>
                </a:gs>
                <a:gs pos="50000">
                  <a:srgbClr val="FF9900"/>
                </a:gs>
                <a:gs pos="100000">
                  <a:srgbClr val="764700"/>
                </a:gs>
              </a:gsLst>
              <a:lin ang="0" scaled="1"/>
              <a:tileRect/>
            </a:gradFill>
            <a:ln w="28575">
              <a:noFill/>
            </a:ln>
          </p:spPr>
          <p:txBody>
            <a:bodyPr wrap="none" anchor="ctr" anchorCtr="0"/>
            <a:p>
              <a:endParaRPr lang="zh-CN" altLang="en-US" dirty="0">
                <a:latin typeface="楷体_GB2312" pitchFamily="49" charset="-122"/>
              </a:endParaRPr>
            </a:p>
          </p:txBody>
        </p:sp>
        <p:grpSp>
          <p:nvGrpSpPr>
            <p:cNvPr id="64551" name="Group 105"/>
            <p:cNvGrpSpPr/>
            <p:nvPr/>
          </p:nvGrpSpPr>
          <p:grpSpPr>
            <a:xfrm rot="10800000">
              <a:off x="2064" y="1525"/>
              <a:ext cx="90" cy="363"/>
              <a:chOff x="1565" y="2614"/>
              <a:chExt cx="90" cy="486"/>
            </a:xfrm>
          </p:grpSpPr>
          <p:sp>
            <p:nvSpPr>
              <p:cNvPr id="64552" name="Arc 106"/>
              <p:cNvSpPr/>
              <p:nvPr/>
            </p:nvSpPr>
            <p:spPr>
              <a:xfrm flipH="1" flipV="1">
                <a:off x="1565" y="2860"/>
                <a:ext cx="90" cy="116"/>
              </a:xfrm>
              <a:custGeom>
                <a:avLst/>
                <a:gdLst>
                  <a:gd name="txL" fmla="*/ 0 w 22723"/>
                  <a:gd name="txT" fmla="*/ 0 h 43200"/>
                  <a:gd name="txR" fmla="*/ 22723 w 22723"/>
                  <a:gd name="txB" fmla="*/ 43200 h 43200"/>
                </a:gdLst>
                <a:ahLst/>
                <a:cxnLst>
                  <a:cxn ang="0">
                    <a:pos x="1122" y="0"/>
                  </a:cxn>
                  <a:cxn ang="0">
                    <a:pos x="22723" y="21600"/>
                  </a:cxn>
                  <a:cxn ang="0">
                    <a:pos x="1123" y="43200"/>
                  </a:cxn>
                  <a:cxn ang="0">
                    <a:pos x="0" y="43170"/>
                  </a:cxn>
                  <a:cxn ang="0">
                    <a:pos x="1122" y="0"/>
                  </a:cxn>
                  <a:cxn ang="0">
                    <a:pos x="22723" y="21600"/>
                  </a:cxn>
                  <a:cxn ang="0">
                    <a:pos x="1123" y="43200"/>
                  </a:cxn>
                  <a:cxn ang="0">
                    <a:pos x="0" y="43170"/>
                  </a:cxn>
                  <a:cxn ang="0">
                    <a:pos x="1123" y="21600"/>
                  </a:cxn>
                </a:cxnLst>
                <a:rect l="txL" t="txT" r="txR" b="txB"/>
                <a:pathLst>
                  <a:path w="22723" h="43200" fill="none">
                    <a:moveTo>
                      <a:pt x="1122" y="0"/>
                    </a:moveTo>
                    <a:cubicBezTo>
                      <a:pt x="13052" y="0"/>
                      <a:pt x="22723" y="9670"/>
                      <a:pt x="22723" y="21600"/>
                    </a:cubicBezTo>
                    <a:cubicBezTo>
                      <a:pt x="22723" y="33529"/>
                      <a:pt x="13052" y="43200"/>
                      <a:pt x="1123" y="43200"/>
                    </a:cubicBezTo>
                    <a:cubicBezTo>
                      <a:pt x="748" y="43200"/>
                      <a:pt x="374" y="43190"/>
                      <a:pt x="0" y="43170"/>
                    </a:cubicBezTo>
                  </a:path>
                  <a:path w="22723" h="43200" stroke="0">
                    <a:moveTo>
                      <a:pt x="1122" y="0"/>
                    </a:moveTo>
                    <a:cubicBezTo>
                      <a:pt x="13052" y="0"/>
                      <a:pt x="22723" y="9670"/>
                      <a:pt x="22723" y="21600"/>
                    </a:cubicBezTo>
                    <a:cubicBezTo>
                      <a:pt x="22723" y="33529"/>
                      <a:pt x="13052" y="43200"/>
                      <a:pt x="1123" y="43200"/>
                    </a:cubicBezTo>
                    <a:cubicBezTo>
                      <a:pt x="748" y="43200"/>
                      <a:pt x="374" y="43190"/>
                      <a:pt x="0" y="43170"/>
                    </a:cubicBezTo>
                    <a:lnTo>
                      <a:pt x="1123" y="21600"/>
                    </a:lnTo>
                    <a:close/>
                  </a:path>
                </a:pathLst>
              </a:custGeom>
              <a:noFill/>
              <a:ln w="28575" cap="flat" cmpd="sng">
                <a:solidFill>
                  <a:srgbClr val="FF9900"/>
                </a:solidFill>
                <a:prstDash val="solid"/>
                <a:round/>
                <a:headEnd type="none" w="med" len="med"/>
                <a:tailEnd type="none" w="med" len="med"/>
              </a:ln>
            </p:spPr>
            <p:txBody>
              <a:bodyPr wrap="none" anchor="ctr" anchorCtr="0"/>
              <a:p>
                <a:endParaRPr lang="zh-CN" altLang="en-US" dirty="0">
                  <a:latin typeface="楷体_GB2312" pitchFamily="49" charset="-122"/>
                </a:endParaRPr>
              </a:p>
            </p:txBody>
          </p:sp>
          <p:sp>
            <p:nvSpPr>
              <p:cNvPr id="64553" name="Arc 107"/>
              <p:cNvSpPr/>
              <p:nvPr/>
            </p:nvSpPr>
            <p:spPr>
              <a:xfrm flipH="1" flipV="1">
                <a:off x="1565" y="2737"/>
                <a:ext cx="90" cy="116"/>
              </a:xfrm>
              <a:custGeom>
                <a:avLst/>
                <a:gdLst>
                  <a:gd name="txL" fmla="*/ 0 w 22723"/>
                  <a:gd name="txT" fmla="*/ 0 h 43200"/>
                  <a:gd name="txR" fmla="*/ 22723 w 22723"/>
                  <a:gd name="txB" fmla="*/ 43200 h 43200"/>
                </a:gdLst>
                <a:ahLst/>
                <a:cxnLst>
                  <a:cxn ang="0">
                    <a:pos x="1122" y="0"/>
                  </a:cxn>
                  <a:cxn ang="0">
                    <a:pos x="22723" y="21600"/>
                  </a:cxn>
                  <a:cxn ang="0">
                    <a:pos x="1123" y="43200"/>
                  </a:cxn>
                  <a:cxn ang="0">
                    <a:pos x="0" y="43170"/>
                  </a:cxn>
                  <a:cxn ang="0">
                    <a:pos x="1122" y="0"/>
                  </a:cxn>
                  <a:cxn ang="0">
                    <a:pos x="22723" y="21600"/>
                  </a:cxn>
                  <a:cxn ang="0">
                    <a:pos x="1123" y="43200"/>
                  </a:cxn>
                  <a:cxn ang="0">
                    <a:pos x="0" y="43170"/>
                  </a:cxn>
                  <a:cxn ang="0">
                    <a:pos x="1123" y="21600"/>
                  </a:cxn>
                </a:cxnLst>
                <a:rect l="txL" t="txT" r="txR" b="txB"/>
                <a:pathLst>
                  <a:path w="22723" h="43200" fill="none">
                    <a:moveTo>
                      <a:pt x="1122" y="0"/>
                    </a:moveTo>
                    <a:cubicBezTo>
                      <a:pt x="13052" y="0"/>
                      <a:pt x="22723" y="9670"/>
                      <a:pt x="22723" y="21600"/>
                    </a:cubicBezTo>
                    <a:cubicBezTo>
                      <a:pt x="22723" y="33529"/>
                      <a:pt x="13052" y="43200"/>
                      <a:pt x="1123" y="43200"/>
                    </a:cubicBezTo>
                    <a:cubicBezTo>
                      <a:pt x="748" y="43200"/>
                      <a:pt x="374" y="43190"/>
                      <a:pt x="0" y="43170"/>
                    </a:cubicBezTo>
                  </a:path>
                  <a:path w="22723" h="43200" stroke="0">
                    <a:moveTo>
                      <a:pt x="1122" y="0"/>
                    </a:moveTo>
                    <a:cubicBezTo>
                      <a:pt x="13052" y="0"/>
                      <a:pt x="22723" y="9670"/>
                      <a:pt x="22723" y="21600"/>
                    </a:cubicBezTo>
                    <a:cubicBezTo>
                      <a:pt x="22723" y="33529"/>
                      <a:pt x="13052" y="43200"/>
                      <a:pt x="1123" y="43200"/>
                    </a:cubicBezTo>
                    <a:cubicBezTo>
                      <a:pt x="748" y="43200"/>
                      <a:pt x="374" y="43190"/>
                      <a:pt x="0" y="43170"/>
                    </a:cubicBezTo>
                    <a:lnTo>
                      <a:pt x="1123" y="21600"/>
                    </a:lnTo>
                    <a:close/>
                  </a:path>
                </a:pathLst>
              </a:custGeom>
              <a:noFill/>
              <a:ln w="28575" cap="flat" cmpd="sng">
                <a:solidFill>
                  <a:srgbClr val="FF9900"/>
                </a:solidFill>
                <a:prstDash val="solid"/>
                <a:round/>
                <a:headEnd type="none" w="med" len="med"/>
                <a:tailEnd type="none" w="med" len="med"/>
              </a:ln>
            </p:spPr>
            <p:txBody>
              <a:bodyPr wrap="none" anchor="ctr" anchorCtr="0"/>
              <a:p>
                <a:endParaRPr lang="zh-CN" altLang="en-US" dirty="0">
                  <a:latin typeface="楷体_GB2312" pitchFamily="49" charset="-122"/>
                </a:endParaRPr>
              </a:p>
            </p:txBody>
          </p:sp>
          <p:sp>
            <p:nvSpPr>
              <p:cNvPr id="64554" name="Arc 108"/>
              <p:cNvSpPr/>
              <p:nvPr/>
            </p:nvSpPr>
            <p:spPr>
              <a:xfrm flipH="1" flipV="1">
                <a:off x="1565" y="2614"/>
                <a:ext cx="90" cy="116"/>
              </a:xfrm>
              <a:custGeom>
                <a:avLst/>
                <a:gdLst>
                  <a:gd name="txL" fmla="*/ 0 w 22723"/>
                  <a:gd name="txT" fmla="*/ 0 h 43200"/>
                  <a:gd name="txR" fmla="*/ 22723 w 22723"/>
                  <a:gd name="txB" fmla="*/ 43200 h 43200"/>
                </a:gdLst>
                <a:ahLst/>
                <a:cxnLst>
                  <a:cxn ang="0">
                    <a:pos x="1122" y="0"/>
                  </a:cxn>
                  <a:cxn ang="0">
                    <a:pos x="22723" y="21600"/>
                  </a:cxn>
                  <a:cxn ang="0">
                    <a:pos x="1123" y="43200"/>
                  </a:cxn>
                  <a:cxn ang="0">
                    <a:pos x="0" y="43170"/>
                  </a:cxn>
                  <a:cxn ang="0">
                    <a:pos x="1122" y="0"/>
                  </a:cxn>
                  <a:cxn ang="0">
                    <a:pos x="22723" y="21600"/>
                  </a:cxn>
                  <a:cxn ang="0">
                    <a:pos x="1123" y="43200"/>
                  </a:cxn>
                  <a:cxn ang="0">
                    <a:pos x="0" y="43170"/>
                  </a:cxn>
                  <a:cxn ang="0">
                    <a:pos x="1123" y="21600"/>
                  </a:cxn>
                </a:cxnLst>
                <a:rect l="txL" t="txT" r="txR" b="txB"/>
                <a:pathLst>
                  <a:path w="22723" h="43200" fill="none">
                    <a:moveTo>
                      <a:pt x="1122" y="0"/>
                    </a:moveTo>
                    <a:cubicBezTo>
                      <a:pt x="13052" y="0"/>
                      <a:pt x="22723" y="9670"/>
                      <a:pt x="22723" y="21600"/>
                    </a:cubicBezTo>
                    <a:cubicBezTo>
                      <a:pt x="22723" y="33529"/>
                      <a:pt x="13052" y="43200"/>
                      <a:pt x="1123" y="43200"/>
                    </a:cubicBezTo>
                    <a:cubicBezTo>
                      <a:pt x="748" y="43200"/>
                      <a:pt x="374" y="43190"/>
                      <a:pt x="0" y="43170"/>
                    </a:cubicBezTo>
                  </a:path>
                  <a:path w="22723" h="43200" stroke="0">
                    <a:moveTo>
                      <a:pt x="1122" y="0"/>
                    </a:moveTo>
                    <a:cubicBezTo>
                      <a:pt x="13052" y="0"/>
                      <a:pt x="22723" y="9670"/>
                      <a:pt x="22723" y="21600"/>
                    </a:cubicBezTo>
                    <a:cubicBezTo>
                      <a:pt x="22723" y="33529"/>
                      <a:pt x="13052" y="43200"/>
                      <a:pt x="1123" y="43200"/>
                    </a:cubicBezTo>
                    <a:cubicBezTo>
                      <a:pt x="748" y="43200"/>
                      <a:pt x="374" y="43190"/>
                      <a:pt x="0" y="43170"/>
                    </a:cubicBezTo>
                    <a:lnTo>
                      <a:pt x="1123" y="21600"/>
                    </a:lnTo>
                    <a:close/>
                  </a:path>
                </a:pathLst>
              </a:custGeom>
              <a:noFill/>
              <a:ln w="28575" cap="flat" cmpd="sng">
                <a:solidFill>
                  <a:srgbClr val="FF9900"/>
                </a:solidFill>
                <a:prstDash val="solid"/>
                <a:round/>
                <a:headEnd type="none" w="med" len="med"/>
                <a:tailEnd type="none" w="med" len="med"/>
              </a:ln>
            </p:spPr>
            <p:txBody>
              <a:bodyPr wrap="none" anchor="ctr" anchorCtr="0"/>
              <a:p>
                <a:endParaRPr lang="zh-CN" altLang="en-US" dirty="0">
                  <a:latin typeface="楷体_GB2312" pitchFamily="49" charset="-122"/>
                </a:endParaRPr>
              </a:p>
            </p:txBody>
          </p:sp>
          <p:sp>
            <p:nvSpPr>
              <p:cNvPr id="64555" name="Arc 109"/>
              <p:cNvSpPr/>
              <p:nvPr/>
            </p:nvSpPr>
            <p:spPr>
              <a:xfrm flipH="1" flipV="1">
                <a:off x="1565" y="2984"/>
                <a:ext cx="90" cy="116"/>
              </a:xfrm>
              <a:custGeom>
                <a:avLst/>
                <a:gdLst>
                  <a:gd name="txL" fmla="*/ 0 w 22723"/>
                  <a:gd name="txT" fmla="*/ 0 h 43200"/>
                  <a:gd name="txR" fmla="*/ 22723 w 22723"/>
                  <a:gd name="txB" fmla="*/ 43200 h 43200"/>
                </a:gdLst>
                <a:ahLst/>
                <a:cxnLst>
                  <a:cxn ang="0">
                    <a:pos x="1122" y="0"/>
                  </a:cxn>
                  <a:cxn ang="0">
                    <a:pos x="22723" y="21600"/>
                  </a:cxn>
                  <a:cxn ang="0">
                    <a:pos x="1123" y="43200"/>
                  </a:cxn>
                  <a:cxn ang="0">
                    <a:pos x="0" y="43170"/>
                  </a:cxn>
                  <a:cxn ang="0">
                    <a:pos x="1122" y="0"/>
                  </a:cxn>
                  <a:cxn ang="0">
                    <a:pos x="22723" y="21600"/>
                  </a:cxn>
                  <a:cxn ang="0">
                    <a:pos x="1123" y="43200"/>
                  </a:cxn>
                  <a:cxn ang="0">
                    <a:pos x="0" y="43170"/>
                  </a:cxn>
                  <a:cxn ang="0">
                    <a:pos x="1123" y="21600"/>
                  </a:cxn>
                </a:cxnLst>
                <a:rect l="txL" t="txT" r="txR" b="txB"/>
                <a:pathLst>
                  <a:path w="22723" h="43200" fill="none">
                    <a:moveTo>
                      <a:pt x="1122" y="0"/>
                    </a:moveTo>
                    <a:cubicBezTo>
                      <a:pt x="13052" y="0"/>
                      <a:pt x="22723" y="9670"/>
                      <a:pt x="22723" y="21600"/>
                    </a:cubicBezTo>
                    <a:cubicBezTo>
                      <a:pt x="22723" y="33529"/>
                      <a:pt x="13052" y="43200"/>
                      <a:pt x="1123" y="43200"/>
                    </a:cubicBezTo>
                    <a:cubicBezTo>
                      <a:pt x="748" y="43200"/>
                      <a:pt x="374" y="43190"/>
                      <a:pt x="0" y="43170"/>
                    </a:cubicBezTo>
                  </a:path>
                  <a:path w="22723" h="43200" stroke="0">
                    <a:moveTo>
                      <a:pt x="1122" y="0"/>
                    </a:moveTo>
                    <a:cubicBezTo>
                      <a:pt x="13052" y="0"/>
                      <a:pt x="22723" y="9670"/>
                      <a:pt x="22723" y="21600"/>
                    </a:cubicBezTo>
                    <a:cubicBezTo>
                      <a:pt x="22723" y="33529"/>
                      <a:pt x="13052" y="43200"/>
                      <a:pt x="1123" y="43200"/>
                    </a:cubicBezTo>
                    <a:cubicBezTo>
                      <a:pt x="748" y="43200"/>
                      <a:pt x="374" y="43190"/>
                      <a:pt x="0" y="43170"/>
                    </a:cubicBezTo>
                    <a:lnTo>
                      <a:pt x="1123" y="21600"/>
                    </a:lnTo>
                    <a:close/>
                  </a:path>
                </a:pathLst>
              </a:custGeom>
              <a:noFill/>
              <a:ln w="28575" cap="flat" cmpd="sng">
                <a:solidFill>
                  <a:srgbClr val="FF9900"/>
                </a:solidFill>
                <a:prstDash val="solid"/>
                <a:round/>
                <a:headEnd type="none" w="med" len="med"/>
                <a:tailEnd type="none" w="med" len="med"/>
              </a:ln>
            </p:spPr>
            <p:txBody>
              <a:bodyPr wrap="none" anchor="ctr" anchorCtr="0"/>
              <a:p>
                <a:endParaRPr lang="zh-CN" altLang="en-US" dirty="0">
                  <a:latin typeface="楷体_GB2312" pitchFamily="49" charset="-122"/>
                </a:endParaRPr>
              </a:p>
            </p:txBody>
          </p:sp>
        </p:gr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grpId="0" nodeType="withEffect">
                                  <p:stCondLst>
                                    <p:cond delay="0"/>
                                  </p:stCondLst>
                                  <p:childTnLst>
                                    <p:set>
                                      <p:cBhvr>
                                        <p:cTn id="6" dur="1" fill="hold">
                                          <p:stCondLst>
                                            <p:cond delay="0"/>
                                          </p:stCondLst>
                                        </p:cTn>
                                        <p:tgtEl>
                                          <p:spTgt spid="20483"/>
                                        </p:tgtEl>
                                        <p:attrNameLst>
                                          <p:attrName>style.visibility</p:attrName>
                                        </p:attrNameLst>
                                      </p:cBhvr>
                                      <p:to>
                                        <p:strVal val="visible"/>
                                      </p:to>
                                    </p:set>
                                    <p:anim calcmode="lin" valueType="num">
                                      <p:cBhvr additive="base">
                                        <p:cTn id="7" dur="500" fill="hold"/>
                                        <p:tgtEl>
                                          <p:spTgt spid="20483"/>
                                        </p:tgtEl>
                                        <p:attrNameLst>
                                          <p:attrName>ppt_x</p:attrName>
                                        </p:attrNameLst>
                                      </p:cBhvr>
                                      <p:tavLst>
                                        <p:tav tm="0">
                                          <p:val>
                                            <p:strVal val="0-#ppt_w/2"/>
                                          </p:val>
                                        </p:tav>
                                        <p:tav tm="100000">
                                          <p:val>
                                            <p:strVal val="#ppt_x"/>
                                          </p:val>
                                        </p:tav>
                                      </p:tavLst>
                                    </p:anim>
                                    <p:anim calcmode="lin" valueType="num">
                                      <p:cBhvr additive="base">
                                        <p:cTn id="8" dur="500" fill="hold"/>
                                        <p:tgtEl>
                                          <p:spTgt spid="20483"/>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3" presetClass="entr" presetSubtype="10" fill="hold" nodeType="clickEffect">
                                  <p:stCondLst>
                                    <p:cond delay="0"/>
                                  </p:stCondLst>
                                  <p:childTnLst>
                                    <p:set>
                                      <p:cBhvr>
                                        <p:cTn id="12" dur="1" fill="hold">
                                          <p:stCondLst>
                                            <p:cond delay="0"/>
                                          </p:stCondLst>
                                        </p:cTn>
                                        <p:tgtEl>
                                          <p:spTgt spid="9"/>
                                        </p:tgtEl>
                                        <p:attrNameLst>
                                          <p:attrName>style.visibility</p:attrName>
                                        </p:attrNameLst>
                                      </p:cBhvr>
                                      <p:to>
                                        <p:strVal val="visible"/>
                                      </p:to>
                                    </p:set>
                                    <p:animEffect transition="in" filter="blinds(horizontal)">
                                      <p:cBhvr>
                                        <p:cTn id="13" dur="500"/>
                                        <p:tgtEl>
                                          <p:spTgt spid="9"/>
                                        </p:tgtEl>
                                      </p:cBhvr>
                                    </p:animEffect>
                                  </p:childTnLst>
                                </p:cTn>
                              </p:par>
                            </p:childTnLst>
                          </p:cTn>
                        </p:par>
                      </p:childTnLst>
                    </p:cTn>
                  </p:par>
                  <p:par>
                    <p:cTn id="14" fill="hold">
                      <p:stCondLst>
                        <p:cond delay="indefinite"/>
                      </p:stCondLst>
                      <p:childTnLst>
                        <p:par>
                          <p:cTn id="15" fill="hold">
                            <p:stCondLst>
                              <p:cond delay="0"/>
                            </p:stCondLst>
                            <p:childTnLst>
                              <p:par>
                                <p:cTn id="16" presetID="22" presetClass="entr" presetSubtype="8" fill="hold" nodeType="clickEffect">
                                  <p:stCondLst>
                                    <p:cond delay="0"/>
                                  </p:stCondLst>
                                  <p:childTnLst>
                                    <p:set>
                                      <p:cBhvr>
                                        <p:cTn id="17" dur="1" fill="hold">
                                          <p:stCondLst>
                                            <p:cond delay="0"/>
                                          </p:stCondLst>
                                        </p:cTn>
                                        <p:tgtEl>
                                          <p:spTgt spid="3"/>
                                        </p:tgtEl>
                                        <p:attrNameLst>
                                          <p:attrName>style.visibility</p:attrName>
                                        </p:attrNameLst>
                                      </p:cBhvr>
                                      <p:to>
                                        <p:strVal val="visible"/>
                                      </p:to>
                                    </p:set>
                                    <p:animEffect transition="in" filter="wipe(left)">
                                      <p:cBhvr>
                                        <p:cTn id="18" dur="2000"/>
                                        <p:tgtEl>
                                          <p:spTgt spid="3"/>
                                        </p:tgtEl>
                                      </p:cBhvr>
                                    </p:animEffect>
                                  </p:childTnLst>
                                </p:cTn>
                              </p:par>
                            </p:childTnLst>
                          </p:cTn>
                        </p:par>
                      </p:childTnLst>
                    </p:cTn>
                  </p:par>
                  <p:par>
                    <p:cTn id="19" fill="hold">
                      <p:stCondLst>
                        <p:cond delay="indefinite"/>
                      </p:stCondLst>
                      <p:childTnLst>
                        <p:par>
                          <p:cTn id="20" fill="hold">
                            <p:stCondLst>
                              <p:cond delay="0"/>
                            </p:stCondLst>
                            <p:childTnLst>
                              <p:par>
                                <p:cTn id="21" presetID="22" presetClass="entr" presetSubtype="1" fill="hold" nodeType="clickEffect">
                                  <p:stCondLst>
                                    <p:cond delay="0"/>
                                  </p:stCondLst>
                                  <p:childTnLst>
                                    <p:set>
                                      <p:cBhvr>
                                        <p:cTn id="22" dur="1" fill="hold">
                                          <p:stCondLst>
                                            <p:cond delay="0"/>
                                          </p:stCondLst>
                                        </p:cTn>
                                        <p:tgtEl>
                                          <p:spTgt spid="4"/>
                                        </p:tgtEl>
                                        <p:attrNameLst>
                                          <p:attrName>style.visibility</p:attrName>
                                        </p:attrNameLst>
                                      </p:cBhvr>
                                      <p:to>
                                        <p:strVal val="visible"/>
                                      </p:to>
                                    </p:set>
                                    <p:animEffect transition="in" filter="wipe(up)">
                                      <p:cBhvr>
                                        <p:cTn id="23" dur="2000"/>
                                        <p:tgtEl>
                                          <p:spTgt spid="4"/>
                                        </p:tgtEl>
                                      </p:cBhvr>
                                    </p:animEffect>
                                  </p:childTnLst>
                                </p:cTn>
                              </p:par>
                            </p:childTnLst>
                          </p:cTn>
                        </p:par>
                      </p:childTnLst>
                    </p:cTn>
                  </p:par>
                  <p:par>
                    <p:cTn id="24" fill="hold">
                      <p:stCondLst>
                        <p:cond delay="indefinite"/>
                      </p:stCondLst>
                      <p:childTnLst>
                        <p:par>
                          <p:cTn id="25" fill="hold">
                            <p:stCondLst>
                              <p:cond delay="0"/>
                            </p:stCondLst>
                            <p:childTnLst>
                              <p:par>
                                <p:cTn id="26" presetID="22" presetClass="entr" presetSubtype="4" fill="hold" nodeType="clickEffect">
                                  <p:stCondLst>
                                    <p:cond delay="0"/>
                                  </p:stCondLst>
                                  <p:childTnLst>
                                    <p:set>
                                      <p:cBhvr>
                                        <p:cTn id="27" dur="1" fill="hold">
                                          <p:stCondLst>
                                            <p:cond delay="0"/>
                                          </p:stCondLst>
                                        </p:cTn>
                                        <p:tgtEl>
                                          <p:spTgt spid="2"/>
                                        </p:tgtEl>
                                        <p:attrNameLst>
                                          <p:attrName>style.visibility</p:attrName>
                                        </p:attrNameLst>
                                      </p:cBhvr>
                                      <p:to>
                                        <p:strVal val="visible"/>
                                      </p:to>
                                    </p:set>
                                    <p:animEffect transition="in" filter="wipe(down)">
                                      <p:cBhvr>
                                        <p:cTn id="28" dur="2000"/>
                                        <p:tgtEl>
                                          <p:spTgt spid="2"/>
                                        </p:tgtEl>
                                      </p:cBhvr>
                                    </p:animEffect>
                                  </p:childTnLst>
                                </p:cTn>
                              </p:par>
                            </p:childTnLst>
                          </p:cTn>
                        </p:par>
                      </p:childTnLst>
                    </p:cTn>
                  </p:par>
                  <p:par>
                    <p:cTn id="29" fill="hold">
                      <p:stCondLst>
                        <p:cond delay="indefinite"/>
                      </p:stCondLst>
                      <p:childTnLst>
                        <p:par>
                          <p:cTn id="30" fill="hold">
                            <p:stCondLst>
                              <p:cond delay="0"/>
                            </p:stCondLst>
                            <p:childTnLst>
                              <p:par>
                                <p:cTn id="31" presetID="22" presetClass="entr" presetSubtype="1" fill="hold" nodeType="clickEffect">
                                  <p:stCondLst>
                                    <p:cond delay="0"/>
                                  </p:stCondLst>
                                  <p:childTnLst>
                                    <p:set>
                                      <p:cBhvr>
                                        <p:cTn id="32" dur="1" fill="hold">
                                          <p:stCondLst>
                                            <p:cond delay="0"/>
                                          </p:stCondLst>
                                        </p:cTn>
                                        <p:tgtEl>
                                          <p:spTgt spid="5"/>
                                        </p:tgtEl>
                                        <p:attrNameLst>
                                          <p:attrName>style.visibility</p:attrName>
                                        </p:attrNameLst>
                                      </p:cBhvr>
                                      <p:to>
                                        <p:strVal val="visible"/>
                                      </p:to>
                                    </p:set>
                                    <p:animEffect transition="in" filter="wipe(up)">
                                      <p:cBhvr>
                                        <p:cTn id="33" dur="500"/>
                                        <p:tgtEl>
                                          <p:spTgt spid="5"/>
                                        </p:tgtEl>
                                      </p:cBhvr>
                                    </p:animEffect>
                                  </p:childTnLst>
                                </p:cTn>
                              </p:par>
                            </p:childTnLst>
                          </p:cTn>
                        </p:par>
                      </p:childTnLst>
                    </p:cTn>
                  </p:par>
                  <p:par>
                    <p:cTn id="34" fill="hold">
                      <p:stCondLst>
                        <p:cond delay="indefinite"/>
                      </p:stCondLst>
                      <p:childTnLst>
                        <p:par>
                          <p:cTn id="35" fill="hold">
                            <p:stCondLst>
                              <p:cond delay="0"/>
                            </p:stCondLst>
                            <p:childTnLst>
                              <p:par>
                                <p:cTn id="36" presetID="15" presetClass="entr" presetSubtype="0" fill="hold" grpId="0" nodeType="clickEffect">
                                  <p:stCondLst>
                                    <p:cond delay="0"/>
                                  </p:stCondLst>
                                  <p:childTnLst>
                                    <p:set>
                                      <p:cBhvr>
                                        <p:cTn id="37" dur="1" fill="hold">
                                          <p:stCondLst>
                                            <p:cond delay="0"/>
                                          </p:stCondLst>
                                        </p:cTn>
                                        <p:tgtEl>
                                          <p:spTgt spid="20530"/>
                                        </p:tgtEl>
                                        <p:attrNameLst>
                                          <p:attrName>style.visibility</p:attrName>
                                        </p:attrNameLst>
                                      </p:cBhvr>
                                      <p:to>
                                        <p:strVal val="visible"/>
                                      </p:to>
                                    </p:set>
                                    <p:anim calcmode="lin" valueType="num">
                                      <p:cBhvr>
                                        <p:cTn id="38" dur="1000" fill="hold"/>
                                        <p:tgtEl>
                                          <p:spTgt spid="20530"/>
                                        </p:tgtEl>
                                        <p:attrNameLst>
                                          <p:attrName>ppt_w</p:attrName>
                                        </p:attrNameLst>
                                      </p:cBhvr>
                                      <p:tavLst>
                                        <p:tav tm="0">
                                          <p:val>
                                            <p:fltVal val="0.000000"/>
                                          </p:val>
                                        </p:tav>
                                        <p:tav tm="100000">
                                          <p:val>
                                            <p:strVal val="#ppt_w"/>
                                          </p:val>
                                        </p:tav>
                                      </p:tavLst>
                                    </p:anim>
                                    <p:anim calcmode="lin" valueType="num">
                                      <p:cBhvr>
                                        <p:cTn id="39" dur="1000" fill="hold"/>
                                        <p:tgtEl>
                                          <p:spTgt spid="20530"/>
                                        </p:tgtEl>
                                        <p:attrNameLst>
                                          <p:attrName>ppt_h</p:attrName>
                                        </p:attrNameLst>
                                      </p:cBhvr>
                                      <p:tavLst>
                                        <p:tav tm="0">
                                          <p:val>
                                            <p:fltVal val="0.000000"/>
                                          </p:val>
                                        </p:tav>
                                        <p:tav tm="100000">
                                          <p:val>
                                            <p:strVal val="#ppt_h"/>
                                          </p:val>
                                        </p:tav>
                                      </p:tavLst>
                                    </p:anim>
                                    <p:anim calcmode="lin" valueType="num">
                                      <p:cBhvr>
                                        <p:cTn id="40" dur="1000" fill="hold"/>
                                        <p:tgtEl>
                                          <p:spTgt spid="20530"/>
                                        </p:tgtEl>
                                        <p:attrNameLst>
                                          <p:attrName>ppt_x</p:attrName>
                                        </p:attrNameLst>
                                      </p:cBhvr>
                                      <p:tavLst>
                                        <p:tav tm="0" fmla="#ppt_x+(cos(-2*pi*(1-$))*-#ppt_x-sin(-2*pi*(1-$))*(1-#ppt_y))*(1-$)">
                                          <p:val>
                                            <p:fltVal val="0.000000"/>
                                          </p:val>
                                        </p:tav>
                                        <p:tav tm="100000">
                                          <p:val>
                                            <p:fltVal val="1.000000"/>
                                          </p:val>
                                        </p:tav>
                                      </p:tavLst>
                                    </p:anim>
                                    <p:anim calcmode="lin" valueType="num">
                                      <p:cBhvr>
                                        <p:cTn id="41" dur="1000" fill="hold"/>
                                        <p:tgtEl>
                                          <p:spTgt spid="20530"/>
                                        </p:tgtEl>
                                        <p:attrNameLst>
                                          <p:attrName>ppt_y</p:attrName>
                                        </p:attrNameLst>
                                      </p:cBhvr>
                                      <p:tavLst>
                                        <p:tav tm="0" fmla="#ppt_y+(sin(-2*pi*(1-$))*-#ppt_x+cos(-2*pi*(1-$))*(1-#ppt_y))*(1-$)">
                                          <p:val>
                                            <p:fltVal val="0.000000"/>
                                          </p:val>
                                        </p:tav>
                                        <p:tav tm="100000">
                                          <p:val>
                                            <p:fltVal val="1.000000"/>
                                          </p:val>
                                        </p:tav>
                                      </p:tavLst>
                                    </p:anim>
                                  </p:childTnLst>
                                </p:cTn>
                              </p:par>
                            </p:childTnLst>
                          </p:cTn>
                        </p:par>
                      </p:childTnLst>
                    </p:cTn>
                  </p:par>
                  <p:par>
                    <p:cTn id="42" fill="hold">
                      <p:stCondLst>
                        <p:cond delay="indefinite"/>
                      </p:stCondLst>
                      <p:childTnLst>
                        <p:par>
                          <p:cTn id="43" fill="hold">
                            <p:stCondLst>
                              <p:cond delay="0"/>
                            </p:stCondLst>
                            <p:childTnLst>
                              <p:par>
                                <p:cTn id="44" presetID="22" presetClass="entr" presetSubtype="8" fill="hold" grpId="0" nodeType="clickEffect">
                                  <p:stCondLst>
                                    <p:cond delay="0"/>
                                  </p:stCondLst>
                                  <p:iterate type="lt">
                                    <p:tmPct val="100000"/>
                                  </p:iterate>
                                  <p:childTnLst>
                                    <p:set>
                                      <p:cBhvr>
                                        <p:cTn id="45" dur="1" fill="hold">
                                          <p:stCondLst>
                                            <p:cond delay="0"/>
                                          </p:stCondLst>
                                        </p:cTn>
                                        <p:tgtEl>
                                          <p:spTgt spid="20529"/>
                                        </p:tgtEl>
                                        <p:attrNameLst>
                                          <p:attrName>style.visibility</p:attrName>
                                        </p:attrNameLst>
                                      </p:cBhvr>
                                      <p:to>
                                        <p:strVal val="visible"/>
                                      </p:to>
                                    </p:set>
                                    <p:animEffect transition="in" filter="wipe(left)">
                                      <p:cBhvr>
                                        <p:cTn id="46" dur="100"/>
                                        <p:tgtEl>
                                          <p:spTgt spid="2052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483" grpId="0" animBg="1"/>
      <p:bldP spid="20529" grpId="0"/>
      <p:bldP spid="20530" grpId="0" animBg="1"/>
    </p:bldLst>
  </p:timing>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9458" name="Text Box 2"/>
          <p:cNvSpPr txBox="1"/>
          <p:nvPr/>
        </p:nvSpPr>
        <p:spPr>
          <a:xfrm>
            <a:off x="611188" y="476250"/>
            <a:ext cx="3254375" cy="519113"/>
          </a:xfrm>
          <a:prstGeom prst="rect">
            <a:avLst/>
          </a:prstGeom>
          <a:solidFill>
            <a:schemeClr val="hlink"/>
          </a:solidFill>
          <a:ln w="9525">
            <a:noFill/>
          </a:ln>
        </p:spPr>
        <p:txBody>
          <a:bodyPr wrap="none" lIns="198000" rIns="198000">
            <a:spAutoFit/>
          </a:bodyPr>
          <a:p>
            <a:pPr>
              <a:spcBef>
                <a:spcPct val="50000"/>
              </a:spcBef>
            </a:pPr>
            <a:r>
              <a:rPr lang="zh-CN" altLang="en-US" dirty="0">
                <a:solidFill>
                  <a:schemeClr val="bg1"/>
                </a:solidFill>
                <a:latin typeface="Times New Roman" panose="02020603050405020304" pitchFamily="18" charset="0"/>
              </a:rPr>
              <a:t>并联电容的确定：</a:t>
            </a:r>
            <a:endParaRPr lang="zh-CN" altLang="en-US" dirty="0">
              <a:solidFill>
                <a:schemeClr val="bg1"/>
              </a:solidFill>
              <a:latin typeface="Times New Roman" panose="02020603050405020304" pitchFamily="18" charset="0"/>
            </a:endParaRPr>
          </a:p>
        </p:txBody>
      </p:sp>
      <p:graphicFrame>
        <p:nvGraphicFramePr>
          <p:cNvPr id="19473" name="Object 17"/>
          <p:cNvGraphicFramePr/>
          <p:nvPr/>
        </p:nvGraphicFramePr>
        <p:xfrm>
          <a:off x="395288" y="1052513"/>
          <a:ext cx="4302125" cy="569912"/>
        </p:xfrm>
        <a:graphic>
          <a:graphicData uri="http://schemas.openxmlformats.org/presentationml/2006/ole">
            <mc:AlternateContent xmlns:mc="http://schemas.openxmlformats.org/markup-compatibility/2006">
              <mc:Choice xmlns:v="urn:schemas-microsoft-com:vml" Requires="v">
                <p:oleObj spid="_x0000_s3494" name="" r:id="rId1" imgW="1828165" imgH="241300" progId="Equation.3">
                  <p:embed/>
                </p:oleObj>
              </mc:Choice>
              <mc:Fallback>
                <p:oleObj name="" r:id="rId1" imgW="1828165" imgH="241300" progId="Equation.3">
                  <p:embed/>
                  <p:pic>
                    <p:nvPicPr>
                      <p:cNvPr id="0" name="图片 3493"/>
                      <p:cNvPicPr/>
                      <p:nvPr/>
                    </p:nvPicPr>
                    <p:blipFill>
                      <a:blip r:embed="rId2">
                        <a:clrChange>
                          <a:clrFrom>
                            <a:srgbClr val="000000"/>
                          </a:clrFrom>
                          <a:clrTo>
                            <a:srgbClr val="FFFFFF"/>
                          </a:clrTo>
                        </a:clrChange>
                      </a:blip>
                      <a:stretch>
                        <a:fillRect/>
                      </a:stretch>
                    </p:blipFill>
                    <p:spPr>
                      <a:xfrm>
                        <a:off x="395288" y="1052513"/>
                        <a:ext cx="4302125" cy="569912"/>
                      </a:xfrm>
                      <a:prstGeom prst="rect">
                        <a:avLst/>
                      </a:prstGeom>
                      <a:noFill/>
                      <a:ln w="38100">
                        <a:noFill/>
                        <a:miter/>
                      </a:ln>
                    </p:spPr>
                  </p:pic>
                </p:oleObj>
              </mc:Fallback>
            </mc:AlternateContent>
          </a:graphicData>
        </a:graphic>
      </p:graphicFrame>
      <p:grpSp>
        <p:nvGrpSpPr>
          <p:cNvPr id="2" name="Group 65"/>
          <p:cNvGrpSpPr/>
          <p:nvPr/>
        </p:nvGrpSpPr>
        <p:grpSpPr>
          <a:xfrm>
            <a:off x="395288" y="4437063"/>
            <a:ext cx="7993062" cy="1981200"/>
            <a:chOff x="249" y="2896"/>
            <a:chExt cx="5035" cy="1169"/>
          </a:xfrm>
        </p:grpSpPr>
        <p:sp>
          <p:nvSpPr>
            <p:cNvPr id="65574" name="Text Box 20"/>
            <p:cNvSpPr txBox="1"/>
            <p:nvPr/>
          </p:nvSpPr>
          <p:spPr>
            <a:xfrm>
              <a:off x="249" y="2958"/>
              <a:ext cx="725" cy="810"/>
            </a:xfrm>
            <a:prstGeom prst="rect">
              <a:avLst/>
            </a:prstGeom>
            <a:noFill/>
            <a:ln w="12700">
              <a:noFill/>
            </a:ln>
          </p:spPr>
          <p:txBody>
            <a:bodyPr lIns="198000" rIns="198000" anchor="ctr" anchorCtr="0">
              <a:spAutoFit/>
            </a:bodyPr>
            <a:p>
              <a:r>
                <a:rPr lang="zh-CN" altLang="en-US" dirty="0">
                  <a:latin typeface="楷体_GB2312" pitchFamily="49" charset="-122"/>
                </a:rPr>
                <a:t>补偿容量</a:t>
              </a:r>
              <a:endParaRPr lang="zh-CN" altLang="en-US" dirty="0">
                <a:latin typeface="楷体_GB2312" pitchFamily="49" charset="-122"/>
              </a:endParaRPr>
            </a:p>
            <a:p>
              <a:r>
                <a:rPr lang="zh-CN" altLang="en-US" dirty="0">
                  <a:latin typeface="楷体_GB2312" pitchFamily="49" charset="-122"/>
                </a:rPr>
                <a:t>不同</a:t>
              </a:r>
              <a:endParaRPr lang="zh-CN" altLang="en-US" dirty="0">
                <a:latin typeface="楷体_GB2312" pitchFamily="49" charset="-122"/>
              </a:endParaRPr>
            </a:p>
          </p:txBody>
        </p:sp>
        <p:sp>
          <p:nvSpPr>
            <p:cNvPr id="65575" name="Rectangle 21"/>
            <p:cNvSpPr/>
            <p:nvPr/>
          </p:nvSpPr>
          <p:spPr>
            <a:xfrm>
              <a:off x="1020" y="3177"/>
              <a:ext cx="4264" cy="558"/>
            </a:xfrm>
            <a:prstGeom prst="rect">
              <a:avLst/>
            </a:prstGeom>
            <a:noFill/>
            <a:ln w="12700">
              <a:noFill/>
            </a:ln>
          </p:spPr>
          <p:txBody>
            <a:bodyPr anchor="ctr" anchorCtr="0">
              <a:spAutoFit/>
            </a:bodyPr>
            <a:p>
              <a:r>
                <a:rPr lang="zh-CN" altLang="en-US" dirty="0">
                  <a:latin typeface="楷体_GB2312" pitchFamily="49" charset="-122"/>
                </a:rPr>
                <a:t>全</a:t>
              </a:r>
              <a:r>
                <a:rPr lang="en-US" altLang="zh-CN" dirty="0">
                  <a:latin typeface="Times New Roman" panose="02020603050405020304" pitchFamily="18" charset="0"/>
                </a:rPr>
                <a:t>——</a:t>
              </a:r>
              <a:r>
                <a:rPr lang="zh-CN" altLang="en-US" dirty="0">
                  <a:latin typeface="楷体_GB2312" pitchFamily="49" charset="-122"/>
                </a:rPr>
                <a:t>不要求</a:t>
              </a:r>
              <a:r>
                <a:rPr lang="en-US" altLang="zh-CN" dirty="0">
                  <a:latin typeface="楷体_GB2312" pitchFamily="49" charset="-122"/>
                </a:rPr>
                <a:t>(</a:t>
              </a:r>
              <a:r>
                <a:rPr lang="zh-CN" altLang="en-US" dirty="0">
                  <a:latin typeface="楷体_GB2312" pitchFamily="49" charset="-122"/>
                </a:rPr>
                <a:t>电容设备投资增加</a:t>
              </a:r>
              <a:r>
                <a:rPr lang="en-US" altLang="zh-CN" dirty="0">
                  <a:latin typeface="楷体_GB2312" pitchFamily="49" charset="-122"/>
                </a:rPr>
                <a:t>,</a:t>
              </a:r>
              <a:r>
                <a:rPr lang="zh-CN" altLang="en-US" dirty="0">
                  <a:latin typeface="楷体_GB2312" pitchFamily="49" charset="-122"/>
                </a:rPr>
                <a:t>经济效</a:t>
              </a:r>
              <a:endParaRPr lang="zh-CN" altLang="en-US" dirty="0">
                <a:latin typeface="楷体_GB2312" pitchFamily="49" charset="-122"/>
              </a:endParaRPr>
            </a:p>
            <a:p>
              <a:r>
                <a:rPr lang="zh-CN" altLang="en-US" dirty="0">
                  <a:latin typeface="楷体_GB2312" pitchFamily="49" charset="-122"/>
                </a:rPr>
                <a:t>      果不明显</a:t>
              </a:r>
              <a:r>
                <a:rPr lang="en-US" altLang="zh-CN" dirty="0">
                  <a:latin typeface="楷体_GB2312" pitchFamily="49" charset="-122"/>
                </a:rPr>
                <a:t>)</a:t>
              </a:r>
              <a:endParaRPr lang="en-US" altLang="zh-CN" dirty="0">
                <a:latin typeface="楷体_GB2312" pitchFamily="49" charset="-122"/>
              </a:endParaRPr>
            </a:p>
          </p:txBody>
        </p:sp>
        <p:sp>
          <p:nvSpPr>
            <p:cNvPr id="65576" name="Rectangle 22"/>
            <p:cNvSpPr/>
            <p:nvPr/>
          </p:nvSpPr>
          <p:spPr>
            <a:xfrm>
              <a:off x="1020" y="2896"/>
              <a:ext cx="341" cy="307"/>
            </a:xfrm>
            <a:prstGeom prst="rect">
              <a:avLst/>
            </a:prstGeom>
            <a:noFill/>
            <a:ln w="12700">
              <a:noFill/>
            </a:ln>
          </p:spPr>
          <p:txBody>
            <a:bodyPr wrap="none" anchor="ctr" anchorCtr="0">
              <a:spAutoFit/>
            </a:bodyPr>
            <a:p>
              <a:pPr algn="ctr"/>
              <a:r>
                <a:rPr lang="zh-CN" altLang="en-US" dirty="0">
                  <a:latin typeface="楷体_GB2312" pitchFamily="49" charset="-122"/>
                </a:rPr>
                <a:t>欠</a:t>
              </a:r>
              <a:endParaRPr lang="zh-CN" altLang="en-US" dirty="0">
                <a:latin typeface="楷体_GB2312" pitchFamily="49" charset="-122"/>
              </a:endParaRPr>
            </a:p>
          </p:txBody>
        </p:sp>
        <p:sp>
          <p:nvSpPr>
            <p:cNvPr id="65577" name="Rectangle 23"/>
            <p:cNvSpPr/>
            <p:nvPr/>
          </p:nvSpPr>
          <p:spPr>
            <a:xfrm>
              <a:off x="1020" y="3759"/>
              <a:ext cx="3940" cy="306"/>
            </a:xfrm>
            <a:prstGeom prst="rect">
              <a:avLst/>
            </a:prstGeom>
            <a:noFill/>
            <a:ln w="12700">
              <a:noFill/>
            </a:ln>
          </p:spPr>
          <p:txBody>
            <a:bodyPr wrap="none" anchor="ctr" anchorCtr="0">
              <a:spAutoFit/>
            </a:bodyPr>
            <a:p>
              <a:r>
                <a:rPr lang="zh-CN" altLang="en-US" dirty="0">
                  <a:latin typeface="楷体_GB2312" pitchFamily="49" charset="-122"/>
                </a:rPr>
                <a:t>过</a:t>
              </a:r>
              <a:r>
                <a:rPr lang="en-US" altLang="zh-CN" dirty="0">
                  <a:latin typeface="Times New Roman" panose="02020603050405020304" pitchFamily="18" charset="0"/>
                </a:rPr>
                <a:t>——</a:t>
              </a:r>
              <a:r>
                <a:rPr lang="zh-CN" altLang="en-US" dirty="0">
                  <a:latin typeface="楷体_GB2312" pitchFamily="49" charset="-122"/>
                </a:rPr>
                <a:t>功率因数又由高变低</a:t>
              </a:r>
              <a:r>
                <a:rPr lang="en-US" altLang="zh-CN" dirty="0">
                  <a:latin typeface="楷体_GB2312" pitchFamily="49" charset="-122"/>
                </a:rPr>
                <a:t>(</a:t>
              </a:r>
              <a:r>
                <a:rPr lang="zh-CN" altLang="en-US" dirty="0">
                  <a:latin typeface="楷体_GB2312" pitchFamily="49" charset="-122"/>
                </a:rPr>
                <a:t>性质不同</a:t>
              </a:r>
              <a:r>
                <a:rPr lang="en-US" altLang="zh-CN" dirty="0">
                  <a:latin typeface="楷体_GB2312" pitchFamily="49" charset="-122"/>
                </a:rPr>
                <a:t>)</a:t>
              </a:r>
              <a:endParaRPr lang="en-US" altLang="zh-CN" dirty="0">
                <a:latin typeface="楷体_GB2312" pitchFamily="49" charset="-122"/>
              </a:endParaRPr>
            </a:p>
          </p:txBody>
        </p:sp>
        <p:sp>
          <p:nvSpPr>
            <p:cNvPr id="65578" name="AutoShape 24"/>
            <p:cNvSpPr/>
            <p:nvPr/>
          </p:nvSpPr>
          <p:spPr>
            <a:xfrm>
              <a:off x="975" y="2976"/>
              <a:ext cx="45" cy="1044"/>
            </a:xfrm>
            <a:prstGeom prst="leftBrace">
              <a:avLst>
                <a:gd name="adj1" fmla="val 193225"/>
                <a:gd name="adj2" fmla="val 50000"/>
              </a:avLst>
            </a:prstGeom>
            <a:noFill/>
            <a:ln w="38100" cap="flat" cmpd="sng">
              <a:solidFill>
                <a:schemeClr val="bg1"/>
              </a:solidFill>
              <a:prstDash val="solid"/>
              <a:headEnd type="none" w="med" len="med"/>
              <a:tailEnd type="none" w="med" len="med"/>
            </a:ln>
          </p:spPr>
          <p:txBody>
            <a:bodyPr wrap="none" anchor="ctr" anchorCtr="0"/>
            <a:p>
              <a:endParaRPr lang="zh-CN" altLang="en-US" dirty="0">
                <a:latin typeface="楷体_GB2312" pitchFamily="49" charset="-122"/>
              </a:endParaRPr>
            </a:p>
          </p:txBody>
        </p:sp>
      </p:grpSp>
      <p:graphicFrame>
        <p:nvGraphicFramePr>
          <p:cNvPr id="19502" name="Object 46"/>
          <p:cNvGraphicFramePr/>
          <p:nvPr/>
        </p:nvGraphicFramePr>
        <p:xfrm>
          <a:off x="493713" y="1700213"/>
          <a:ext cx="5392737" cy="763587"/>
        </p:xfrm>
        <a:graphic>
          <a:graphicData uri="http://schemas.openxmlformats.org/presentationml/2006/ole">
            <mc:AlternateContent xmlns:mc="http://schemas.openxmlformats.org/markup-compatibility/2006">
              <mc:Choice xmlns:v="urn:schemas-microsoft-com:vml" Requires="v">
                <p:oleObj spid="_x0000_s3489" name="" r:id="rId3" imgW="2959100" imgH="419100" progId="Equation.3">
                  <p:embed/>
                </p:oleObj>
              </mc:Choice>
              <mc:Fallback>
                <p:oleObj name="" r:id="rId3" imgW="2959100" imgH="419100" progId="Equation.3">
                  <p:embed/>
                  <p:pic>
                    <p:nvPicPr>
                      <p:cNvPr id="0" name="图片 3488"/>
                      <p:cNvPicPr/>
                      <p:nvPr/>
                    </p:nvPicPr>
                    <p:blipFill>
                      <a:blip r:embed="rId4">
                        <a:clrChange>
                          <a:clrFrom>
                            <a:srgbClr val="000000"/>
                          </a:clrFrom>
                          <a:clrTo>
                            <a:srgbClr val="FFFFFF"/>
                          </a:clrTo>
                        </a:clrChange>
                      </a:blip>
                      <a:stretch>
                        <a:fillRect/>
                      </a:stretch>
                    </p:blipFill>
                    <p:spPr>
                      <a:xfrm>
                        <a:off x="493713" y="1700213"/>
                        <a:ext cx="5392737" cy="763587"/>
                      </a:xfrm>
                      <a:prstGeom prst="rect">
                        <a:avLst/>
                      </a:prstGeom>
                      <a:noFill/>
                      <a:ln w="38100">
                        <a:noFill/>
                        <a:miter/>
                      </a:ln>
                    </p:spPr>
                  </p:pic>
                </p:oleObj>
              </mc:Fallback>
            </mc:AlternateContent>
          </a:graphicData>
        </a:graphic>
      </p:graphicFrame>
      <p:graphicFrame>
        <p:nvGraphicFramePr>
          <p:cNvPr id="19503" name="Object 47"/>
          <p:cNvGraphicFramePr/>
          <p:nvPr/>
        </p:nvGraphicFramePr>
        <p:xfrm>
          <a:off x="515938" y="2565400"/>
          <a:ext cx="4868862" cy="781050"/>
        </p:xfrm>
        <a:graphic>
          <a:graphicData uri="http://schemas.openxmlformats.org/presentationml/2006/ole">
            <mc:AlternateContent xmlns:mc="http://schemas.openxmlformats.org/markup-compatibility/2006">
              <mc:Choice xmlns:v="urn:schemas-microsoft-com:vml" Requires="v">
                <p:oleObj spid="_x0000_s3491" name="" r:id="rId5" imgW="2298700" imgH="368300" progId="Equation.3">
                  <p:embed/>
                </p:oleObj>
              </mc:Choice>
              <mc:Fallback>
                <p:oleObj name="" r:id="rId5" imgW="2298700" imgH="368300" progId="Equation.3">
                  <p:embed/>
                  <p:pic>
                    <p:nvPicPr>
                      <p:cNvPr id="0" name="图片 3490"/>
                      <p:cNvPicPr/>
                      <p:nvPr/>
                    </p:nvPicPr>
                    <p:blipFill>
                      <a:blip r:embed="rId6">
                        <a:clrChange>
                          <a:clrFrom>
                            <a:srgbClr val="000000"/>
                          </a:clrFrom>
                          <a:clrTo>
                            <a:srgbClr val="FFFFFF"/>
                          </a:clrTo>
                        </a:clrChange>
                      </a:blip>
                      <a:stretch>
                        <a:fillRect/>
                      </a:stretch>
                    </p:blipFill>
                    <p:spPr>
                      <a:xfrm>
                        <a:off x="515938" y="2565400"/>
                        <a:ext cx="4868862" cy="781050"/>
                      </a:xfrm>
                      <a:prstGeom prst="rect">
                        <a:avLst/>
                      </a:prstGeom>
                      <a:noFill/>
                      <a:ln w="38100">
                        <a:noFill/>
                        <a:miter/>
                      </a:ln>
                    </p:spPr>
                  </p:pic>
                </p:oleObj>
              </mc:Fallback>
            </mc:AlternateContent>
          </a:graphicData>
        </a:graphic>
      </p:graphicFrame>
      <p:sp>
        <p:nvSpPr>
          <p:cNvPr id="19504" name="Line 48"/>
          <p:cNvSpPr/>
          <p:nvPr/>
        </p:nvSpPr>
        <p:spPr>
          <a:xfrm>
            <a:off x="684213" y="3860800"/>
            <a:ext cx="863600" cy="0"/>
          </a:xfrm>
          <a:prstGeom prst="line">
            <a:avLst/>
          </a:prstGeom>
          <a:ln w="76200" cap="flat" cmpd="sng">
            <a:solidFill>
              <a:srgbClr val="0066FF"/>
            </a:solidFill>
            <a:prstDash val="solid"/>
            <a:headEnd type="none" w="med" len="med"/>
            <a:tailEnd type="triangle" w="med" len="med"/>
          </a:ln>
        </p:spPr>
      </p:sp>
      <p:graphicFrame>
        <p:nvGraphicFramePr>
          <p:cNvPr id="19505" name="Object 49"/>
          <p:cNvGraphicFramePr/>
          <p:nvPr/>
        </p:nvGraphicFramePr>
        <p:xfrm>
          <a:off x="1562100" y="3429000"/>
          <a:ext cx="4694238" cy="1008063"/>
        </p:xfrm>
        <a:graphic>
          <a:graphicData uri="http://schemas.openxmlformats.org/presentationml/2006/ole">
            <mc:AlternateContent xmlns:mc="http://schemas.openxmlformats.org/markup-compatibility/2006">
              <mc:Choice xmlns:v="urn:schemas-microsoft-com:vml" Requires="v">
                <p:oleObj spid="_x0000_s3495" name="" r:id="rId7" imgW="1777365" imgH="381000" progId="Equation.3">
                  <p:embed/>
                </p:oleObj>
              </mc:Choice>
              <mc:Fallback>
                <p:oleObj name="" r:id="rId7" imgW="1777365" imgH="381000" progId="Equation.3">
                  <p:embed/>
                  <p:pic>
                    <p:nvPicPr>
                      <p:cNvPr id="0" name="图片 3494"/>
                      <p:cNvPicPr/>
                      <p:nvPr/>
                    </p:nvPicPr>
                    <p:blipFill>
                      <a:blip r:embed="rId8">
                        <a:clrChange>
                          <a:clrFrom>
                            <a:srgbClr val="000000"/>
                          </a:clrFrom>
                          <a:clrTo>
                            <a:srgbClr val="990033"/>
                          </a:clrTo>
                        </a:clrChange>
                      </a:blip>
                      <a:stretch>
                        <a:fillRect/>
                      </a:stretch>
                    </p:blipFill>
                    <p:spPr>
                      <a:xfrm>
                        <a:off x="1562100" y="3429000"/>
                        <a:ext cx="4694238" cy="1008063"/>
                      </a:xfrm>
                      <a:prstGeom prst="rect">
                        <a:avLst/>
                      </a:prstGeom>
                      <a:gradFill rotWithShape="1">
                        <a:gsLst>
                          <a:gs pos="0">
                            <a:srgbClr val="FFCC99"/>
                          </a:gs>
                          <a:gs pos="100000">
                            <a:schemeClr val="bg1"/>
                          </a:gs>
                        </a:gsLst>
                        <a:lin ang="5400000" scaled="1"/>
                        <a:tileRect/>
                      </a:gradFill>
                      <a:ln w="38100">
                        <a:noFill/>
                        <a:miter/>
                      </a:ln>
                    </p:spPr>
                  </p:pic>
                </p:oleObj>
              </mc:Fallback>
            </mc:AlternateContent>
          </a:graphicData>
        </a:graphic>
      </p:graphicFrame>
      <p:sp>
        <p:nvSpPr>
          <p:cNvPr id="19506" name="Line 50"/>
          <p:cNvSpPr/>
          <p:nvPr/>
        </p:nvSpPr>
        <p:spPr>
          <a:xfrm flipV="1">
            <a:off x="7451725" y="547688"/>
            <a:ext cx="0" cy="2663825"/>
          </a:xfrm>
          <a:prstGeom prst="line">
            <a:avLst/>
          </a:prstGeom>
          <a:ln w="28575" cap="flat" cmpd="sng">
            <a:solidFill>
              <a:srgbClr val="FFCC00"/>
            </a:solidFill>
            <a:prstDash val="dash"/>
            <a:headEnd type="none" w="med" len="med"/>
            <a:tailEnd type="triangle" w="med" len="med"/>
          </a:ln>
        </p:spPr>
      </p:sp>
      <p:sp>
        <p:nvSpPr>
          <p:cNvPr id="19507" name="Line 51"/>
          <p:cNvSpPr/>
          <p:nvPr/>
        </p:nvSpPr>
        <p:spPr>
          <a:xfrm flipV="1">
            <a:off x="5795963" y="547688"/>
            <a:ext cx="1655762" cy="1081087"/>
          </a:xfrm>
          <a:prstGeom prst="line">
            <a:avLst/>
          </a:prstGeom>
          <a:ln w="28575" cap="flat" cmpd="sng">
            <a:solidFill>
              <a:srgbClr val="FF3300"/>
            </a:solidFill>
            <a:prstDash val="dash"/>
            <a:headEnd type="none" w="med" len="med"/>
            <a:tailEnd type="triangle" w="med" len="med"/>
          </a:ln>
        </p:spPr>
      </p:sp>
      <p:grpSp>
        <p:nvGrpSpPr>
          <p:cNvPr id="65551" name="Group 56"/>
          <p:cNvGrpSpPr/>
          <p:nvPr/>
        </p:nvGrpSpPr>
        <p:grpSpPr>
          <a:xfrm>
            <a:off x="8316913" y="6446838"/>
            <a:ext cx="792162" cy="366712"/>
            <a:chOff x="5193" y="4020"/>
            <a:chExt cx="499" cy="231"/>
          </a:xfrm>
        </p:grpSpPr>
        <p:pic>
          <p:nvPicPr>
            <p:cNvPr id="65572" name="Picture 57" descr="78900"/>
            <p:cNvPicPr>
              <a:picLocks noChangeAspect="1"/>
            </p:cNvPicPr>
            <p:nvPr/>
          </p:nvPicPr>
          <p:blipFill>
            <a:blip r:embed="rId9"/>
            <a:stretch>
              <a:fillRect/>
            </a:stretch>
          </p:blipFill>
          <p:spPr>
            <a:xfrm>
              <a:off x="5193" y="4066"/>
              <a:ext cx="499" cy="181"/>
            </a:xfrm>
            <a:prstGeom prst="rect">
              <a:avLst/>
            </a:prstGeom>
            <a:noFill/>
            <a:ln w="9525">
              <a:noFill/>
            </a:ln>
          </p:spPr>
        </p:pic>
        <p:sp>
          <p:nvSpPr>
            <p:cNvPr id="65573" name="Text Box 58">
              <a:hlinkClick r:id="" action="ppaction://hlinkshowjump?jump=nextslide"/>
            </p:cNvPr>
            <p:cNvSpPr txBox="1"/>
            <p:nvPr/>
          </p:nvSpPr>
          <p:spPr>
            <a:xfrm>
              <a:off x="5216" y="4020"/>
              <a:ext cx="476" cy="231"/>
            </a:xfrm>
            <a:prstGeom prst="rect">
              <a:avLst/>
            </a:prstGeom>
            <a:noFill/>
            <a:ln w="9525">
              <a:noFill/>
            </a:ln>
          </p:spPr>
          <p:txBody>
            <a:bodyPr wrap="none">
              <a:spAutoFit/>
            </a:bodyPr>
            <a:p>
              <a:pPr>
                <a:spcBef>
                  <a:spcPct val="50000"/>
                </a:spcBef>
              </a:pPr>
              <a:r>
                <a:rPr lang="zh-CN" altLang="en-US" sz="1800" b="0" dirty="0">
                  <a:solidFill>
                    <a:schemeClr val="bg1"/>
                  </a:solidFill>
                  <a:latin typeface="隶书" panose="02010509060101010101" pitchFamily="49" charset="-122"/>
                  <a:ea typeface="隶书" panose="02010509060101010101" pitchFamily="49" charset="-122"/>
                </a:rPr>
                <a:t>下 页</a:t>
              </a:r>
              <a:endParaRPr lang="zh-CN" altLang="en-US" sz="1800" b="0" dirty="0">
                <a:solidFill>
                  <a:schemeClr val="bg1"/>
                </a:solidFill>
                <a:latin typeface="隶书" panose="02010509060101010101" pitchFamily="49" charset="-122"/>
                <a:ea typeface="隶书" panose="02010509060101010101" pitchFamily="49" charset="-122"/>
              </a:endParaRPr>
            </a:p>
          </p:txBody>
        </p:sp>
      </p:grpSp>
      <p:grpSp>
        <p:nvGrpSpPr>
          <p:cNvPr id="65552" name="Group 59"/>
          <p:cNvGrpSpPr/>
          <p:nvPr/>
        </p:nvGrpSpPr>
        <p:grpSpPr>
          <a:xfrm>
            <a:off x="7453313" y="6446838"/>
            <a:ext cx="792162" cy="366712"/>
            <a:chOff x="4649" y="4020"/>
            <a:chExt cx="499" cy="231"/>
          </a:xfrm>
        </p:grpSpPr>
        <p:pic>
          <p:nvPicPr>
            <p:cNvPr id="65570" name="Picture 60" descr="78900"/>
            <p:cNvPicPr>
              <a:picLocks noChangeAspect="1"/>
            </p:cNvPicPr>
            <p:nvPr/>
          </p:nvPicPr>
          <p:blipFill>
            <a:blip r:embed="rId9"/>
            <a:stretch>
              <a:fillRect/>
            </a:stretch>
          </p:blipFill>
          <p:spPr>
            <a:xfrm>
              <a:off x="4649" y="4066"/>
              <a:ext cx="499" cy="181"/>
            </a:xfrm>
            <a:prstGeom prst="rect">
              <a:avLst/>
            </a:prstGeom>
            <a:noFill/>
            <a:ln w="9525">
              <a:noFill/>
            </a:ln>
          </p:spPr>
        </p:pic>
        <p:sp>
          <p:nvSpPr>
            <p:cNvPr id="65571" name="Text Box 61">
              <a:hlinkClick r:id="" action="ppaction://hlinkshowjump?jump=previousslide"/>
            </p:cNvPr>
            <p:cNvSpPr txBox="1"/>
            <p:nvPr/>
          </p:nvSpPr>
          <p:spPr>
            <a:xfrm>
              <a:off x="4672" y="4020"/>
              <a:ext cx="476" cy="231"/>
            </a:xfrm>
            <a:prstGeom prst="rect">
              <a:avLst/>
            </a:prstGeom>
            <a:noFill/>
            <a:ln w="9525">
              <a:noFill/>
            </a:ln>
          </p:spPr>
          <p:txBody>
            <a:bodyPr wrap="none">
              <a:spAutoFit/>
            </a:bodyPr>
            <a:p>
              <a:pPr>
                <a:spcBef>
                  <a:spcPct val="50000"/>
                </a:spcBef>
              </a:pPr>
              <a:r>
                <a:rPr lang="zh-CN" altLang="en-US" sz="1800" b="0" dirty="0">
                  <a:solidFill>
                    <a:schemeClr val="bg1"/>
                  </a:solidFill>
                  <a:latin typeface="隶书" panose="02010509060101010101" pitchFamily="49" charset="-122"/>
                  <a:ea typeface="隶书" panose="02010509060101010101" pitchFamily="49" charset="-122"/>
                </a:rPr>
                <a:t>上 页</a:t>
              </a:r>
              <a:endParaRPr lang="zh-CN" altLang="en-US" sz="1800" b="0" dirty="0">
                <a:solidFill>
                  <a:schemeClr val="bg1"/>
                </a:solidFill>
                <a:latin typeface="隶书" panose="02010509060101010101" pitchFamily="49" charset="-122"/>
                <a:ea typeface="隶书" panose="02010509060101010101" pitchFamily="49" charset="-122"/>
              </a:endParaRPr>
            </a:p>
          </p:txBody>
        </p:sp>
      </p:grpSp>
      <p:grpSp>
        <p:nvGrpSpPr>
          <p:cNvPr id="5" name="Group 88"/>
          <p:cNvGrpSpPr/>
          <p:nvPr/>
        </p:nvGrpSpPr>
        <p:grpSpPr>
          <a:xfrm>
            <a:off x="5795963" y="1268413"/>
            <a:ext cx="2943225" cy="2462212"/>
            <a:chOff x="3152" y="823"/>
            <a:chExt cx="1854" cy="1551"/>
          </a:xfrm>
        </p:grpSpPr>
        <p:grpSp>
          <p:nvGrpSpPr>
            <p:cNvPr id="65557" name="Group 71"/>
            <p:cNvGrpSpPr/>
            <p:nvPr/>
          </p:nvGrpSpPr>
          <p:grpSpPr>
            <a:xfrm>
              <a:off x="4195" y="1525"/>
              <a:ext cx="279" cy="543"/>
              <a:chOff x="4205" y="1536"/>
              <a:chExt cx="279" cy="543"/>
            </a:xfrm>
          </p:grpSpPr>
          <p:sp>
            <p:nvSpPr>
              <p:cNvPr id="65569" name="Line 72"/>
              <p:cNvSpPr/>
              <p:nvPr/>
            </p:nvSpPr>
            <p:spPr>
              <a:xfrm flipV="1">
                <a:off x="4205" y="1536"/>
                <a:ext cx="0" cy="543"/>
              </a:xfrm>
              <a:prstGeom prst="line">
                <a:avLst/>
              </a:prstGeom>
              <a:ln w="28575" cap="flat" cmpd="sng">
                <a:solidFill>
                  <a:srgbClr val="FF66FF"/>
                </a:solidFill>
                <a:prstDash val="solid"/>
                <a:headEnd type="none" w="med" len="med"/>
                <a:tailEnd type="triangle" w="med" len="med"/>
              </a:ln>
            </p:spPr>
          </p:sp>
          <p:graphicFrame>
            <p:nvGraphicFramePr>
              <p:cNvPr id="65545" name="Object 73"/>
              <p:cNvGraphicFramePr/>
              <p:nvPr/>
            </p:nvGraphicFramePr>
            <p:xfrm>
              <a:off x="4261" y="1583"/>
              <a:ext cx="223" cy="444"/>
            </p:xfrm>
            <a:graphic>
              <a:graphicData uri="http://schemas.openxmlformats.org/presentationml/2006/ole">
                <mc:AlternateContent xmlns:mc="http://schemas.openxmlformats.org/markup-compatibility/2006">
                  <mc:Choice xmlns:v="urn:schemas-microsoft-com:vml" Requires="v">
                    <p:oleObj spid="_x0000_s3490" name="" r:id="rId10" imgW="190500" imgH="266065" progId="Equation.3">
                      <p:embed/>
                    </p:oleObj>
                  </mc:Choice>
                  <mc:Fallback>
                    <p:oleObj name="" r:id="rId10" imgW="190500" imgH="266065" progId="Equation.3">
                      <p:embed/>
                      <p:pic>
                        <p:nvPicPr>
                          <p:cNvPr id="0" name="图片 3489"/>
                          <p:cNvPicPr/>
                          <p:nvPr/>
                        </p:nvPicPr>
                        <p:blipFill>
                          <a:blip r:embed="rId11">
                            <a:clrChange>
                              <a:clrFrom>
                                <a:srgbClr val="000000"/>
                              </a:clrFrom>
                              <a:clrTo>
                                <a:srgbClr val="FFFFFF"/>
                              </a:clrTo>
                            </a:clrChange>
                          </a:blip>
                          <a:stretch>
                            <a:fillRect/>
                          </a:stretch>
                        </p:blipFill>
                        <p:spPr>
                          <a:xfrm>
                            <a:off x="4261" y="1583"/>
                            <a:ext cx="223" cy="444"/>
                          </a:xfrm>
                          <a:prstGeom prst="rect">
                            <a:avLst/>
                          </a:prstGeom>
                          <a:noFill/>
                          <a:ln w="38100">
                            <a:noFill/>
                            <a:miter/>
                          </a:ln>
                        </p:spPr>
                      </p:pic>
                    </p:oleObj>
                  </mc:Fallback>
                </mc:AlternateContent>
              </a:graphicData>
            </a:graphic>
          </p:graphicFrame>
        </p:grpSp>
        <p:grpSp>
          <p:nvGrpSpPr>
            <p:cNvPr id="65558" name="Group 74"/>
            <p:cNvGrpSpPr/>
            <p:nvPr/>
          </p:nvGrpSpPr>
          <p:grpSpPr>
            <a:xfrm>
              <a:off x="3152" y="823"/>
              <a:ext cx="1854" cy="395"/>
              <a:chOff x="3152" y="823"/>
              <a:chExt cx="1854" cy="395"/>
            </a:xfrm>
          </p:grpSpPr>
          <p:sp>
            <p:nvSpPr>
              <p:cNvPr id="65568" name="Line 75"/>
              <p:cNvSpPr/>
              <p:nvPr/>
            </p:nvSpPr>
            <p:spPr>
              <a:xfrm>
                <a:off x="3152" y="1060"/>
                <a:ext cx="1579" cy="0"/>
              </a:xfrm>
              <a:prstGeom prst="line">
                <a:avLst/>
              </a:prstGeom>
              <a:ln w="28575" cap="flat" cmpd="sng">
                <a:solidFill>
                  <a:srgbClr val="FFFF00"/>
                </a:solidFill>
                <a:prstDash val="solid"/>
                <a:headEnd type="none" w="med" len="med"/>
                <a:tailEnd type="triangle" w="med" len="med"/>
              </a:ln>
            </p:spPr>
          </p:sp>
          <p:graphicFrame>
            <p:nvGraphicFramePr>
              <p:cNvPr id="65544" name="Object 76"/>
              <p:cNvGraphicFramePr/>
              <p:nvPr/>
            </p:nvGraphicFramePr>
            <p:xfrm>
              <a:off x="4730" y="823"/>
              <a:ext cx="276" cy="395"/>
            </p:xfrm>
            <a:graphic>
              <a:graphicData uri="http://schemas.openxmlformats.org/presentationml/2006/ole">
                <mc:AlternateContent xmlns:mc="http://schemas.openxmlformats.org/markup-compatibility/2006">
                  <mc:Choice xmlns:v="urn:schemas-microsoft-com:vml" Requires="v">
                    <p:oleObj spid="_x0000_s3492" name="" r:id="rId12" imgW="228600" imgH="228600" progId="Equation.3">
                      <p:embed/>
                    </p:oleObj>
                  </mc:Choice>
                  <mc:Fallback>
                    <p:oleObj name="" r:id="rId12" imgW="228600" imgH="228600" progId="Equation.3">
                      <p:embed/>
                      <p:pic>
                        <p:nvPicPr>
                          <p:cNvPr id="0" name="图片 3491"/>
                          <p:cNvPicPr/>
                          <p:nvPr/>
                        </p:nvPicPr>
                        <p:blipFill>
                          <a:blip r:embed="rId13">
                            <a:clrChange>
                              <a:clrFrom>
                                <a:srgbClr val="000000"/>
                              </a:clrFrom>
                              <a:clrTo>
                                <a:srgbClr val="FFFFFF"/>
                              </a:clrTo>
                            </a:clrChange>
                          </a:blip>
                          <a:stretch>
                            <a:fillRect/>
                          </a:stretch>
                        </p:blipFill>
                        <p:spPr>
                          <a:xfrm>
                            <a:off x="4730" y="823"/>
                            <a:ext cx="276" cy="395"/>
                          </a:xfrm>
                          <a:prstGeom prst="rect">
                            <a:avLst/>
                          </a:prstGeom>
                          <a:noFill/>
                          <a:ln w="38100">
                            <a:noFill/>
                            <a:miter/>
                          </a:ln>
                        </p:spPr>
                      </p:pic>
                    </p:oleObj>
                  </mc:Fallback>
                </mc:AlternateContent>
              </a:graphicData>
            </a:graphic>
          </p:graphicFrame>
        </p:grpSp>
        <p:grpSp>
          <p:nvGrpSpPr>
            <p:cNvPr id="65559" name="Group 77"/>
            <p:cNvGrpSpPr/>
            <p:nvPr/>
          </p:nvGrpSpPr>
          <p:grpSpPr>
            <a:xfrm>
              <a:off x="3152" y="1026"/>
              <a:ext cx="1053" cy="1348"/>
              <a:chOff x="3152" y="1026"/>
              <a:chExt cx="1053" cy="1348"/>
            </a:xfrm>
          </p:grpSpPr>
          <p:sp>
            <p:nvSpPr>
              <p:cNvPr id="65565" name="Line 78"/>
              <p:cNvSpPr/>
              <p:nvPr/>
            </p:nvSpPr>
            <p:spPr>
              <a:xfrm>
                <a:off x="3152" y="1060"/>
                <a:ext cx="1053" cy="1019"/>
              </a:xfrm>
              <a:prstGeom prst="line">
                <a:avLst/>
              </a:prstGeom>
              <a:ln w="28575" cap="flat" cmpd="sng">
                <a:solidFill>
                  <a:srgbClr val="66FFFF"/>
                </a:solidFill>
                <a:prstDash val="solid"/>
                <a:headEnd type="none" w="med" len="med"/>
                <a:tailEnd type="triangle" w="med" len="med"/>
              </a:ln>
            </p:spPr>
          </p:sp>
          <p:graphicFrame>
            <p:nvGraphicFramePr>
              <p:cNvPr id="65543" name="Object 79"/>
              <p:cNvGraphicFramePr/>
              <p:nvPr/>
            </p:nvGraphicFramePr>
            <p:xfrm>
              <a:off x="3930" y="1910"/>
              <a:ext cx="219" cy="464"/>
            </p:xfrm>
            <a:graphic>
              <a:graphicData uri="http://schemas.openxmlformats.org/presentationml/2006/ole">
                <mc:AlternateContent xmlns:mc="http://schemas.openxmlformats.org/markup-compatibility/2006">
                  <mc:Choice xmlns:v="urn:schemas-microsoft-com:vml" Requires="v">
                    <p:oleObj spid="_x0000_s3493" name="" r:id="rId14" imgW="177800" imgH="266065" progId="Equation.3">
                      <p:embed/>
                    </p:oleObj>
                  </mc:Choice>
                  <mc:Fallback>
                    <p:oleObj name="" r:id="rId14" imgW="177800" imgH="266065" progId="Equation.3">
                      <p:embed/>
                      <p:pic>
                        <p:nvPicPr>
                          <p:cNvPr id="0" name="图片 3492"/>
                          <p:cNvPicPr/>
                          <p:nvPr/>
                        </p:nvPicPr>
                        <p:blipFill>
                          <a:blip r:embed="rId15">
                            <a:clrChange>
                              <a:clrFrom>
                                <a:srgbClr val="000000"/>
                              </a:clrFrom>
                              <a:clrTo>
                                <a:srgbClr val="FFFFFF"/>
                              </a:clrTo>
                            </a:clrChange>
                          </a:blip>
                          <a:stretch>
                            <a:fillRect/>
                          </a:stretch>
                        </p:blipFill>
                        <p:spPr>
                          <a:xfrm>
                            <a:off x="3930" y="1910"/>
                            <a:ext cx="219" cy="464"/>
                          </a:xfrm>
                          <a:prstGeom prst="rect">
                            <a:avLst/>
                          </a:prstGeom>
                          <a:noFill/>
                          <a:ln w="38100">
                            <a:noFill/>
                            <a:miter/>
                          </a:ln>
                        </p:spPr>
                      </p:pic>
                    </p:oleObj>
                  </mc:Fallback>
                </mc:AlternateContent>
              </a:graphicData>
            </a:graphic>
          </p:graphicFrame>
          <p:sp>
            <p:nvSpPr>
              <p:cNvPr id="65566" name="Freeform 80"/>
              <p:cNvSpPr/>
              <p:nvPr/>
            </p:nvSpPr>
            <p:spPr>
              <a:xfrm>
                <a:off x="3334" y="1075"/>
                <a:ext cx="45" cy="178"/>
              </a:xfrm>
              <a:custGeom>
                <a:avLst/>
                <a:gdLst>
                  <a:gd name="txL" fmla="*/ 0 w 45"/>
                  <a:gd name="txT" fmla="*/ 0 h 126"/>
                  <a:gd name="txR" fmla="*/ 45 w 45"/>
                  <a:gd name="txB" fmla="*/ 126 h 126"/>
                </a:gdLst>
                <a:ahLst/>
                <a:cxnLst>
                  <a:cxn ang="0">
                    <a:pos x="0" y="126"/>
                  </a:cxn>
                  <a:cxn ang="0">
                    <a:pos x="45" y="0"/>
                  </a:cxn>
                </a:cxnLst>
                <a:rect l="txL" t="txT" r="txR" b="txB"/>
                <a:pathLst>
                  <a:path w="45" h="126">
                    <a:moveTo>
                      <a:pt x="0" y="126"/>
                    </a:moveTo>
                    <a:cubicBezTo>
                      <a:pt x="35" y="91"/>
                      <a:pt x="45" y="54"/>
                      <a:pt x="45" y="0"/>
                    </a:cubicBezTo>
                  </a:path>
                </a:pathLst>
              </a:custGeom>
              <a:noFill/>
              <a:ln w="28575" cap="flat" cmpd="sng">
                <a:solidFill>
                  <a:srgbClr val="66FF33"/>
                </a:solidFill>
                <a:prstDash val="solid"/>
                <a:round/>
                <a:headEnd type="none" w="med" len="med"/>
                <a:tailEnd type="none" w="med" len="med"/>
              </a:ln>
            </p:spPr>
            <p:txBody>
              <a:bodyPr wrap="none" anchor="ctr" anchorCtr="0"/>
              <a:p>
                <a:endParaRPr lang="zh-CN" altLang="en-US" dirty="0">
                  <a:latin typeface="楷体_GB2312" pitchFamily="49" charset="-122"/>
                </a:endParaRPr>
              </a:p>
            </p:txBody>
          </p:sp>
          <p:sp>
            <p:nvSpPr>
              <p:cNvPr id="65567" name="Text Box 81"/>
              <p:cNvSpPr txBox="1"/>
              <p:nvPr/>
            </p:nvSpPr>
            <p:spPr>
              <a:xfrm>
                <a:off x="3334" y="1026"/>
                <a:ext cx="296" cy="288"/>
              </a:xfrm>
              <a:prstGeom prst="rect">
                <a:avLst/>
              </a:prstGeom>
              <a:noFill/>
              <a:ln w="28575">
                <a:noFill/>
              </a:ln>
            </p:spPr>
            <p:txBody>
              <a:bodyPr wrap="none" anchor="ctr" anchorCtr="0">
                <a:spAutoFit/>
              </a:bodyPr>
              <a:p>
                <a:pPr algn="ctr"/>
                <a:r>
                  <a:rPr lang="en-US" altLang="zh-CN" sz="2400" b="0" i="1" dirty="0">
                    <a:solidFill>
                      <a:schemeClr val="bg1"/>
                    </a:solidFill>
                    <a:latin typeface="Symbol" panose="05050102010706020507" pitchFamily="18" charset="2"/>
                    <a:ea typeface="宋体" panose="02010600030101010101" pitchFamily="2" charset="-122"/>
                  </a:rPr>
                  <a:t>j</a:t>
                </a:r>
                <a:r>
                  <a:rPr lang="en-US" altLang="zh-CN" sz="2400" b="0" baseline="-25000" dirty="0">
                    <a:solidFill>
                      <a:schemeClr val="bg1"/>
                    </a:solidFill>
                    <a:latin typeface="Times New Roman" panose="02020603050405020304" pitchFamily="18" charset="0"/>
                    <a:ea typeface="宋体" panose="02010600030101010101" pitchFamily="2" charset="-122"/>
                  </a:rPr>
                  <a:t>1</a:t>
                </a:r>
                <a:endParaRPr lang="en-US" altLang="zh-CN" sz="2400" b="0" dirty="0">
                  <a:solidFill>
                    <a:schemeClr val="bg1"/>
                  </a:solidFill>
                  <a:latin typeface="Times New Roman" panose="02020603050405020304" pitchFamily="18" charset="0"/>
                  <a:ea typeface="宋体" panose="02010600030101010101" pitchFamily="2" charset="-122"/>
                </a:endParaRPr>
              </a:p>
            </p:txBody>
          </p:sp>
        </p:grpSp>
        <p:grpSp>
          <p:nvGrpSpPr>
            <p:cNvPr id="65560" name="Group 82"/>
            <p:cNvGrpSpPr/>
            <p:nvPr/>
          </p:nvGrpSpPr>
          <p:grpSpPr>
            <a:xfrm>
              <a:off x="3152" y="981"/>
              <a:ext cx="1053" cy="552"/>
              <a:chOff x="3288" y="346"/>
              <a:chExt cx="1053" cy="552"/>
            </a:xfrm>
          </p:grpSpPr>
          <p:sp>
            <p:nvSpPr>
              <p:cNvPr id="65561" name="Line 83"/>
              <p:cNvSpPr/>
              <p:nvPr/>
            </p:nvSpPr>
            <p:spPr>
              <a:xfrm>
                <a:off x="3288" y="422"/>
                <a:ext cx="1053" cy="476"/>
              </a:xfrm>
              <a:prstGeom prst="line">
                <a:avLst/>
              </a:prstGeom>
              <a:ln w="28575" cap="flat" cmpd="sng">
                <a:solidFill>
                  <a:srgbClr val="FF3300"/>
                </a:solidFill>
                <a:prstDash val="solid"/>
                <a:headEnd type="none" w="med" len="med"/>
                <a:tailEnd type="triangle" w="med" len="med"/>
              </a:ln>
            </p:spPr>
          </p:sp>
          <p:graphicFrame>
            <p:nvGraphicFramePr>
              <p:cNvPr id="65542" name="Object 84"/>
              <p:cNvGraphicFramePr/>
              <p:nvPr/>
            </p:nvGraphicFramePr>
            <p:xfrm>
              <a:off x="4204" y="466"/>
              <a:ext cx="136" cy="333"/>
            </p:xfrm>
            <a:graphic>
              <a:graphicData uri="http://schemas.openxmlformats.org/presentationml/2006/ole">
                <mc:AlternateContent xmlns:mc="http://schemas.openxmlformats.org/markup-compatibility/2006">
                  <mc:Choice xmlns:v="urn:schemas-microsoft-com:vml" Requires="v">
                    <p:oleObj spid="_x0000_s3497" name="" r:id="rId16" imgW="127000" imgH="215265" progId="Equation.3">
                      <p:embed/>
                    </p:oleObj>
                  </mc:Choice>
                  <mc:Fallback>
                    <p:oleObj name="" r:id="rId16" imgW="127000" imgH="215265" progId="Equation.3">
                      <p:embed/>
                      <p:pic>
                        <p:nvPicPr>
                          <p:cNvPr id="0" name="图片 3496"/>
                          <p:cNvPicPr/>
                          <p:nvPr/>
                        </p:nvPicPr>
                        <p:blipFill>
                          <a:blip r:embed="rId17">
                            <a:clrChange>
                              <a:clrFrom>
                                <a:srgbClr val="000000"/>
                              </a:clrFrom>
                              <a:clrTo>
                                <a:srgbClr val="FFFFFF"/>
                              </a:clrTo>
                            </a:clrChange>
                          </a:blip>
                          <a:stretch>
                            <a:fillRect/>
                          </a:stretch>
                        </p:blipFill>
                        <p:spPr>
                          <a:xfrm>
                            <a:off x="4204" y="466"/>
                            <a:ext cx="136" cy="333"/>
                          </a:xfrm>
                          <a:prstGeom prst="rect">
                            <a:avLst/>
                          </a:prstGeom>
                          <a:noFill/>
                          <a:ln w="38100">
                            <a:noFill/>
                            <a:miter/>
                          </a:ln>
                        </p:spPr>
                      </p:pic>
                    </p:oleObj>
                  </mc:Fallback>
                </mc:AlternateContent>
              </a:graphicData>
            </a:graphic>
          </p:graphicFrame>
          <p:sp>
            <p:nvSpPr>
              <p:cNvPr id="65562" name="Freeform 85"/>
              <p:cNvSpPr/>
              <p:nvPr/>
            </p:nvSpPr>
            <p:spPr>
              <a:xfrm>
                <a:off x="3754" y="422"/>
                <a:ext cx="34" cy="208"/>
              </a:xfrm>
              <a:custGeom>
                <a:avLst/>
                <a:gdLst>
                  <a:gd name="txL" fmla="*/ 0 w 34"/>
                  <a:gd name="txT" fmla="*/ 0 h 147"/>
                  <a:gd name="txR" fmla="*/ 34 w 34"/>
                  <a:gd name="txB" fmla="*/ 147 h 147"/>
                </a:gdLst>
                <a:ahLst/>
                <a:cxnLst>
                  <a:cxn ang="0">
                    <a:pos x="18" y="3"/>
                  </a:cxn>
                  <a:cxn ang="0">
                    <a:pos x="33" y="81"/>
                  </a:cxn>
                  <a:cxn ang="0">
                    <a:pos x="0" y="147"/>
                  </a:cxn>
                </a:cxnLst>
                <a:rect l="txL" t="txT" r="txR" b="txB"/>
                <a:pathLst>
                  <a:path w="34" h="147">
                    <a:moveTo>
                      <a:pt x="18" y="3"/>
                    </a:moveTo>
                    <a:cubicBezTo>
                      <a:pt x="24" y="0"/>
                      <a:pt x="34" y="57"/>
                      <a:pt x="33" y="81"/>
                    </a:cubicBezTo>
                    <a:cubicBezTo>
                      <a:pt x="30" y="105"/>
                      <a:pt x="7" y="133"/>
                      <a:pt x="0" y="147"/>
                    </a:cubicBezTo>
                  </a:path>
                </a:pathLst>
              </a:custGeom>
              <a:noFill/>
              <a:ln w="28575" cap="flat" cmpd="sng">
                <a:solidFill>
                  <a:srgbClr val="66FF33"/>
                </a:solidFill>
                <a:prstDash val="solid"/>
                <a:round/>
                <a:headEnd type="none" w="med" len="med"/>
                <a:tailEnd type="none" w="med" len="med"/>
              </a:ln>
            </p:spPr>
            <p:txBody>
              <a:bodyPr wrap="none" anchor="ctr" anchorCtr="0"/>
              <a:p>
                <a:endParaRPr lang="zh-CN" altLang="en-US" dirty="0">
                  <a:latin typeface="楷体_GB2312" pitchFamily="49" charset="-122"/>
                </a:endParaRPr>
              </a:p>
            </p:txBody>
          </p:sp>
          <p:sp>
            <p:nvSpPr>
              <p:cNvPr id="65563" name="Freeform 86"/>
              <p:cNvSpPr/>
              <p:nvPr/>
            </p:nvSpPr>
            <p:spPr>
              <a:xfrm>
                <a:off x="3787" y="418"/>
                <a:ext cx="33" cy="229"/>
              </a:xfrm>
              <a:custGeom>
                <a:avLst/>
                <a:gdLst>
                  <a:gd name="txL" fmla="*/ 0 w 33"/>
                  <a:gd name="txT" fmla="*/ 0 h 162"/>
                  <a:gd name="txR" fmla="*/ 33 w 33"/>
                  <a:gd name="txB" fmla="*/ 162 h 162"/>
                </a:gdLst>
                <a:ahLst/>
                <a:cxnLst>
                  <a:cxn ang="0">
                    <a:pos x="18" y="0"/>
                  </a:cxn>
                  <a:cxn ang="0">
                    <a:pos x="30" y="84"/>
                  </a:cxn>
                  <a:cxn ang="0">
                    <a:pos x="0" y="162"/>
                  </a:cxn>
                </a:cxnLst>
                <a:rect l="txL" t="txT" r="txR" b="txB"/>
                <a:pathLst>
                  <a:path w="33" h="162">
                    <a:moveTo>
                      <a:pt x="18" y="0"/>
                    </a:moveTo>
                    <a:cubicBezTo>
                      <a:pt x="15" y="6"/>
                      <a:pt x="33" y="57"/>
                      <a:pt x="30" y="84"/>
                    </a:cubicBezTo>
                    <a:cubicBezTo>
                      <a:pt x="27" y="111"/>
                      <a:pt x="6" y="146"/>
                      <a:pt x="0" y="162"/>
                    </a:cubicBezTo>
                  </a:path>
                </a:pathLst>
              </a:custGeom>
              <a:noFill/>
              <a:ln w="28575" cap="flat" cmpd="sng">
                <a:solidFill>
                  <a:srgbClr val="66FF33"/>
                </a:solidFill>
                <a:prstDash val="solid"/>
                <a:round/>
                <a:headEnd type="none" w="med" len="med"/>
                <a:tailEnd type="none" w="med" len="med"/>
              </a:ln>
            </p:spPr>
            <p:txBody>
              <a:bodyPr wrap="none" anchor="ctr" anchorCtr="0"/>
              <a:p>
                <a:endParaRPr lang="zh-CN" altLang="en-US" dirty="0">
                  <a:latin typeface="楷体_GB2312" pitchFamily="49" charset="-122"/>
                </a:endParaRPr>
              </a:p>
            </p:txBody>
          </p:sp>
          <p:sp>
            <p:nvSpPr>
              <p:cNvPr id="65564" name="Text Box 87"/>
              <p:cNvSpPr txBox="1"/>
              <p:nvPr/>
            </p:nvSpPr>
            <p:spPr>
              <a:xfrm>
                <a:off x="3806" y="346"/>
                <a:ext cx="296" cy="288"/>
              </a:xfrm>
              <a:prstGeom prst="rect">
                <a:avLst/>
              </a:prstGeom>
              <a:noFill/>
              <a:ln w="28575">
                <a:noFill/>
              </a:ln>
            </p:spPr>
            <p:txBody>
              <a:bodyPr wrap="none" anchor="ctr" anchorCtr="0">
                <a:spAutoFit/>
              </a:bodyPr>
              <a:p>
                <a:pPr algn="ctr"/>
                <a:r>
                  <a:rPr lang="en-US" altLang="zh-CN" sz="2400" b="0" i="1" dirty="0">
                    <a:solidFill>
                      <a:schemeClr val="bg1"/>
                    </a:solidFill>
                    <a:latin typeface="Symbol" panose="05050102010706020507" pitchFamily="18" charset="2"/>
                    <a:ea typeface="宋体" panose="02010600030101010101" pitchFamily="2" charset="-122"/>
                  </a:rPr>
                  <a:t>j</a:t>
                </a:r>
                <a:r>
                  <a:rPr lang="en-US" altLang="zh-CN" sz="2400" b="0" baseline="-25000" dirty="0">
                    <a:solidFill>
                      <a:schemeClr val="bg1"/>
                    </a:solidFill>
                    <a:latin typeface="Times New Roman" panose="02020603050405020304" pitchFamily="18" charset="0"/>
                    <a:ea typeface="宋体" panose="02010600030101010101" pitchFamily="2" charset="-122"/>
                  </a:rPr>
                  <a:t>2</a:t>
                </a:r>
                <a:endParaRPr lang="en-US" altLang="zh-CN" sz="2400" b="0" dirty="0">
                  <a:solidFill>
                    <a:schemeClr val="bg1"/>
                  </a:solidFill>
                  <a:latin typeface="Times New Roman" panose="02020603050405020304" pitchFamily="18" charset="0"/>
                  <a:ea typeface="宋体" panose="02010600030101010101" pitchFamily="2" charset="-122"/>
                </a:endParaRPr>
              </a:p>
            </p:txBody>
          </p:sp>
        </p:grpSp>
      </p:grpSp>
      <p:grpSp>
        <p:nvGrpSpPr>
          <p:cNvPr id="65554" name="Group 92"/>
          <p:cNvGrpSpPr/>
          <p:nvPr/>
        </p:nvGrpSpPr>
        <p:grpSpPr>
          <a:xfrm>
            <a:off x="6588125" y="6446838"/>
            <a:ext cx="792163" cy="366712"/>
            <a:chOff x="4649" y="4020"/>
            <a:chExt cx="499" cy="231"/>
          </a:xfrm>
        </p:grpSpPr>
        <p:pic>
          <p:nvPicPr>
            <p:cNvPr id="65555" name="Picture 93" descr="78900"/>
            <p:cNvPicPr>
              <a:picLocks noChangeAspect="1"/>
            </p:cNvPicPr>
            <p:nvPr/>
          </p:nvPicPr>
          <p:blipFill>
            <a:blip r:embed="rId9"/>
            <a:stretch>
              <a:fillRect/>
            </a:stretch>
          </p:blipFill>
          <p:spPr>
            <a:xfrm>
              <a:off x="4649" y="4066"/>
              <a:ext cx="499" cy="181"/>
            </a:xfrm>
            <a:prstGeom prst="rect">
              <a:avLst/>
            </a:prstGeom>
            <a:noFill/>
            <a:ln w="9525">
              <a:noFill/>
            </a:ln>
          </p:spPr>
        </p:pic>
        <p:sp>
          <p:nvSpPr>
            <p:cNvPr id="65556" name="Text Box 94">
              <a:hlinkClick r:id="" action="ppaction://hlinkshowjump?jump=firstslide"/>
            </p:cNvPr>
            <p:cNvSpPr txBox="1"/>
            <p:nvPr/>
          </p:nvSpPr>
          <p:spPr>
            <a:xfrm>
              <a:off x="4672" y="4020"/>
              <a:ext cx="476" cy="231"/>
            </a:xfrm>
            <a:prstGeom prst="rect">
              <a:avLst/>
            </a:prstGeom>
            <a:noFill/>
            <a:ln w="9525">
              <a:noFill/>
            </a:ln>
          </p:spPr>
          <p:txBody>
            <a:bodyPr wrap="none">
              <a:spAutoFit/>
            </a:bodyPr>
            <a:p>
              <a:pPr>
                <a:spcBef>
                  <a:spcPct val="50000"/>
                </a:spcBef>
              </a:pPr>
              <a:r>
                <a:rPr lang="zh-CN" altLang="en-US" sz="1800" b="0" dirty="0">
                  <a:solidFill>
                    <a:schemeClr val="bg1"/>
                  </a:solidFill>
                  <a:latin typeface="隶书" panose="02010509060101010101" pitchFamily="49" charset="-122"/>
                  <a:ea typeface="隶书" panose="02010509060101010101" pitchFamily="49" charset="-122"/>
                </a:rPr>
                <a:t>返 回</a:t>
              </a:r>
              <a:endParaRPr lang="zh-CN" altLang="en-US" sz="1800" b="0" dirty="0">
                <a:solidFill>
                  <a:schemeClr val="bg1"/>
                </a:solidFill>
                <a:latin typeface="隶书" panose="02010509060101010101" pitchFamily="49" charset="-122"/>
                <a:ea typeface="隶书" panose="02010509060101010101" pitchFamily="49" charset="-122"/>
              </a:endParaRP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grpId="0" nodeType="withEffect">
                                  <p:stCondLst>
                                    <p:cond delay="0"/>
                                  </p:stCondLst>
                                  <p:childTnLst>
                                    <p:set>
                                      <p:cBhvr>
                                        <p:cTn id="6" dur="1" fill="hold">
                                          <p:stCondLst>
                                            <p:cond delay="0"/>
                                          </p:stCondLst>
                                        </p:cTn>
                                        <p:tgtEl>
                                          <p:spTgt spid="19458"/>
                                        </p:tgtEl>
                                        <p:attrNameLst>
                                          <p:attrName>style.visibility</p:attrName>
                                        </p:attrNameLst>
                                      </p:cBhvr>
                                      <p:to>
                                        <p:strVal val="visible"/>
                                      </p:to>
                                    </p:set>
                                    <p:anim calcmode="lin" valueType="num">
                                      <p:cBhvr additive="base">
                                        <p:cTn id="7" dur="500" fill="hold"/>
                                        <p:tgtEl>
                                          <p:spTgt spid="19458"/>
                                        </p:tgtEl>
                                        <p:attrNameLst>
                                          <p:attrName>ppt_x</p:attrName>
                                        </p:attrNameLst>
                                      </p:cBhvr>
                                      <p:tavLst>
                                        <p:tav tm="0">
                                          <p:val>
                                            <p:strVal val="0-#ppt_w/2"/>
                                          </p:val>
                                        </p:tav>
                                        <p:tav tm="100000">
                                          <p:val>
                                            <p:strVal val="#ppt_x"/>
                                          </p:val>
                                        </p:tav>
                                      </p:tavLst>
                                    </p:anim>
                                    <p:anim calcmode="lin" valueType="num">
                                      <p:cBhvr additive="base">
                                        <p:cTn id="8" dur="500" fill="hold"/>
                                        <p:tgtEl>
                                          <p:spTgt spid="19458"/>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3" presetClass="entr" presetSubtype="10" fill="hold" nodeType="clickEffect">
                                  <p:stCondLst>
                                    <p:cond delay="0"/>
                                  </p:stCondLst>
                                  <p:childTnLst>
                                    <p:set>
                                      <p:cBhvr>
                                        <p:cTn id="12" dur="1" fill="hold">
                                          <p:stCondLst>
                                            <p:cond delay="0"/>
                                          </p:stCondLst>
                                        </p:cTn>
                                        <p:tgtEl>
                                          <p:spTgt spid="5"/>
                                        </p:tgtEl>
                                        <p:attrNameLst>
                                          <p:attrName>style.visibility</p:attrName>
                                        </p:attrNameLst>
                                      </p:cBhvr>
                                      <p:to>
                                        <p:strVal val="visible"/>
                                      </p:to>
                                    </p:set>
                                    <p:animEffect transition="in" filter="blinds(horizontal)">
                                      <p:cBhvr>
                                        <p:cTn id="13" dur="500"/>
                                        <p:tgtEl>
                                          <p:spTgt spid="5"/>
                                        </p:tgtEl>
                                      </p:cBhvr>
                                    </p:animEffect>
                                  </p:childTnLst>
                                </p:cTn>
                              </p:par>
                            </p:childTnLst>
                          </p:cTn>
                        </p:par>
                      </p:childTnLst>
                    </p:cTn>
                  </p:par>
                  <p:par>
                    <p:cTn id="14" fill="hold">
                      <p:stCondLst>
                        <p:cond delay="indefinite"/>
                      </p:stCondLst>
                      <p:childTnLst>
                        <p:par>
                          <p:cTn id="15" fill="hold">
                            <p:stCondLst>
                              <p:cond delay="0"/>
                            </p:stCondLst>
                            <p:childTnLst>
                              <p:par>
                                <p:cTn id="16" presetID="22" presetClass="entr" presetSubtype="8" fill="hold" nodeType="clickEffect">
                                  <p:stCondLst>
                                    <p:cond delay="0"/>
                                  </p:stCondLst>
                                  <p:childTnLst>
                                    <p:set>
                                      <p:cBhvr>
                                        <p:cTn id="17" dur="1" fill="hold">
                                          <p:stCondLst>
                                            <p:cond delay="0"/>
                                          </p:stCondLst>
                                        </p:cTn>
                                        <p:tgtEl>
                                          <p:spTgt spid="19473"/>
                                        </p:tgtEl>
                                        <p:attrNameLst>
                                          <p:attrName>style.visibility</p:attrName>
                                        </p:attrNameLst>
                                      </p:cBhvr>
                                      <p:to>
                                        <p:strVal val="visible"/>
                                      </p:to>
                                    </p:set>
                                    <p:animEffect transition="in" filter="wipe(left)">
                                      <p:cBhvr>
                                        <p:cTn id="18" dur="2000"/>
                                        <p:tgtEl>
                                          <p:spTgt spid="19473"/>
                                        </p:tgtEl>
                                      </p:cBhvr>
                                    </p:animEffect>
                                  </p:childTnLst>
                                </p:cTn>
                              </p:par>
                            </p:childTnLst>
                          </p:cTn>
                        </p:par>
                      </p:childTnLst>
                    </p:cTn>
                  </p:par>
                  <p:par>
                    <p:cTn id="19" fill="hold">
                      <p:stCondLst>
                        <p:cond delay="indefinite"/>
                      </p:stCondLst>
                      <p:childTnLst>
                        <p:par>
                          <p:cTn id="20" fill="hold">
                            <p:stCondLst>
                              <p:cond delay="0"/>
                            </p:stCondLst>
                            <p:childTnLst>
                              <p:par>
                                <p:cTn id="21" presetID="18" presetClass="entr" presetSubtype="6" fill="hold" nodeType="clickEffect">
                                  <p:stCondLst>
                                    <p:cond delay="0"/>
                                  </p:stCondLst>
                                  <p:childTnLst>
                                    <p:set>
                                      <p:cBhvr>
                                        <p:cTn id="22" dur="1" fill="hold">
                                          <p:stCondLst>
                                            <p:cond delay="0"/>
                                          </p:stCondLst>
                                        </p:cTn>
                                        <p:tgtEl>
                                          <p:spTgt spid="19502"/>
                                        </p:tgtEl>
                                        <p:attrNameLst>
                                          <p:attrName>style.visibility</p:attrName>
                                        </p:attrNameLst>
                                      </p:cBhvr>
                                      <p:to>
                                        <p:strVal val="visible"/>
                                      </p:to>
                                    </p:set>
                                    <p:animEffect transition="in" filter="strips(downRight)">
                                      <p:cBhvr>
                                        <p:cTn id="23" dur="2000"/>
                                        <p:tgtEl>
                                          <p:spTgt spid="19502"/>
                                        </p:tgtEl>
                                      </p:cBhvr>
                                    </p:animEffect>
                                  </p:childTnLst>
                                </p:cTn>
                              </p:par>
                            </p:childTnLst>
                          </p:cTn>
                        </p:par>
                      </p:childTnLst>
                    </p:cTn>
                  </p:par>
                  <p:par>
                    <p:cTn id="24" fill="hold">
                      <p:stCondLst>
                        <p:cond delay="indefinite"/>
                      </p:stCondLst>
                      <p:childTnLst>
                        <p:par>
                          <p:cTn id="25" fill="hold">
                            <p:stCondLst>
                              <p:cond delay="0"/>
                            </p:stCondLst>
                            <p:childTnLst>
                              <p:par>
                                <p:cTn id="26" presetID="22" presetClass="entr" presetSubtype="8" fill="hold" nodeType="clickEffect">
                                  <p:stCondLst>
                                    <p:cond delay="0"/>
                                  </p:stCondLst>
                                  <p:childTnLst>
                                    <p:set>
                                      <p:cBhvr>
                                        <p:cTn id="27" dur="1" fill="hold">
                                          <p:stCondLst>
                                            <p:cond delay="0"/>
                                          </p:stCondLst>
                                        </p:cTn>
                                        <p:tgtEl>
                                          <p:spTgt spid="19503"/>
                                        </p:tgtEl>
                                        <p:attrNameLst>
                                          <p:attrName>style.visibility</p:attrName>
                                        </p:attrNameLst>
                                      </p:cBhvr>
                                      <p:to>
                                        <p:strVal val="visible"/>
                                      </p:to>
                                    </p:set>
                                    <p:animEffect transition="in" filter="wipe(left)">
                                      <p:cBhvr>
                                        <p:cTn id="28" dur="2000"/>
                                        <p:tgtEl>
                                          <p:spTgt spid="19503"/>
                                        </p:tgtEl>
                                      </p:cBhvr>
                                    </p:animEffect>
                                  </p:childTnLst>
                                </p:cTn>
                              </p:par>
                            </p:childTnLst>
                          </p:cTn>
                        </p:par>
                      </p:childTnLst>
                    </p:cTn>
                  </p:par>
                  <p:par>
                    <p:cTn id="29" fill="hold">
                      <p:stCondLst>
                        <p:cond delay="indefinite"/>
                      </p:stCondLst>
                      <p:childTnLst>
                        <p:par>
                          <p:cTn id="30" fill="hold">
                            <p:stCondLst>
                              <p:cond delay="0"/>
                            </p:stCondLst>
                            <p:childTnLst>
                              <p:par>
                                <p:cTn id="31" presetID="12" presetClass="entr" presetSubtype="8" fill="hold" nodeType="clickEffect">
                                  <p:stCondLst>
                                    <p:cond delay="0"/>
                                  </p:stCondLst>
                                  <p:childTnLst>
                                    <p:set>
                                      <p:cBhvr>
                                        <p:cTn id="32" dur="1" fill="hold">
                                          <p:stCondLst>
                                            <p:cond delay="0"/>
                                          </p:stCondLst>
                                        </p:cTn>
                                        <p:tgtEl>
                                          <p:spTgt spid="19504"/>
                                        </p:tgtEl>
                                        <p:attrNameLst>
                                          <p:attrName>style.visibility</p:attrName>
                                        </p:attrNameLst>
                                      </p:cBhvr>
                                      <p:to>
                                        <p:strVal val="visible"/>
                                      </p:to>
                                    </p:set>
                                    <p:animEffect transition="in" filter="slide(fromLeft)">
                                      <p:cBhvr>
                                        <p:cTn id="33" dur="500"/>
                                        <p:tgtEl>
                                          <p:spTgt spid="19504"/>
                                        </p:tgtEl>
                                      </p:cBhvr>
                                    </p:animEffect>
                                  </p:childTnLst>
                                </p:cTn>
                              </p:par>
                            </p:childTnLst>
                          </p:cTn>
                        </p:par>
                        <p:par>
                          <p:cTn id="34" fill="hold">
                            <p:stCondLst>
                              <p:cond delay="500"/>
                            </p:stCondLst>
                            <p:childTnLst>
                              <p:par>
                                <p:cTn id="35" presetID="18" presetClass="entr" presetSubtype="6" fill="hold" nodeType="afterEffect">
                                  <p:stCondLst>
                                    <p:cond delay="0"/>
                                  </p:stCondLst>
                                  <p:childTnLst>
                                    <p:set>
                                      <p:cBhvr>
                                        <p:cTn id="36" dur="1" fill="hold">
                                          <p:stCondLst>
                                            <p:cond delay="0"/>
                                          </p:stCondLst>
                                        </p:cTn>
                                        <p:tgtEl>
                                          <p:spTgt spid="19505"/>
                                        </p:tgtEl>
                                        <p:attrNameLst>
                                          <p:attrName>style.visibility</p:attrName>
                                        </p:attrNameLst>
                                      </p:cBhvr>
                                      <p:to>
                                        <p:strVal val="visible"/>
                                      </p:to>
                                    </p:set>
                                    <p:animEffect transition="in" filter="strips(downRight)">
                                      <p:cBhvr>
                                        <p:cTn id="37" dur="3000"/>
                                        <p:tgtEl>
                                          <p:spTgt spid="19505"/>
                                        </p:tgtEl>
                                      </p:cBhvr>
                                    </p:animEffect>
                                  </p:childTnLst>
                                </p:cTn>
                              </p:par>
                            </p:childTnLst>
                          </p:cTn>
                        </p:par>
                      </p:childTnLst>
                    </p:cTn>
                  </p:par>
                  <p:par>
                    <p:cTn id="38" fill="hold">
                      <p:stCondLst>
                        <p:cond delay="indefinite"/>
                      </p:stCondLst>
                      <p:childTnLst>
                        <p:par>
                          <p:cTn id="39" fill="hold">
                            <p:stCondLst>
                              <p:cond delay="0"/>
                            </p:stCondLst>
                            <p:childTnLst>
                              <p:par>
                                <p:cTn id="40" presetID="22" presetClass="entr" presetSubtype="4" fill="hold" nodeType="clickEffect">
                                  <p:stCondLst>
                                    <p:cond delay="0"/>
                                  </p:stCondLst>
                                  <p:childTnLst>
                                    <p:set>
                                      <p:cBhvr>
                                        <p:cTn id="41" dur="1" fill="hold">
                                          <p:stCondLst>
                                            <p:cond delay="0"/>
                                          </p:stCondLst>
                                        </p:cTn>
                                        <p:tgtEl>
                                          <p:spTgt spid="19506"/>
                                        </p:tgtEl>
                                        <p:attrNameLst>
                                          <p:attrName>style.visibility</p:attrName>
                                        </p:attrNameLst>
                                      </p:cBhvr>
                                      <p:to>
                                        <p:strVal val="visible"/>
                                      </p:to>
                                    </p:set>
                                    <p:animEffect transition="in" filter="wipe(down)">
                                      <p:cBhvr>
                                        <p:cTn id="42" dur="2000"/>
                                        <p:tgtEl>
                                          <p:spTgt spid="19506"/>
                                        </p:tgtEl>
                                      </p:cBhvr>
                                    </p:animEffect>
                                  </p:childTnLst>
                                </p:cTn>
                              </p:par>
                            </p:childTnLst>
                          </p:cTn>
                        </p:par>
                      </p:childTnLst>
                    </p:cTn>
                  </p:par>
                  <p:par>
                    <p:cTn id="43" fill="hold">
                      <p:stCondLst>
                        <p:cond delay="indefinite"/>
                      </p:stCondLst>
                      <p:childTnLst>
                        <p:par>
                          <p:cTn id="44" fill="hold">
                            <p:stCondLst>
                              <p:cond delay="0"/>
                            </p:stCondLst>
                            <p:childTnLst>
                              <p:par>
                                <p:cTn id="45" presetID="22" presetClass="entr" presetSubtype="8" fill="hold" nodeType="clickEffect">
                                  <p:stCondLst>
                                    <p:cond delay="0"/>
                                  </p:stCondLst>
                                  <p:childTnLst>
                                    <p:set>
                                      <p:cBhvr>
                                        <p:cTn id="46" dur="1" fill="hold">
                                          <p:stCondLst>
                                            <p:cond delay="0"/>
                                          </p:stCondLst>
                                        </p:cTn>
                                        <p:tgtEl>
                                          <p:spTgt spid="19507"/>
                                        </p:tgtEl>
                                        <p:attrNameLst>
                                          <p:attrName>style.visibility</p:attrName>
                                        </p:attrNameLst>
                                      </p:cBhvr>
                                      <p:to>
                                        <p:strVal val="visible"/>
                                      </p:to>
                                    </p:set>
                                    <p:animEffect transition="in" filter="wipe(left)">
                                      <p:cBhvr>
                                        <p:cTn id="47" dur="2000"/>
                                        <p:tgtEl>
                                          <p:spTgt spid="19507"/>
                                        </p:tgtEl>
                                      </p:cBhvr>
                                    </p:animEffect>
                                  </p:childTnLst>
                                </p:cTn>
                              </p:par>
                            </p:childTnLst>
                          </p:cTn>
                        </p:par>
                      </p:childTnLst>
                    </p:cTn>
                  </p:par>
                  <p:par>
                    <p:cTn id="48" fill="hold">
                      <p:stCondLst>
                        <p:cond delay="indefinite"/>
                      </p:stCondLst>
                      <p:childTnLst>
                        <p:par>
                          <p:cTn id="49" fill="hold">
                            <p:stCondLst>
                              <p:cond delay="0"/>
                            </p:stCondLst>
                            <p:childTnLst>
                              <p:par>
                                <p:cTn id="50" presetID="3" presetClass="entr" presetSubtype="10" fill="hold" nodeType="clickEffect">
                                  <p:stCondLst>
                                    <p:cond delay="0"/>
                                  </p:stCondLst>
                                  <p:childTnLst>
                                    <p:set>
                                      <p:cBhvr>
                                        <p:cTn id="51" dur="1" fill="hold">
                                          <p:stCondLst>
                                            <p:cond delay="0"/>
                                          </p:stCondLst>
                                        </p:cTn>
                                        <p:tgtEl>
                                          <p:spTgt spid="2"/>
                                        </p:tgtEl>
                                        <p:attrNameLst>
                                          <p:attrName>style.visibility</p:attrName>
                                        </p:attrNameLst>
                                      </p:cBhvr>
                                      <p:to>
                                        <p:strVal val="visible"/>
                                      </p:to>
                                    </p:set>
                                    <p:animEffect transition="in" filter="blinds(horizontal)">
                                      <p:cBhvr>
                                        <p:cTn id="52"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458" grpId="0" animBg="1"/>
    </p:bldLst>
  </p:timing>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8434" name="Text Box 2"/>
          <p:cNvSpPr txBox="1"/>
          <p:nvPr/>
        </p:nvSpPr>
        <p:spPr>
          <a:xfrm>
            <a:off x="611188" y="476250"/>
            <a:ext cx="6192837" cy="519113"/>
          </a:xfrm>
          <a:prstGeom prst="rect">
            <a:avLst/>
          </a:prstGeom>
          <a:solidFill>
            <a:schemeClr val="hlink"/>
          </a:solidFill>
          <a:ln w="12700">
            <a:noFill/>
          </a:ln>
        </p:spPr>
        <p:txBody>
          <a:bodyPr lIns="198000" rIns="198000" anchor="ctr" anchorCtr="0">
            <a:spAutoFit/>
          </a:bodyPr>
          <a:p>
            <a:r>
              <a:rPr lang="zh-CN" altLang="en-US" dirty="0">
                <a:solidFill>
                  <a:schemeClr val="bg1"/>
                </a:solidFill>
                <a:latin typeface="Times New Roman" panose="02020603050405020304" pitchFamily="18" charset="0"/>
              </a:rPr>
              <a:t>并联电容也可以用功率三角形确定：</a:t>
            </a:r>
            <a:endParaRPr lang="zh-CN" altLang="en-US" dirty="0">
              <a:solidFill>
                <a:schemeClr val="bg1"/>
              </a:solidFill>
              <a:latin typeface="Times New Roman" panose="02020603050405020304" pitchFamily="18" charset="0"/>
            </a:endParaRPr>
          </a:p>
        </p:txBody>
      </p:sp>
      <p:grpSp>
        <p:nvGrpSpPr>
          <p:cNvPr id="2" name="Group 3"/>
          <p:cNvGrpSpPr/>
          <p:nvPr/>
        </p:nvGrpSpPr>
        <p:grpSpPr>
          <a:xfrm>
            <a:off x="395288" y="1268413"/>
            <a:ext cx="3378200" cy="2794000"/>
            <a:chOff x="624" y="756"/>
            <a:chExt cx="2128" cy="1760"/>
          </a:xfrm>
        </p:grpSpPr>
        <p:sp>
          <p:nvSpPr>
            <p:cNvPr id="66576" name="Line 4"/>
            <p:cNvSpPr/>
            <p:nvPr/>
          </p:nvSpPr>
          <p:spPr>
            <a:xfrm>
              <a:off x="624" y="2160"/>
              <a:ext cx="1296" cy="0"/>
            </a:xfrm>
            <a:prstGeom prst="line">
              <a:avLst/>
            </a:prstGeom>
            <a:ln w="28575" cap="flat" cmpd="sng">
              <a:solidFill>
                <a:srgbClr val="FFFF00"/>
              </a:solidFill>
              <a:prstDash val="solid"/>
              <a:headEnd type="none" w="med" len="med"/>
              <a:tailEnd type="none" w="med" len="med"/>
            </a:ln>
          </p:spPr>
        </p:sp>
        <p:sp>
          <p:nvSpPr>
            <p:cNvPr id="66577" name="Line 5"/>
            <p:cNvSpPr/>
            <p:nvPr/>
          </p:nvSpPr>
          <p:spPr>
            <a:xfrm flipV="1">
              <a:off x="1920" y="768"/>
              <a:ext cx="0" cy="1392"/>
            </a:xfrm>
            <a:prstGeom prst="line">
              <a:avLst/>
            </a:prstGeom>
            <a:ln w="28575" cap="flat" cmpd="sng">
              <a:solidFill>
                <a:srgbClr val="66FFFF"/>
              </a:solidFill>
              <a:prstDash val="solid"/>
              <a:headEnd type="none" w="med" len="med"/>
              <a:tailEnd type="none" w="med" len="med"/>
            </a:ln>
          </p:spPr>
        </p:sp>
        <p:sp>
          <p:nvSpPr>
            <p:cNvPr id="66578" name="Line 6"/>
            <p:cNvSpPr/>
            <p:nvPr/>
          </p:nvSpPr>
          <p:spPr>
            <a:xfrm flipH="1">
              <a:off x="624" y="768"/>
              <a:ext cx="1296" cy="1392"/>
            </a:xfrm>
            <a:prstGeom prst="line">
              <a:avLst/>
            </a:prstGeom>
            <a:ln w="28575" cap="flat" cmpd="sng">
              <a:solidFill>
                <a:srgbClr val="FFCC00"/>
              </a:solidFill>
              <a:prstDash val="solid"/>
              <a:headEnd type="none" w="med" len="med"/>
              <a:tailEnd type="none" w="med" len="med"/>
            </a:ln>
          </p:spPr>
        </p:sp>
        <p:sp>
          <p:nvSpPr>
            <p:cNvPr id="66579" name="Line 7"/>
            <p:cNvSpPr/>
            <p:nvPr/>
          </p:nvSpPr>
          <p:spPr>
            <a:xfrm flipV="1">
              <a:off x="624" y="1344"/>
              <a:ext cx="1296" cy="816"/>
            </a:xfrm>
            <a:prstGeom prst="line">
              <a:avLst/>
            </a:prstGeom>
            <a:ln w="28575" cap="flat" cmpd="sng">
              <a:solidFill>
                <a:srgbClr val="FF3300"/>
              </a:solidFill>
              <a:prstDash val="solid"/>
              <a:headEnd type="none" w="med" len="med"/>
              <a:tailEnd type="none" w="med" len="med"/>
            </a:ln>
          </p:spPr>
        </p:sp>
        <p:sp>
          <p:nvSpPr>
            <p:cNvPr id="66580" name="Freeform 8"/>
            <p:cNvSpPr/>
            <p:nvPr/>
          </p:nvSpPr>
          <p:spPr>
            <a:xfrm>
              <a:off x="768" y="2004"/>
              <a:ext cx="60" cy="156"/>
            </a:xfrm>
            <a:custGeom>
              <a:avLst/>
              <a:gdLst>
                <a:gd name="txL" fmla="*/ 0 w 60"/>
                <a:gd name="txT" fmla="*/ 0 h 156"/>
                <a:gd name="txR" fmla="*/ 60 w 60"/>
                <a:gd name="txB" fmla="*/ 156 h 156"/>
              </a:gdLst>
              <a:ahLst/>
              <a:cxnLst>
                <a:cxn ang="0">
                  <a:pos x="0" y="0"/>
                </a:cxn>
                <a:cxn ang="0">
                  <a:pos x="60" y="156"/>
                </a:cxn>
              </a:cxnLst>
              <a:rect l="txL" t="txT" r="txR" b="txB"/>
              <a:pathLst>
                <a:path w="60" h="156">
                  <a:moveTo>
                    <a:pt x="0" y="0"/>
                  </a:moveTo>
                  <a:cubicBezTo>
                    <a:pt x="29" y="44"/>
                    <a:pt x="60" y="102"/>
                    <a:pt x="60" y="156"/>
                  </a:cubicBezTo>
                </a:path>
              </a:pathLst>
            </a:custGeom>
            <a:noFill/>
            <a:ln w="38100" cap="flat" cmpd="sng">
              <a:solidFill>
                <a:srgbClr val="66FF33"/>
              </a:solidFill>
              <a:prstDash val="solid"/>
              <a:round/>
              <a:headEnd type="none" w="med" len="med"/>
              <a:tailEnd type="none" w="med" len="med"/>
            </a:ln>
          </p:spPr>
          <p:txBody>
            <a:bodyPr wrap="none" anchor="ctr" anchorCtr="0"/>
            <a:p>
              <a:endParaRPr lang="zh-CN" altLang="en-US" dirty="0">
                <a:latin typeface="楷体_GB2312" pitchFamily="49" charset="-122"/>
              </a:endParaRPr>
            </a:p>
          </p:txBody>
        </p:sp>
        <p:sp>
          <p:nvSpPr>
            <p:cNvPr id="66581" name="Freeform 9"/>
            <p:cNvSpPr/>
            <p:nvPr/>
          </p:nvSpPr>
          <p:spPr>
            <a:xfrm>
              <a:off x="1011" y="1917"/>
              <a:ext cx="96" cy="240"/>
            </a:xfrm>
            <a:custGeom>
              <a:avLst/>
              <a:gdLst>
                <a:gd name="txL" fmla="*/ 0 w 96"/>
                <a:gd name="txT" fmla="*/ 0 h 240"/>
                <a:gd name="txR" fmla="*/ 96 w 96"/>
                <a:gd name="txB" fmla="*/ 240 h 240"/>
              </a:gdLst>
              <a:ahLst/>
              <a:cxnLst>
                <a:cxn ang="0">
                  <a:pos x="0" y="0"/>
                </a:cxn>
                <a:cxn ang="0">
                  <a:pos x="75" y="96"/>
                </a:cxn>
                <a:cxn ang="0">
                  <a:pos x="96" y="240"/>
                </a:cxn>
              </a:cxnLst>
              <a:rect l="txL" t="txT" r="txR" b="txB"/>
              <a:pathLst>
                <a:path w="96" h="240">
                  <a:moveTo>
                    <a:pt x="0" y="0"/>
                  </a:moveTo>
                  <a:cubicBezTo>
                    <a:pt x="5" y="15"/>
                    <a:pt x="59" y="56"/>
                    <a:pt x="75" y="96"/>
                  </a:cubicBezTo>
                  <a:cubicBezTo>
                    <a:pt x="91" y="136"/>
                    <a:pt x="92" y="210"/>
                    <a:pt x="96" y="240"/>
                  </a:cubicBezTo>
                </a:path>
              </a:pathLst>
            </a:custGeom>
            <a:noFill/>
            <a:ln w="38100" cap="flat" cmpd="sng">
              <a:solidFill>
                <a:srgbClr val="66FF33"/>
              </a:solidFill>
              <a:prstDash val="solid"/>
              <a:round/>
              <a:headEnd type="none" w="med" len="med"/>
              <a:tailEnd type="none" w="med" len="med"/>
            </a:ln>
          </p:spPr>
          <p:txBody>
            <a:bodyPr wrap="none" anchor="ctr" anchorCtr="0"/>
            <a:p>
              <a:endParaRPr lang="zh-CN" altLang="en-US" dirty="0">
                <a:latin typeface="楷体_GB2312" pitchFamily="49" charset="-122"/>
              </a:endParaRPr>
            </a:p>
          </p:txBody>
        </p:sp>
        <p:sp>
          <p:nvSpPr>
            <p:cNvPr id="66582" name="Text Box 10"/>
            <p:cNvSpPr txBox="1"/>
            <p:nvPr/>
          </p:nvSpPr>
          <p:spPr>
            <a:xfrm>
              <a:off x="745" y="1829"/>
              <a:ext cx="327" cy="327"/>
            </a:xfrm>
            <a:prstGeom prst="rect">
              <a:avLst/>
            </a:prstGeom>
            <a:noFill/>
            <a:ln w="38100">
              <a:noFill/>
            </a:ln>
          </p:spPr>
          <p:txBody>
            <a:bodyPr wrap="none" anchor="ctr" anchorCtr="0">
              <a:spAutoFit/>
            </a:bodyPr>
            <a:p>
              <a:pPr algn="ctr"/>
              <a:r>
                <a:rPr lang="en-US" altLang="zh-CN" b="0" i="1" dirty="0">
                  <a:solidFill>
                    <a:schemeClr val="bg1"/>
                  </a:solidFill>
                  <a:latin typeface="Symbol" panose="05050102010706020507" pitchFamily="18" charset="2"/>
                  <a:ea typeface="宋体" panose="02010600030101010101" pitchFamily="2" charset="-122"/>
                </a:rPr>
                <a:t>j</a:t>
              </a:r>
              <a:r>
                <a:rPr lang="en-US" altLang="zh-CN" b="0" baseline="-25000" dirty="0">
                  <a:solidFill>
                    <a:schemeClr val="bg1"/>
                  </a:solidFill>
                  <a:latin typeface="Times New Roman" panose="02020603050405020304" pitchFamily="18" charset="0"/>
                  <a:ea typeface="宋体" panose="02010600030101010101" pitchFamily="2" charset="-122"/>
                </a:rPr>
                <a:t>1</a:t>
              </a:r>
              <a:endParaRPr lang="en-US" altLang="zh-CN" b="0" dirty="0">
                <a:solidFill>
                  <a:schemeClr val="bg1"/>
                </a:solidFill>
                <a:latin typeface="Times New Roman" panose="02020603050405020304" pitchFamily="18" charset="0"/>
                <a:ea typeface="宋体" panose="02010600030101010101" pitchFamily="2" charset="-122"/>
              </a:endParaRPr>
            </a:p>
          </p:txBody>
        </p:sp>
        <p:sp>
          <p:nvSpPr>
            <p:cNvPr id="66583" name="Text Box 11"/>
            <p:cNvSpPr txBox="1"/>
            <p:nvPr/>
          </p:nvSpPr>
          <p:spPr>
            <a:xfrm>
              <a:off x="1041" y="1805"/>
              <a:ext cx="327" cy="327"/>
            </a:xfrm>
            <a:prstGeom prst="rect">
              <a:avLst/>
            </a:prstGeom>
            <a:noFill/>
            <a:ln w="38100">
              <a:noFill/>
            </a:ln>
          </p:spPr>
          <p:txBody>
            <a:bodyPr wrap="none" anchor="ctr" anchorCtr="0">
              <a:spAutoFit/>
            </a:bodyPr>
            <a:p>
              <a:pPr algn="ctr"/>
              <a:r>
                <a:rPr lang="en-US" altLang="zh-CN" b="0" i="1" dirty="0">
                  <a:solidFill>
                    <a:schemeClr val="bg1"/>
                  </a:solidFill>
                  <a:latin typeface="Symbol" panose="05050102010706020507" pitchFamily="18" charset="2"/>
                  <a:ea typeface="宋体" panose="02010600030101010101" pitchFamily="2" charset="-122"/>
                </a:rPr>
                <a:t>j</a:t>
              </a:r>
              <a:r>
                <a:rPr lang="en-US" altLang="zh-CN" b="0" baseline="-25000" dirty="0">
                  <a:solidFill>
                    <a:schemeClr val="bg1"/>
                  </a:solidFill>
                  <a:latin typeface="Times New Roman" panose="02020603050405020304" pitchFamily="18" charset="0"/>
                  <a:ea typeface="宋体" panose="02010600030101010101" pitchFamily="2" charset="-122"/>
                </a:rPr>
                <a:t>2</a:t>
              </a:r>
              <a:endParaRPr lang="en-US" altLang="zh-CN" b="0" dirty="0">
                <a:solidFill>
                  <a:schemeClr val="bg1"/>
                </a:solidFill>
                <a:latin typeface="Times New Roman" panose="02020603050405020304" pitchFamily="18" charset="0"/>
                <a:ea typeface="宋体" panose="02010600030101010101" pitchFamily="2" charset="-122"/>
              </a:endParaRPr>
            </a:p>
          </p:txBody>
        </p:sp>
        <p:sp>
          <p:nvSpPr>
            <p:cNvPr id="66584" name="Text Box 12"/>
            <p:cNvSpPr txBox="1"/>
            <p:nvPr/>
          </p:nvSpPr>
          <p:spPr>
            <a:xfrm>
              <a:off x="1190" y="2189"/>
              <a:ext cx="253" cy="327"/>
            </a:xfrm>
            <a:prstGeom prst="rect">
              <a:avLst/>
            </a:prstGeom>
            <a:noFill/>
            <a:ln w="38100">
              <a:noFill/>
            </a:ln>
          </p:spPr>
          <p:txBody>
            <a:bodyPr wrap="none" anchor="ctr" anchorCtr="0">
              <a:spAutoFit/>
            </a:bodyPr>
            <a:p>
              <a:pPr algn="ctr"/>
              <a:r>
                <a:rPr lang="en-US" altLang="zh-CN" b="0" i="1" dirty="0">
                  <a:solidFill>
                    <a:schemeClr val="bg1"/>
                  </a:solidFill>
                  <a:latin typeface="Times New Roman" panose="02020603050405020304" pitchFamily="18" charset="0"/>
                  <a:ea typeface="宋体" panose="02010600030101010101" pitchFamily="2" charset="-122"/>
                </a:rPr>
                <a:t>P</a:t>
              </a:r>
              <a:endParaRPr lang="en-US" altLang="zh-CN" b="0" i="1" dirty="0">
                <a:solidFill>
                  <a:schemeClr val="bg1"/>
                </a:solidFill>
                <a:latin typeface="Times New Roman" panose="02020603050405020304" pitchFamily="18" charset="0"/>
                <a:ea typeface="宋体" panose="02010600030101010101" pitchFamily="2" charset="-122"/>
              </a:endParaRPr>
            </a:p>
          </p:txBody>
        </p:sp>
        <p:sp>
          <p:nvSpPr>
            <p:cNvPr id="66585" name="AutoShape 13"/>
            <p:cNvSpPr/>
            <p:nvPr/>
          </p:nvSpPr>
          <p:spPr>
            <a:xfrm>
              <a:off x="1968" y="768"/>
              <a:ext cx="96" cy="576"/>
            </a:xfrm>
            <a:prstGeom prst="rightBrace">
              <a:avLst>
                <a:gd name="adj1" fmla="val 50000"/>
                <a:gd name="adj2" fmla="val 50000"/>
              </a:avLst>
            </a:prstGeom>
            <a:noFill/>
            <a:ln w="28575" cap="flat" cmpd="sng">
              <a:solidFill>
                <a:srgbClr val="FFFF00"/>
              </a:solidFill>
              <a:prstDash val="solid"/>
              <a:headEnd type="none" w="med" len="med"/>
              <a:tailEnd type="none" w="med" len="med"/>
            </a:ln>
          </p:spPr>
          <p:txBody>
            <a:bodyPr wrap="none" anchor="ctr" anchorCtr="0"/>
            <a:p>
              <a:endParaRPr lang="zh-CN" altLang="en-US" dirty="0">
                <a:latin typeface="楷体_GB2312" pitchFamily="49" charset="-122"/>
              </a:endParaRPr>
            </a:p>
          </p:txBody>
        </p:sp>
        <p:sp>
          <p:nvSpPr>
            <p:cNvPr id="66586" name="Text Box 14"/>
            <p:cNvSpPr txBox="1"/>
            <p:nvPr/>
          </p:nvSpPr>
          <p:spPr>
            <a:xfrm>
              <a:off x="1993" y="893"/>
              <a:ext cx="379" cy="327"/>
            </a:xfrm>
            <a:prstGeom prst="rect">
              <a:avLst/>
            </a:prstGeom>
            <a:noFill/>
            <a:ln w="38100">
              <a:noFill/>
            </a:ln>
          </p:spPr>
          <p:txBody>
            <a:bodyPr wrap="none" anchor="ctr" anchorCtr="0">
              <a:spAutoFit/>
            </a:bodyPr>
            <a:p>
              <a:pPr algn="ctr"/>
              <a:r>
                <a:rPr lang="en-US" altLang="zh-CN" b="0" i="1" dirty="0">
                  <a:solidFill>
                    <a:schemeClr val="bg1"/>
                  </a:solidFill>
                  <a:latin typeface="Times New Roman" panose="02020603050405020304" pitchFamily="18" charset="0"/>
                  <a:ea typeface="宋体" panose="02010600030101010101" pitchFamily="2" charset="-122"/>
                </a:rPr>
                <a:t>Q</a:t>
              </a:r>
              <a:r>
                <a:rPr lang="en-US" altLang="zh-CN" b="0" i="1" baseline="-25000" dirty="0">
                  <a:solidFill>
                    <a:schemeClr val="bg1"/>
                  </a:solidFill>
                  <a:latin typeface="Times New Roman" panose="02020603050405020304" pitchFamily="18" charset="0"/>
                  <a:ea typeface="宋体" panose="02010600030101010101" pitchFamily="2" charset="-122"/>
                </a:rPr>
                <a:t>C</a:t>
              </a:r>
              <a:endParaRPr lang="en-US" altLang="zh-CN" b="0" i="1" dirty="0">
                <a:solidFill>
                  <a:schemeClr val="bg1"/>
                </a:solidFill>
                <a:latin typeface="Times New Roman" panose="02020603050405020304" pitchFamily="18" charset="0"/>
                <a:ea typeface="宋体" panose="02010600030101010101" pitchFamily="2" charset="-122"/>
              </a:endParaRPr>
            </a:p>
          </p:txBody>
        </p:sp>
        <p:sp>
          <p:nvSpPr>
            <p:cNvPr id="66587" name="AutoShape 15"/>
            <p:cNvSpPr/>
            <p:nvPr/>
          </p:nvSpPr>
          <p:spPr>
            <a:xfrm>
              <a:off x="2304" y="756"/>
              <a:ext cx="96" cy="1440"/>
            </a:xfrm>
            <a:prstGeom prst="rightBrace">
              <a:avLst>
                <a:gd name="adj1" fmla="val 125000"/>
                <a:gd name="adj2" fmla="val 50000"/>
              </a:avLst>
            </a:prstGeom>
            <a:noFill/>
            <a:ln w="28575" cap="flat" cmpd="sng">
              <a:solidFill>
                <a:schemeClr val="bg1"/>
              </a:solidFill>
              <a:prstDash val="solid"/>
              <a:headEnd type="none" w="med" len="med"/>
              <a:tailEnd type="none" w="med" len="med"/>
            </a:ln>
          </p:spPr>
          <p:txBody>
            <a:bodyPr wrap="none" anchor="ctr" anchorCtr="0"/>
            <a:p>
              <a:endParaRPr lang="zh-CN" altLang="en-US" dirty="0">
                <a:latin typeface="楷体_GB2312" pitchFamily="49" charset="-122"/>
              </a:endParaRPr>
            </a:p>
          </p:txBody>
        </p:sp>
        <p:sp>
          <p:nvSpPr>
            <p:cNvPr id="66588" name="Text Box 16"/>
            <p:cNvSpPr txBox="1"/>
            <p:nvPr/>
          </p:nvSpPr>
          <p:spPr>
            <a:xfrm>
              <a:off x="2389" y="1325"/>
              <a:ext cx="363" cy="327"/>
            </a:xfrm>
            <a:prstGeom prst="rect">
              <a:avLst/>
            </a:prstGeom>
            <a:noFill/>
            <a:ln w="38100">
              <a:noFill/>
            </a:ln>
          </p:spPr>
          <p:txBody>
            <a:bodyPr wrap="none" anchor="ctr" anchorCtr="0">
              <a:spAutoFit/>
            </a:bodyPr>
            <a:p>
              <a:pPr algn="ctr"/>
              <a:r>
                <a:rPr lang="en-US" altLang="zh-CN" b="0" i="1" dirty="0">
                  <a:solidFill>
                    <a:schemeClr val="bg1"/>
                  </a:solidFill>
                  <a:latin typeface="Times New Roman" panose="02020603050405020304" pitchFamily="18" charset="0"/>
                  <a:ea typeface="宋体" panose="02010600030101010101" pitchFamily="2" charset="-122"/>
                </a:rPr>
                <a:t>Q</a:t>
              </a:r>
              <a:r>
                <a:rPr lang="en-US" altLang="zh-CN" b="0" i="1" baseline="-25000" dirty="0">
                  <a:solidFill>
                    <a:schemeClr val="bg1"/>
                  </a:solidFill>
                  <a:latin typeface="Times New Roman" panose="02020603050405020304" pitchFamily="18" charset="0"/>
                  <a:ea typeface="宋体" panose="02010600030101010101" pitchFamily="2" charset="-122"/>
                </a:rPr>
                <a:t>L</a:t>
              </a:r>
              <a:endParaRPr lang="en-US" altLang="zh-CN" b="0" i="1" dirty="0">
                <a:solidFill>
                  <a:schemeClr val="bg1"/>
                </a:solidFill>
                <a:latin typeface="Times New Roman" panose="02020603050405020304" pitchFamily="18" charset="0"/>
                <a:ea typeface="宋体" panose="02010600030101010101" pitchFamily="2" charset="-122"/>
              </a:endParaRPr>
            </a:p>
          </p:txBody>
        </p:sp>
        <p:sp>
          <p:nvSpPr>
            <p:cNvPr id="66589" name="Text Box 17"/>
            <p:cNvSpPr txBox="1"/>
            <p:nvPr/>
          </p:nvSpPr>
          <p:spPr>
            <a:xfrm>
              <a:off x="1658" y="1661"/>
              <a:ext cx="278" cy="327"/>
            </a:xfrm>
            <a:prstGeom prst="rect">
              <a:avLst/>
            </a:prstGeom>
            <a:noFill/>
            <a:ln w="38100">
              <a:noFill/>
            </a:ln>
          </p:spPr>
          <p:txBody>
            <a:bodyPr wrap="none" anchor="ctr" anchorCtr="0">
              <a:spAutoFit/>
            </a:bodyPr>
            <a:p>
              <a:pPr algn="ctr"/>
              <a:r>
                <a:rPr lang="en-US" altLang="zh-CN" b="0" i="1" dirty="0">
                  <a:solidFill>
                    <a:schemeClr val="bg1"/>
                  </a:solidFill>
                  <a:latin typeface="Times New Roman" panose="02020603050405020304" pitchFamily="18" charset="0"/>
                  <a:ea typeface="宋体" panose="02010600030101010101" pitchFamily="2" charset="-122"/>
                </a:rPr>
                <a:t>Q</a:t>
              </a:r>
              <a:endParaRPr lang="en-US" altLang="zh-CN" b="0" i="1" dirty="0">
                <a:solidFill>
                  <a:schemeClr val="bg1"/>
                </a:solidFill>
                <a:latin typeface="Times New Roman" panose="02020603050405020304" pitchFamily="18" charset="0"/>
                <a:ea typeface="宋体" panose="02010600030101010101" pitchFamily="2" charset="-122"/>
              </a:endParaRPr>
            </a:p>
          </p:txBody>
        </p:sp>
      </p:grpSp>
      <p:graphicFrame>
        <p:nvGraphicFramePr>
          <p:cNvPr id="18450" name="Object 18"/>
          <p:cNvGraphicFramePr/>
          <p:nvPr/>
        </p:nvGraphicFramePr>
        <p:xfrm>
          <a:off x="3348038" y="1231900"/>
          <a:ext cx="4986337" cy="1909763"/>
        </p:xfrm>
        <a:graphic>
          <a:graphicData uri="http://schemas.openxmlformats.org/presentationml/2006/ole">
            <mc:AlternateContent xmlns:mc="http://schemas.openxmlformats.org/markup-compatibility/2006">
              <mc:Choice xmlns:v="urn:schemas-microsoft-com:vml" Requires="v">
                <p:oleObj spid="_x0000_s3496" name="" r:id="rId1" imgW="2324100" imgH="889000" progId="Equation.3">
                  <p:embed/>
                </p:oleObj>
              </mc:Choice>
              <mc:Fallback>
                <p:oleObj name="" r:id="rId1" imgW="2324100" imgH="889000" progId="Equation.3">
                  <p:embed/>
                  <p:pic>
                    <p:nvPicPr>
                      <p:cNvPr id="0" name="图片 3495"/>
                      <p:cNvPicPr/>
                      <p:nvPr/>
                    </p:nvPicPr>
                    <p:blipFill>
                      <a:blip r:embed="rId2">
                        <a:clrChange>
                          <a:clrFrom>
                            <a:srgbClr val="000000"/>
                          </a:clrFrom>
                          <a:clrTo>
                            <a:srgbClr val="FFFFFF"/>
                          </a:clrTo>
                        </a:clrChange>
                      </a:blip>
                      <a:stretch>
                        <a:fillRect/>
                      </a:stretch>
                    </p:blipFill>
                    <p:spPr>
                      <a:xfrm>
                        <a:off x="3348038" y="1231900"/>
                        <a:ext cx="4986337" cy="1909763"/>
                      </a:xfrm>
                      <a:prstGeom prst="rect">
                        <a:avLst/>
                      </a:prstGeom>
                      <a:noFill/>
                      <a:ln w="38100">
                        <a:noFill/>
                        <a:miter/>
                      </a:ln>
                    </p:spPr>
                  </p:pic>
                </p:oleObj>
              </mc:Fallback>
            </mc:AlternateContent>
          </a:graphicData>
        </a:graphic>
      </p:graphicFrame>
      <p:sp>
        <p:nvSpPr>
          <p:cNvPr id="18451" name="Text Box 19"/>
          <p:cNvSpPr txBox="1"/>
          <p:nvPr/>
        </p:nvSpPr>
        <p:spPr>
          <a:xfrm>
            <a:off x="3995738" y="3213100"/>
            <a:ext cx="2952750" cy="519113"/>
          </a:xfrm>
          <a:prstGeom prst="rect">
            <a:avLst/>
          </a:prstGeom>
          <a:solidFill>
            <a:schemeClr val="hlink"/>
          </a:solidFill>
          <a:ln w="12700">
            <a:noFill/>
          </a:ln>
        </p:spPr>
        <p:txBody>
          <a:bodyPr anchor="ctr" anchorCtr="0">
            <a:spAutoFit/>
          </a:bodyPr>
          <a:p>
            <a:r>
              <a:rPr lang="zh-CN" altLang="en-US" dirty="0">
                <a:latin typeface="楷体_GB2312" pitchFamily="49" charset="-122"/>
              </a:rPr>
              <a:t>从功率角度看 </a:t>
            </a:r>
            <a:r>
              <a:rPr lang="en-US" altLang="zh-CN" dirty="0">
                <a:latin typeface="楷体_GB2312" pitchFamily="49" charset="-122"/>
              </a:rPr>
              <a:t>:</a:t>
            </a:r>
            <a:endParaRPr lang="en-US" altLang="zh-CN" dirty="0">
              <a:latin typeface="楷体_GB2312" pitchFamily="49" charset="-122"/>
            </a:endParaRPr>
          </a:p>
        </p:txBody>
      </p:sp>
      <p:sp>
        <p:nvSpPr>
          <p:cNvPr id="18452" name="Text Box 20"/>
          <p:cNvSpPr txBox="1"/>
          <p:nvPr/>
        </p:nvSpPr>
        <p:spPr>
          <a:xfrm>
            <a:off x="539750" y="3860800"/>
            <a:ext cx="7921625" cy="2655888"/>
          </a:xfrm>
          <a:prstGeom prst="rect">
            <a:avLst/>
          </a:prstGeom>
          <a:noFill/>
          <a:ln w="12700">
            <a:noFill/>
          </a:ln>
        </p:spPr>
        <p:txBody>
          <a:bodyPr anchor="ctr" anchorCtr="0">
            <a:spAutoFit/>
          </a:bodyPr>
          <a:p>
            <a:pPr indent="571500" algn="just">
              <a:lnSpc>
                <a:spcPct val="120000"/>
              </a:lnSpc>
            </a:pPr>
            <a:r>
              <a:rPr lang="zh-CN" altLang="en-US" dirty="0">
                <a:latin typeface="楷体_GB2312" pitchFamily="49" charset="-122"/>
              </a:rPr>
              <a:t>并联电容后，电源向负载输送的有功功率</a:t>
            </a:r>
            <a:r>
              <a:rPr lang="en-US" altLang="zh-CN" b="0" i="1" dirty="0">
                <a:solidFill>
                  <a:schemeClr val="bg1"/>
                </a:solidFill>
                <a:latin typeface="Times New Roman" panose="02020603050405020304" pitchFamily="18" charset="0"/>
                <a:ea typeface="仿宋_GB2312" pitchFamily="49" charset="-122"/>
              </a:rPr>
              <a:t>UI</a:t>
            </a:r>
            <a:r>
              <a:rPr lang="en-US" altLang="zh-CN" b="0" i="1" baseline="-25000" dirty="0">
                <a:solidFill>
                  <a:schemeClr val="bg1"/>
                </a:solidFill>
                <a:latin typeface="Times New Roman" panose="02020603050405020304" pitchFamily="18" charset="0"/>
                <a:ea typeface="仿宋_GB2312" pitchFamily="49" charset="-122"/>
              </a:rPr>
              <a:t>L</a:t>
            </a:r>
            <a:r>
              <a:rPr lang="en-US" altLang="zh-CN" b="0" dirty="0">
                <a:solidFill>
                  <a:schemeClr val="bg1"/>
                </a:solidFill>
                <a:latin typeface="Times New Roman" panose="02020603050405020304" pitchFamily="18" charset="0"/>
                <a:ea typeface="仿宋_GB2312" pitchFamily="49" charset="-122"/>
              </a:rPr>
              <a:t> cos</a:t>
            </a:r>
            <a:r>
              <a:rPr lang="en-US" altLang="zh-CN" b="0" i="1" dirty="0">
                <a:solidFill>
                  <a:schemeClr val="bg1"/>
                </a:solidFill>
                <a:latin typeface="Times New Roman" panose="02020603050405020304" pitchFamily="18" charset="0"/>
                <a:ea typeface="仿宋_GB2312" pitchFamily="49" charset="-122"/>
                <a:sym typeface="Symbol" panose="05050102010706020507" pitchFamily="18" charset="2"/>
              </a:rPr>
              <a:t></a:t>
            </a:r>
            <a:r>
              <a:rPr lang="en-US" altLang="zh-CN" b="0" baseline="-25000" dirty="0">
                <a:solidFill>
                  <a:schemeClr val="bg1"/>
                </a:solidFill>
                <a:latin typeface="Times New Roman" panose="02020603050405020304" pitchFamily="18" charset="0"/>
                <a:ea typeface="仿宋_GB2312" pitchFamily="49" charset="-122"/>
              </a:rPr>
              <a:t>1</a:t>
            </a:r>
            <a:r>
              <a:rPr lang="en-US" altLang="zh-CN" b="0" dirty="0">
                <a:solidFill>
                  <a:schemeClr val="bg1"/>
                </a:solidFill>
                <a:latin typeface="Times New Roman" panose="02020603050405020304" pitchFamily="18" charset="0"/>
                <a:ea typeface="仿宋_GB2312" pitchFamily="49" charset="-122"/>
              </a:rPr>
              <a:t>=</a:t>
            </a:r>
            <a:r>
              <a:rPr lang="en-US" altLang="zh-CN" b="0" i="1" dirty="0">
                <a:solidFill>
                  <a:schemeClr val="bg1"/>
                </a:solidFill>
                <a:latin typeface="Times New Roman" panose="02020603050405020304" pitchFamily="18" charset="0"/>
                <a:ea typeface="仿宋_GB2312" pitchFamily="49" charset="-122"/>
              </a:rPr>
              <a:t>UI</a:t>
            </a:r>
            <a:r>
              <a:rPr lang="en-US" altLang="zh-CN" b="0" dirty="0">
                <a:solidFill>
                  <a:schemeClr val="bg1"/>
                </a:solidFill>
                <a:latin typeface="Times New Roman" panose="02020603050405020304" pitchFamily="18" charset="0"/>
                <a:ea typeface="仿宋_GB2312" pitchFamily="49" charset="-122"/>
              </a:rPr>
              <a:t>cos</a:t>
            </a:r>
            <a:r>
              <a:rPr lang="en-US" altLang="zh-CN" b="0" i="1" dirty="0">
                <a:solidFill>
                  <a:schemeClr val="bg1"/>
                </a:solidFill>
                <a:latin typeface="Times New Roman" panose="02020603050405020304" pitchFamily="18" charset="0"/>
                <a:ea typeface="仿宋_GB2312" pitchFamily="49" charset="-122"/>
                <a:sym typeface="Symbol" panose="05050102010706020507" pitchFamily="18" charset="2"/>
              </a:rPr>
              <a:t></a:t>
            </a:r>
            <a:r>
              <a:rPr lang="en-US" altLang="zh-CN" b="0" baseline="-25000" dirty="0">
                <a:solidFill>
                  <a:schemeClr val="bg1"/>
                </a:solidFill>
                <a:latin typeface="Times New Roman" panose="02020603050405020304" pitchFamily="18" charset="0"/>
                <a:ea typeface="仿宋_GB2312" pitchFamily="49" charset="-122"/>
              </a:rPr>
              <a:t>2</a:t>
            </a:r>
            <a:r>
              <a:rPr lang="zh-CN" altLang="en-US" dirty="0">
                <a:latin typeface="楷体_GB2312" pitchFamily="49" charset="-122"/>
              </a:rPr>
              <a:t>不变，但是电源向负载输送的无功</a:t>
            </a:r>
            <a:r>
              <a:rPr lang="en-US" altLang="zh-CN" b="0" i="1" dirty="0">
                <a:solidFill>
                  <a:schemeClr val="bg1"/>
                </a:solidFill>
                <a:latin typeface="Times New Roman" panose="02020603050405020304" pitchFamily="18" charset="0"/>
                <a:ea typeface="仿宋_GB2312" pitchFamily="49" charset="-122"/>
              </a:rPr>
              <a:t>UI</a:t>
            </a:r>
            <a:r>
              <a:rPr lang="en-US" altLang="zh-CN" b="0" dirty="0">
                <a:solidFill>
                  <a:schemeClr val="bg1"/>
                </a:solidFill>
                <a:latin typeface="Times New Roman" panose="02020603050405020304" pitchFamily="18" charset="0"/>
                <a:ea typeface="仿宋_GB2312" pitchFamily="49" charset="-122"/>
              </a:rPr>
              <a:t>sin</a:t>
            </a:r>
            <a:r>
              <a:rPr lang="en-US" altLang="zh-CN" b="0" i="1" dirty="0">
                <a:solidFill>
                  <a:schemeClr val="bg1"/>
                </a:solidFill>
                <a:latin typeface="Times New Roman" panose="02020603050405020304" pitchFamily="18" charset="0"/>
                <a:ea typeface="仿宋_GB2312" pitchFamily="49" charset="-122"/>
                <a:sym typeface="Symbol" panose="05050102010706020507" pitchFamily="18" charset="2"/>
              </a:rPr>
              <a:t></a:t>
            </a:r>
            <a:r>
              <a:rPr lang="en-US" altLang="zh-CN" b="0" baseline="-25000" dirty="0">
                <a:solidFill>
                  <a:schemeClr val="bg1"/>
                </a:solidFill>
                <a:latin typeface="Times New Roman" panose="02020603050405020304" pitchFamily="18" charset="0"/>
                <a:ea typeface="仿宋_GB2312" pitchFamily="49" charset="-122"/>
              </a:rPr>
              <a:t>2</a:t>
            </a:r>
            <a:r>
              <a:rPr lang="en-US" altLang="zh-CN" b="0" dirty="0">
                <a:solidFill>
                  <a:schemeClr val="bg1"/>
                </a:solidFill>
                <a:latin typeface="Times New Roman" panose="02020603050405020304" pitchFamily="18" charset="0"/>
                <a:ea typeface="仿宋_GB2312" pitchFamily="49" charset="-122"/>
              </a:rPr>
              <a:t>&lt;</a:t>
            </a:r>
            <a:r>
              <a:rPr lang="en-US" altLang="zh-CN" b="0" i="1" dirty="0">
                <a:solidFill>
                  <a:schemeClr val="bg1"/>
                </a:solidFill>
                <a:latin typeface="Times New Roman" panose="02020603050405020304" pitchFamily="18" charset="0"/>
                <a:ea typeface="仿宋_GB2312" pitchFamily="49" charset="-122"/>
              </a:rPr>
              <a:t>UI</a:t>
            </a:r>
            <a:r>
              <a:rPr lang="en-US" altLang="zh-CN" b="0" i="1" baseline="-25000" dirty="0">
                <a:solidFill>
                  <a:schemeClr val="bg1"/>
                </a:solidFill>
                <a:latin typeface="Times New Roman" panose="02020603050405020304" pitchFamily="18" charset="0"/>
                <a:ea typeface="仿宋_GB2312" pitchFamily="49" charset="-122"/>
              </a:rPr>
              <a:t>L</a:t>
            </a:r>
            <a:r>
              <a:rPr lang="en-US" altLang="zh-CN" b="0" dirty="0">
                <a:solidFill>
                  <a:schemeClr val="bg1"/>
                </a:solidFill>
                <a:latin typeface="Times New Roman" panose="02020603050405020304" pitchFamily="18" charset="0"/>
                <a:ea typeface="仿宋_GB2312" pitchFamily="49" charset="-122"/>
              </a:rPr>
              <a:t>sin</a:t>
            </a:r>
            <a:r>
              <a:rPr lang="en-US" altLang="zh-CN" b="0" i="1" dirty="0">
                <a:solidFill>
                  <a:schemeClr val="bg1"/>
                </a:solidFill>
                <a:latin typeface="Times New Roman" panose="02020603050405020304" pitchFamily="18" charset="0"/>
                <a:ea typeface="仿宋_GB2312" pitchFamily="49" charset="-122"/>
                <a:sym typeface="Symbol" panose="05050102010706020507" pitchFamily="18" charset="2"/>
              </a:rPr>
              <a:t></a:t>
            </a:r>
            <a:r>
              <a:rPr lang="en-US" altLang="zh-CN" b="0" baseline="-25000" dirty="0">
                <a:solidFill>
                  <a:schemeClr val="bg1"/>
                </a:solidFill>
                <a:latin typeface="Times New Roman" panose="02020603050405020304" pitchFamily="18" charset="0"/>
                <a:ea typeface="仿宋_GB2312" pitchFamily="49" charset="-122"/>
              </a:rPr>
              <a:t>1</a:t>
            </a:r>
            <a:r>
              <a:rPr lang="zh-CN" altLang="en-US" dirty="0">
                <a:latin typeface="楷体_GB2312" pitchFamily="49" charset="-122"/>
              </a:rPr>
              <a:t>减少了，减少的这部分无功功率由电容</a:t>
            </a:r>
            <a:r>
              <a:rPr lang="zh-CN" altLang="en-US" dirty="0">
                <a:latin typeface="Times New Roman" panose="02020603050405020304" pitchFamily="18" charset="0"/>
              </a:rPr>
              <a:t>“</a:t>
            </a:r>
            <a:r>
              <a:rPr lang="zh-CN" altLang="en-US" dirty="0">
                <a:latin typeface="楷体_GB2312" pitchFamily="49" charset="-122"/>
              </a:rPr>
              <a:t>产生</a:t>
            </a:r>
            <a:r>
              <a:rPr lang="zh-CN" altLang="en-US" dirty="0">
                <a:latin typeface="Times New Roman" panose="02020603050405020304" pitchFamily="18" charset="0"/>
              </a:rPr>
              <a:t>”</a:t>
            </a:r>
            <a:r>
              <a:rPr lang="zh-CN" altLang="en-US" dirty="0">
                <a:latin typeface="楷体_GB2312" pitchFamily="49" charset="-122"/>
              </a:rPr>
              <a:t>来补偿，使感性负载吸收的无功功率不变，而功率因数得到改善。</a:t>
            </a:r>
            <a:endParaRPr lang="zh-CN" altLang="en-US" dirty="0">
              <a:latin typeface="楷体_GB2312" pitchFamily="49" charset="-122"/>
            </a:endParaRPr>
          </a:p>
        </p:txBody>
      </p:sp>
      <p:grpSp>
        <p:nvGrpSpPr>
          <p:cNvPr id="66567" name="Group 25"/>
          <p:cNvGrpSpPr/>
          <p:nvPr/>
        </p:nvGrpSpPr>
        <p:grpSpPr>
          <a:xfrm>
            <a:off x="8316913" y="6446838"/>
            <a:ext cx="792162" cy="366712"/>
            <a:chOff x="5193" y="4020"/>
            <a:chExt cx="499" cy="231"/>
          </a:xfrm>
        </p:grpSpPr>
        <p:pic>
          <p:nvPicPr>
            <p:cNvPr id="66574" name="Picture 26" descr="78900"/>
            <p:cNvPicPr>
              <a:picLocks noChangeAspect="1"/>
            </p:cNvPicPr>
            <p:nvPr/>
          </p:nvPicPr>
          <p:blipFill>
            <a:blip r:embed="rId3"/>
            <a:stretch>
              <a:fillRect/>
            </a:stretch>
          </p:blipFill>
          <p:spPr>
            <a:xfrm>
              <a:off x="5193" y="4066"/>
              <a:ext cx="499" cy="181"/>
            </a:xfrm>
            <a:prstGeom prst="rect">
              <a:avLst/>
            </a:prstGeom>
            <a:noFill/>
            <a:ln w="9525">
              <a:noFill/>
            </a:ln>
          </p:spPr>
        </p:pic>
        <p:sp>
          <p:nvSpPr>
            <p:cNvPr id="66575" name="Text Box 27">
              <a:hlinkClick r:id="" action="ppaction://hlinkshowjump?jump=nextslide"/>
            </p:cNvPr>
            <p:cNvSpPr txBox="1"/>
            <p:nvPr/>
          </p:nvSpPr>
          <p:spPr>
            <a:xfrm>
              <a:off x="5216" y="4020"/>
              <a:ext cx="476" cy="231"/>
            </a:xfrm>
            <a:prstGeom prst="rect">
              <a:avLst/>
            </a:prstGeom>
            <a:noFill/>
            <a:ln w="9525">
              <a:noFill/>
            </a:ln>
          </p:spPr>
          <p:txBody>
            <a:bodyPr wrap="none">
              <a:spAutoFit/>
            </a:bodyPr>
            <a:p>
              <a:pPr>
                <a:spcBef>
                  <a:spcPct val="50000"/>
                </a:spcBef>
              </a:pPr>
              <a:r>
                <a:rPr lang="zh-CN" altLang="en-US" sz="1800" b="0" dirty="0">
                  <a:solidFill>
                    <a:schemeClr val="bg1"/>
                  </a:solidFill>
                  <a:latin typeface="隶书" panose="02010509060101010101" pitchFamily="49" charset="-122"/>
                  <a:ea typeface="隶书" panose="02010509060101010101" pitchFamily="49" charset="-122"/>
                </a:rPr>
                <a:t>下 页</a:t>
              </a:r>
              <a:endParaRPr lang="zh-CN" altLang="en-US" sz="1800" b="0" dirty="0">
                <a:solidFill>
                  <a:schemeClr val="bg1"/>
                </a:solidFill>
                <a:latin typeface="隶书" panose="02010509060101010101" pitchFamily="49" charset="-122"/>
                <a:ea typeface="隶书" panose="02010509060101010101" pitchFamily="49" charset="-122"/>
              </a:endParaRPr>
            </a:p>
          </p:txBody>
        </p:sp>
      </p:grpSp>
      <p:grpSp>
        <p:nvGrpSpPr>
          <p:cNvPr id="66568" name="Group 28"/>
          <p:cNvGrpSpPr/>
          <p:nvPr/>
        </p:nvGrpSpPr>
        <p:grpSpPr>
          <a:xfrm>
            <a:off x="7453313" y="6446838"/>
            <a:ext cx="792162" cy="366712"/>
            <a:chOff x="4649" y="4020"/>
            <a:chExt cx="499" cy="231"/>
          </a:xfrm>
        </p:grpSpPr>
        <p:pic>
          <p:nvPicPr>
            <p:cNvPr id="66572" name="Picture 29" descr="78900"/>
            <p:cNvPicPr>
              <a:picLocks noChangeAspect="1"/>
            </p:cNvPicPr>
            <p:nvPr/>
          </p:nvPicPr>
          <p:blipFill>
            <a:blip r:embed="rId3"/>
            <a:stretch>
              <a:fillRect/>
            </a:stretch>
          </p:blipFill>
          <p:spPr>
            <a:xfrm>
              <a:off x="4649" y="4066"/>
              <a:ext cx="499" cy="181"/>
            </a:xfrm>
            <a:prstGeom prst="rect">
              <a:avLst/>
            </a:prstGeom>
            <a:noFill/>
            <a:ln w="9525">
              <a:noFill/>
            </a:ln>
          </p:spPr>
        </p:pic>
        <p:sp>
          <p:nvSpPr>
            <p:cNvPr id="66573" name="Text Box 30">
              <a:hlinkClick r:id="" action="ppaction://hlinkshowjump?jump=previousslide"/>
            </p:cNvPr>
            <p:cNvSpPr txBox="1"/>
            <p:nvPr/>
          </p:nvSpPr>
          <p:spPr>
            <a:xfrm>
              <a:off x="4672" y="4020"/>
              <a:ext cx="476" cy="231"/>
            </a:xfrm>
            <a:prstGeom prst="rect">
              <a:avLst/>
            </a:prstGeom>
            <a:noFill/>
            <a:ln w="9525">
              <a:noFill/>
            </a:ln>
          </p:spPr>
          <p:txBody>
            <a:bodyPr wrap="none">
              <a:spAutoFit/>
            </a:bodyPr>
            <a:p>
              <a:pPr>
                <a:spcBef>
                  <a:spcPct val="50000"/>
                </a:spcBef>
              </a:pPr>
              <a:r>
                <a:rPr lang="zh-CN" altLang="en-US" sz="1800" b="0" dirty="0">
                  <a:solidFill>
                    <a:schemeClr val="bg1"/>
                  </a:solidFill>
                  <a:latin typeface="隶书" panose="02010509060101010101" pitchFamily="49" charset="-122"/>
                  <a:ea typeface="隶书" panose="02010509060101010101" pitchFamily="49" charset="-122"/>
                </a:rPr>
                <a:t>上 页</a:t>
              </a:r>
              <a:endParaRPr lang="zh-CN" altLang="en-US" sz="1800" b="0" dirty="0">
                <a:solidFill>
                  <a:schemeClr val="bg1"/>
                </a:solidFill>
                <a:latin typeface="隶书" panose="02010509060101010101" pitchFamily="49" charset="-122"/>
                <a:ea typeface="隶书" panose="02010509060101010101" pitchFamily="49" charset="-122"/>
              </a:endParaRPr>
            </a:p>
          </p:txBody>
        </p:sp>
      </p:grpSp>
      <p:grpSp>
        <p:nvGrpSpPr>
          <p:cNvPr id="66569" name="Group 37"/>
          <p:cNvGrpSpPr/>
          <p:nvPr/>
        </p:nvGrpSpPr>
        <p:grpSpPr>
          <a:xfrm>
            <a:off x="6588125" y="6446838"/>
            <a:ext cx="792163" cy="366712"/>
            <a:chOff x="4649" y="4020"/>
            <a:chExt cx="499" cy="231"/>
          </a:xfrm>
        </p:grpSpPr>
        <p:pic>
          <p:nvPicPr>
            <p:cNvPr id="66570" name="Picture 38" descr="78900"/>
            <p:cNvPicPr>
              <a:picLocks noChangeAspect="1"/>
            </p:cNvPicPr>
            <p:nvPr/>
          </p:nvPicPr>
          <p:blipFill>
            <a:blip r:embed="rId3"/>
            <a:stretch>
              <a:fillRect/>
            </a:stretch>
          </p:blipFill>
          <p:spPr>
            <a:xfrm>
              <a:off x="4649" y="4066"/>
              <a:ext cx="499" cy="181"/>
            </a:xfrm>
            <a:prstGeom prst="rect">
              <a:avLst/>
            </a:prstGeom>
            <a:noFill/>
            <a:ln w="9525">
              <a:noFill/>
            </a:ln>
          </p:spPr>
        </p:pic>
        <p:sp>
          <p:nvSpPr>
            <p:cNvPr id="66571" name="Text Box 39">
              <a:hlinkClick r:id="" action="ppaction://hlinkshowjump?jump=firstslide"/>
            </p:cNvPr>
            <p:cNvSpPr txBox="1"/>
            <p:nvPr/>
          </p:nvSpPr>
          <p:spPr>
            <a:xfrm>
              <a:off x="4672" y="4020"/>
              <a:ext cx="476" cy="231"/>
            </a:xfrm>
            <a:prstGeom prst="rect">
              <a:avLst/>
            </a:prstGeom>
            <a:noFill/>
            <a:ln w="9525">
              <a:noFill/>
            </a:ln>
          </p:spPr>
          <p:txBody>
            <a:bodyPr wrap="none">
              <a:spAutoFit/>
            </a:bodyPr>
            <a:p>
              <a:pPr>
                <a:spcBef>
                  <a:spcPct val="50000"/>
                </a:spcBef>
              </a:pPr>
              <a:r>
                <a:rPr lang="zh-CN" altLang="en-US" sz="1800" b="0" dirty="0">
                  <a:solidFill>
                    <a:schemeClr val="bg1"/>
                  </a:solidFill>
                  <a:latin typeface="隶书" panose="02010509060101010101" pitchFamily="49" charset="-122"/>
                  <a:ea typeface="隶书" panose="02010509060101010101" pitchFamily="49" charset="-122"/>
                </a:rPr>
                <a:t>返 回</a:t>
              </a:r>
              <a:endParaRPr lang="zh-CN" altLang="en-US" sz="1800" b="0" dirty="0">
                <a:solidFill>
                  <a:schemeClr val="bg1"/>
                </a:solidFill>
                <a:latin typeface="隶书" panose="02010509060101010101" pitchFamily="49" charset="-122"/>
                <a:ea typeface="隶书" panose="02010509060101010101" pitchFamily="49" charset="-122"/>
              </a:endParaRP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grpId="0" nodeType="withEffect">
                                  <p:stCondLst>
                                    <p:cond delay="0"/>
                                  </p:stCondLst>
                                  <p:childTnLst>
                                    <p:set>
                                      <p:cBhvr>
                                        <p:cTn id="6" dur="1" fill="hold">
                                          <p:stCondLst>
                                            <p:cond delay="0"/>
                                          </p:stCondLst>
                                        </p:cTn>
                                        <p:tgtEl>
                                          <p:spTgt spid="18434"/>
                                        </p:tgtEl>
                                        <p:attrNameLst>
                                          <p:attrName>style.visibility</p:attrName>
                                        </p:attrNameLst>
                                      </p:cBhvr>
                                      <p:to>
                                        <p:strVal val="visible"/>
                                      </p:to>
                                    </p:set>
                                    <p:anim calcmode="lin" valueType="num">
                                      <p:cBhvr additive="base">
                                        <p:cTn id="7" dur="500" fill="hold"/>
                                        <p:tgtEl>
                                          <p:spTgt spid="18434"/>
                                        </p:tgtEl>
                                        <p:attrNameLst>
                                          <p:attrName>ppt_x</p:attrName>
                                        </p:attrNameLst>
                                      </p:cBhvr>
                                      <p:tavLst>
                                        <p:tav tm="0">
                                          <p:val>
                                            <p:strVal val="0-#ppt_w/2"/>
                                          </p:val>
                                        </p:tav>
                                        <p:tav tm="100000">
                                          <p:val>
                                            <p:strVal val="#ppt_x"/>
                                          </p:val>
                                        </p:tav>
                                      </p:tavLst>
                                    </p:anim>
                                    <p:anim calcmode="lin" valueType="num">
                                      <p:cBhvr additive="base">
                                        <p:cTn id="8" dur="500" fill="hold"/>
                                        <p:tgtEl>
                                          <p:spTgt spid="18434"/>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17" presetClass="entr" presetSubtype="8" fill="hold" nodeType="clickEffect">
                                  <p:stCondLst>
                                    <p:cond delay="0"/>
                                  </p:stCondLst>
                                  <p:childTnLst>
                                    <p:set>
                                      <p:cBhvr>
                                        <p:cTn id="12" dur="1" fill="hold">
                                          <p:stCondLst>
                                            <p:cond delay="0"/>
                                          </p:stCondLst>
                                        </p:cTn>
                                        <p:tgtEl>
                                          <p:spTgt spid="2"/>
                                        </p:tgtEl>
                                        <p:attrNameLst>
                                          <p:attrName>style.visibility</p:attrName>
                                        </p:attrNameLst>
                                      </p:cBhvr>
                                      <p:to>
                                        <p:strVal val="visible"/>
                                      </p:to>
                                    </p:set>
                                    <p:anim calcmode="lin" valueType="num">
                                      <p:cBhvr>
                                        <p:cTn id="13" dur="500" fill="hold"/>
                                        <p:tgtEl>
                                          <p:spTgt spid="2"/>
                                        </p:tgtEl>
                                        <p:attrNameLst>
                                          <p:attrName>ppt_x</p:attrName>
                                        </p:attrNameLst>
                                      </p:cBhvr>
                                      <p:tavLst>
                                        <p:tav tm="0">
                                          <p:val>
                                            <p:strVal val="#ppt_x-#ppt_w/2"/>
                                          </p:val>
                                        </p:tav>
                                        <p:tav tm="100000">
                                          <p:val>
                                            <p:strVal val="#ppt_x"/>
                                          </p:val>
                                        </p:tav>
                                      </p:tavLst>
                                    </p:anim>
                                    <p:anim calcmode="lin" valueType="num">
                                      <p:cBhvr>
                                        <p:cTn id="14" dur="500" fill="hold"/>
                                        <p:tgtEl>
                                          <p:spTgt spid="2"/>
                                        </p:tgtEl>
                                        <p:attrNameLst>
                                          <p:attrName>ppt_y</p:attrName>
                                        </p:attrNameLst>
                                      </p:cBhvr>
                                      <p:tavLst>
                                        <p:tav tm="0">
                                          <p:val>
                                            <p:strVal val="#ppt_y"/>
                                          </p:val>
                                        </p:tav>
                                        <p:tav tm="100000">
                                          <p:val>
                                            <p:strVal val="#ppt_y"/>
                                          </p:val>
                                        </p:tav>
                                      </p:tavLst>
                                    </p:anim>
                                    <p:anim calcmode="lin" valueType="num">
                                      <p:cBhvr>
                                        <p:cTn id="15" dur="500" fill="hold"/>
                                        <p:tgtEl>
                                          <p:spTgt spid="2"/>
                                        </p:tgtEl>
                                        <p:attrNameLst>
                                          <p:attrName>ppt_w</p:attrName>
                                        </p:attrNameLst>
                                      </p:cBhvr>
                                      <p:tavLst>
                                        <p:tav tm="0">
                                          <p:val>
                                            <p:fltVal val="0.000000"/>
                                          </p:val>
                                        </p:tav>
                                        <p:tav tm="100000">
                                          <p:val>
                                            <p:strVal val="#ppt_w"/>
                                          </p:val>
                                        </p:tav>
                                      </p:tavLst>
                                    </p:anim>
                                    <p:anim calcmode="lin" valueType="num">
                                      <p:cBhvr>
                                        <p:cTn id="16" dur="500" fill="hold"/>
                                        <p:tgtEl>
                                          <p:spTgt spid="2"/>
                                        </p:tgtEl>
                                        <p:attrNameLst>
                                          <p:attrName>ppt_h</p:attrName>
                                        </p:attrNameLst>
                                      </p:cBhvr>
                                      <p:tavLst>
                                        <p:tav tm="0">
                                          <p:val>
                                            <p:strVal val="#ppt_h"/>
                                          </p:val>
                                        </p:tav>
                                        <p:tav tm="100000">
                                          <p:val>
                                            <p:strVal val="#ppt_h"/>
                                          </p:val>
                                        </p:tav>
                                      </p:tavLst>
                                    </p:anim>
                                  </p:childTnLst>
                                </p:cTn>
                              </p:par>
                            </p:childTnLst>
                          </p:cTn>
                        </p:par>
                      </p:childTnLst>
                    </p:cTn>
                  </p:par>
                  <p:par>
                    <p:cTn id="17" fill="hold">
                      <p:stCondLst>
                        <p:cond delay="indefinite"/>
                      </p:stCondLst>
                      <p:childTnLst>
                        <p:par>
                          <p:cTn id="18" fill="hold">
                            <p:stCondLst>
                              <p:cond delay="0"/>
                            </p:stCondLst>
                            <p:childTnLst>
                              <p:par>
                                <p:cTn id="19" presetID="22" presetClass="entr" presetSubtype="1" fill="hold" nodeType="clickEffect">
                                  <p:stCondLst>
                                    <p:cond delay="0"/>
                                  </p:stCondLst>
                                  <p:childTnLst>
                                    <p:set>
                                      <p:cBhvr>
                                        <p:cTn id="20" dur="1" fill="hold">
                                          <p:stCondLst>
                                            <p:cond delay="0"/>
                                          </p:stCondLst>
                                        </p:cTn>
                                        <p:tgtEl>
                                          <p:spTgt spid="18450"/>
                                        </p:tgtEl>
                                        <p:attrNameLst>
                                          <p:attrName>style.visibility</p:attrName>
                                        </p:attrNameLst>
                                      </p:cBhvr>
                                      <p:to>
                                        <p:strVal val="visible"/>
                                      </p:to>
                                    </p:set>
                                    <p:animEffect transition="in" filter="wipe(up)">
                                      <p:cBhvr>
                                        <p:cTn id="21" dur="2000"/>
                                        <p:tgtEl>
                                          <p:spTgt spid="18450"/>
                                        </p:tgtEl>
                                      </p:cBhvr>
                                    </p:animEffect>
                                  </p:childTnLst>
                                </p:cTn>
                              </p:par>
                            </p:childTnLst>
                          </p:cTn>
                        </p:par>
                      </p:childTnLst>
                    </p:cTn>
                  </p:par>
                  <p:par>
                    <p:cTn id="22" fill="hold">
                      <p:stCondLst>
                        <p:cond delay="indefinite"/>
                      </p:stCondLst>
                      <p:childTnLst>
                        <p:par>
                          <p:cTn id="23" fill="hold">
                            <p:stCondLst>
                              <p:cond delay="0"/>
                            </p:stCondLst>
                            <p:childTnLst>
                              <p:par>
                                <p:cTn id="24" presetID="2" presetClass="entr" presetSubtype="2" fill="hold" grpId="0" nodeType="clickEffect">
                                  <p:stCondLst>
                                    <p:cond delay="0"/>
                                  </p:stCondLst>
                                  <p:childTnLst>
                                    <p:set>
                                      <p:cBhvr>
                                        <p:cTn id="25" dur="1" fill="hold">
                                          <p:stCondLst>
                                            <p:cond delay="0"/>
                                          </p:stCondLst>
                                        </p:cTn>
                                        <p:tgtEl>
                                          <p:spTgt spid="18451"/>
                                        </p:tgtEl>
                                        <p:attrNameLst>
                                          <p:attrName>style.visibility</p:attrName>
                                        </p:attrNameLst>
                                      </p:cBhvr>
                                      <p:to>
                                        <p:strVal val="visible"/>
                                      </p:to>
                                    </p:set>
                                    <p:anim calcmode="lin" valueType="num">
                                      <p:cBhvr additive="base">
                                        <p:cTn id="26" dur="500" fill="hold"/>
                                        <p:tgtEl>
                                          <p:spTgt spid="18451"/>
                                        </p:tgtEl>
                                        <p:attrNameLst>
                                          <p:attrName>ppt_x</p:attrName>
                                        </p:attrNameLst>
                                      </p:cBhvr>
                                      <p:tavLst>
                                        <p:tav tm="0">
                                          <p:val>
                                            <p:strVal val="1+#ppt_w/2"/>
                                          </p:val>
                                        </p:tav>
                                        <p:tav tm="100000">
                                          <p:val>
                                            <p:strVal val="#ppt_x"/>
                                          </p:val>
                                        </p:tav>
                                      </p:tavLst>
                                    </p:anim>
                                    <p:anim calcmode="lin" valueType="num">
                                      <p:cBhvr additive="base">
                                        <p:cTn id="27" dur="500" fill="hold"/>
                                        <p:tgtEl>
                                          <p:spTgt spid="18451"/>
                                        </p:tgtEl>
                                        <p:attrNameLst>
                                          <p:attrName>ppt_y</p:attrName>
                                        </p:attrNameLst>
                                      </p:cBhvr>
                                      <p:tavLst>
                                        <p:tav tm="0">
                                          <p:val>
                                            <p:strVal val="#ppt_y"/>
                                          </p:val>
                                        </p:tav>
                                        <p:tav tm="100000">
                                          <p:val>
                                            <p:strVal val="#ppt_y"/>
                                          </p:val>
                                        </p:tav>
                                      </p:tavLst>
                                    </p:anim>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grpId="0" nodeType="clickEffect">
                                  <p:stCondLst>
                                    <p:cond delay="0"/>
                                  </p:stCondLst>
                                  <p:iterate type="lt">
                                    <p:tmPct val="100000"/>
                                  </p:iterate>
                                  <p:childTnLst>
                                    <p:set>
                                      <p:cBhvr>
                                        <p:cTn id="31" dur="1" fill="hold">
                                          <p:stCondLst>
                                            <p:cond delay="0"/>
                                          </p:stCondLst>
                                        </p:cTn>
                                        <p:tgtEl>
                                          <p:spTgt spid="18452"/>
                                        </p:tgtEl>
                                        <p:attrNameLst>
                                          <p:attrName>style.visibility</p:attrName>
                                        </p:attrNameLst>
                                      </p:cBhvr>
                                      <p:to>
                                        <p:strVal val="visible"/>
                                      </p:to>
                                    </p:set>
                                    <p:animEffect transition="in" filter="wipe(left)">
                                      <p:cBhvr>
                                        <p:cTn id="32" dur="75"/>
                                        <p:tgtEl>
                                          <p:spTgt spid="1845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434" grpId="0" animBg="1"/>
      <p:bldP spid="18451" grpId="0" animBg="1"/>
      <p:bldP spid="18452" grpId="0"/>
    </p:bldLst>
  </p:timing>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7410" name="Text Box 2"/>
          <p:cNvSpPr txBox="1"/>
          <p:nvPr/>
        </p:nvSpPr>
        <p:spPr>
          <a:xfrm>
            <a:off x="1258888" y="333375"/>
            <a:ext cx="7620000" cy="1630363"/>
          </a:xfrm>
          <a:prstGeom prst="rect">
            <a:avLst/>
          </a:prstGeom>
          <a:noFill/>
          <a:ln w="12700">
            <a:noFill/>
          </a:ln>
        </p:spPr>
        <p:txBody>
          <a:bodyPr anchor="ctr" anchorCtr="0">
            <a:spAutoFit/>
          </a:bodyPr>
          <a:p>
            <a:pPr>
              <a:lnSpc>
                <a:spcPct val="120000"/>
              </a:lnSpc>
            </a:pPr>
            <a:r>
              <a:rPr lang="zh-CN" altLang="en-US" dirty="0">
                <a:latin typeface="楷体_GB2312" pitchFamily="49" charset="-122"/>
              </a:rPr>
              <a:t>已知：</a:t>
            </a:r>
            <a:r>
              <a:rPr lang="en-US" altLang="zh-CN" b="0" i="1" dirty="0">
                <a:solidFill>
                  <a:schemeClr val="bg1"/>
                </a:solidFill>
                <a:latin typeface="Times New Roman" panose="02020603050405020304" pitchFamily="18" charset="0"/>
              </a:rPr>
              <a:t>f</a:t>
            </a:r>
            <a:r>
              <a:rPr lang="en-US" altLang="zh-CN" b="0" dirty="0">
                <a:solidFill>
                  <a:schemeClr val="bg1"/>
                </a:solidFill>
                <a:latin typeface="Times New Roman" panose="02020603050405020304" pitchFamily="18" charset="0"/>
              </a:rPr>
              <a:t>=50Hz, </a:t>
            </a:r>
            <a:r>
              <a:rPr lang="en-US" altLang="zh-CN" b="0" i="1" dirty="0">
                <a:solidFill>
                  <a:schemeClr val="bg1"/>
                </a:solidFill>
                <a:latin typeface="Times New Roman" panose="02020603050405020304" pitchFamily="18" charset="0"/>
              </a:rPr>
              <a:t>U</a:t>
            </a:r>
            <a:r>
              <a:rPr lang="en-US" altLang="zh-CN" b="0" dirty="0">
                <a:solidFill>
                  <a:schemeClr val="bg1"/>
                </a:solidFill>
                <a:latin typeface="Times New Roman" panose="02020603050405020304" pitchFamily="18" charset="0"/>
              </a:rPr>
              <a:t>=220V, </a:t>
            </a:r>
            <a:r>
              <a:rPr lang="en-US" altLang="zh-CN" b="0" i="1" dirty="0">
                <a:solidFill>
                  <a:schemeClr val="bg1"/>
                </a:solidFill>
                <a:latin typeface="Times New Roman" panose="02020603050405020304" pitchFamily="18" charset="0"/>
              </a:rPr>
              <a:t>P</a:t>
            </a:r>
            <a:r>
              <a:rPr lang="en-US" altLang="zh-CN" b="0" dirty="0">
                <a:solidFill>
                  <a:schemeClr val="bg1"/>
                </a:solidFill>
                <a:latin typeface="Times New Roman" panose="02020603050405020304" pitchFamily="18" charset="0"/>
              </a:rPr>
              <a:t>=10kW, cos</a:t>
            </a:r>
            <a:r>
              <a:rPr lang="en-US" altLang="zh-CN" b="0" i="1" dirty="0">
                <a:solidFill>
                  <a:schemeClr val="bg1"/>
                </a:solidFill>
                <a:latin typeface="Times New Roman" panose="02020603050405020304" pitchFamily="18" charset="0"/>
                <a:sym typeface="Symbol" panose="05050102010706020507" pitchFamily="18" charset="2"/>
              </a:rPr>
              <a:t></a:t>
            </a:r>
            <a:r>
              <a:rPr lang="en-US" altLang="zh-CN" b="0" baseline="-25000" dirty="0">
                <a:solidFill>
                  <a:schemeClr val="bg1"/>
                </a:solidFill>
                <a:latin typeface="Times New Roman" panose="02020603050405020304" pitchFamily="18" charset="0"/>
              </a:rPr>
              <a:t>1</a:t>
            </a:r>
            <a:r>
              <a:rPr lang="en-US" altLang="zh-CN" b="0" dirty="0">
                <a:solidFill>
                  <a:schemeClr val="bg1"/>
                </a:solidFill>
                <a:latin typeface="Times New Roman" panose="02020603050405020304" pitchFamily="18" charset="0"/>
              </a:rPr>
              <a:t>=0.6</a:t>
            </a:r>
            <a:r>
              <a:rPr lang="zh-CN" altLang="en-US" dirty="0">
                <a:latin typeface="楷体_GB2312" pitchFamily="49" charset="-122"/>
              </a:rPr>
              <a:t>，要使功率因数提高到</a:t>
            </a:r>
            <a:r>
              <a:rPr lang="en-US" altLang="zh-CN" b="0" dirty="0">
                <a:solidFill>
                  <a:schemeClr val="bg1"/>
                </a:solidFill>
                <a:latin typeface="Times New Roman" panose="02020603050405020304" pitchFamily="18" charset="0"/>
              </a:rPr>
              <a:t>0.9</a:t>
            </a:r>
            <a:r>
              <a:rPr lang="en-US" altLang="zh-CN" dirty="0">
                <a:latin typeface="楷体_GB2312" pitchFamily="49" charset="-122"/>
              </a:rPr>
              <a:t> , </a:t>
            </a:r>
            <a:r>
              <a:rPr lang="zh-CN" altLang="en-US" dirty="0">
                <a:latin typeface="楷体_GB2312" pitchFamily="49" charset="-122"/>
              </a:rPr>
              <a:t>求并联电容</a:t>
            </a:r>
            <a:r>
              <a:rPr lang="en-US" altLang="zh-CN" b="0" i="1" dirty="0">
                <a:solidFill>
                  <a:schemeClr val="bg1"/>
                </a:solidFill>
                <a:latin typeface="Times New Roman" panose="02020603050405020304" pitchFamily="18" charset="0"/>
              </a:rPr>
              <a:t>C</a:t>
            </a:r>
            <a:r>
              <a:rPr lang="zh-CN" altLang="en-US" i="1" dirty="0">
                <a:latin typeface="楷体_GB2312" pitchFamily="49" charset="-122"/>
              </a:rPr>
              <a:t>，</a:t>
            </a:r>
            <a:r>
              <a:rPr lang="zh-CN" altLang="en-US" dirty="0">
                <a:latin typeface="楷体_GB2312" pitchFamily="49" charset="-122"/>
              </a:rPr>
              <a:t>并联前后电路的总电流各为多大？</a:t>
            </a:r>
            <a:endParaRPr lang="zh-CN" altLang="en-US" dirty="0">
              <a:latin typeface="楷体_GB2312" pitchFamily="49" charset="-122"/>
            </a:endParaRPr>
          </a:p>
        </p:txBody>
      </p:sp>
      <p:graphicFrame>
        <p:nvGraphicFramePr>
          <p:cNvPr id="17412" name="Object 4"/>
          <p:cNvGraphicFramePr/>
          <p:nvPr/>
        </p:nvGraphicFramePr>
        <p:xfrm>
          <a:off x="1331913" y="1916113"/>
          <a:ext cx="3646487" cy="558800"/>
        </p:xfrm>
        <a:graphic>
          <a:graphicData uri="http://schemas.openxmlformats.org/presentationml/2006/ole">
            <mc:AlternateContent xmlns:mc="http://schemas.openxmlformats.org/markup-compatibility/2006">
              <mc:Choice xmlns:v="urn:schemas-microsoft-com:vml" Requires="v">
                <p:oleObj spid="_x0000_s3501" name="" r:id="rId1" imgW="1827530" imgH="254000" progId="Equation.3">
                  <p:embed/>
                </p:oleObj>
              </mc:Choice>
              <mc:Fallback>
                <p:oleObj name="" r:id="rId1" imgW="1827530" imgH="254000" progId="Equation.3">
                  <p:embed/>
                  <p:pic>
                    <p:nvPicPr>
                      <p:cNvPr id="0" name="图片 3500"/>
                      <p:cNvPicPr/>
                      <p:nvPr/>
                    </p:nvPicPr>
                    <p:blipFill>
                      <a:blip r:embed="rId2">
                        <a:clrChange>
                          <a:clrFrom>
                            <a:srgbClr val="000000"/>
                          </a:clrFrom>
                          <a:clrTo>
                            <a:srgbClr val="FFFFFF"/>
                          </a:clrTo>
                        </a:clrChange>
                      </a:blip>
                      <a:stretch>
                        <a:fillRect/>
                      </a:stretch>
                    </p:blipFill>
                    <p:spPr>
                      <a:xfrm>
                        <a:off x="1331913" y="1916113"/>
                        <a:ext cx="3646487" cy="558800"/>
                      </a:xfrm>
                      <a:prstGeom prst="rect">
                        <a:avLst/>
                      </a:prstGeom>
                      <a:noFill/>
                      <a:ln w="38100">
                        <a:noFill/>
                        <a:miter/>
                      </a:ln>
                    </p:spPr>
                  </p:pic>
                </p:oleObj>
              </mc:Fallback>
            </mc:AlternateContent>
          </a:graphicData>
        </a:graphic>
      </p:graphicFrame>
      <p:sp>
        <p:nvSpPr>
          <p:cNvPr id="17413" name="Text Box 5"/>
          <p:cNvSpPr txBox="1"/>
          <p:nvPr/>
        </p:nvSpPr>
        <p:spPr>
          <a:xfrm>
            <a:off x="250825" y="404813"/>
            <a:ext cx="1296988" cy="579437"/>
          </a:xfrm>
          <a:prstGeom prst="rect">
            <a:avLst/>
          </a:prstGeom>
          <a:noFill/>
          <a:ln w="9525">
            <a:noFill/>
          </a:ln>
        </p:spPr>
        <p:txBody>
          <a:bodyPr>
            <a:spAutoFit/>
          </a:bodyPr>
          <a:p>
            <a:pPr>
              <a:spcBef>
                <a:spcPct val="50000"/>
              </a:spcBef>
            </a:pPr>
            <a:r>
              <a:rPr lang="zh-CN" altLang="en-US" sz="3200" dirty="0">
                <a:solidFill>
                  <a:schemeClr val="bg1"/>
                </a:solidFill>
                <a:latin typeface="Times New Roman" panose="02020603050405020304" pitchFamily="18" charset="0"/>
                <a:ea typeface="宋体" panose="02010600030101010101" pitchFamily="2" charset="-122"/>
              </a:rPr>
              <a:t>例</a:t>
            </a:r>
            <a:r>
              <a:rPr lang="en-US" altLang="zh-CN" sz="3200" b="0" dirty="0">
                <a:solidFill>
                  <a:schemeClr val="bg1"/>
                </a:solidFill>
                <a:latin typeface="Times New Roman" panose="02020603050405020304" pitchFamily="18" charset="0"/>
                <a:ea typeface="宋体" panose="02010600030101010101" pitchFamily="2" charset="-122"/>
              </a:rPr>
              <a:t>4-3</a:t>
            </a:r>
            <a:endParaRPr lang="en-US" altLang="zh-CN" sz="3200" b="0" dirty="0">
              <a:solidFill>
                <a:schemeClr val="bg1"/>
              </a:solidFill>
              <a:latin typeface="Times New Roman" panose="02020603050405020304" pitchFamily="18" charset="0"/>
              <a:ea typeface="宋体" panose="02010600030101010101" pitchFamily="2" charset="-122"/>
            </a:endParaRPr>
          </a:p>
        </p:txBody>
      </p:sp>
      <p:sp>
        <p:nvSpPr>
          <p:cNvPr id="17461" name="Text Box 53"/>
          <p:cNvSpPr txBox="1"/>
          <p:nvPr/>
        </p:nvSpPr>
        <p:spPr>
          <a:xfrm>
            <a:off x="323850" y="1989138"/>
            <a:ext cx="542925" cy="519112"/>
          </a:xfrm>
          <a:prstGeom prst="rect">
            <a:avLst/>
          </a:prstGeom>
          <a:solidFill>
            <a:srgbClr val="990033"/>
          </a:solidFill>
          <a:ln w="9525">
            <a:noFill/>
          </a:ln>
        </p:spPr>
        <p:txBody>
          <a:bodyPr wrap="none">
            <a:spAutoFit/>
          </a:bodyPr>
          <a:p>
            <a:pPr>
              <a:spcBef>
                <a:spcPct val="50000"/>
              </a:spcBef>
            </a:pPr>
            <a:r>
              <a:rPr lang="zh-CN" altLang="en-US" dirty="0">
                <a:solidFill>
                  <a:schemeClr val="bg1"/>
                </a:solidFill>
                <a:latin typeface="Times New Roman" panose="02020603050405020304" pitchFamily="18" charset="0"/>
                <a:ea typeface="宋体" panose="02010600030101010101" pitchFamily="2" charset="-122"/>
              </a:rPr>
              <a:t>解</a:t>
            </a:r>
            <a:endParaRPr lang="zh-CN" altLang="en-US" dirty="0">
              <a:solidFill>
                <a:schemeClr val="bg1"/>
              </a:solidFill>
              <a:latin typeface="Times New Roman" panose="02020603050405020304" pitchFamily="18" charset="0"/>
              <a:ea typeface="宋体" panose="02010600030101010101" pitchFamily="2" charset="-122"/>
            </a:endParaRPr>
          </a:p>
        </p:txBody>
      </p:sp>
      <p:graphicFrame>
        <p:nvGraphicFramePr>
          <p:cNvPr id="17462" name="Object 54"/>
          <p:cNvGraphicFramePr/>
          <p:nvPr/>
        </p:nvGraphicFramePr>
        <p:xfrm>
          <a:off x="1258888" y="2420938"/>
          <a:ext cx="3773487" cy="569912"/>
        </p:xfrm>
        <a:graphic>
          <a:graphicData uri="http://schemas.openxmlformats.org/presentationml/2006/ole">
            <mc:AlternateContent xmlns:mc="http://schemas.openxmlformats.org/markup-compatibility/2006">
              <mc:Choice xmlns:v="urn:schemas-microsoft-com:vml" Requires="v">
                <p:oleObj spid="_x0000_s3499" name="" r:id="rId3" imgW="1877695" imgH="254000" progId="Equation.3">
                  <p:embed/>
                </p:oleObj>
              </mc:Choice>
              <mc:Fallback>
                <p:oleObj name="" r:id="rId3" imgW="1877695" imgH="254000" progId="Equation.3">
                  <p:embed/>
                  <p:pic>
                    <p:nvPicPr>
                      <p:cNvPr id="0" name="图片 3498"/>
                      <p:cNvPicPr/>
                      <p:nvPr/>
                    </p:nvPicPr>
                    <p:blipFill>
                      <a:blip r:embed="rId4">
                        <a:clrChange>
                          <a:clrFrom>
                            <a:srgbClr val="000000"/>
                          </a:clrFrom>
                          <a:clrTo>
                            <a:srgbClr val="FFFFFF"/>
                          </a:clrTo>
                        </a:clrChange>
                      </a:blip>
                      <a:stretch>
                        <a:fillRect/>
                      </a:stretch>
                    </p:blipFill>
                    <p:spPr>
                      <a:xfrm>
                        <a:off x="1258888" y="2420938"/>
                        <a:ext cx="3773487" cy="569912"/>
                      </a:xfrm>
                      <a:prstGeom prst="rect">
                        <a:avLst/>
                      </a:prstGeom>
                      <a:noFill/>
                      <a:ln w="38100">
                        <a:noFill/>
                        <a:miter/>
                      </a:ln>
                    </p:spPr>
                  </p:pic>
                </p:oleObj>
              </mc:Fallback>
            </mc:AlternateContent>
          </a:graphicData>
        </a:graphic>
      </p:graphicFrame>
      <p:graphicFrame>
        <p:nvGraphicFramePr>
          <p:cNvPr id="17477" name="Object 69"/>
          <p:cNvGraphicFramePr/>
          <p:nvPr/>
        </p:nvGraphicFramePr>
        <p:xfrm>
          <a:off x="723900" y="2886075"/>
          <a:ext cx="7337425" cy="1933575"/>
        </p:xfrm>
        <a:graphic>
          <a:graphicData uri="http://schemas.openxmlformats.org/presentationml/2006/ole">
            <mc:AlternateContent xmlns:mc="http://schemas.openxmlformats.org/markup-compatibility/2006">
              <mc:Choice xmlns:v="urn:schemas-microsoft-com:vml" Requires="v">
                <p:oleObj spid="_x0000_s3502" name="" r:id="rId5" imgW="3556000" imgH="939800" progId="Equation.3">
                  <p:embed/>
                </p:oleObj>
              </mc:Choice>
              <mc:Fallback>
                <p:oleObj name="" r:id="rId5" imgW="3556000" imgH="939800" progId="Equation.3">
                  <p:embed/>
                  <p:pic>
                    <p:nvPicPr>
                      <p:cNvPr id="0" name="图片 3501"/>
                      <p:cNvPicPr/>
                      <p:nvPr/>
                    </p:nvPicPr>
                    <p:blipFill>
                      <a:blip r:embed="rId6">
                        <a:clrChange>
                          <a:clrFrom>
                            <a:srgbClr val="000000"/>
                          </a:clrFrom>
                          <a:clrTo>
                            <a:srgbClr val="FFFFFF"/>
                          </a:clrTo>
                        </a:clrChange>
                      </a:blip>
                      <a:stretch>
                        <a:fillRect/>
                      </a:stretch>
                    </p:blipFill>
                    <p:spPr>
                      <a:xfrm>
                        <a:off x="723900" y="2886075"/>
                        <a:ext cx="7337425" cy="1933575"/>
                      </a:xfrm>
                      <a:prstGeom prst="rect">
                        <a:avLst/>
                      </a:prstGeom>
                      <a:noFill/>
                      <a:ln w="38100">
                        <a:noFill/>
                        <a:miter/>
                      </a:ln>
                    </p:spPr>
                  </p:pic>
                </p:oleObj>
              </mc:Fallback>
            </mc:AlternateContent>
          </a:graphicData>
        </a:graphic>
      </p:graphicFrame>
      <p:graphicFrame>
        <p:nvGraphicFramePr>
          <p:cNvPr id="17508" name="Object 100"/>
          <p:cNvGraphicFramePr/>
          <p:nvPr/>
        </p:nvGraphicFramePr>
        <p:xfrm>
          <a:off x="2611438" y="4508500"/>
          <a:ext cx="5889625" cy="1063625"/>
        </p:xfrm>
        <a:graphic>
          <a:graphicData uri="http://schemas.openxmlformats.org/presentationml/2006/ole">
            <mc:AlternateContent xmlns:mc="http://schemas.openxmlformats.org/markup-compatibility/2006">
              <mc:Choice xmlns:v="urn:schemas-microsoft-com:vml" Requires="v">
                <p:oleObj spid="_x0000_s3498" name="" r:id="rId7" imgW="2806700" imgH="508000" progId="Equation.3">
                  <p:embed/>
                </p:oleObj>
              </mc:Choice>
              <mc:Fallback>
                <p:oleObj name="" r:id="rId7" imgW="2806700" imgH="508000" progId="Equation.3">
                  <p:embed/>
                  <p:pic>
                    <p:nvPicPr>
                      <p:cNvPr id="0" name="图片 3497"/>
                      <p:cNvPicPr/>
                      <p:nvPr/>
                    </p:nvPicPr>
                    <p:blipFill>
                      <a:blip r:embed="rId8">
                        <a:clrChange>
                          <a:clrFrom>
                            <a:srgbClr val="000000"/>
                          </a:clrFrom>
                          <a:clrTo>
                            <a:srgbClr val="FFFFFF"/>
                          </a:clrTo>
                        </a:clrChange>
                      </a:blip>
                      <a:stretch>
                        <a:fillRect/>
                      </a:stretch>
                    </p:blipFill>
                    <p:spPr>
                      <a:xfrm>
                        <a:off x="2611438" y="4508500"/>
                        <a:ext cx="5889625" cy="1063625"/>
                      </a:xfrm>
                      <a:prstGeom prst="rect">
                        <a:avLst/>
                      </a:prstGeom>
                      <a:noFill/>
                      <a:ln w="38100">
                        <a:noFill/>
                        <a:miter/>
                      </a:ln>
                    </p:spPr>
                  </p:pic>
                </p:oleObj>
              </mc:Fallback>
            </mc:AlternateContent>
          </a:graphicData>
        </a:graphic>
      </p:graphicFrame>
      <p:sp>
        <p:nvSpPr>
          <p:cNvPr id="17509" name="Text Box 101"/>
          <p:cNvSpPr txBox="1"/>
          <p:nvPr/>
        </p:nvSpPr>
        <p:spPr>
          <a:xfrm>
            <a:off x="395288" y="4724400"/>
            <a:ext cx="2663825" cy="519113"/>
          </a:xfrm>
          <a:prstGeom prst="rect">
            <a:avLst/>
          </a:prstGeom>
          <a:noFill/>
          <a:ln w="9525">
            <a:noFill/>
          </a:ln>
        </p:spPr>
        <p:txBody>
          <a:bodyPr>
            <a:spAutoFit/>
          </a:bodyPr>
          <a:p>
            <a:pPr>
              <a:spcBef>
                <a:spcPct val="50000"/>
              </a:spcBef>
            </a:pPr>
            <a:r>
              <a:rPr lang="zh-CN" altLang="en-US" dirty="0">
                <a:latin typeface="Arial" panose="020B0604020202020204" pitchFamily="34" charset="0"/>
              </a:rPr>
              <a:t>未并电容时：</a:t>
            </a:r>
            <a:endParaRPr lang="zh-CN" altLang="en-US" dirty="0">
              <a:latin typeface="Arial" panose="020B0604020202020204" pitchFamily="34" charset="0"/>
            </a:endParaRPr>
          </a:p>
        </p:txBody>
      </p:sp>
      <p:sp>
        <p:nvSpPr>
          <p:cNvPr id="17510" name="Text Box 102"/>
          <p:cNvSpPr txBox="1"/>
          <p:nvPr/>
        </p:nvSpPr>
        <p:spPr>
          <a:xfrm>
            <a:off x="395288" y="5661025"/>
            <a:ext cx="2663825" cy="519113"/>
          </a:xfrm>
          <a:prstGeom prst="rect">
            <a:avLst/>
          </a:prstGeom>
          <a:noFill/>
          <a:ln w="9525">
            <a:noFill/>
          </a:ln>
        </p:spPr>
        <p:txBody>
          <a:bodyPr>
            <a:spAutoFit/>
          </a:bodyPr>
          <a:p>
            <a:pPr>
              <a:spcBef>
                <a:spcPct val="50000"/>
              </a:spcBef>
            </a:pPr>
            <a:r>
              <a:rPr lang="zh-CN" altLang="en-US" dirty="0">
                <a:latin typeface="Arial" panose="020B0604020202020204" pitchFamily="34" charset="0"/>
              </a:rPr>
              <a:t>并联电容后：</a:t>
            </a:r>
            <a:endParaRPr lang="zh-CN" altLang="en-US" dirty="0">
              <a:latin typeface="Arial" panose="020B0604020202020204" pitchFamily="34" charset="0"/>
            </a:endParaRPr>
          </a:p>
        </p:txBody>
      </p:sp>
      <p:graphicFrame>
        <p:nvGraphicFramePr>
          <p:cNvPr id="17511" name="Object 103"/>
          <p:cNvGraphicFramePr/>
          <p:nvPr/>
        </p:nvGraphicFramePr>
        <p:xfrm>
          <a:off x="2547938" y="5445125"/>
          <a:ext cx="5011737" cy="1022350"/>
        </p:xfrm>
        <a:graphic>
          <a:graphicData uri="http://schemas.openxmlformats.org/presentationml/2006/ole">
            <mc:AlternateContent xmlns:mc="http://schemas.openxmlformats.org/markup-compatibility/2006">
              <mc:Choice xmlns:v="urn:schemas-microsoft-com:vml" Requires="v">
                <p:oleObj spid="_x0000_s3500" name="" r:id="rId9" imgW="2489200" imgH="508000" progId="Equation.3">
                  <p:embed/>
                </p:oleObj>
              </mc:Choice>
              <mc:Fallback>
                <p:oleObj name="" r:id="rId9" imgW="2489200" imgH="508000" progId="Equation.3">
                  <p:embed/>
                  <p:pic>
                    <p:nvPicPr>
                      <p:cNvPr id="0" name="图片 3499"/>
                      <p:cNvPicPr/>
                      <p:nvPr/>
                    </p:nvPicPr>
                    <p:blipFill>
                      <a:blip r:embed="rId10">
                        <a:clrChange>
                          <a:clrFrom>
                            <a:srgbClr val="000000"/>
                          </a:clrFrom>
                          <a:clrTo>
                            <a:srgbClr val="FFFFFF"/>
                          </a:clrTo>
                        </a:clrChange>
                      </a:blip>
                      <a:stretch>
                        <a:fillRect/>
                      </a:stretch>
                    </p:blipFill>
                    <p:spPr>
                      <a:xfrm>
                        <a:off x="2547938" y="5445125"/>
                        <a:ext cx="5011737" cy="1022350"/>
                      </a:xfrm>
                      <a:prstGeom prst="rect">
                        <a:avLst/>
                      </a:prstGeom>
                      <a:noFill/>
                      <a:ln w="38100">
                        <a:noFill/>
                        <a:miter/>
                      </a:ln>
                    </p:spPr>
                  </p:pic>
                </p:oleObj>
              </mc:Fallback>
            </mc:AlternateContent>
          </a:graphicData>
        </a:graphic>
      </p:graphicFrame>
      <p:grpSp>
        <p:nvGrpSpPr>
          <p:cNvPr id="67600" name="Group 108"/>
          <p:cNvGrpSpPr/>
          <p:nvPr/>
        </p:nvGrpSpPr>
        <p:grpSpPr>
          <a:xfrm>
            <a:off x="8316913" y="6446838"/>
            <a:ext cx="792162" cy="366712"/>
            <a:chOff x="5193" y="4020"/>
            <a:chExt cx="499" cy="231"/>
          </a:xfrm>
        </p:grpSpPr>
        <p:pic>
          <p:nvPicPr>
            <p:cNvPr id="67633" name="Picture 109" descr="78900"/>
            <p:cNvPicPr>
              <a:picLocks noChangeAspect="1"/>
            </p:cNvPicPr>
            <p:nvPr/>
          </p:nvPicPr>
          <p:blipFill>
            <a:blip r:embed="rId11"/>
            <a:stretch>
              <a:fillRect/>
            </a:stretch>
          </p:blipFill>
          <p:spPr>
            <a:xfrm>
              <a:off x="5193" y="4066"/>
              <a:ext cx="499" cy="181"/>
            </a:xfrm>
            <a:prstGeom prst="rect">
              <a:avLst/>
            </a:prstGeom>
            <a:noFill/>
            <a:ln w="9525">
              <a:noFill/>
            </a:ln>
          </p:spPr>
        </p:pic>
        <p:sp>
          <p:nvSpPr>
            <p:cNvPr id="67634" name="Text Box 110">
              <a:hlinkClick r:id="" action="ppaction://hlinkshowjump?jump=nextslide"/>
            </p:cNvPr>
            <p:cNvSpPr txBox="1"/>
            <p:nvPr/>
          </p:nvSpPr>
          <p:spPr>
            <a:xfrm>
              <a:off x="5216" y="4020"/>
              <a:ext cx="476" cy="231"/>
            </a:xfrm>
            <a:prstGeom prst="rect">
              <a:avLst/>
            </a:prstGeom>
            <a:noFill/>
            <a:ln w="9525">
              <a:noFill/>
            </a:ln>
          </p:spPr>
          <p:txBody>
            <a:bodyPr wrap="none">
              <a:spAutoFit/>
            </a:bodyPr>
            <a:p>
              <a:pPr>
                <a:spcBef>
                  <a:spcPct val="50000"/>
                </a:spcBef>
              </a:pPr>
              <a:r>
                <a:rPr lang="zh-CN" altLang="en-US" sz="1800" b="0" dirty="0">
                  <a:solidFill>
                    <a:schemeClr val="bg1"/>
                  </a:solidFill>
                  <a:latin typeface="隶书" panose="02010509060101010101" pitchFamily="49" charset="-122"/>
                  <a:ea typeface="隶书" panose="02010509060101010101" pitchFamily="49" charset="-122"/>
                </a:rPr>
                <a:t>下 页</a:t>
              </a:r>
              <a:endParaRPr lang="zh-CN" altLang="en-US" sz="1800" b="0" dirty="0">
                <a:solidFill>
                  <a:schemeClr val="bg1"/>
                </a:solidFill>
                <a:latin typeface="隶书" panose="02010509060101010101" pitchFamily="49" charset="-122"/>
                <a:ea typeface="隶书" panose="02010509060101010101" pitchFamily="49" charset="-122"/>
              </a:endParaRPr>
            </a:p>
          </p:txBody>
        </p:sp>
      </p:grpSp>
      <p:grpSp>
        <p:nvGrpSpPr>
          <p:cNvPr id="67601" name="Group 111"/>
          <p:cNvGrpSpPr/>
          <p:nvPr/>
        </p:nvGrpSpPr>
        <p:grpSpPr>
          <a:xfrm>
            <a:off x="7453313" y="6446838"/>
            <a:ext cx="792162" cy="366712"/>
            <a:chOff x="4649" y="4020"/>
            <a:chExt cx="499" cy="231"/>
          </a:xfrm>
        </p:grpSpPr>
        <p:pic>
          <p:nvPicPr>
            <p:cNvPr id="67631" name="Picture 112" descr="78900"/>
            <p:cNvPicPr>
              <a:picLocks noChangeAspect="1"/>
            </p:cNvPicPr>
            <p:nvPr/>
          </p:nvPicPr>
          <p:blipFill>
            <a:blip r:embed="rId11"/>
            <a:stretch>
              <a:fillRect/>
            </a:stretch>
          </p:blipFill>
          <p:spPr>
            <a:xfrm>
              <a:off x="4649" y="4066"/>
              <a:ext cx="499" cy="181"/>
            </a:xfrm>
            <a:prstGeom prst="rect">
              <a:avLst/>
            </a:prstGeom>
            <a:noFill/>
            <a:ln w="9525">
              <a:noFill/>
            </a:ln>
          </p:spPr>
        </p:pic>
        <p:sp>
          <p:nvSpPr>
            <p:cNvPr id="67632" name="Text Box 113">
              <a:hlinkClick r:id="" action="ppaction://hlinkshowjump?jump=previousslide"/>
            </p:cNvPr>
            <p:cNvSpPr txBox="1"/>
            <p:nvPr/>
          </p:nvSpPr>
          <p:spPr>
            <a:xfrm>
              <a:off x="4672" y="4020"/>
              <a:ext cx="476" cy="231"/>
            </a:xfrm>
            <a:prstGeom prst="rect">
              <a:avLst/>
            </a:prstGeom>
            <a:noFill/>
            <a:ln w="9525">
              <a:noFill/>
            </a:ln>
          </p:spPr>
          <p:txBody>
            <a:bodyPr wrap="none">
              <a:spAutoFit/>
            </a:bodyPr>
            <a:p>
              <a:pPr>
                <a:spcBef>
                  <a:spcPct val="50000"/>
                </a:spcBef>
              </a:pPr>
              <a:r>
                <a:rPr lang="zh-CN" altLang="en-US" sz="1800" b="0" dirty="0">
                  <a:solidFill>
                    <a:schemeClr val="bg1"/>
                  </a:solidFill>
                  <a:latin typeface="隶书" panose="02010509060101010101" pitchFamily="49" charset="-122"/>
                  <a:ea typeface="隶书" panose="02010509060101010101" pitchFamily="49" charset="-122"/>
                </a:rPr>
                <a:t>上 页</a:t>
              </a:r>
              <a:endParaRPr lang="zh-CN" altLang="en-US" sz="1800" b="0" dirty="0">
                <a:solidFill>
                  <a:schemeClr val="bg1"/>
                </a:solidFill>
                <a:latin typeface="隶书" panose="02010509060101010101" pitchFamily="49" charset="-122"/>
                <a:ea typeface="隶书" panose="02010509060101010101" pitchFamily="49" charset="-122"/>
              </a:endParaRPr>
            </a:p>
          </p:txBody>
        </p:sp>
      </p:grpSp>
      <p:grpSp>
        <p:nvGrpSpPr>
          <p:cNvPr id="67602" name="Group 152"/>
          <p:cNvGrpSpPr/>
          <p:nvPr/>
        </p:nvGrpSpPr>
        <p:grpSpPr>
          <a:xfrm>
            <a:off x="6588125" y="6446838"/>
            <a:ext cx="792163" cy="366712"/>
            <a:chOff x="4649" y="4020"/>
            <a:chExt cx="499" cy="231"/>
          </a:xfrm>
        </p:grpSpPr>
        <p:pic>
          <p:nvPicPr>
            <p:cNvPr id="67629" name="Picture 153" descr="78900"/>
            <p:cNvPicPr>
              <a:picLocks noChangeAspect="1"/>
            </p:cNvPicPr>
            <p:nvPr/>
          </p:nvPicPr>
          <p:blipFill>
            <a:blip r:embed="rId11"/>
            <a:stretch>
              <a:fillRect/>
            </a:stretch>
          </p:blipFill>
          <p:spPr>
            <a:xfrm>
              <a:off x="4649" y="4066"/>
              <a:ext cx="499" cy="181"/>
            </a:xfrm>
            <a:prstGeom prst="rect">
              <a:avLst/>
            </a:prstGeom>
            <a:noFill/>
            <a:ln w="9525">
              <a:noFill/>
            </a:ln>
          </p:spPr>
        </p:pic>
        <p:sp>
          <p:nvSpPr>
            <p:cNvPr id="67630" name="Text Box 154">
              <a:hlinkClick r:id="" action="ppaction://hlinkshowjump?jump=firstslide"/>
            </p:cNvPr>
            <p:cNvSpPr txBox="1"/>
            <p:nvPr/>
          </p:nvSpPr>
          <p:spPr>
            <a:xfrm>
              <a:off x="4672" y="4020"/>
              <a:ext cx="476" cy="231"/>
            </a:xfrm>
            <a:prstGeom prst="rect">
              <a:avLst/>
            </a:prstGeom>
            <a:noFill/>
            <a:ln w="9525">
              <a:noFill/>
            </a:ln>
          </p:spPr>
          <p:txBody>
            <a:bodyPr wrap="none">
              <a:spAutoFit/>
            </a:bodyPr>
            <a:p>
              <a:pPr>
                <a:spcBef>
                  <a:spcPct val="50000"/>
                </a:spcBef>
              </a:pPr>
              <a:r>
                <a:rPr lang="zh-CN" altLang="en-US" sz="1800" b="0" dirty="0">
                  <a:solidFill>
                    <a:schemeClr val="bg1"/>
                  </a:solidFill>
                  <a:latin typeface="隶书" panose="02010509060101010101" pitchFamily="49" charset="-122"/>
                  <a:ea typeface="隶书" panose="02010509060101010101" pitchFamily="49" charset="-122"/>
                </a:rPr>
                <a:t>返 回</a:t>
              </a:r>
              <a:endParaRPr lang="zh-CN" altLang="en-US" sz="1800" b="0" dirty="0">
                <a:solidFill>
                  <a:schemeClr val="bg1"/>
                </a:solidFill>
                <a:latin typeface="隶书" panose="02010509060101010101" pitchFamily="49" charset="-122"/>
                <a:ea typeface="隶书" panose="02010509060101010101" pitchFamily="49" charset="-122"/>
              </a:endParaRPr>
            </a:p>
          </p:txBody>
        </p:sp>
      </p:grpSp>
      <p:grpSp>
        <p:nvGrpSpPr>
          <p:cNvPr id="5" name="Group 155"/>
          <p:cNvGrpSpPr/>
          <p:nvPr/>
        </p:nvGrpSpPr>
        <p:grpSpPr>
          <a:xfrm>
            <a:off x="5795963" y="1341438"/>
            <a:ext cx="2528887" cy="2474912"/>
            <a:chOff x="1292" y="572"/>
            <a:chExt cx="1593" cy="1559"/>
          </a:xfrm>
        </p:grpSpPr>
        <p:grpSp>
          <p:nvGrpSpPr>
            <p:cNvPr id="67604" name="Group 156"/>
            <p:cNvGrpSpPr/>
            <p:nvPr/>
          </p:nvGrpSpPr>
          <p:grpSpPr>
            <a:xfrm>
              <a:off x="2597" y="1443"/>
              <a:ext cx="288" cy="92"/>
              <a:chOff x="2208" y="1732"/>
              <a:chExt cx="174" cy="93"/>
            </a:xfrm>
          </p:grpSpPr>
          <p:sp>
            <p:nvSpPr>
              <p:cNvPr id="67627" name="Line 157"/>
              <p:cNvSpPr/>
              <p:nvPr/>
            </p:nvSpPr>
            <p:spPr>
              <a:xfrm>
                <a:off x="2208" y="1732"/>
                <a:ext cx="174" cy="1"/>
              </a:xfrm>
              <a:prstGeom prst="line">
                <a:avLst/>
              </a:prstGeom>
              <a:ln w="57150" cap="flat" cmpd="sng">
                <a:solidFill>
                  <a:srgbClr val="FF9900"/>
                </a:solidFill>
                <a:prstDash val="solid"/>
                <a:headEnd type="none" w="med" len="med"/>
                <a:tailEnd type="none" w="med" len="med"/>
              </a:ln>
            </p:spPr>
          </p:sp>
          <p:sp>
            <p:nvSpPr>
              <p:cNvPr id="67628" name="Line 158"/>
              <p:cNvSpPr/>
              <p:nvPr/>
            </p:nvSpPr>
            <p:spPr>
              <a:xfrm>
                <a:off x="2208" y="1824"/>
                <a:ext cx="174" cy="1"/>
              </a:xfrm>
              <a:prstGeom prst="line">
                <a:avLst/>
              </a:prstGeom>
              <a:ln w="57150" cap="flat" cmpd="sng">
                <a:solidFill>
                  <a:srgbClr val="FF9900"/>
                </a:solidFill>
                <a:prstDash val="solid"/>
                <a:headEnd type="none" w="med" len="med"/>
                <a:tailEnd type="none" w="med" len="med"/>
              </a:ln>
            </p:spPr>
          </p:sp>
        </p:grpSp>
        <p:sp>
          <p:nvSpPr>
            <p:cNvPr id="67605" name="Line 159"/>
            <p:cNvSpPr/>
            <p:nvPr/>
          </p:nvSpPr>
          <p:spPr>
            <a:xfrm>
              <a:off x="2069" y="911"/>
              <a:ext cx="3" cy="614"/>
            </a:xfrm>
            <a:prstGeom prst="line">
              <a:avLst/>
            </a:prstGeom>
            <a:ln w="28575" cap="flat" cmpd="sng">
              <a:solidFill>
                <a:srgbClr val="FFCC00"/>
              </a:solidFill>
              <a:prstDash val="solid"/>
              <a:headEnd type="oval" w="med" len="med"/>
              <a:tailEnd type="none" w="med" len="med"/>
            </a:ln>
          </p:spPr>
        </p:sp>
        <p:sp>
          <p:nvSpPr>
            <p:cNvPr id="67606" name="Line 160"/>
            <p:cNvSpPr/>
            <p:nvPr/>
          </p:nvSpPr>
          <p:spPr>
            <a:xfrm>
              <a:off x="1445" y="911"/>
              <a:ext cx="1284" cy="0"/>
            </a:xfrm>
            <a:prstGeom prst="line">
              <a:avLst/>
            </a:prstGeom>
            <a:ln w="28575" cap="flat" cmpd="sng">
              <a:solidFill>
                <a:srgbClr val="FFCC00"/>
              </a:solidFill>
              <a:prstDash val="solid"/>
              <a:headEnd type="none" w="med" len="med"/>
              <a:tailEnd type="none" w="med" len="med"/>
            </a:ln>
          </p:spPr>
        </p:sp>
        <p:sp>
          <p:nvSpPr>
            <p:cNvPr id="67607" name="Line 161"/>
            <p:cNvSpPr/>
            <p:nvPr/>
          </p:nvSpPr>
          <p:spPr>
            <a:xfrm>
              <a:off x="2729" y="911"/>
              <a:ext cx="0" cy="528"/>
            </a:xfrm>
            <a:prstGeom prst="line">
              <a:avLst/>
            </a:prstGeom>
            <a:ln w="28575" cap="flat" cmpd="sng">
              <a:solidFill>
                <a:srgbClr val="FFCC00"/>
              </a:solidFill>
              <a:prstDash val="solid"/>
              <a:headEnd type="none" w="med" len="med"/>
              <a:tailEnd type="none" w="med" len="med"/>
            </a:ln>
          </p:spPr>
        </p:sp>
        <p:sp>
          <p:nvSpPr>
            <p:cNvPr id="67608" name="Line 162"/>
            <p:cNvSpPr/>
            <p:nvPr/>
          </p:nvSpPr>
          <p:spPr>
            <a:xfrm>
              <a:off x="2729" y="1535"/>
              <a:ext cx="0" cy="576"/>
            </a:xfrm>
            <a:prstGeom prst="line">
              <a:avLst/>
            </a:prstGeom>
            <a:ln w="28575" cap="flat" cmpd="sng">
              <a:solidFill>
                <a:srgbClr val="FFCC00"/>
              </a:solidFill>
              <a:prstDash val="solid"/>
              <a:headEnd type="none" w="med" len="med"/>
              <a:tailEnd type="none" w="med" len="med"/>
            </a:ln>
          </p:spPr>
        </p:sp>
        <p:sp>
          <p:nvSpPr>
            <p:cNvPr id="67609" name="Line 163"/>
            <p:cNvSpPr/>
            <p:nvPr/>
          </p:nvSpPr>
          <p:spPr>
            <a:xfrm>
              <a:off x="2064" y="1888"/>
              <a:ext cx="5" cy="223"/>
            </a:xfrm>
            <a:prstGeom prst="line">
              <a:avLst/>
            </a:prstGeom>
            <a:ln w="28575" cap="flat" cmpd="sng">
              <a:solidFill>
                <a:srgbClr val="FFCC00"/>
              </a:solidFill>
              <a:prstDash val="solid"/>
              <a:headEnd type="none" w="med" len="med"/>
              <a:tailEnd type="oval" w="med" len="med"/>
            </a:ln>
          </p:spPr>
        </p:sp>
        <p:sp>
          <p:nvSpPr>
            <p:cNvPr id="67610" name="Line 164"/>
            <p:cNvSpPr/>
            <p:nvPr/>
          </p:nvSpPr>
          <p:spPr>
            <a:xfrm>
              <a:off x="1493" y="2111"/>
              <a:ext cx="1248" cy="0"/>
            </a:xfrm>
            <a:prstGeom prst="line">
              <a:avLst/>
            </a:prstGeom>
            <a:ln w="28575" cap="flat" cmpd="sng">
              <a:solidFill>
                <a:srgbClr val="FFCC00"/>
              </a:solidFill>
              <a:prstDash val="solid"/>
              <a:headEnd type="none" w="med" len="med"/>
              <a:tailEnd type="none" w="med" len="med"/>
            </a:ln>
          </p:spPr>
        </p:sp>
        <p:sp>
          <p:nvSpPr>
            <p:cNvPr id="67611" name="Text Box 165"/>
            <p:cNvSpPr txBox="1"/>
            <p:nvPr/>
          </p:nvSpPr>
          <p:spPr>
            <a:xfrm>
              <a:off x="1789" y="1564"/>
              <a:ext cx="241" cy="327"/>
            </a:xfrm>
            <a:prstGeom prst="rect">
              <a:avLst/>
            </a:prstGeom>
            <a:noFill/>
            <a:ln w="28575">
              <a:noFill/>
            </a:ln>
          </p:spPr>
          <p:txBody>
            <a:bodyPr wrap="none" anchor="ctr" anchorCtr="0">
              <a:spAutoFit/>
            </a:bodyPr>
            <a:p>
              <a:pPr algn="ctr"/>
              <a:r>
                <a:rPr lang="en-US" altLang="zh-CN" b="0" i="1" dirty="0">
                  <a:solidFill>
                    <a:schemeClr val="bg1"/>
                  </a:solidFill>
                  <a:latin typeface="Times New Roman" panose="02020603050405020304" pitchFamily="18" charset="0"/>
                  <a:ea typeface="宋体" panose="02010600030101010101" pitchFamily="2" charset="-122"/>
                </a:rPr>
                <a:t>L</a:t>
              </a:r>
              <a:endParaRPr lang="en-US" altLang="zh-CN" b="0" i="1" dirty="0">
                <a:solidFill>
                  <a:schemeClr val="bg1"/>
                </a:solidFill>
                <a:latin typeface="Times New Roman" panose="02020603050405020304" pitchFamily="18" charset="0"/>
                <a:ea typeface="宋体" panose="02010600030101010101" pitchFamily="2" charset="-122"/>
              </a:endParaRPr>
            </a:p>
          </p:txBody>
        </p:sp>
        <p:sp>
          <p:nvSpPr>
            <p:cNvPr id="67612" name="Text Box 166"/>
            <p:cNvSpPr txBox="1"/>
            <p:nvPr/>
          </p:nvSpPr>
          <p:spPr>
            <a:xfrm>
              <a:off x="1772" y="1084"/>
              <a:ext cx="253" cy="327"/>
            </a:xfrm>
            <a:prstGeom prst="rect">
              <a:avLst/>
            </a:prstGeom>
            <a:noFill/>
            <a:ln w="28575">
              <a:noFill/>
            </a:ln>
          </p:spPr>
          <p:txBody>
            <a:bodyPr wrap="none" anchor="ctr" anchorCtr="0">
              <a:spAutoFit/>
            </a:bodyPr>
            <a:p>
              <a:pPr algn="ctr"/>
              <a:r>
                <a:rPr lang="en-US" altLang="zh-CN" b="0" i="1" dirty="0">
                  <a:solidFill>
                    <a:schemeClr val="bg1"/>
                  </a:solidFill>
                  <a:latin typeface="Times New Roman" panose="02020603050405020304" pitchFamily="18" charset="0"/>
                  <a:ea typeface="宋体" panose="02010600030101010101" pitchFamily="2" charset="-122"/>
                </a:rPr>
                <a:t>R</a:t>
              </a:r>
              <a:endParaRPr lang="en-US" altLang="zh-CN" b="0" i="1" dirty="0">
                <a:solidFill>
                  <a:schemeClr val="bg1"/>
                </a:solidFill>
                <a:latin typeface="Times New Roman" panose="02020603050405020304" pitchFamily="18" charset="0"/>
                <a:ea typeface="宋体" panose="02010600030101010101" pitchFamily="2" charset="-122"/>
              </a:endParaRPr>
            </a:p>
          </p:txBody>
        </p:sp>
        <p:sp>
          <p:nvSpPr>
            <p:cNvPr id="67613" name="Text Box 167"/>
            <p:cNvSpPr txBox="1"/>
            <p:nvPr/>
          </p:nvSpPr>
          <p:spPr>
            <a:xfrm>
              <a:off x="2347" y="1324"/>
              <a:ext cx="265" cy="327"/>
            </a:xfrm>
            <a:prstGeom prst="rect">
              <a:avLst/>
            </a:prstGeom>
            <a:noFill/>
            <a:ln w="28575">
              <a:noFill/>
            </a:ln>
          </p:spPr>
          <p:txBody>
            <a:bodyPr wrap="none" anchor="ctr" anchorCtr="0">
              <a:spAutoFit/>
            </a:bodyPr>
            <a:p>
              <a:pPr algn="ctr"/>
              <a:r>
                <a:rPr lang="en-US" altLang="zh-CN" b="0" i="1" dirty="0">
                  <a:solidFill>
                    <a:schemeClr val="bg1"/>
                  </a:solidFill>
                  <a:latin typeface="Times New Roman" panose="02020603050405020304" pitchFamily="18" charset="0"/>
                  <a:ea typeface="宋体" panose="02010600030101010101" pitchFamily="2" charset="-122"/>
                </a:rPr>
                <a:t>C</a:t>
              </a:r>
              <a:endParaRPr lang="en-US" altLang="zh-CN" b="0" i="1" dirty="0">
                <a:solidFill>
                  <a:schemeClr val="bg1"/>
                </a:solidFill>
                <a:latin typeface="Times New Roman" panose="02020603050405020304" pitchFamily="18" charset="0"/>
                <a:ea typeface="宋体" panose="02010600030101010101" pitchFamily="2" charset="-122"/>
              </a:endParaRPr>
            </a:p>
          </p:txBody>
        </p:sp>
        <p:sp>
          <p:nvSpPr>
            <p:cNvPr id="67614" name="Line 168"/>
            <p:cNvSpPr/>
            <p:nvPr/>
          </p:nvSpPr>
          <p:spPr>
            <a:xfrm>
              <a:off x="2064" y="935"/>
              <a:ext cx="0" cy="182"/>
            </a:xfrm>
            <a:prstGeom prst="line">
              <a:avLst/>
            </a:prstGeom>
            <a:ln w="28575" cap="flat" cmpd="sng">
              <a:solidFill>
                <a:srgbClr val="66FFFF"/>
              </a:solidFill>
              <a:prstDash val="solid"/>
              <a:headEnd type="none" w="med" len="med"/>
              <a:tailEnd type="triangle" w="med" len="med"/>
            </a:ln>
          </p:spPr>
        </p:sp>
        <p:sp>
          <p:nvSpPr>
            <p:cNvPr id="67615" name="Line 169"/>
            <p:cNvSpPr/>
            <p:nvPr/>
          </p:nvSpPr>
          <p:spPr>
            <a:xfrm>
              <a:off x="2735" y="981"/>
              <a:ext cx="0" cy="272"/>
            </a:xfrm>
            <a:prstGeom prst="line">
              <a:avLst/>
            </a:prstGeom>
            <a:ln w="28575" cap="flat" cmpd="sng">
              <a:solidFill>
                <a:srgbClr val="66FFFF"/>
              </a:solidFill>
              <a:prstDash val="solid"/>
              <a:headEnd type="none" w="med" len="med"/>
              <a:tailEnd type="triangle" w="med" len="med"/>
            </a:ln>
          </p:spPr>
        </p:sp>
        <p:graphicFrame>
          <p:nvGraphicFramePr>
            <p:cNvPr id="67591" name="Object 170"/>
            <p:cNvGraphicFramePr/>
            <p:nvPr/>
          </p:nvGraphicFramePr>
          <p:xfrm>
            <a:off x="1294" y="1424"/>
            <a:ext cx="254" cy="328"/>
          </p:xfrm>
          <a:graphic>
            <a:graphicData uri="http://schemas.openxmlformats.org/presentationml/2006/ole">
              <mc:AlternateContent xmlns:mc="http://schemas.openxmlformats.org/markup-compatibility/2006">
                <mc:Choice xmlns:v="urn:schemas-microsoft-com:vml" Requires="v">
                  <p:oleObj spid="_x0000_s3505" name="" r:id="rId12" imgW="177800" imgH="227965" progId="Equation.3">
                    <p:embed/>
                  </p:oleObj>
                </mc:Choice>
                <mc:Fallback>
                  <p:oleObj name="" r:id="rId12" imgW="177800" imgH="227965" progId="Equation.3">
                    <p:embed/>
                    <p:pic>
                      <p:nvPicPr>
                        <p:cNvPr id="0" name="图片 3504"/>
                        <p:cNvPicPr/>
                        <p:nvPr/>
                      </p:nvPicPr>
                      <p:blipFill>
                        <a:blip r:embed="rId13">
                          <a:clrChange>
                            <a:clrFrom>
                              <a:srgbClr val="000000"/>
                            </a:clrFrom>
                            <a:clrTo>
                              <a:srgbClr val="FFFFFF"/>
                            </a:clrTo>
                          </a:clrChange>
                        </a:blip>
                        <a:stretch>
                          <a:fillRect/>
                        </a:stretch>
                      </p:blipFill>
                      <p:spPr>
                        <a:xfrm>
                          <a:off x="1294" y="1424"/>
                          <a:ext cx="254" cy="328"/>
                        </a:xfrm>
                        <a:prstGeom prst="rect">
                          <a:avLst/>
                        </a:prstGeom>
                        <a:noFill/>
                        <a:ln w="38100">
                          <a:noFill/>
                          <a:miter/>
                        </a:ln>
                      </p:spPr>
                    </p:pic>
                  </p:oleObj>
                </mc:Fallback>
              </mc:AlternateContent>
            </a:graphicData>
          </a:graphic>
        </p:graphicFrame>
        <p:graphicFrame>
          <p:nvGraphicFramePr>
            <p:cNvPr id="67592" name="Object 171"/>
            <p:cNvGraphicFramePr/>
            <p:nvPr/>
          </p:nvGraphicFramePr>
          <p:xfrm>
            <a:off x="1655" y="572"/>
            <a:ext cx="173" cy="299"/>
          </p:xfrm>
          <a:graphic>
            <a:graphicData uri="http://schemas.openxmlformats.org/presentationml/2006/ole">
              <mc:AlternateContent xmlns:mc="http://schemas.openxmlformats.org/markup-compatibility/2006">
                <mc:Choice xmlns:v="urn:schemas-microsoft-com:vml" Requires="v">
                  <p:oleObj spid="_x0000_s3510" name="" r:id="rId14" imgW="127000" imgH="215265" progId="Equation.3">
                    <p:embed/>
                  </p:oleObj>
                </mc:Choice>
                <mc:Fallback>
                  <p:oleObj name="" r:id="rId14" imgW="127000" imgH="215265" progId="Equation.3">
                    <p:embed/>
                    <p:pic>
                      <p:nvPicPr>
                        <p:cNvPr id="0" name="图片 3509"/>
                        <p:cNvPicPr/>
                        <p:nvPr/>
                      </p:nvPicPr>
                      <p:blipFill>
                        <a:blip r:embed="rId15">
                          <a:clrChange>
                            <a:clrFrom>
                              <a:srgbClr val="000000"/>
                            </a:clrFrom>
                            <a:clrTo>
                              <a:srgbClr val="FFFFFF"/>
                            </a:clrTo>
                          </a:clrChange>
                        </a:blip>
                        <a:stretch>
                          <a:fillRect/>
                        </a:stretch>
                      </p:blipFill>
                      <p:spPr>
                        <a:xfrm>
                          <a:off x="1655" y="572"/>
                          <a:ext cx="173" cy="299"/>
                        </a:xfrm>
                        <a:prstGeom prst="rect">
                          <a:avLst/>
                        </a:prstGeom>
                        <a:noFill/>
                        <a:ln w="38100">
                          <a:noFill/>
                          <a:miter/>
                        </a:ln>
                      </p:spPr>
                    </p:pic>
                  </p:oleObj>
                </mc:Fallback>
              </mc:AlternateContent>
            </a:graphicData>
          </a:graphic>
        </p:graphicFrame>
        <p:graphicFrame>
          <p:nvGraphicFramePr>
            <p:cNvPr id="67593" name="Object 172"/>
            <p:cNvGraphicFramePr/>
            <p:nvPr/>
          </p:nvGraphicFramePr>
          <p:xfrm>
            <a:off x="2136" y="890"/>
            <a:ext cx="218" cy="328"/>
          </p:xfrm>
          <a:graphic>
            <a:graphicData uri="http://schemas.openxmlformats.org/presentationml/2006/ole">
              <mc:AlternateContent xmlns:mc="http://schemas.openxmlformats.org/markup-compatibility/2006">
                <mc:Choice xmlns:v="urn:schemas-microsoft-com:vml" Requires="v">
                  <p:oleObj spid="_x0000_s3503" name="" r:id="rId16" imgW="177800" imgH="266065" progId="Equation.3">
                    <p:embed/>
                  </p:oleObj>
                </mc:Choice>
                <mc:Fallback>
                  <p:oleObj name="" r:id="rId16" imgW="177800" imgH="266065" progId="Equation.3">
                    <p:embed/>
                    <p:pic>
                      <p:nvPicPr>
                        <p:cNvPr id="0" name="图片 3502"/>
                        <p:cNvPicPr/>
                        <p:nvPr/>
                      </p:nvPicPr>
                      <p:blipFill>
                        <a:blip r:embed="rId17">
                          <a:clrChange>
                            <a:clrFrom>
                              <a:srgbClr val="000000"/>
                            </a:clrFrom>
                            <a:clrTo>
                              <a:srgbClr val="FFFFFF"/>
                            </a:clrTo>
                          </a:clrChange>
                        </a:blip>
                        <a:stretch>
                          <a:fillRect/>
                        </a:stretch>
                      </p:blipFill>
                      <p:spPr>
                        <a:xfrm>
                          <a:off x="2136" y="890"/>
                          <a:ext cx="218" cy="328"/>
                        </a:xfrm>
                        <a:prstGeom prst="rect">
                          <a:avLst/>
                        </a:prstGeom>
                        <a:noFill/>
                        <a:ln w="38100">
                          <a:noFill/>
                          <a:miter/>
                        </a:ln>
                      </p:spPr>
                    </p:pic>
                  </p:oleObj>
                </mc:Fallback>
              </mc:AlternateContent>
            </a:graphicData>
          </a:graphic>
        </p:graphicFrame>
        <p:graphicFrame>
          <p:nvGraphicFramePr>
            <p:cNvPr id="67594" name="Object 173"/>
            <p:cNvGraphicFramePr/>
            <p:nvPr/>
          </p:nvGraphicFramePr>
          <p:xfrm>
            <a:off x="2426" y="981"/>
            <a:ext cx="245" cy="344"/>
          </p:xfrm>
          <a:graphic>
            <a:graphicData uri="http://schemas.openxmlformats.org/presentationml/2006/ole">
              <mc:AlternateContent xmlns:mc="http://schemas.openxmlformats.org/markup-compatibility/2006">
                <mc:Choice xmlns:v="urn:schemas-microsoft-com:vml" Requires="v">
                  <p:oleObj spid="_x0000_s3506" name="" r:id="rId18" imgW="190500" imgH="266065" progId="Equation.3">
                    <p:embed/>
                  </p:oleObj>
                </mc:Choice>
                <mc:Fallback>
                  <p:oleObj name="" r:id="rId18" imgW="190500" imgH="266065" progId="Equation.3">
                    <p:embed/>
                    <p:pic>
                      <p:nvPicPr>
                        <p:cNvPr id="0" name="图片 3505"/>
                        <p:cNvPicPr/>
                        <p:nvPr/>
                      </p:nvPicPr>
                      <p:blipFill>
                        <a:blip r:embed="rId19">
                          <a:clrChange>
                            <a:clrFrom>
                              <a:srgbClr val="000000"/>
                            </a:clrFrom>
                            <a:clrTo>
                              <a:srgbClr val="FFFFFF"/>
                            </a:clrTo>
                          </a:clrChange>
                        </a:blip>
                        <a:stretch>
                          <a:fillRect/>
                        </a:stretch>
                      </p:blipFill>
                      <p:spPr>
                        <a:xfrm>
                          <a:off x="2426" y="981"/>
                          <a:ext cx="245" cy="344"/>
                        </a:xfrm>
                        <a:prstGeom prst="rect">
                          <a:avLst/>
                        </a:prstGeom>
                        <a:noFill/>
                        <a:ln w="38100">
                          <a:noFill/>
                          <a:miter/>
                        </a:ln>
                      </p:spPr>
                    </p:pic>
                  </p:oleObj>
                </mc:Fallback>
              </mc:AlternateContent>
            </a:graphicData>
          </a:graphic>
        </p:graphicFrame>
        <p:sp>
          <p:nvSpPr>
            <p:cNvPr id="67616" name="Line 174"/>
            <p:cNvSpPr/>
            <p:nvPr/>
          </p:nvSpPr>
          <p:spPr>
            <a:xfrm>
              <a:off x="1519" y="908"/>
              <a:ext cx="336" cy="0"/>
            </a:xfrm>
            <a:prstGeom prst="line">
              <a:avLst/>
            </a:prstGeom>
            <a:ln w="28575" cap="flat" cmpd="sng">
              <a:solidFill>
                <a:srgbClr val="66FFFF"/>
              </a:solidFill>
              <a:prstDash val="solid"/>
              <a:headEnd type="none" w="med" len="med"/>
              <a:tailEnd type="triangle" w="med" len="med"/>
            </a:ln>
          </p:spPr>
        </p:sp>
        <p:sp>
          <p:nvSpPr>
            <p:cNvPr id="67617" name="Text Box 175"/>
            <p:cNvSpPr txBox="1"/>
            <p:nvPr/>
          </p:nvSpPr>
          <p:spPr>
            <a:xfrm>
              <a:off x="1292" y="988"/>
              <a:ext cx="244" cy="327"/>
            </a:xfrm>
            <a:prstGeom prst="rect">
              <a:avLst/>
            </a:prstGeom>
            <a:noFill/>
            <a:ln w="28575">
              <a:noFill/>
            </a:ln>
          </p:spPr>
          <p:txBody>
            <a:bodyPr wrap="none" anchor="ctr" anchorCtr="0">
              <a:spAutoFit/>
            </a:bodyPr>
            <a:p>
              <a:pPr algn="ctr"/>
              <a:r>
                <a:rPr lang="en-US" altLang="zh-CN" b="0" dirty="0">
                  <a:solidFill>
                    <a:schemeClr val="bg1"/>
                  </a:solidFill>
                  <a:latin typeface="Times New Roman" panose="02020603050405020304" pitchFamily="18" charset="0"/>
                  <a:ea typeface="宋体" panose="02010600030101010101" pitchFamily="2" charset="-122"/>
                </a:rPr>
                <a:t>+</a:t>
              </a:r>
              <a:endParaRPr lang="en-US" altLang="zh-CN" b="0" dirty="0">
                <a:solidFill>
                  <a:schemeClr val="bg1"/>
                </a:solidFill>
                <a:latin typeface="Times New Roman" panose="02020603050405020304" pitchFamily="18" charset="0"/>
                <a:ea typeface="宋体" panose="02010600030101010101" pitchFamily="2" charset="-122"/>
              </a:endParaRPr>
            </a:p>
          </p:txBody>
        </p:sp>
        <p:sp>
          <p:nvSpPr>
            <p:cNvPr id="67618" name="Text Box 176"/>
            <p:cNvSpPr txBox="1"/>
            <p:nvPr/>
          </p:nvSpPr>
          <p:spPr>
            <a:xfrm>
              <a:off x="1341" y="1660"/>
              <a:ext cx="228" cy="327"/>
            </a:xfrm>
            <a:prstGeom prst="rect">
              <a:avLst/>
            </a:prstGeom>
            <a:noFill/>
            <a:ln w="28575">
              <a:noFill/>
            </a:ln>
          </p:spPr>
          <p:txBody>
            <a:bodyPr wrap="none" anchor="ctr" anchorCtr="0">
              <a:spAutoFit/>
            </a:bodyPr>
            <a:p>
              <a:pPr algn="ctr"/>
              <a:r>
                <a:rPr lang="en-US" altLang="zh-CN" b="0" dirty="0">
                  <a:solidFill>
                    <a:schemeClr val="bg1"/>
                  </a:solidFill>
                  <a:latin typeface="Times New Roman" panose="02020603050405020304" pitchFamily="18" charset="0"/>
                  <a:ea typeface="宋体" panose="02010600030101010101" pitchFamily="2" charset="-122"/>
                </a:rPr>
                <a:t>_</a:t>
              </a:r>
              <a:endParaRPr lang="en-US" altLang="zh-CN" b="0" dirty="0">
                <a:solidFill>
                  <a:schemeClr val="bg1"/>
                </a:solidFill>
                <a:latin typeface="Times New Roman" panose="02020603050405020304" pitchFamily="18" charset="0"/>
                <a:ea typeface="宋体" panose="02010600030101010101" pitchFamily="2" charset="-122"/>
              </a:endParaRPr>
            </a:p>
          </p:txBody>
        </p:sp>
        <p:sp>
          <p:nvSpPr>
            <p:cNvPr id="67619" name="Oval 177"/>
            <p:cNvSpPr/>
            <p:nvPr/>
          </p:nvSpPr>
          <p:spPr>
            <a:xfrm>
              <a:off x="1425" y="2063"/>
              <a:ext cx="68" cy="68"/>
            </a:xfrm>
            <a:prstGeom prst="ellipse">
              <a:avLst/>
            </a:prstGeom>
            <a:noFill/>
            <a:ln w="38100" cap="flat" cmpd="sng">
              <a:solidFill>
                <a:srgbClr val="FFCC00"/>
              </a:solidFill>
              <a:prstDash val="solid"/>
              <a:headEnd type="none" w="med" len="med"/>
              <a:tailEnd type="none" w="med" len="med"/>
            </a:ln>
          </p:spPr>
          <p:txBody>
            <a:bodyPr wrap="none" anchor="ctr" anchorCtr="0">
              <a:spAutoFit/>
            </a:bodyPr>
            <a:p>
              <a:endParaRPr lang="zh-CN" altLang="en-US" dirty="0">
                <a:latin typeface="楷体_GB2312" pitchFamily="49" charset="-122"/>
              </a:endParaRPr>
            </a:p>
          </p:txBody>
        </p:sp>
        <p:sp>
          <p:nvSpPr>
            <p:cNvPr id="67620" name="Oval 178"/>
            <p:cNvSpPr/>
            <p:nvPr/>
          </p:nvSpPr>
          <p:spPr>
            <a:xfrm>
              <a:off x="1397" y="863"/>
              <a:ext cx="68" cy="68"/>
            </a:xfrm>
            <a:prstGeom prst="ellipse">
              <a:avLst/>
            </a:prstGeom>
            <a:noFill/>
            <a:ln w="38100" cap="flat" cmpd="sng">
              <a:solidFill>
                <a:srgbClr val="FFCC00"/>
              </a:solidFill>
              <a:prstDash val="solid"/>
              <a:headEnd type="none" w="med" len="med"/>
              <a:tailEnd type="none" w="med" len="med"/>
            </a:ln>
          </p:spPr>
          <p:txBody>
            <a:bodyPr wrap="none" anchor="ctr" anchorCtr="0">
              <a:spAutoFit/>
            </a:bodyPr>
            <a:p>
              <a:endParaRPr lang="zh-CN" altLang="en-US" dirty="0">
                <a:latin typeface="楷体_GB2312" pitchFamily="49" charset="-122"/>
              </a:endParaRPr>
            </a:p>
          </p:txBody>
        </p:sp>
        <p:sp>
          <p:nvSpPr>
            <p:cNvPr id="67621" name="Rectangle 179"/>
            <p:cNvSpPr/>
            <p:nvPr/>
          </p:nvSpPr>
          <p:spPr>
            <a:xfrm>
              <a:off x="2008" y="1116"/>
              <a:ext cx="127" cy="318"/>
            </a:xfrm>
            <a:prstGeom prst="rect">
              <a:avLst/>
            </a:prstGeom>
            <a:gradFill rotWithShape="1">
              <a:gsLst>
                <a:gs pos="0">
                  <a:srgbClr val="764700"/>
                </a:gs>
                <a:gs pos="50000">
                  <a:srgbClr val="FF9900"/>
                </a:gs>
                <a:gs pos="100000">
                  <a:srgbClr val="764700"/>
                </a:gs>
              </a:gsLst>
              <a:lin ang="0" scaled="1"/>
              <a:tileRect/>
            </a:gradFill>
            <a:ln w="28575">
              <a:noFill/>
            </a:ln>
          </p:spPr>
          <p:txBody>
            <a:bodyPr wrap="none" anchor="ctr" anchorCtr="0"/>
            <a:p>
              <a:endParaRPr lang="zh-CN" altLang="en-US" dirty="0">
                <a:latin typeface="楷体_GB2312" pitchFamily="49" charset="-122"/>
              </a:endParaRPr>
            </a:p>
          </p:txBody>
        </p:sp>
        <p:grpSp>
          <p:nvGrpSpPr>
            <p:cNvPr id="67622" name="Group 180"/>
            <p:cNvGrpSpPr/>
            <p:nvPr/>
          </p:nvGrpSpPr>
          <p:grpSpPr>
            <a:xfrm rot="10800000">
              <a:off x="2064" y="1525"/>
              <a:ext cx="90" cy="363"/>
              <a:chOff x="1565" y="2614"/>
              <a:chExt cx="90" cy="486"/>
            </a:xfrm>
          </p:grpSpPr>
          <p:sp>
            <p:nvSpPr>
              <p:cNvPr id="67623" name="Arc 181"/>
              <p:cNvSpPr/>
              <p:nvPr/>
            </p:nvSpPr>
            <p:spPr>
              <a:xfrm flipH="1" flipV="1">
                <a:off x="1565" y="2860"/>
                <a:ext cx="90" cy="116"/>
              </a:xfrm>
              <a:custGeom>
                <a:avLst/>
                <a:gdLst>
                  <a:gd name="txL" fmla="*/ 0 w 22723"/>
                  <a:gd name="txT" fmla="*/ 0 h 43200"/>
                  <a:gd name="txR" fmla="*/ 22723 w 22723"/>
                  <a:gd name="txB" fmla="*/ 43200 h 43200"/>
                </a:gdLst>
                <a:ahLst/>
                <a:cxnLst>
                  <a:cxn ang="0">
                    <a:pos x="1122" y="0"/>
                  </a:cxn>
                  <a:cxn ang="0">
                    <a:pos x="22723" y="21600"/>
                  </a:cxn>
                  <a:cxn ang="0">
                    <a:pos x="1123" y="43200"/>
                  </a:cxn>
                  <a:cxn ang="0">
                    <a:pos x="0" y="43170"/>
                  </a:cxn>
                  <a:cxn ang="0">
                    <a:pos x="1122" y="0"/>
                  </a:cxn>
                  <a:cxn ang="0">
                    <a:pos x="22723" y="21600"/>
                  </a:cxn>
                  <a:cxn ang="0">
                    <a:pos x="1123" y="43200"/>
                  </a:cxn>
                  <a:cxn ang="0">
                    <a:pos x="0" y="43170"/>
                  </a:cxn>
                  <a:cxn ang="0">
                    <a:pos x="1123" y="21600"/>
                  </a:cxn>
                </a:cxnLst>
                <a:rect l="txL" t="txT" r="txR" b="txB"/>
                <a:pathLst>
                  <a:path w="22723" h="43200" fill="none">
                    <a:moveTo>
                      <a:pt x="1122" y="0"/>
                    </a:moveTo>
                    <a:cubicBezTo>
                      <a:pt x="13052" y="0"/>
                      <a:pt x="22723" y="9670"/>
                      <a:pt x="22723" y="21600"/>
                    </a:cubicBezTo>
                    <a:cubicBezTo>
                      <a:pt x="22723" y="33529"/>
                      <a:pt x="13052" y="43200"/>
                      <a:pt x="1123" y="43200"/>
                    </a:cubicBezTo>
                    <a:cubicBezTo>
                      <a:pt x="748" y="43200"/>
                      <a:pt x="374" y="43190"/>
                      <a:pt x="0" y="43170"/>
                    </a:cubicBezTo>
                  </a:path>
                  <a:path w="22723" h="43200" stroke="0">
                    <a:moveTo>
                      <a:pt x="1122" y="0"/>
                    </a:moveTo>
                    <a:cubicBezTo>
                      <a:pt x="13052" y="0"/>
                      <a:pt x="22723" y="9670"/>
                      <a:pt x="22723" y="21600"/>
                    </a:cubicBezTo>
                    <a:cubicBezTo>
                      <a:pt x="22723" y="33529"/>
                      <a:pt x="13052" y="43200"/>
                      <a:pt x="1123" y="43200"/>
                    </a:cubicBezTo>
                    <a:cubicBezTo>
                      <a:pt x="748" y="43200"/>
                      <a:pt x="374" y="43190"/>
                      <a:pt x="0" y="43170"/>
                    </a:cubicBezTo>
                    <a:lnTo>
                      <a:pt x="1123" y="21600"/>
                    </a:lnTo>
                    <a:close/>
                  </a:path>
                </a:pathLst>
              </a:custGeom>
              <a:noFill/>
              <a:ln w="28575" cap="flat" cmpd="sng">
                <a:solidFill>
                  <a:srgbClr val="FF9900"/>
                </a:solidFill>
                <a:prstDash val="solid"/>
                <a:round/>
                <a:headEnd type="none" w="med" len="med"/>
                <a:tailEnd type="none" w="med" len="med"/>
              </a:ln>
            </p:spPr>
            <p:txBody>
              <a:bodyPr wrap="none" anchor="ctr" anchorCtr="0"/>
              <a:p>
                <a:endParaRPr lang="zh-CN" altLang="en-US" dirty="0">
                  <a:latin typeface="楷体_GB2312" pitchFamily="49" charset="-122"/>
                </a:endParaRPr>
              </a:p>
            </p:txBody>
          </p:sp>
          <p:sp>
            <p:nvSpPr>
              <p:cNvPr id="67624" name="Arc 182"/>
              <p:cNvSpPr/>
              <p:nvPr/>
            </p:nvSpPr>
            <p:spPr>
              <a:xfrm flipH="1" flipV="1">
                <a:off x="1565" y="2737"/>
                <a:ext cx="90" cy="116"/>
              </a:xfrm>
              <a:custGeom>
                <a:avLst/>
                <a:gdLst>
                  <a:gd name="txL" fmla="*/ 0 w 22723"/>
                  <a:gd name="txT" fmla="*/ 0 h 43200"/>
                  <a:gd name="txR" fmla="*/ 22723 w 22723"/>
                  <a:gd name="txB" fmla="*/ 43200 h 43200"/>
                </a:gdLst>
                <a:ahLst/>
                <a:cxnLst>
                  <a:cxn ang="0">
                    <a:pos x="1122" y="0"/>
                  </a:cxn>
                  <a:cxn ang="0">
                    <a:pos x="22723" y="21600"/>
                  </a:cxn>
                  <a:cxn ang="0">
                    <a:pos x="1123" y="43200"/>
                  </a:cxn>
                  <a:cxn ang="0">
                    <a:pos x="0" y="43170"/>
                  </a:cxn>
                  <a:cxn ang="0">
                    <a:pos x="1122" y="0"/>
                  </a:cxn>
                  <a:cxn ang="0">
                    <a:pos x="22723" y="21600"/>
                  </a:cxn>
                  <a:cxn ang="0">
                    <a:pos x="1123" y="43200"/>
                  </a:cxn>
                  <a:cxn ang="0">
                    <a:pos x="0" y="43170"/>
                  </a:cxn>
                  <a:cxn ang="0">
                    <a:pos x="1123" y="21600"/>
                  </a:cxn>
                </a:cxnLst>
                <a:rect l="txL" t="txT" r="txR" b="txB"/>
                <a:pathLst>
                  <a:path w="22723" h="43200" fill="none">
                    <a:moveTo>
                      <a:pt x="1122" y="0"/>
                    </a:moveTo>
                    <a:cubicBezTo>
                      <a:pt x="13052" y="0"/>
                      <a:pt x="22723" y="9670"/>
                      <a:pt x="22723" y="21600"/>
                    </a:cubicBezTo>
                    <a:cubicBezTo>
                      <a:pt x="22723" y="33529"/>
                      <a:pt x="13052" y="43200"/>
                      <a:pt x="1123" y="43200"/>
                    </a:cubicBezTo>
                    <a:cubicBezTo>
                      <a:pt x="748" y="43200"/>
                      <a:pt x="374" y="43190"/>
                      <a:pt x="0" y="43170"/>
                    </a:cubicBezTo>
                  </a:path>
                  <a:path w="22723" h="43200" stroke="0">
                    <a:moveTo>
                      <a:pt x="1122" y="0"/>
                    </a:moveTo>
                    <a:cubicBezTo>
                      <a:pt x="13052" y="0"/>
                      <a:pt x="22723" y="9670"/>
                      <a:pt x="22723" y="21600"/>
                    </a:cubicBezTo>
                    <a:cubicBezTo>
                      <a:pt x="22723" y="33529"/>
                      <a:pt x="13052" y="43200"/>
                      <a:pt x="1123" y="43200"/>
                    </a:cubicBezTo>
                    <a:cubicBezTo>
                      <a:pt x="748" y="43200"/>
                      <a:pt x="374" y="43190"/>
                      <a:pt x="0" y="43170"/>
                    </a:cubicBezTo>
                    <a:lnTo>
                      <a:pt x="1123" y="21600"/>
                    </a:lnTo>
                    <a:close/>
                  </a:path>
                </a:pathLst>
              </a:custGeom>
              <a:noFill/>
              <a:ln w="28575" cap="flat" cmpd="sng">
                <a:solidFill>
                  <a:srgbClr val="FF9900"/>
                </a:solidFill>
                <a:prstDash val="solid"/>
                <a:round/>
                <a:headEnd type="none" w="med" len="med"/>
                <a:tailEnd type="none" w="med" len="med"/>
              </a:ln>
            </p:spPr>
            <p:txBody>
              <a:bodyPr wrap="none" anchor="ctr" anchorCtr="0"/>
              <a:p>
                <a:endParaRPr lang="zh-CN" altLang="en-US" dirty="0">
                  <a:latin typeface="楷体_GB2312" pitchFamily="49" charset="-122"/>
                </a:endParaRPr>
              </a:p>
            </p:txBody>
          </p:sp>
          <p:sp>
            <p:nvSpPr>
              <p:cNvPr id="67625" name="Arc 183"/>
              <p:cNvSpPr/>
              <p:nvPr/>
            </p:nvSpPr>
            <p:spPr>
              <a:xfrm flipH="1" flipV="1">
                <a:off x="1565" y="2614"/>
                <a:ext cx="90" cy="116"/>
              </a:xfrm>
              <a:custGeom>
                <a:avLst/>
                <a:gdLst>
                  <a:gd name="txL" fmla="*/ 0 w 22723"/>
                  <a:gd name="txT" fmla="*/ 0 h 43200"/>
                  <a:gd name="txR" fmla="*/ 22723 w 22723"/>
                  <a:gd name="txB" fmla="*/ 43200 h 43200"/>
                </a:gdLst>
                <a:ahLst/>
                <a:cxnLst>
                  <a:cxn ang="0">
                    <a:pos x="1122" y="0"/>
                  </a:cxn>
                  <a:cxn ang="0">
                    <a:pos x="22723" y="21600"/>
                  </a:cxn>
                  <a:cxn ang="0">
                    <a:pos x="1123" y="43200"/>
                  </a:cxn>
                  <a:cxn ang="0">
                    <a:pos x="0" y="43170"/>
                  </a:cxn>
                  <a:cxn ang="0">
                    <a:pos x="1122" y="0"/>
                  </a:cxn>
                  <a:cxn ang="0">
                    <a:pos x="22723" y="21600"/>
                  </a:cxn>
                  <a:cxn ang="0">
                    <a:pos x="1123" y="43200"/>
                  </a:cxn>
                  <a:cxn ang="0">
                    <a:pos x="0" y="43170"/>
                  </a:cxn>
                  <a:cxn ang="0">
                    <a:pos x="1123" y="21600"/>
                  </a:cxn>
                </a:cxnLst>
                <a:rect l="txL" t="txT" r="txR" b="txB"/>
                <a:pathLst>
                  <a:path w="22723" h="43200" fill="none">
                    <a:moveTo>
                      <a:pt x="1122" y="0"/>
                    </a:moveTo>
                    <a:cubicBezTo>
                      <a:pt x="13052" y="0"/>
                      <a:pt x="22723" y="9670"/>
                      <a:pt x="22723" y="21600"/>
                    </a:cubicBezTo>
                    <a:cubicBezTo>
                      <a:pt x="22723" y="33529"/>
                      <a:pt x="13052" y="43200"/>
                      <a:pt x="1123" y="43200"/>
                    </a:cubicBezTo>
                    <a:cubicBezTo>
                      <a:pt x="748" y="43200"/>
                      <a:pt x="374" y="43190"/>
                      <a:pt x="0" y="43170"/>
                    </a:cubicBezTo>
                  </a:path>
                  <a:path w="22723" h="43200" stroke="0">
                    <a:moveTo>
                      <a:pt x="1122" y="0"/>
                    </a:moveTo>
                    <a:cubicBezTo>
                      <a:pt x="13052" y="0"/>
                      <a:pt x="22723" y="9670"/>
                      <a:pt x="22723" y="21600"/>
                    </a:cubicBezTo>
                    <a:cubicBezTo>
                      <a:pt x="22723" y="33529"/>
                      <a:pt x="13052" y="43200"/>
                      <a:pt x="1123" y="43200"/>
                    </a:cubicBezTo>
                    <a:cubicBezTo>
                      <a:pt x="748" y="43200"/>
                      <a:pt x="374" y="43190"/>
                      <a:pt x="0" y="43170"/>
                    </a:cubicBezTo>
                    <a:lnTo>
                      <a:pt x="1123" y="21600"/>
                    </a:lnTo>
                    <a:close/>
                  </a:path>
                </a:pathLst>
              </a:custGeom>
              <a:noFill/>
              <a:ln w="28575" cap="flat" cmpd="sng">
                <a:solidFill>
                  <a:srgbClr val="FF9900"/>
                </a:solidFill>
                <a:prstDash val="solid"/>
                <a:round/>
                <a:headEnd type="none" w="med" len="med"/>
                <a:tailEnd type="none" w="med" len="med"/>
              </a:ln>
            </p:spPr>
            <p:txBody>
              <a:bodyPr wrap="none" anchor="ctr" anchorCtr="0"/>
              <a:p>
                <a:endParaRPr lang="zh-CN" altLang="en-US" dirty="0">
                  <a:latin typeface="楷体_GB2312" pitchFamily="49" charset="-122"/>
                </a:endParaRPr>
              </a:p>
            </p:txBody>
          </p:sp>
          <p:sp>
            <p:nvSpPr>
              <p:cNvPr id="67626" name="Arc 184"/>
              <p:cNvSpPr/>
              <p:nvPr/>
            </p:nvSpPr>
            <p:spPr>
              <a:xfrm flipH="1" flipV="1">
                <a:off x="1565" y="2984"/>
                <a:ext cx="90" cy="116"/>
              </a:xfrm>
              <a:custGeom>
                <a:avLst/>
                <a:gdLst>
                  <a:gd name="txL" fmla="*/ 0 w 22723"/>
                  <a:gd name="txT" fmla="*/ 0 h 43200"/>
                  <a:gd name="txR" fmla="*/ 22723 w 22723"/>
                  <a:gd name="txB" fmla="*/ 43200 h 43200"/>
                </a:gdLst>
                <a:ahLst/>
                <a:cxnLst>
                  <a:cxn ang="0">
                    <a:pos x="1122" y="0"/>
                  </a:cxn>
                  <a:cxn ang="0">
                    <a:pos x="22723" y="21600"/>
                  </a:cxn>
                  <a:cxn ang="0">
                    <a:pos x="1123" y="43200"/>
                  </a:cxn>
                  <a:cxn ang="0">
                    <a:pos x="0" y="43170"/>
                  </a:cxn>
                  <a:cxn ang="0">
                    <a:pos x="1122" y="0"/>
                  </a:cxn>
                  <a:cxn ang="0">
                    <a:pos x="22723" y="21600"/>
                  </a:cxn>
                  <a:cxn ang="0">
                    <a:pos x="1123" y="43200"/>
                  </a:cxn>
                  <a:cxn ang="0">
                    <a:pos x="0" y="43170"/>
                  </a:cxn>
                  <a:cxn ang="0">
                    <a:pos x="1123" y="21600"/>
                  </a:cxn>
                </a:cxnLst>
                <a:rect l="txL" t="txT" r="txR" b="txB"/>
                <a:pathLst>
                  <a:path w="22723" h="43200" fill="none">
                    <a:moveTo>
                      <a:pt x="1122" y="0"/>
                    </a:moveTo>
                    <a:cubicBezTo>
                      <a:pt x="13052" y="0"/>
                      <a:pt x="22723" y="9670"/>
                      <a:pt x="22723" y="21600"/>
                    </a:cubicBezTo>
                    <a:cubicBezTo>
                      <a:pt x="22723" y="33529"/>
                      <a:pt x="13052" y="43200"/>
                      <a:pt x="1123" y="43200"/>
                    </a:cubicBezTo>
                    <a:cubicBezTo>
                      <a:pt x="748" y="43200"/>
                      <a:pt x="374" y="43190"/>
                      <a:pt x="0" y="43170"/>
                    </a:cubicBezTo>
                  </a:path>
                  <a:path w="22723" h="43200" stroke="0">
                    <a:moveTo>
                      <a:pt x="1122" y="0"/>
                    </a:moveTo>
                    <a:cubicBezTo>
                      <a:pt x="13052" y="0"/>
                      <a:pt x="22723" y="9670"/>
                      <a:pt x="22723" y="21600"/>
                    </a:cubicBezTo>
                    <a:cubicBezTo>
                      <a:pt x="22723" y="33529"/>
                      <a:pt x="13052" y="43200"/>
                      <a:pt x="1123" y="43200"/>
                    </a:cubicBezTo>
                    <a:cubicBezTo>
                      <a:pt x="748" y="43200"/>
                      <a:pt x="374" y="43190"/>
                      <a:pt x="0" y="43170"/>
                    </a:cubicBezTo>
                    <a:lnTo>
                      <a:pt x="1123" y="21600"/>
                    </a:lnTo>
                    <a:close/>
                  </a:path>
                </a:pathLst>
              </a:custGeom>
              <a:noFill/>
              <a:ln w="28575" cap="flat" cmpd="sng">
                <a:solidFill>
                  <a:srgbClr val="FF9900"/>
                </a:solidFill>
                <a:prstDash val="solid"/>
                <a:round/>
                <a:headEnd type="none" w="med" len="med"/>
                <a:tailEnd type="none" w="med" len="med"/>
              </a:ln>
            </p:spPr>
            <p:txBody>
              <a:bodyPr wrap="none" anchor="ctr" anchorCtr="0"/>
              <a:p>
                <a:endParaRPr lang="zh-CN" altLang="en-US" dirty="0">
                  <a:latin typeface="楷体_GB2312" pitchFamily="49" charset="-122"/>
                </a:endParaRPr>
              </a:p>
            </p:txBody>
          </p:sp>
        </p:gr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5" presetClass="entr" presetSubtype="0" fill="hold" grpId="0" nodeType="withEffect">
                                  <p:stCondLst>
                                    <p:cond delay="0"/>
                                  </p:stCondLst>
                                  <p:childTnLst>
                                    <p:set>
                                      <p:cBhvr>
                                        <p:cTn id="6" dur="1" fill="hold">
                                          <p:stCondLst>
                                            <p:cond delay="0"/>
                                          </p:stCondLst>
                                        </p:cTn>
                                        <p:tgtEl>
                                          <p:spTgt spid="17413"/>
                                        </p:tgtEl>
                                        <p:attrNameLst>
                                          <p:attrName>style.visibility</p:attrName>
                                        </p:attrNameLst>
                                      </p:cBhvr>
                                      <p:to>
                                        <p:strVal val="visible"/>
                                      </p:to>
                                    </p:set>
                                    <p:anim calcmode="lin" valueType="num">
                                      <p:cBhvr>
                                        <p:cTn id="7" dur="1000" fill="hold"/>
                                        <p:tgtEl>
                                          <p:spTgt spid="17413"/>
                                        </p:tgtEl>
                                        <p:attrNameLst>
                                          <p:attrName>ppt_w</p:attrName>
                                        </p:attrNameLst>
                                      </p:cBhvr>
                                      <p:tavLst>
                                        <p:tav tm="0">
                                          <p:val>
                                            <p:fltVal val="0.000000"/>
                                          </p:val>
                                        </p:tav>
                                        <p:tav tm="100000">
                                          <p:val>
                                            <p:strVal val="#ppt_w"/>
                                          </p:val>
                                        </p:tav>
                                      </p:tavLst>
                                    </p:anim>
                                    <p:anim calcmode="lin" valueType="num">
                                      <p:cBhvr>
                                        <p:cTn id="8" dur="1000" fill="hold"/>
                                        <p:tgtEl>
                                          <p:spTgt spid="17413"/>
                                        </p:tgtEl>
                                        <p:attrNameLst>
                                          <p:attrName>ppt_h</p:attrName>
                                        </p:attrNameLst>
                                      </p:cBhvr>
                                      <p:tavLst>
                                        <p:tav tm="0">
                                          <p:val>
                                            <p:fltVal val="0.000000"/>
                                          </p:val>
                                        </p:tav>
                                        <p:tav tm="100000">
                                          <p:val>
                                            <p:strVal val="#ppt_h"/>
                                          </p:val>
                                        </p:tav>
                                      </p:tavLst>
                                    </p:anim>
                                    <p:anim calcmode="lin" valueType="num">
                                      <p:cBhvr>
                                        <p:cTn id="9" dur="1000" fill="hold"/>
                                        <p:tgtEl>
                                          <p:spTgt spid="17413"/>
                                        </p:tgtEl>
                                        <p:attrNameLst>
                                          <p:attrName>ppt_x</p:attrName>
                                        </p:attrNameLst>
                                      </p:cBhvr>
                                      <p:tavLst>
                                        <p:tav tm="0" fmla="#ppt_x+(cos(-2*pi*(1-$))*-#ppt_x-sin(-2*pi*(1-$))*(1-#ppt_y))*(1-$)">
                                          <p:val>
                                            <p:fltVal val="0.000000"/>
                                          </p:val>
                                        </p:tav>
                                        <p:tav tm="100000">
                                          <p:val>
                                            <p:fltVal val="1.000000"/>
                                          </p:val>
                                        </p:tav>
                                      </p:tavLst>
                                    </p:anim>
                                    <p:anim calcmode="lin" valueType="num">
                                      <p:cBhvr>
                                        <p:cTn id="10" dur="1000" fill="hold"/>
                                        <p:tgtEl>
                                          <p:spTgt spid="17413"/>
                                        </p:tgtEl>
                                        <p:attrNameLst>
                                          <p:attrName>ppt_y</p:attrName>
                                        </p:attrNameLst>
                                      </p:cBhvr>
                                      <p:tavLst>
                                        <p:tav tm="0" fmla="#ppt_y+(sin(-2*pi*(1-$))*-#ppt_x+cos(-2*pi*(1-$))*(1-#ppt_y))*(1-$)">
                                          <p:val>
                                            <p:fltVal val="0.000000"/>
                                          </p:val>
                                        </p:tav>
                                        <p:tav tm="100000">
                                          <p:val>
                                            <p:fltVal val="1.000000"/>
                                          </p:val>
                                        </p:tav>
                                      </p:tavLst>
                                    </p:anim>
                                  </p:childTnLst>
                                </p:cTn>
                              </p:par>
                            </p:childTnLst>
                          </p:cTn>
                        </p:par>
                        <p:par>
                          <p:cTn id="11" fill="hold">
                            <p:stCondLst>
                              <p:cond delay="1000"/>
                            </p:stCondLst>
                            <p:childTnLst>
                              <p:par>
                                <p:cTn id="12" presetID="3" presetClass="entr" presetSubtype="10" fill="hold" nodeType="afterEffect">
                                  <p:stCondLst>
                                    <p:cond delay="0"/>
                                  </p:stCondLst>
                                  <p:childTnLst>
                                    <p:set>
                                      <p:cBhvr>
                                        <p:cTn id="13" dur="1" fill="hold">
                                          <p:stCondLst>
                                            <p:cond delay="0"/>
                                          </p:stCondLst>
                                        </p:cTn>
                                        <p:tgtEl>
                                          <p:spTgt spid="5"/>
                                        </p:tgtEl>
                                        <p:attrNameLst>
                                          <p:attrName>style.visibility</p:attrName>
                                        </p:attrNameLst>
                                      </p:cBhvr>
                                      <p:to>
                                        <p:strVal val="visible"/>
                                      </p:to>
                                    </p:set>
                                    <p:animEffect transition="in" filter="blinds(horizontal)">
                                      <p:cBhvr>
                                        <p:cTn id="14" dur="500"/>
                                        <p:tgtEl>
                                          <p:spTgt spid="5"/>
                                        </p:tgtEl>
                                      </p:cBhvr>
                                    </p:animEffect>
                                  </p:childTnLst>
                                </p:cTn>
                              </p:par>
                            </p:childTnLst>
                          </p:cTn>
                        </p:par>
                        <p:par>
                          <p:cTn id="15" fill="hold">
                            <p:stCondLst>
                              <p:cond delay="1500"/>
                            </p:stCondLst>
                            <p:childTnLst>
                              <p:par>
                                <p:cTn id="16" presetID="17" presetClass="entr" presetSubtype="8" fill="hold" grpId="0" nodeType="afterEffect">
                                  <p:stCondLst>
                                    <p:cond delay="0"/>
                                  </p:stCondLst>
                                  <p:iterate type="lt">
                                    <p:tmPct val="100000"/>
                                  </p:iterate>
                                  <p:childTnLst>
                                    <p:set>
                                      <p:cBhvr>
                                        <p:cTn id="17" dur="1" fill="hold">
                                          <p:stCondLst>
                                            <p:cond delay="0"/>
                                          </p:stCondLst>
                                        </p:cTn>
                                        <p:tgtEl>
                                          <p:spTgt spid="17410"/>
                                        </p:tgtEl>
                                        <p:attrNameLst>
                                          <p:attrName>style.visibility</p:attrName>
                                        </p:attrNameLst>
                                      </p:cBhvr>
                                      <p:to>
                                        <p:strVal val="visible"/>
                                      </p:to>
                                    </p:set>
                                    <p:anim calcmode="lin" valueType="num">
                                      <p:cBhvr>
                                        <p:cTn id="18" dur="75" fill="hold"/>
                                        <p:tgtEl>
                                          <p:spTgt spid="17410"/>
                                        </p:tgtEl>
                                        <p:attrNameLst>
                                          <p:attrName>ppt_x</p:attrName>
                                        </p:attrNameLst>
                                      </p:cBhvr>
                                      <p:tavLst>
                                        <p:tav tm="0">
                                          <p:val>
                                            <p:strVal val="#ppt_x-#ppt_w/2"/>
                                          </p:val>
                                        </p:tav>
                                        <p:tav tm="100000">
                                          <p:val>
                                            <p:strVal val="#ppt_x"/>
                                          </p:val>
                                        </p:tav>
                                      </p:tavLst>
                                    </p:anim>
                                    <p:anim calcmode="lin" valueType="num">
                                      <p:cBhvr>
                                        <p:cTn id="19" dur="75" fill="hold"/>
                                        <p:tgtEl>
                                          <p:spTgt spid="17410"/>
                                        </p:tgtEl>
                                        <p:attrNameLst>
                                          <p:attrName>ppt_y</p:attrName>
                                        </p:attrNameLst>
                                      </p:cBhvr>
                                      <p:tavLst>
                                        <p:tav tm="0">
                                          <p:val>
                                            <p:strVal val="#ppt_y"/>
                                          </p:val>
                                        </p:tav>
                                        <p:tav tm="100000">
                                          <p:val>
                                            <p:strVal val="#ppt_y"/>
                                          </p:val>
                                        </p:tav>
                                      </p:tavLst>
                                    </p:anim>
                                    <p:anim calcmode="lin" valueType="num">
                                      <p:cBhvr>
                                        <p:cTn id="20" dur="75" fill="hold"/>
                                        <p:tgtEl>
                                          <p:spTgt spid="17410"/>
                                        </p:tgtEl>
                                        <p:attrNameLst>
                                          <p:attrName>ppt_w</p:attrName>
                                        </p:attrNameLst>
                                      </p:cBhvr>
                                      <p:tavLst>
                                        <p:tav tm="0">
                                          <p:val>
                                            <p:fltVal val="0.000000"/>
                                          </p:val>
                                        </p:tav>
                                        <p:tav tm="100000">
                                          <p:val>
                                            <p:strVal val="#ppt_w"/>
                                          </p:val>
                                        </p:tav>
                                      </p:tavLst>
                                    </p:anim>
                                    <p:anim calcmode="lin" valueType="num">
                                      <p:cBhvr>
                                        <p:cTn id="21" dur="75" fill="hold"/>
                                        <p:tgtEl>
                                          <p:spTgt spid="17410"/>
                                        </p:tgtEl>
                                        <p:attrNameLst>
                                          <p:attrName>ppt_h</p:attrName>
                                        </p:attrNameLst>
                                      </p:cBhvr>
                                      <p:tavLst>
                                        <p:tav tm="0">
                                          <p:val>
                                            <p:strVal val="#ppt_h"/>
                                          </p:val>
                                        </p:tav>
                                        <p:tav tm="100000">
                                          <p:val>
                                            <p:strVal val="#ppt_h"/>
                                          </p:val>
                                        </p:tav>
                                      </p:tavLst>
                                    </p:anim>
                                  </p:childTnLst>
                                </p:cTn>
                              </p:par>
                            </p:childTnLst>
                          </p:cTn>
                        </p:par>
                      </p:childTnLst>
                    </p:cTn>
                  </p:par>
                  <p:par>
                    <p:cTn id="22" fill="hold">
                      <p:stCondLst>
                        <p:cond delay="indefinite"/>
                      </p:stCondLst>
                      <p:childTnLst>
                        <p:par>
                          <p:cTn id="23" fill="hold">
                            <p:stCondLst>
                              <p:cond delay="0"/>
                            </p:stCondLst>
                            <p:childTnLst>
                              <p:par>
                                <p:cTn id="24" presetID="15" presetClass="entr" presetSubtype="0" fill="hold" grpId="0" nodeType="clickEffect">
                                  <p:stCondLst>
                                    <p:cond delay="0"/>
                                  </p:stCondLst>
                                  <p:childTnLst>
                                    <p:set>
                                      <p:cBhvr>
                                        <p:cTn id="25" dur="1" fill="hold">
                                          <p:stCondLst>
                                            <p:cond delay="0"/>
                                          </p:stCondLst>
                                        </p:cTn>
                                        <p:tgtEl>
                                          <p:spTgt spid="17461"/>
                                        </p:tgtEl>
                                        <p:attrNameLst>
                                          <p:attrName>style.visibility</p:attrName>
                                        </p:attrNameLst>
                                      </p:cBhvr>
                                      <p:to>
                                        <p:strVal val="visible"/>
                                      </p:to>
                                    </p:set>
                                    <p:anim calcmode="lin" valueType="num">
                                      <p:cBhvr>
                                        <p:cTn id="26" dur="1000" fill="hold"/>
                                        <p:tgtEl>
                                          <p:spTgt spid="17461"/>
                                        </p:tgtEl>
                                        <p:attrNameLst>
                                          <p:attrName>ppt_w</p:attrName>
                                        </p:attrNameLst>
                                      </p:cBhvr>
                                      <p:tavLst>
                                        <p:tav tm="0">
                                          <p:val>
                                            <p:fltVal val="0.000000"/>
                                          </p:val>
                                        </p:tav>
                                        <p:tav tm="100000">
                                          <p:val>
                                            <p:strVal val="#ppt_w"/>
                                          </p:val>
                                        </p:tav>
                                      </p:tavLst>
                                    </p:anim>
                                    <p:anim calcmode="lin" valueType="num">
                                      <p:cBhvr>
                                        <p:cTn id="27" dur="1000" fill="hold"/>
                                        <p:tgtEl>
                                          <p:spTgt spid="17461"/>
                                        </p:tgtEl>
                                        <p:attrNameLst>
                                          <p:attrName>ppt_h</p:attrName>
                                        </p:attrNameLst>
                                      </p:cBhvr>
                                      <p:tavLst>
                                        <p:tav tm="0">
                                          <p:val>
                                            <p:fltVal val="0.000000"/>
                                          </p:val>
                                        </p:tav>
                                        <p:tav tm="100000">
                                          <p:val>
                                            <p:strVal val="#ppt_h"/>
                                          </p:val>
                                        </p:tav>
                                      </p:tavLst>
                                    </p:anim>
                                    <p:anim calcmode="lin" valueType="num">
                                      <p:cBhvr>
                                        <p:cTn id="28" dur="1000" fill="hold"/>
                                        <p:tgtEl>
                                          <p:spTgt spid="17461"/>
                                        </p:tgtEl>
                                        <p:attrNameLst>
                                          <p:attrName>ppt_x</p:attrName>
                                        </p:attrNameLst>
                                      </p:cBhvr>
                                      <p:tavLst>
                                        <p:tav tm="0" fmla="#ppt_x+(cos(-2*pi*(1-$))*-#ppt_x-sin(-2*pi*(1-$))*(1-#ppt_y))*(1-$)">
                                          <p:val>
                                            <p:fltVal val="0.000000"/>
                                          </p:val>
                                        </p:tav>
                                        <p:tav tm="100000">
                                          <p:val>
                                            <p:fltVal val="1.000000"/>
                                          </p:val>
                                        </p:tav>
                                      </p:tavLst>
                                    </p:anim>
                                    <p:anim calcmode="lin" valueType="num">
                                      <p:cBhvr>
                                        <p:cTn id="29" dur="1000" fill="hold"/>
                                        <p:tgtEl>
                                          <p:spTgt spid="17461"/>
                                        </p:tgtEl>
                                        <p:attrNameLst>
                                          <p:attrName>ppt_y</p:attrName>
                                        </p:attrNameLst>
                                      </p:cBhvr>
                                      <p:tavLst>
                                        <p:tav tm="0" fmla="#ppt_y+(sin(-2*pi*(1-$))*-#ppt_x+cos(-2*pi*(1-$))*(1-#ppt_y))*(1-$)">
                                          <p:val>
                                            <p:fltVal val="0.000000"/>
                                          </p:val>
                                        </p:tav>
                                        <p:tav tm="100000">
                                          <p:val>
                                            <p:fltVal val="1.000000"/>
                                          </p:val>
                                        </p:tav>
                                      </p:tavLst>
                                    </p:anim>
                                  </p:childTnLst>
                                </p:cTn>
                              </p:par>
                            </p:childTnLst>
                          </p:cTn>
                        </p:par>
                      </p:childTnLst>
                    </p:cTn>
                  </p:par>
                  <p:par>
                    <p:cTn id="30" fill="hold">
                      <p:stCondLst>
                        <p:cond delay="indefinite"/>
                      </p:stCondLst>
                      <p:childTnLst>
                        <p:par>
                          <p:cTn id="31" fill="hold">
                            <p:stCondLst>
                              <p:cond delay="0"/>
                            </p:stCondLst>
                            <p:childTnLst>
                              <p:par>
                                <p:cTn id="32" presetID="22" presetClass="entr" presetSubtype="8" fill="hold" nodeType="clickEffect">
                                  <p:stCondLst>
                                    <p:cond delay="0"/>
                                  </p:stCondLst>
                                  <p:childTnLst>
                                    <p:set>
                                      <p:cBhvr>
                                        <p:cTn id="33" dur="1" fill="hold">
                                          <p:stCondLst>
                                            <p:cond delay="0"/>
                                          </p:stCondLst>
                                        </p:cTn>
                                        <p:tgtEl>
                                          <p:spTgt spid="17412"/>
                                        </p:tgtEl>
                                        <p:attrNameLst>
                                          <p:attrName>style.visibility</p:attrName>
                                        </p:attrNameLst>
                                      </p:cBhvr>
                                      <p:to>
                                        <p:strVal val="visible"/>
                                      </p:to>
                                    </p:set>
                                    <p:animEffect transition="in" filter="wipe(left)">
                                      <p:cBhvr>
                                        <p:cTn id="34" dur="2000"/>
                                        <p:tgtEl>
                                          <p:spTgt spid="17412"/>
                                        </p:tgtEl>
                                      </p:cBhvr>
                                    </p:animEffect>
                                  </p:childTnLst>
                                </p:cTn>
                              </p:par>
                            </p:childTnLst>
                          </p:cTn>
                        </p:par>
                      </p:childTnLst>
                    </p:cTn>
                  </p:par>
                  <p:par>
                    <p:cTn id="35" fill="hold">
                      <p:stCondLst>
                        <p:cond delay="indefinite"/>
                      </p:stCondLst>
                      <p:childTnLst>
                        <p:par>
                          <p:cTn id="36" fill="hold">
                            <p:stCondLst>
                              <p:cond delay="0"/>
                            </p:stCondLst>
                            <p:childTnLst>
                              <p:par>
                                <p:cTn id="37" presetID="3" presetClass="entr" presetSubtype="10" fill="hold" nodeType="clickEffect">
                                  <p:stCondLst>
                                    <p:cond delay="0"/>
                                  </p:stCondLst>
                                  <p:childTnLst>
                                    <p:set>
                                      <p:cBhvr>
                                        <p:cTn id="38" dur="1" fill="hold">
                                          <p:stCondLst>
                                            <p:cond delay="0"/>
                                          </p:stCondLst>
                                        </p:cTn>
                                        <p:tgtEl>
                                          <p:spTgt spid="17462"/>
                                        </p:tgtEl>
                                        <p:attrNameLst>
                                          <p:attrName>style.visibility</p:attrName>
                                        </p:attrNameLst>
                                      </p:cBhvr>
                                      <p:to>
                                        <p:strVal val="visible"/>
                                      </p:to>
                                    </p:set>
                                    <p:animEffect transition="in" filter="blinds(horizontal)">
                                      <p:cBhvr>
                                        <p:cTn id="39" dur="500"/>
                                        <p:tgtEl>
                                          <p:spTgt spid="17462"/>
                                        </p:tgtEl>
                                      </p:cBhvr>
                                    </p:animEffect>
                                  </p:childTnLst>
                                </p:cTn>
                              </p:par>
                            </p:childTnLst>
                          </p:cTn>
                        </p:par>
                      </p:childTnLst>
                    </p:cTn>
                  </p:par>
                  <p:par>
                    <p:cTn id="40" fill="hold">
                      <p:stCondLst>
                        <p:cond delay="indefinite"/>
                      </p:stCondLst>
                      <p:childTnLst>
                        <p:par>
                          <p:cTn id="41" fill="hold">
                            <p:stCondLst>
                              <p:cond delay="0"/>
                            </p:stCondLst>
                            <p:childTnLst>
                              <p:par>
                                <p:cTn id="42" presetID="22" presetClass="entr" presetSubtype="1" fill="hold" nodeType="clickEffect">
                                  <p:stCondLst>
                                    <p:cond delay="0"/>
                                  </p:stCondLst>
                                  <p:childTnLst>
                                    <p:set>
                                      <p:cBhvr>
                                        <p:cTn id="43" dur="1" fill="hold">
                                          <p:stCondLst>
                                            <p:cond delay="0"/>
                                          </p:stCondLst>
                                        </p:cTn>
                                        <p:tgtEl>
                                          <p:spTgt spid="17477"/>
                                        </p:tgtEl>
                                        <p:attrNameLst>
                                          <p:attrName>style.visibility</p:attrName>
                                        </p:attrNameLst>
                                      </p:cBhvr>
                                      <p:to>
                                        <p:strVal val="visible"/>
                                      </p:to>
                                    </p:set>
                                    <p:animEffect transition="in" filter="wipe(up)">
                                      <p:cBhvr>
                                        <p:cTn id="44" dur="2000"/>
                                        <p:tgtEl>
                                          <p:spTgt spid="17477"/>
                                        </p:tgtEl>
                                      </p:cBhvr>
                                    </p:animEffect>
                                  </p:childTnLst>
                                </p:cTn>
                              </p:par>
                            </p:childTnLst>
                          </p:cTn>
                        </p:par>
                      </p:childTnLst>
                    </p:cTn>
                  </p:par>
                  <p:par>
                    <p:cTn id="45" fill="hold">
                      <p:stCondLst>
                        <p:cond delay="indefinite"/>
                      </p:stCondLst>
                      <p:childTnLst>
                        <p:par>
                          <p:cTn id="46" fill="hold">
                            <p:stCondLst>
                              <p:cond delay="0"/>
                            </p:stCondLst>
                            <p:childTnLst>
                              <p:par>
                                <p:cTn id="47" presetID="2" presetClass="entr" presetSubtype="8" fill="hold" grpId="0" nodeType="clickEffect">
                                  <p:stCondLst>
                                    <p:cond delay="0"/>
                                  </p:stCondLst>
                                  <p:childTnLst>
                                    <p:set>
                                      <p:cBhvr>
                                        <p:cTn id="48" dur="1" fill="hold">
                                          <p:stCondLst>
                                            <p:cond delay="0"/>
                                          </p:stCondLst>
                                        </p:cTn>
                                        <p:tgtEl>
                                          <p:spTgt spid="17509"/>
                                        </p:tgtEl>
                                        <p:attrNameLst>
                                          <p:attrName>style.visibility</p:attrName>
                                        </p:attrNameLst>
                                      </p:cBhvr>
                                      <p:to>
                                        <p:strVal val="visible"/>
                                      </p:to>
                                    </p:set>
                                    <p:anim calcmode="lin" valueType="num">
                                      <p:cBhvr additive="base">
                                        <p:cTn id="49" dur="500" fill="hold"/>
                                        <p:tgtEl>
                                          <p:spTgt spid="17509"/>
                                        </p:tgtEl>
                                        <p:attrNameLst>
                                          <p:attrName>ppt_x</p:attrName>
                                        </p:attrNameLst>
                                      </p:cBhvr>
                                      <p:tavLst>
                                        <p:tav tm="0">
                                          <p:val>
                                            <p:strVal val="0-#ppt_w/2"/>
                                          </p:val>
                                        </p:tav>
                                        <p:tav tm="100000">
                                          <p:val>
                                            <p:strVal val="#ppt_x"/>
                                          </p:val>
                                        </p:tav>
                                      </p:tavLst>
                                    </p:anim>
                                    <p:anim calcmode="lin" valueType="num">
                                      <p:cBhvr additive="base">
                                        <p:cTn id="50" dur="500" fill="hold"/>
                                        <p:tgtEl>
                                          <p:spTgt spid="17509"/>
                                        </p:tgtEl>
                                        <p:attrNameLst>
                                          <p:attrName>ppt_y</p:attrName>
                                        </p:attrNameLst>
                                      </p:cBhvr>
                                      <p:tavLst>
                                        <p:tav tm="0">
                                          <p:val>
                                            <p:strVal val="#ppt_y"/>
                                          </p:val>
                                        </p:tav>
                                        <p:tav tm="100000">
                                          <p:val>
                                            <p:strVal val="#ppt_y"/>
                                          </p:val>
                                        </p:tav>
                                      </p:tavLst>
                                    </p:anim>
                                  </p:childTnLst>
                                </p:cTn>
                              </p:par>
                            </p:childTnLst>
                          </p:cTn>
                        </p:par>
                      </p:childTnLst>
                    </p:cTn>
                  </p:par>
                  <p:par>
                    <p:cTn id="51" fill="hold">
                      <p:stCondLst>
                        <p:cond delay="indefinite"/>
                      </p:stCondLst>
                      <p:childTnLst>
                        <p:par>
                          <p:cTn id="52" fill="hold">
                            <p:stCondLst>
                              <p:cond delay="0"/>
                            </p:stCondLst>
                            <p:childTnLst>
                              <p:par>
                                <p:cTn id="53" presetID="18" presetClass="entr" presetSubtype="6" fill="hold" nodeType="clickEffect">
                                  <p:stCondLst>
                                    <p:cond delay="0"/>
                                  </p:stCondLst>
                                  <p:childTnLst>
                                    <p:set>
                                      <p:cBhvr>
                                        <p:cTn id="54" dur="1" fill="hold">
                                          <p:stCondLst>
                                            <p:cond delay="0"/>
                                          </p:stCondLst>
                                        </p:cTn>
                                        <p:tgtEl>
                                          <p:spTgt spid="17508"/>
                                        </p:tgtEl>
                                        <p:attrNameLst>
                                          <p:attrName>style.visibility</p:attrName>
                                        </p:attrNameLst>
                                      </p:cBhvr>
                                      <p:to>
                                        <p:strVal val="visible"/>
                                      </p:to>
                                    </p:set>
                                    <p:animEffect transition="in" filter="strips(downRight)">
                                      <p:cBhvr>
                                        <p:cTn id="55" dur="2000"/>
                                        <p:tgtEl>
                                          <p:spTgt spid="17508"/>
                                        </p:tgtEl>
                                      </p:cBhvr>
                                    </p:animEffect>
                                  </p:childTnLst>
                                </p:cTn>
                              </p:par>
                            </p:childTnLst>
                          </p:cTn>
                        </p:par>
                      </p:childTnLst>
                    </p:cTn>
                  </p:par>
                  <p:par>
                    <p:cTn id="56" fill="hold">
                      <p:stCondLst>
                        <p:cond delay="indefinite"/>
                      </p:stCondLst>
                      <p:childTnLst>
                        <p:par>
                          <p:cTn id="57" fill="hold">
                            <p:stCondLst>
                              <p:cond delay="0"/>
                            </p:stCondLst>
                            <p:childTnLst>
                              <p:par>
                                <p:cTn id="58" presetID="2" presetClass="entr" presetSubtype="8" fill="hold" grpId="0" nodeType="clickEffect">
                                  <p:stCondLst>
                                    <p:cond delay="0"/>
                                  </p:stCondLst>
                                  <p:childTnLst>
                                    <p:set>
                                      <p:cBhvr>
                                        <p:cTn id="59" dur="1" fill="hold">
                                          <p:stCondLst>
                                            <p:cond delay="0"/>
                                          </p:stCondLst>
                                        </p:cTn>
                                        <p:tgtEl>
                                          <p:spTgt spid="17510"/>
                                        </p:tgtEl>
                                        <p:attrNameLst>
                                          <p:attrName>style.visibility</p:attrName>
                                        </p:attrNameLst>
                                      </p:cBhvr>
                                      <p:to>
                                        <p:strVal val="visible"/>
                                      </p:to>
                                    </p:set>
                                    <p:anim calcmode="lin" valueType="num">
                                      <p:cBhvr additive="base">
                                        <p:cTn id="60" dur="500" fill="hold"/>
                                        <p:tgtEl>
                                          <p:spTgt spid="17510"/>
                                        </p:tgtEl>
                                        <p:attrNameLst>
                                          <p:attrName>ppt_x</p:attrName>
                                        </p:attrNameLst>
                                      </p:cBhvr>
                                      <p:tavLst>
                                        <p:tav tm="0">
                                          <p:val>
                                            <p:strVal val="0-#ppt_w/2"/>
                                          </p:val>
                                        </p:tav>
                                        <p:tav tm="100000">
                                          <p:val>
                                            <p:strVal val="#ppt_x"/>
                                          </p:val>
                                        </p:tav>
                                      </p:tavLst>
                                    </p:anim>
                                    <p:anim calcmode="lin" valueType="num">
                                      <p:cBhvr additive="base">
                                        <p:cTn id="61" dur="500" fill="hold"/>
                                        <p:tgtEl>
                                          <p:spTgt spid="17510"/>
                                        </p:tgtEl>
                                        <p:attrNameLst>
                                          <p:attrName>ppt_y</p:attrName>
                                        </p:attrNameLst>
                                      </p:cBhvr>
                                      <p:tavLst>
                                        <p:tav tm="0">
                                          <p:val>
                                            <p:strVal val="#ppt_y"/>
                                          </p:val>
                                        </p:tav>
                                        <p:tav tm="100000">
                                          <p:val>
                                            <p:strVal val="#ppt_y"/>
                                          </p:val>
                                        </p:tav>
                                      </p:tavLst>
                                    </p:anim>
                                  </p:childTnLst>
                                </p:cTn>
                              </p:par>
                            </p:childTnLst>
                          </p:cTn>
                        </p:par>
                      </p:childTnLst>
                    </p:cTn>
                  </p:par>
                  <p:par>
                    <p:cTn id="62" fill="hold">
                      <p:stCondLst>
                        <p:cond delay="indefinite"/>
                      </p:stCondLst>
                      <p:childTnLst>
                        <p:par>
                          <p:cTn id="63" fill="hold">
                            <p:stCondLst>
                              <p:cond delay="0"/>
                            </p:stCondLst>
                            <p:childTnLst>
                              <p:par>
                                <p:cTn id="64" presetID="18" presetClass="entr" presetSubtype="6" fill="hold" nodeType="clickEffect">
                                  <p:stCondLst>
                                    <p:cond delay="0"/>
                                  </p:stCondLst>
                                  <p:childTnLst>
                                    <p:set>
                                      <p:cBhvr>
                                        <p:cTn id="65" dur="1" fill="hold">
                                          <p:stCondLst>
                                            <p:cond delay="0"/>
                                          </p:stCondLst>
                                        </p:cTn>
                                        <p:tgtEl>
                                          <p:spTgt spid="17511"/>
                                        </p:tgtEl>
                                        <p:attrNameLst>
                                          <p:attrName>style.visibility</p:attrName>
                                        </p:attrNameLst>
                                      </p:cBhvr>
                                      <p:to>
                                        <p:strVal val="visible"/>
                                      </p:to>
                                    </p:set>
                                    <p:animEffect transition="in" filter="strips(downRight)">
                                      <p:cBhvr>
                                        <p:cTn id="66" dur="2000"/>
                                        <p:tgtEl>
                                          <p:spTgt spid="175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410" grpId="0"/>
      <p:bldP spid="17413" grpId="0"/>
      <p:bldP spid="17461" grpId="0" animBg="1"/>
      <p:bldP spid="17509" grpId="0"/>
      <p:bldP spid="17510" grpId="0"/>
    </p:bldLst>
  </p:timing>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6386" name="Text Box 2"/>
          <p:cNvSpPr txBox="1"/>
          <p:nvPr/>
        </p:nvSpPr>
        <p:spPr>
          <a:xfrm>
            <a:off x="684213" y="404813"/>
            <a:ext cx="7920037" cy="1117600"/>
          </a:xfrm>
          <a:prstGeom prst="rect">
            <a:avLst/>
          </a:prstGeom>
          <a:noFill/>
          <a:ln w="12700">
            <a:noFill/>
          </a:ln>
        </p:spPr>
        <p:txBody>
          <a:bodyPr anchor="ctr" anchorCtr="0">
            <a:spAutoFit/>
          </a:bodyPr>
          <a:p>
            <a:pPr>
              <a:lnSpc>
                <a:spcPct val="120000"/>
              </a:lnSpc>
            </a:pPr>
            <a:r>
              <a:rPr lang="zh-CN" altLang="en-US" dirty="0">
                <a:latin typeface="楷体_GB2312" pitchFamily="49" charset="-122"/>
              </a:rPr>
              <a:t>若要使功率因数从</a:t>
            </a:r>
            <a:r>
              <a:rPr lang="en-US" altLang="zh-CN" b="0" dirty="0">
                <a:solidFill>
                  <a:schemeClr val="bg1"/>
                </a:solidFill>
                <a:latin typeface="Times New Roman" panose="02020603050405020304" pitchFamily="18" charset="0"/>
              </a:rPr>
              <a:t>0.9</a:t>
            </a:r>
            <a:r>
              <a:rPr lang="zh-CN" altLang="en-US" dirty="0">
                <a:latin typeface="楷体_GB2312" pitchFamily="49" charset="-122"/>
              </a:rPr>
              <a:t>再提高到</a:t>
            </a:r>
            <a:r>
              <a:rPr lang="en-US" altLang="zh-CN" b="0" dirty="0">
                <a:solidFill>
                  <a:schemeClr val="bg1"/>
                </a:solidFill>
                <a:latin typeface="Times New Roman" panose="02020603050405020304" pitchFamily="18" charset="0"/>
              </a:rPr>
              <a:t>0.95</a:t>
            </a:r>
            <a:r>
              <a:rPr lang="en-US" altLang="zh-CN" dirty="0">
                <a:latin typeface="Times New Roman" panose="02020603050405020304" pitchFamily="18" charset="0"/>
              </a:rPr>
              <a:t> </a:t>
            </a:r>
            <a:r>
              <a:rPr lang="en-US" altLang="zh-CN" dirty="0">
                <a:latin typeface="楷体_GB2312" pitchFamily="49" charset="-122"/>
              </a:rPr>
              <a:t>, </a:t>
            </a:r>
            <a:r>
              <a:rPr lang="zh-CN" altLang="en-US" dirty="0">
                <a:latin typeface="楷体_GB2312" pitchFamily="49" charset="-122"/>
              </a:rPr>
              <a:t>试问还应增加多少并联电容</a:t>
            </a:r>
            <a:r>
              <a:rPr lang="zh-CN" altLang="en-US" i="1" dirty="0">
                <a:latin typeface="楷体_GB2312" pitchFamily="49" charset="-122"/>
              </a:rPr>
              <a:t>，</a:t>
            </a:r>
            <a:r>
              <a:rPr lang="zh-CN" altLang="en-US" dirty="0">
                <a:latin typeface="楷体_GB2312" pitchFamily="49" charset="-122"/>
              </a:rPr>
              <a:t>此时电路的总电流是多大？</a:t>
            </a:r>
            <a:endParaRPr lang="zh-CN" altLang="en-US" dirty="0">
              <a:latin typeface="楷体_GB2312" pitchFamily="49" charset="-122"/>
            </a:endParaRPr>
          </a:p>
        </p:txBody>
      </p:sp>
      <p:graphicFrame>
        <p:nvGraphicFramePr>
          <p:cNvPr id="16387" name="Object 3"/>
          <p:cNvGraphicFramePr/>
          <p:nvPr/>
        </p:nvGraphicFramePr>
        <p:xfrm>
          <a:off x="1476375" y="2060575"/>
          <a:ext cx="4359275" cy="577850"/>
        </p:xfrm>
        <a:graphic>
          <a:graphicData uri="http://schemas.openxmlformats.org/presentationml/2006/ole">
            <mc:AlternateContent xmlns:mc="http://schemas.openxmlformats.org/markup-compatibility/2006">
              <mc:Choice xmlns:v="urn:schemas-microsoft-com:vml" Requires="v">
                <p:oleObj spid="_x0000_s3507" name="" r:id="rId1" imgW="1941195" imgH="254000" progId="Equation.3">
                  <p:embed/>
                </p:oleObj>
              </mc:Choice>
              <mc:Fallback>
                <p:oleObj name="" r:id="rId1" imgW="1941195" imgH="254000" progId="Equation.3">
                  <p:embed/>
                  <p:pic>
                    <p:nvPicPr>
                      <p:cNvPr id="0" name="图片 3506"/>
                      <p:cNvPicPr/>
                      <p:nvPr/>
                    </p:nvPicPr>
                    <p:blipFill>
                      <a:blip r:embed="rId2">
                        <a:clrChange>
                          <a:clrFrom>
                            <a:srgbClr val="000000"/>
                          </a:clrFrom>
                          <a:clrTo>
                            <a:srgbClr val="FFFFFF"/>
                          </a:clrTo>
                        </a:clrChange>
                      </a:blip>
                      <a:stretch>
                        <a:fillRect/>
                      </a:stretch>
                    </p:blipFill>
                    <p:spPr>
                      <a:xfrm>
                        <a:off x="1476375" y="2060575"/>
                        <a:ext cx="4359275" cy="577850"/>
                      </a:xfrm>
                      <a:prstGeom prst="rect">
                        <a:avLst/>
                      </a:prstGeom>
                      <a:noFill/>
                      <a:ln w="38100">
                        <a:noFill/>
                        <a:miter/>
                      </a:ln>
                    </p:spPr>
                  </p:pic>
                </p:oleObj>
              </mc:Fallback>
            </mc:AlternateContent>
          </a:graphicData>
        </a:graphic>
      </p:graphicFrame>
      <p:sp>
        <p:nvSpPr>
          <p:cNvPr id="16388" name="Text Box 4"/>
          <p:cNvSpPr txBox="1"/>
          <p:nvPr/>
        </p:nvSpPr>
        <p:spPr>
          <a:xfrm>
            <a:off x="395288" y="1628775"/>
            <a:ext cx="542925" cy="519113"/>
          </a:xfrm>
          <a:prstGeom prst="rect">
            <a:avLst/>
          </a:prstGeom>
          <a:solidFill>
            <a:srgbClr val="990033"/>
          </a:solidFill>
          <a:ln w="9525">
            <a:noFill/>
          </a:ln>
        </p:spPr>
        <p:txBody>
          <a:bodyPr wrap="none">
            <a:spAutoFit/>
          </a:bodyPr>
          <a:p>
            <a:pPr>
              <a:spcBef>
                <a:spcPct val="50000"/>
              </a:spcBef>
            </a:pPr>
            <a:r>
              <a:rPr lang="zh-CN" altLang="en-US" dirty="0">
                <a:solidFill>
                  <a:schemeClr val="bg1"/>
                </a:solidFill>
                <a:latin typeface="Times New Roman" panose="02020603050405020304" pitchFamily="18" charset="0"/>
                <a:ea typeface="宋体" panose="02010600030101010101" pitchFamily="2" charset="-122"/>
              </a:rPr>
              <a:t>解</a:t>
            </a:r>
            <a:endParaRPr lang="zh-CN" altLang="en-US" dirty="0">
              <a:solidFill>
                <a:schemeClr val="bg1"/>
              </a:solidFill>
              <a:latin typeface="Times New Roman" panose="02020603050405020304" pitchFamily="18" charset="0"/>
              <a:ea typeface="宋体" panose="02010600030101010101" pitchFamily="2" charset="-122"/>
            </a:endParaRPr>
          </a:p>
        </p:txBody>
      </p:sp>
      <p:graphicFrame>
        <p:nvGraphicFramePr>
          <p:cNvPr id="16389" name="Object 5"/>
          <p:cNvGraphicFramePr/>
          <p:nvPr/>
        </p:nvGraphicFramePr>
        <p:xfrm>
          <a:off x="1409700" y="1484313"/>
          <a:ext cx="4402138" cy="569912"/>
        </p:xfrm>
        <a:graphic>
          <a:graphicData uri="http://schemas.openxmlformats.org/presentationml/2006/ole">
            <mc:AlternateContent xmlns:mc="http://schemas.openxmlformats.org/markup-compatibility/2006">
              <mc:Choice xmlns:v="urn:schemas-microsoft-com:vml" Requires="v">
                <p:oleObj spid="_x0000_s3504" name="" r:id="rId3" imgW="1928495" imgH="254000" progId="Equation.3">
                  <p:embed/>
                </p:oleObj>
              </mc:Choice>
              <mc:Fallback>
                <p:oleObj name="" r:id="rId3" imgW="1928495" imgH="254000" progId="Equation.3">
                  <p:embed/>
                  <p:pic>
                    <p:nvPicPr>
                      <p:cNvPr id="0" name="图片 3503"/>
                      <p:cNvPicPr/>
                      <p:nvPr/>
                    </p:nvPicPr>
                    <p:blipFill>
                      <a:blip r:embed="rId4">
                        <a:clrChange>
                          <a:clrFrom>
                            <a:srgbClr val="000000"/>
                          </a:clrFrom>
                          <a:clrTo>
                            <a:srgbClr val="FFFFFF"/>
                          </a:clrTo>
                        </a:clrChange>
                      </a:blip>
                      <a:stretch>
                        <a:fillRect/>
                      </a:stretch>
                    </p:blipFill>
                    <p:spPr>
                      <a:xfrm>
                        <a:off x="1409700" y="1484313"/>
                        <a:ext cx="4402138" cy="569912"/>
                      </a:xfrm>
                      <a:prstGeom prst="rect">
                        <a:avLst/>
                      </a:prstGeom>
                      <a:noFill/>
                      <a:ln w="38100">
                        <a:noFill/>
                        <a:miter/>
                      </a:ln>
                    </p:spPr>
                  </p:pic>
                </p:oleObj>
              </mc:Fallback>
            </mc:AlternateContent>
          </a:graphicData>
        </a:graphic>
      </p:graphicFrame>
      <p:graphicFrame>
        <p:nvGraphicFramePr>
          <p:cNvPr id="16390" name="Object 6"/>
          <p:cNvGraphicFramePr/>
          <p:nvPr/>
        </p:nvGraphicFramePr>
        <p:xfrm>
          <a:off x="565150" y="2524125"/>
          <a:ext cx="7661275" cy="2033588"/>
        </p:xfrm>
        <a:graphic>
          <a:graphicData uri="http://schemas.openxmlformats.org/presentationml/2006/ole">
            <mc:AlternateContent xmlns:mc="http://schemas.openxmlformats.org/markup-compatibility/2006">
              <mc:Choice xmlns:v="urn:schemas-microsoft-com:vml" Requires="v">
                <p:oleObj spid="_x0000_s3508" name="" r:id="rId5" imgW="3530600" imgH="939800" progId="Equation.3">
                  <p:embed/>
                </p:oleObj>
              </mc:Choice>
              <mc:Fallback>
                <p:oleObj name="" r:id="rId5" imgW="3530600" imgH="939800" progId="Equation.3">
                  <p:embed/>
                  <p:pic>
                    <p:nvPicPr>
                      <p:cNvPr id="0" name="图片 3507"/>
                      <p:cNvPicPr/>
                      <p:nvPr/>
                    </p:nvPicPr>
                    <p:blipFill>
                      <a:blip r:embed="rId6">
                        <a:clrChange>
                          <a:clrFrom>
                            <a:srgbClr val="000000"/>
                          </a:clrFrom>
                          <a:clrTo>
                            <a:srgbClr val="FFFFFF"/>
                          </a:clrTo>
                        </a:clrChange>
                      </a:blip>
                      <a:stretch>
                        <a:fillRect/>
                      </a:stretch>
                    </p:blipFill>
                    <p:spPr>
                      <a:xfrm>
                        <a:off x="565150" y="2524125"/>
                        <a:ext cx="7661275" cy="2033588"/>
                      </a:xfrm>
                      <a:prstGeom prst="rect">
                        <a:avLst/>
                      </a:prstGeom>
                      <a:noFill/>
                      <a:ln w="38100">
                        <a:noFill/>
                        <a:miter/>
                      </a:ln>
                    </p:spPr>
                  </p:pic>
                </p:oleObj>
              </mc:Fallback>
            </mc:AlternateContent>
          </a:graphicData>
        </a:graphic>
      </p:graphicFrame>
      <p:graphicFrame>
        <p:nvGraphicFramePr>
          <p:cNvPr id="16391" name="Object 7"/>
          <p:cNvGraphicFramePr/>
          <p:nvPr/>
        </p:nvGraphicFramePr>
        <p:xfrm>
          <a:off x="4595813" y="2511425"/>
          <a:ext cx="3721100" cy="989013"/>
        </p:xfrm>
        <a:graphic>
          <a:graphicData uri="http://schemas.openxmlformats.org/presentationml/2006/ole">
            <mc:AlternateContent xmlns:mc="http://schemas.openxmlformats.org/markup-compatibility/2006">
              <mc:Choice xmlns:v="urn:schemas-microsoft-com:vml" Requires="v">
                <p:oleObj spid="_x0000_s3509" name="" r:id="rId7" imgW="1574800" imgH="419100" progId="Equation.3">
                  <p:embed/>
                </p:oleObj>
              </mc:Choice>
              <mc:Fallback>
                <p:oleObj name="" r:id="rId7" imgW="1574800" imgH="419100" progId="Equation.3">
                  <p:embed/>
                  <p:pic>
                    <p:nvPicPr>
                      <p:cNvPr id="0" name="图片 3508"/>
                      <p:cNvPicPr/>
                      <p:nvPr/>
                    </p:nvPicPr>
                    <p:blipFill>
                      <a:blip r:embed="rId8">
                        <a:clrChange>
                          <a:clrFrom>
                            <a:srgbClr val="000000"/>
                          </a:clrFrom>
                          <a:clrTo>
                            <a:srgbClr val="FFFFFF"/>
                          </a:clrTo>
                        </a:clrChange>
                      </a:blip>
                      <a:stretch>
                        <a:fillRect/>
                      </a:stretch>
                    </p:blipFill>
                    <p:spPr>
                      <a:xfrm>
                        <a:off x="4595813" y="2511425"/>
                        <a:ext cx="3721100" cy="989013"/>
                      </a:xfrm>
                      <a:prstGeom prst="rect">
                        <a:avLst/>
                      </a:prstGeom>
                      <a:noFill/>
                      <a:ln w="38100">
                        <a:noFill/>
                        <a:miter/>
                      </a:ln>
                    </p:spPr>
                  </p:pic>
                </p:oleObj>
              </mc:Fallback>
            </mc:AlternateContent>
          </a:graphicData>
        </a:graphic>
      </p:graphicFrame>
      <p:sp>
        <p:nvSpPr>
          <p:cNvPr id="16393" name="Text Box 9"/>
          <p:cNvSpPr txBox="1"/>
          <p:nvPr/>
        </p:nvSpPr>
        <p:spPr>
          <a:xfrm>
            <a:off x="755650" y="4581525"/>
            <a:ext cx="7993063" cy="1630363"/>
          </a:xfrm>
          <a:prstGeom prst="rect">
            <a:avLst/>
          </a:prstGeom>
          <a:noFill/>
          <a:ln w="12700">
            <a:noFill/>
          </a:ln>
        </p:spPr>
        <p:txBody>
          <a:bodyPr anchor="ctr" anchorCtr="0">
            <a:spAutoFit/>
          </a:bodyPr>
          <a:p>
            <a:pPr indent="571500">
              <a:lnSpc>
                <a:spcPct val="120000"/>
              </a:lnSpc>
            </a:pPr>
            <a:r>
              <a:rPr lang="en-US" altLang="zh-CN" b="0" dirty="0">
                <a:latin typeface="楷体_GB2312" pitchFamily="49" charset="-122"/>
              </a:rPr>
              <a:t>     </a:t>
            </a:r>
            <a:r>
              <a:rPr lang="en-US" altLang="zh-CN" b="0" dirty="0">
                <a:solidFill>
                  <a:schemeClr val="bg1"/>
                </a:solidFill>
                <a:latin typeface="楷体_GB2312" pitchFamily="49" charset="-122"/>
              </a:rPr>
              <a:t>cos</a:t>
            </a:r>
            <a:r>
              <a:rPr lang="en-US" altLang="zh-CN" b="0" i="1" dirty="0">
                <a:solidFill>
                  <a:schemeClr val="bg1"/>
                </a:solidFill>
                <a:latin typeface="楷体_GB2312" pitchFamily="49" charset="-122"/>
                <a:sym typeface="Symbol" panose="05050102010706020507" pitchFamily="18" charset="2"/>
              </a:rPr>
              <a:t></a:t>
            </a:r>
            <a:r>
              <a:rPr lang="en-US" altLang="zh-CN" b="0" i="1" dirty="0">
                <a:latin typeface="楷体_GB2312" pitchFamily="49" charset="-122"/>
                <a:sym typeface="Symbol" panose="05050102010706020507" pitchFamily="18" charset="2"/>
              </a:rPr>
              <a:t> </a:t>
            </a:r>
            <a:r>
              <a:rPr lang="zh-CN" altLang="en-US" dirty="0">
                <a:latin typeface="楷体_GB2312" pitchFamily="49" charset="-122"/>
              </a:rPr>
              <a:t>提高后，线路上总电流减少，但继续提高</a:t>
            </a:r>
            <a:r>
              <a:rPr lang="en-US" altLang="zh-CN" b="0" dirty="0">
                <a:solidFill>
                  <a:schemeClr val="bg1"/>
                </a:solidFill>
                <a:latin typeface="楷体_GB2312" pitchFamily="49" charset="-122"/>
              </a:rPr>
              <a:t>cos</a:t>
            </a:r>
            <a:r>
              <a:rPr lang="en-US" altLang="zh-CN" b="0" i="1" dirty="0">
                <a:solidFill>
                  <a:schemeClr val="bg1"/>
                </a:solidFill>
                <a:latin typeface="楷体_GB2312" pitchFamily="49" charset="-122"/>
                <a:sym typeface="Symbol" panose="05050102010706020507" pitchFamily="18" charset="2"/>
              </a:rPr>
              <a:t></a:t>
            </a:r>
            <a:r>
              <a:rPr lang="en-US" altLang="zh-CN" b="0" i="1" dirty="0">
                <a:latin typeface="楷体_GB2312" pitchFamily="49" charset="-122"/>
                <a:sym typeface="Symbol" panose="05050102010706020507" pitchFamily="18" charset="2"/>
              </a:rPr>
              <a:t> </a:t>
            </a:r>
            <a:r>
              <a:rPr lang="zh-CN" altLang="en-US" dirty="0">
                <a:latin typeface="楷体_GB2312" pitchFamily="49" charset="-122"/>
              </a:rPr>
              <a:t>所需电容很大，增加成本，总电流减小却不明显。因此一般将</a:t>
            </a:r>
            <a:r>
              <a:rPr lang="en-US" altLang="zh-CN" b="0" dirty="0">
                <a:solidFill>
                  <a:schemeClr val="bg1"/>
                </a:solidFill>
                <a:latin typeface="楷体_GB2312" pitchFamily="49" charset="-122"/>
              </a:rPr>
              <a:t>cos</a:t>
            </a:r>
            <a:r>
              <a:rPr lang="en-US" altLang="zh-CN" b="0" i="1" dirty="0">
                <a:solidFill>
                  <a:schemeClr val="bg1"/>
                </a:solidFill>
                <a:latin typeface="楷体_GB2312" pitchFamily="49" charset="-122"/>
                <a:sym typeface="Symbol" panose="05050102010706020507" pitchFamily="18" charset="2"/>
              </a:rPr>
              <a:t></a:t>
            </a:r>
            <a:r>
              <a:rPr lang="en-US" altLang="zh-CN" b="0" i="1" dirty="0">
                <a:latin typeface="楷体_GB2312" pitchFamily="49" charset="-122"/>
                <a:sym typeface="Symbol" panose="05050102010706020507" pitchFamily="18" charset="2"/>
              </a:rPr>
              <a:t> </a:t>
            </a:r>
            <a:r>
              <a:rPr lang="zh-CN" altLang="en-US" dirty="0">
                <a:latin typeface="楷体_GB2312" pitchFamily="49" charset="-122"/>
              </a:rPr>
              <a:t>提高到</a:t>
            </a:r>
            <a:r>
              <a:rPr lang="en-US" altLang="zh-CN" b="0" dirty="0">
                <a:solidFill>
                  <a:schemeClr val="bg1"/>
                </a:solidFill>
                <a:latin typeface="Times New Roman" panose="02020603050405020304" pitchFamily="18" charset="0"/>
              </a:rPr>
              <a:t>0.9</a:t>
            </a:r>
            <a:r>
              <a:rPr lang="zh-CN" altLang="en-US" dirty="0">
                <a:latin typeface="楷体_GB2312" pitchFamily="49" charset="-122"/>
              </a:rPr>
              <a:t>即可。</a:t>
            </a:r>
            <a:endParaRPr lang="zh-CN" altLang="en-US" dirty="0">
              <a:latin typeface="楷体_GB2312" pitchFamily="49" charset="-122"/>
            </a:endParaRPr>
          </a:p>
        </p:txBody>
      </p:sp>
      <p:grpSp>
        <p:nvGrpSpPr>
          <p:cNvPr id="68617" name="Group 14"/>
          <p:cNvGrpSpPr/>
          <p:nvPr/>
        </p:nvGrpSpPr>
        <p:grpSpPr>
          <a:xfrm>
            <a:off x="8316913" y="6446838"/>
            <a:ext cx="792162" cy="366712"/>
            <a:chOff x="5193" y="4020"/>
            <a:chExt cx="499" cy="231"/>
          </a:xfrm>
        </p:grpSpPr>
        <p:pic>
          <p:nvPicPr>
            <p:cNvPr id="68627" name="Picture 15" descr="78900"/>
            <p:cNvPicPr>
              <a:picLocks noChangeAspect="1"/>
            </p:cNvPicPr>
            <p:nvPr/>
          </p:nvPicPr>
          <p:blipFill>
            <a:blip r:embed="rId9"/>
            <a:stretch>
              <a:fillRect/>
            </a:stretch>
          </p:blipFill>
          <p:spPr>
            <a:xfrm>
              <a:off x="5193" y="4066"/>
              <a:ext cx="499" cy="181"/>
            </a:xfrm>
            <a:prstGeom prst="rect">
              <a:avLst/>
            </a:prstGeom>
            <a:noFill/>
            <a:ln w="9525">
              <a:noFill/>
            </a:ln>
          </p:spPr>
        </p:pic>
        <p:sp>
          <p:nvSpPr>
            <p:cNvPr id="68628" name="Text Box 16">
              <a:hlinkClick r:id="" action="ppaction://hlinkshowjump?jump=nextslide"/>
            </p:cNvPr>
            <p:cNvSpPr txBox="1"/>
            <p:nvPr/>
          </p:nvSpPr>
          <p:spPr>
            <a:xfrm>
              <a:off x="5216" y="4020"/>
              <a:ext cx="476" cy="231"/>
            </a:xfrm>
            <a:prstGeom prst="rect">
              <a:avLst/>
            </a:prstGeom>
            <a:noFill/>
            <a:ln w="9525">
              <a:noFill/>
            </a:ln>
          </p:spPr>
          <p:txBody>
            <a:bodyPr wrap="none">
              <a:spAutoFit/>
            </a:bodyPr>
            <a:p>
              <a:pPr>
                <a:spcBef>
                  <a:spcPct val="50000"/>
                </a:spcBef>
              </a:pPr>
              <a:r>
                <a:rPr lang="zh-CN" altLang="en-US" sz="1800" b="0" dirty="0">
                  <a:solidFill>
                    <a:schemeClr val="bg1"/>
                  </a:solidFill>
                  <a:latin typeface="隶书" panose="02010509060101010101" pitchFamily="49" charset="-122"/>
                  <a:ea typeface="隶书" panose="02010509060101010101" pitchFamily="49" charset="-122"/>
                </a:rPr>
                <a:t>下 页</a:t>
              </a:r>
              <a:endParaRPr lang="zh-CN" altLang="en-US" sz="1800" b="0" dirty="0">
                <a:solidFill>
                  <a:schemeClr val="bg1"/>
                </a:solidFill>
                <a:latin typeface="隶书" panose="02010509060101010101" pitchFamily="49" charset="-122"/>
                <a:ea typeface="隶书" panose="02010509060101010101" pitchFamily="49" charset="-122"/>
              </a:endParaRPr>
            </a:p>
          </p:txBody>
        </p:sp>
      </p:grpSp>
      <p:grpSp>
        <p:nvGrpSpPr>
          <p:cNvPr id="68618" name="Group 17"/>
          <p:cNvGrpSpPr/>
          <p:nvPr/>
        </p:nvGrpSpPr>
        <p:grpSpPr>
          <a:xfrm>
            <a:off x="7453313" y="6446838"/>
            <a:ext cx="792162" cy="366712"/>
            <a:chOff x="4649" y="4020"/>
            <a:chExt cx="499" cy="231"/>
          </a:xfrm>
        </p:grpSpPr>
        <p:pic>
          <p:nvPicPr>
            <p:cNvPr id="68625" name="Picture 18" descr="78900"/>
            <p:cNvPicPr>
              <a:picLocks noChangeAspect="1"/>
            </p:cNvPicPr>
            <p:nvPr/>
          </p:nvPicPr>
          <p:blipFill>
            <a:blip r:embed="rId9"/>
            <a:stretch>
              <a:fillRect/>
            </a:stretch>
          </p:blipFill>
          <p:spPr>
            <a:xfrm>
              <a:off x="4649" y="4066"/>
              <a:ext cx="499" cy="181"/>
            </a:xfrm>
            <a:prstGeom prst="rect">
              <a:avLst/>
            </a:prstGeom>
            <a:noFill/>
            <a:ln w="9525">
              <a:noFill/>
            </a:ln>
          </p:spPr>
        </p:pic>
        <p:sp>
          <p:nvSpPr>
            <p:cNvPr id="68626" name="Text Box 19">
              <a:hlinkClick r:id="" action="ppaction://hlinkshowjump?jump=previousslide"/>
            </p:cNvPr>
            <p:cNvSpPr txBox="1"/>
            <p:nvPr/>
          </p:nvSpPr>
          <p:spPr>
            <a:xfrm>
              <a:off x="4672" y="4020"/>
              <a:ext cx="476" cy="231"/>
            </a:xfrm>
            <a:prstGeom prst="rect">
              <a:avLst/>
            </a:prstGeom>
            <a:noFill/>
            <a:ln w="9525">
              <a:noFill/>
            </a:ln>
          </p:spPr>
          <p:txBody>
            <a:bodyPr wrap="none">
              <a:spAutoFit/>
            </a:bodyPr>
            <a:p>
              <a:pPr>
                <a:spcBef>
                  <a:spcPct val="50000"/>
                </a:spcBef>
              </a:pPr>
              <a:r>
                <a:rPr lang="zh-CN" altLang="en-US" sz="1800" b="0" dirty="0">
                  <a:solidFill>
                    <a:schemeClr val="bg1"/>
                  </a:solidFill>
                  <a:latin typeface="隶书" panose="02010509060101010101" pitchFamily="49" charset="-122"/>
                  <a:ea typeface="隶书" panose="02010509060101010101" pitchFamily="49" charset="-122"/>
                </a:rPr>
                <a:t>上 页</a:t>
              </a:r>
              <a:endParaRPr lang="zh-CN" altLang="en-US" sz="1800" b="0" dirty="0">
                <a:solidFill>
                  <a:schemeClr val="bg1"/>
                </a:solidFill>
                <a:latin typeface="隶书" panose="02010509060101010101" pitchFamily="49" charset="-122"/>
                <a:ea typeface="隶书" panose="02010509060101010101" pitchFamily="49" charset="-122"/>
              </a:endParaRPr>
            </a:p>
          </p:txBody>
        </p:sp>
      </p:grpSp>
      <p:grpSp>
        <p:nvGrpSpPr>
          <p:cNvPr id="4" name="Group 23"/>
          <p:cNvGrpSpPr/>
          <p:nvPr/>
        </p:nvGrpSpPr>
        <p:grpSpPr>
          <a:xfrm>
            <a:off x="468313" y="4437063"/>
            <a:ext cx="1847850" cy="850900"/>
            <a:chOff x="385" y="3022"/>
            <a:chExt cx="1164" cy="536"/>
          </a:xfrm>
        </p:grpSpPr>
        <p:pic>
          <p:nvPicPr>
            <p:cNvPr id="68623" name="Picture 24" descr="123"/>
            <p:cNvPicPr>
              <a:picLocks noChangeAspect="1"/>
            </p:cNvPicPr>
            <p:nvPr/>
          </p:nvPicPr>
          <p:blipFill>
            <a:blip r:embed="rId10"/>
            <a:stretch>
              <a:fillRect/>
            </a:stretch>
          </p:blipFill>
          <p:spPr>
            <a:xfrm>
              <a:off x="385" y="3022"/>
              <a:ext cx="590" cy="536"/>
            </a:xfrm>
            <a:prstGeom prst="rect">
              <a:avLst/>
            </a:prstGeom>
            <a:noFill/>
            <a:ln w="9525">
              <a:noFill/>
            </a:ln>
          </p:spPr>
        </p:pic>
        <p:sp>
          <p:nvSpPr>
            <p:cNvPr id="68624" name="Text Box 25"/>
            <p:cNvSpPr txBox="1"/>
            <p:nvPr/>
          </p:nvSpPr>
          <p:spPr>
            <a:xfrm>
              <a:off x="793" y="3116"/>
              <a:ext cx="756" cy="365"/>
            </a:xfrm>
            <a:prstGeom prst="rect">
              <a:avLst/>
            </a:prstGeom>
            <a:noFill/>
            <a:ln w="9525">
              <a:noFill/>
            </a:ln>
          </p:spPr>
          <p:txBody>
            <a:bodyPr wrap="none">
              <a:spAutoFit/>
            </a:bodyPr>
            <a:p>
              <a:r>
                <a:rPr lang="zh-CN" altLang="en-US" sz="3200" b="0" dirty="0">
                  <a:solidFill>
                    <a:srgbClr val="FA7748"/>
                  </a:solidFill>
                  <a:latin typeface="Times New Roman" panose="02020603050405020304" pitchFamily="18" charset="0"/>
                  <a:ea typeface="华文行楷" panose="02010800040101010101" pitchFamily="2" charset="-122"/>
                </a:rPr>
                <a:t>注意  </a:t>
              </a:r>
              <a:endParaRPr lang="zh-CN" altLang="en-US" sz="3200" b="0" dirty="0">
                <a:solidFill>
                  <a:srgbClr val="FA7748"/>
                </a:solidFill>
                <a:latin typeface="Times New Roman" panose="02020603050405020304" pitchFamily="18" charset="0"/>
                <a:ea typeface="华文行楷" panose="02010800040101010101" pitchFamily="2" charset="-122"/>
              </a:endParaRPr>
            </a:p>
          </p:txBody>
        </p:sp>
      </p:grpSp>
      <p:grpSp>
        <p:nvGrpSpPr>
          <p:cNvPr id="68620" name="Group 29"/>
          <p:cNvGrpSpPr/>
          <p:nvPr/>
        </p:nvGrpSpPr>
        <p:grpSpPr>
          <a:xfrm>
            <a:off x="6588125" y="6446838"/>
            <a:ext cx="792163" cy="366712"/>
            <a:chOff x="4649" y="4020"/>
            <a:chExt cx="499" cy="231"/>
          </a:xfrm>
        </p:grpSpPr>
        <p:pic>
          <p:nvPicPr>
            <p:cNvPr id="68621" name="Picture 30" descr="78900"/>
            <p:cNvPicPr>
              <a:picLocks noChangeAspect="1"/>
            </p:cNvPicPr>
            <p:nvPr/>
          </p:nvPicPr>
          <p:blipFill>
            <a:blip r:embed="rId9"/>
            <a:stretch>
              <a:fillRect/>
            </a:stretch>
          </p:blipFill>
          <p:spPr>
            <a:xfrm>
              <a:off x="4649" y="4066"/>
              <a:ext cx="499" cy="181"/>
            </a:xfrm>
            <a:prstGeom prst="rect">
              <a:avLst/>
            </a:prstGeom>
            <a:noFill/>
            <a:ln w="9525">
              <a:noFill/>
            </a:ln>
          </p:spPr>
        </p:pic>
        <p:sp>
          <p:nvSpPr>
            <p:cNvPr id="68622" name="Text Box 31">
              <a:hlinkClick r:id="" action="ppaction://hlinkshowjump?jump=firstslide"/>
            </p:cNvPr>
            <p:cNvSpPr txBox="1"/>
            <p:nvPr/>
          </p:nvSpPr>
          <p:spPr>
            <a:xfrm>
              <a:off x="4672" y="4020"/>
              <a:ext cx="476" cy="231"/>
            </a:xfrm>
            <a:prstGeom prst="rect">
              <a:avLst/>
            </a:prstGeom>
            <a:noFill/>
            <a:ln w="9525">
              <a:noFill/>
            </a:ln>
          </p:spPr>
          <p:txBody>
            <a:bodyPr wrap="none">
              <a:spAutoFit/>
            </a:bodyPr>
            <a:p>
              <a:pPr>
                <a:spcBef>
                  <a:spcPct val="50000"/>
                </a:spcBef>
              </a:pPr>
              <a:r>
                <a:rPr lang="zh-CN" altLang="en-US" sz="1800" b="0" dirty="0">
                  <a:solidFill>
                    <a:schemeClr val="bg1"/>
                  </a:solidFill>
                  <a:latin typeface="隶书" panose="02010509060101010101" pitchFamily="49" charset="-122"/>
                  <a:ea typeface="隶书" panose="02010509060101010101" pitchFamily="49" charset="-122"/>
                </a:rPr>
                <a:t>返 回</a:t>
              </a:r>
              <a:endParaRPr lang="zh-CN" altLang="en-US" sz="1800" b="0" dirty="0">
                <a:solidFill>
                  <a:schemeClr val="bg1"/>
                </a:solidFill>
                <a:latin typeface="隶书" panose="02010509060101010101" pitchFamily="49" charset="-122"/>
                <a:ea typeface="隶书" panose="02010509060101010101" pitchFamily="49" charset="-122"/>
              </a:endParaRP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withEffect">
                                  <p:stCondLst>
                                    <p:cond delay="0"/>
                                  </p:stCondLst>
                                  <p:childTnLst>
                                    <p:set>
                                      <p:cBhvr>
                                        <p:cTn id="6" dur="1" fill="hold">
                                          <p:stCondLst>
                                            <p:cond delay="0"/>
                                          </p:stCondLst>
                                        </p:cTn>
                                        <p:tgtEl>
                                          <p:spTgt spid="16386"/>
                                        </p:tgtEl>
                                        <p:attrNameLst>
                                          <p:attrName>style.visibility</p:attrName>
                                        </p:attrNameLst>
                                      </p:cBhvr>
                                      <p:to>
                                        <p:strVal val="visible"/>
                                      </p:to>
                                    </p:set>
                                    <p:animEffect transition="in" filter="wipe(left)">
                                      <p:cBhvr>
                                        <p:cTn id="7" dur="1000"/>
                                        <p:tgtEl>
                                          <p:spTgt spid="16386"/>
                                        </p:tgtEl>
                                      </p:cBhvr>
                                    </p:animEffect>
                                  </p:childTnLst>
                                </p:cTn>
                              </p:par>
                            </p:childTnLst>
                          </p:cTn>
                        </p:par>
                      </p:childTnLst>
                    </p:cTn>
                  </p:par>
                  <p:par>
                    <p:cTn id="8" fill="hold">
                      <p:stCondLst>
                        <p:cond delay="indefinite"/>
                      </p:stCondLst>
                      <p:childTnLst>
                        <p:par>
                          <p:cTn id="9" fill="hold">
                            <p:stCondLst>
                              <p:cond delay="0"/>
                            </p:stCondLst>
                            <p:childTnLst>
                              <p:par>
                                <p:cTn id="10" presetID="15" presetClass="entr" presetSubtype="0" fill="hold" grpId="0" nodeType="clickEffect">
                                  <p:stCondLst>
                                    <p:cond delay="0"/>
                                  </p:stCondLst>
                                  <p:childTnLst>
                                    <p:set>
                                      <p:cBhvr>
                                        <p:cTn id="11" dur="1" fill="hold">
                                          <p:stCondLst>
                                            <p:cond delay="0"/>
                                          </p:stCondLst>
                                        </p:cTn>
                                        <p:tgtEl>
                                          <p:spTgt spid="16388"/>
                                        </p:tgtEl>
                                        <p:attrNameLst>
                                          <p:attrName>style.visibility</p:attrName>
                                        </p:attrNameLst>
                                      </p:cBhvr>
                                      <p:to>
                                        <p:strVal val="visible"/>
                                      </p:to>
                                    </p:set>
                                    <p:anim calcmode="lin" valueType="num">
                                      <p:cBhvr>
                                        <p:cTn id="12" dur="1000" fill="hold"/>
                                        <p:tgtEl>
                                          <p:spTgt spid="16388"/>
                                        </p:tgtEl>
                                        <p:attrNameLst>
                                          <p:attrName>ppt_w</p:attrName>
                                        </p:attrNameLst>
                                      </p:cBhvr>
                                      <p:tavLst>
                                        <p:tav tm="0">
                                          <p:val>
                                            <p:fltVal val="0.000000"/>
                                          </p:val>
                                        </p:tav>
                                        <p:tav tm="100000">
                                          <p:val>
                                            <p:strVal val="#ppt_w"/>
                                          </p:val>
                                        </p:tav>
                                      </p:tavLst>
                                    </p:anim>
                                    <p:anim calcmode="lin" valueType="num">
                                      <p:cBhvr>
                                        <p:cTn id="13" dur="1000" fill="hold"/>
                                        <p:tgtEl>
                                          <p:spTgt spid="16388"/>
                                        </p:tgtEl>
                                        <p:attrNameLst>
                                          <p:attrName>ppt_h</p:attrName>
                                        </p:attrNameLst>
                                      </p:cBhvr>
                                      <p:tavLst>
                                        <p:tav tm="0">
                                          <p:val>
                                            <p:fltVal val="0.000000"/>
                                          </p:val>
                                        </p:tav>
                                        <p:tav tm="100000">
                                          <p:val>
                                            <p:strVal val="#ppt_h"/>
                                          </p:val>
                                        </p:tav>
                                      </p:tavLst>
                                    </p:anim>
                                    <p:anim calcmode="lin" valueType="num">
                                      <p:cBhvr>
                                        <p:cTn id="14" dur="1000" fill="hold"/>
                                        <p:tgtEl>
                                          <p:spTgt spid="16388"/>
                                        </p:tgtEl>
                                        <p:attrNameLst>
                                          <p:attrName>ppt_x</p:attrName>
                                        </p:attrNameLst>
                                      </p:cBhvr>
                                      <p:tavLst>
                                        <p:tav tm="0" fmla="#ppt_x+(cos(-2*pi*(1-$))*-#ppt_x-sin(-2*pi*(1-$))*(1-#ppt_y))*(1-$)">
                                          <p:val>
                                            <p:fltVal val="0.000000"/>
                                          </p:val>
                                        </p:tav>
                                        <p:tav tm="100000">
                                          <p:val>
                                            <p:fltVal val="1.000000"/>
                                          </p:val>
                                        </p:tav>
                                      </p:tavLst>
                                    </p:anim>
                                    <p:anim calcmode="lin" valueType="num">
                                      <p:cBhvr>
                                        <p:cTn id="15" dur="1000" fill="hold"/>
                                        <p:tgtEl>
                                          <p:spTgt spid="16388"/>
                                        </p:tgtEl>
                                        <p:attrNameLst>
                                          <p:attrName>ppt_y</p:attrName>
                                        </p:attrNameLst>
                                      </p:cBhvr>
                                      <p:tavLst>
                                        <p:tav tm="0" fmla="#ppt_y+(sin(-2*pi*(1-$))*-#ppt_x+cos(-2*pi*(1-$))*(1-#ppt_y))*(1-$)">
                                          <p:val>
                                            <p:fltVal val="0.000000"/>
                                          </p:val>
                                        </p:tav>
                                        <p:tav tm="100000">
                                          <p:val>
                                            <p:fltVal val="1.000000"/>
                                          </p:val>
                                        </p:tav>
                                      </p:tavLst>
                                    </p:anim>
                                  </p:childTnLst>
                                </p:cTn>
                              </p:par>
                            </p:childTnLst>
                          </p:cTn>
                        </p:par>
                      </p:childTnLst>
                    </p:cTn>
                  </p:par>
                  <p:par>
                    <p:cTn id="16" fill="hold">
                      <p:stCondLst>
                        <p:cond delay="indefinite"/>
                      </p:stCondLst>
                      <p:childTnLst>
                        <p:par>
                          <p:cTn id="17" fill="hold">
                            <p:stCondLst>
                              <p:cond delay="0"/>
                            </p:stCondLst>
                            <p:childTnLst>
                              <p:par>
                                <p:cTn id="18" presetID="3" presetClass="entr" presetSubtype="10" fill="hold" nodeType="clickEffect">
                                  <p:stCondLst>
                                    <p:cond delay="0"/>
                                  </p:stCondLst>
                                  <p:childTnLst>
                                    <p:set>
                                      <p:cBhvr>
                                        <p:cTn id="19" dur="1" fill="hold">
                                          <p:stCondLst>
                                            <p:cond delay="0"/>
                                          </p:stCondLst>
                                        </p:cTn>
                                        <p:tgtEl>
                                          <p:spTgt spid="16389"/>
                                        </p:tgtEl>
                                        <p:attrNameLst>
                                          <p:attrName>style.visibility</p:attrName>
                                        </p:attrNameLst>
                                      </p:cBhvr>
                                      <p:to>
                                        <p:strVal val="visible"/>
                                      </p:to>
                                    </p:set>
                                    <p:animEffect transition="in" filter="blinds(horizontal)">
                                      <p:cBhvr>
                                        <p:cTn id="20" dur="500"/>
                                        <p:tgtEl>
                                          <p:spTgt spid="16389"/>
                                        </p:tgtEl>
                                      </p:cBhvr>
                                    </p:animEffect>
                                  </p:childTnLst>
                                </p:cTn>
                              </p:par>
                            </p:childTnLst>
                          </p:cTn>
                        </p:par>
                      </p:childTnLst>
                    </p:cTn>
                  </p:par>
                  <p:par>
                    <p:cTn id="21" fill="hold">
                      <p:stCondLst>
                        <p:cond delay="indefinite"/>
                      </p:stCondLst>
                      <p:childTnLst>
                        <p:par>
                          <p:cTn id="22" fill="hold">
                            <p:stCondLst>
                              <p:cond delay="0"/>
                            </p:stCondLst>
                            <p:childTnLst>
                              <p:par>
                                <p:cTn id="23" presetID="22" presetClass="entr" presetSubtype="8" fill="hold" nodeType="clickEffect">
                                  <p:stCondLst>
                                    <p:cond delay="0"/>
                                  </p:stCondLst>
                                  <p:childTnLst>
                                    <p:set>
                                      <p:cBhvr>
                                        <p:cTn id="24" dur="1" fill="hold">
                                          <p:stCondLst>
                                            <p:cond delay="0"/>
                                          </p:stCondLst>
                                        </p:cTn>
                                        <p:tgtEl>
                                          <p:spTgt spid="16387"/>
                                        </p:tgtEl>
                                        <p:attrNameLst>
                                          <p:attrName>style.visibility</p:attrName>
                                        </p:attrNameLst>
                                      </p:cBhvr>
                                      <p:to>
                                        <p:strVal val="visible"/>
                                      </p:to>
                                    </p:set>
                                    <p:animEffect transition="in" filter="wipe(left)">
                                      <p:cBhvr>
                                        <p:cTn id="25" dur="2000"/>
                                        <p:tgtEl>
                                          <p:spTgt spid="16387"/>
                                        </p:tgtEl>
                                      </p:cBhvr>
                                    </p:animEffect>
                                  </p:childTnLst>
                                </p:cTn>
                              </p:par>
                            </p:childTnLst>
                          </p:cTn>
                        </p:par>
                      </p:childTnLst>
                    </p:cTn>
                  </p:par>
                  <p:par>
                    <p:cTn id="26" fill="hold">
                      <p:stCondLst>
                        <p:cond delay="indefinite"/>
                      </p:stCondLst>
                      <p:childTnLst>
                        <p:par>
                          <p:cTn id="27" fill="hold">
                            <p:stCondLst>
                              <p:cond delay="0"/>
                            </p:stCondLst>
                            <p:childTnLst>
                              <p:par>
                                <p:cTn id="28" presetID="22" presetClass="entr" presetSubtype="1" fill="hold" nodeType="clickEffect">
                                  <p:stCondLst>
                                    <p:cond delay="0"/>
                                  </p:stCondLst>
                                  <p:childTnLst>
                                    <p:set>
                                      <p:cBhvr>
                                        <p:cTn id="29" dur="1" fill="hold">
                                          <p:stCondLst>
                                            <p:cond delay="0"/>
                                          </p:stCondLst>
                                        </p:cTn>
                                        <p:tgtEl>
                                          <p:spTgt spid="16390"/>
                                        </p:tgtEl>
                                        <p:attrNameLst>
                                          <p:attrName>style.visibility</p:attrName>
                                        </p:attrNameLst>
                                      </p:cBhvr>
                                      <p:to>
                                        <p:strVal val="visible"/>
                                      </p:to>
                                    </p:set>
                                    <p:animEffect transition="in" filter="wipe(up)">
                                      <p:cBhvr>
                                        <p:cTn id="30" dur="2000"/>
                                        <p:tgtEl>
                                          <p:spTgt spid="16390"/>
                                        </p:tgtEl>
                                      </p:cBhvr>
                                    </p:animEffect>
                                  </p:childTnLst>
                                </p:cTn>
                              </p:par>
                            </p:childTnLst>
                          </p:cTn>
                        </p:par>
                      </p:childTnLst>
                    </p:cTn>
                  </p:par>
                  <p:par>
                    <p:cTn id="31" fill="hold">
                      <p:stCondLst>
                        <p:cond delay="indefinite"/>
                      </p:stCondLst>
                      <p:childTnLst>
                        <p:par>
                          <p:cTn id="32" fill="hold">
                            <p:stCondLst>
                              <p:cond delay="0"/>
                            </p:stCondLst>
                            <p:childTnLst>
                              <p:par>
                                <p:cTn id="33" presetID="18" presetClass="entr" presetSubtype="6" fill="hold" nodeType="clickEffect">
                                  <p:stCondLst>
                                    <p:cond delay="0"/>
                                  </p:stCondLst>
                                  <p:childTnLst>
                                    <p:set>
                                      <p:cBhvr>
                                        <p:cTn id="34" dur="1" fill="hold">
                                          <p:stCondLst>
                                            <p:cond delay="0"/>
                                          </p:stCondLst>
                                        </p:cTn>
                                        <p:tgtEl>
                                          <p:spTgt spid="16391"/>
                                        </p:tgtEl>
                                        <p:attrNameLst>
                                          <p:attrName>style.visibility</p:attrName>
                                        </p:attrNameLst>
                                      </p:cBhvr>
                                      <p:to>
                                        <p:strVal val="visible"/>
                                      </p:to>
                                    </p:set>
                                    <p:animEffect transition="in" filter="strips(downRight)">
                                      <p:cBhvr>
                                        <p:cTn id="35" dur="2000"/>
                                        <p:tgtEl>
                                          <p:spTgt spid="16391"/>
                                        </p:tgtEl>
                                      </p:cBhvr>
                                    </p:animEffect>
                                  </p:childTnLst>
                                </p:cTn>
                              </p:par>
                            </p:childTnLst>
                          </p:cTn>
                        </p:par>
                      </p:childTnLst>
                    </p:cTn>
                  </p:par>
                  <p:par>
                    <p:cTn id="36" fill="hold">
                      <p:stCondLst>
                        <p:cond delay="indefinite"/>
                      </p:stCondLst>
                      <p:childTnLst>
                        <p:par>
                          <p:cTn id="37" fill="hold">
                            <p:stCondLst>
                              <p:cond delay="0"/>
                            </p:stCondLst>
                            <p:childTnLst>
                              <p:par>
                                <p:cTn id="38" presetID="3" presetClass="entr" presetSubtype="10" fill="hold" nodeType="clickEffect">
                                  <p:stCondLst>
                                    <p:cond delay="0"/>
                                  </p:stCondLst>
                                  <p:childTnLst>
                                    <p:set>
                                      <p:cBhvr>
                                        <p:cTn id="39" dur="1" fill="hold">
                                          <p:stCondLst>
                                            <p:cond delay="0"/>
                                          </p:stCondLst>
                                        </p:cTn>
                                        <p:tgtEl>
                                          <p:spTgt spid="4"/>
                                        </p:tgtEl>
                                        <p:attrNameLst>
                                          <p:attrName>style.visibility</p:attrName>
                                        </p:attrNameLst>
                                      </p:cBhvr>
                                      <p:to>
                                        <p:strVal val="visible"/>
                                      </p:to>
                                    </p:set>
                                    <p:animEffect transition="in" filter="blinds(horizontal)">
                                      <p:cBhvr>
                                        <p:cTn id="40" dur="500"/>
                                        <p:tgtEl>
                                          <p:spTgt spid="4"/>
                                        </p:tgtEl>
                                      </p:cBhvr>
                                    </p:animEffect>
                                  </p:childTnLst>
                                </p:cTn>
                              </p:par>
                            </p:childTnLst>
                          </p:cTn>
                        </p:par>
                      </p:childTnLst>
                    </p:cTn>
                  </p:par>
                  <p:par>
                    <p:cTn id="41" fill="hold">
                      <p:stCondLst>
                        <p:cond delay="indefinite"/>
                      </p:stCondLst>
                      <p:childTnLst>
                        <p:par>
                          <p:cTn id="42" fill="hold">
                            <p:stCondLst>
                              <p:cond delay="0"/>
                            </p:stCondLst>
                            <p:childTnLst>
                              <p:par>
                                <p:cTn id="43" presetID="17" presetClass="entr" presetSubtype="8" fill="hold" grpId="0" nodeType="clickEffect">
                                  <p:stCondLst>
                                    <p:cond delay="0"/>
                                  </p:stCondLst>
                                  <p:iterate type="lt">
                                    <p:tmPct val="100000"/>
                                  </p:iterate>
                                  <p:childTnLst>
                                    <p:set>
                                      <p:cBhvr>
                                        <p:cTn id="44" dur="1" fill="hold">
                                          <p:stCondLst>
                                            <p:cond delay="0"/>
                                          </p:stCondLst>
                                        </p:cTn>
                                        <p:tgtEl>
                                          <p:spTgt spid="16393"/>
                                        </p:tgtEl>
                                        <p:attrNameLst>
                                          <p:attrName>style.visibility</p:attrName>
                                        </p:attrNameLst>
                                      </p:cBhvr>
                                      <p:to>
                                        <p:strVal val="visible"/>
                                      </p:to>
                                    </p:set>
                                    <p:anim calcmode="lin" valueType="num">
                                      <p:cBhvr>
                                        <p:cTn id="45" dur="75" fill="hold"/>
                                        <p:tgtEl>
                                          <p:spTgt spid="16393"/>
                                        </p:tgtEl>
                                        <p:attrNameLst>
                                          <p:attrName>ppt_x</p:attrName>
                                        </p:attrNameLst>
                                      </p:cBhvr>
                                      <p:tavLst>
                                        <p:tav tm="0">
                                          <p:val>
                                            <p:strVal val="#ppt_x-#ppt_w/2"/>
                                          </p:val>
                                        </p:tav>
                                        <p:tav tm="100000">
                                          <p:val>
                                            <p:strVal val="#ppt_x"/>
                                          </p:val>
                                        </p:tav>
                                      </p:tavLst>
                                    </p:anim>
                                    <p:anim calcmode="lin" valueType="num">
                                      <p:cBhvr>
                                        <p:cTn id="46" dur="75" fill="hold"/>
                                        <p:tgtEl>
                                          <p:spTgt spid="16393"/>
                                        </p:tgtEl>
                                        <p:attrNameLst>
                                          <p:attrName>ppt_y</p:attrName>
                                        </p:attrNameLst>
                                      </p:cBhvr>
                                      <p:tavLst>
                                        <p:tav tm="0">
                                          <p:val>
                                            <p:strVal val="#ppt_y"/>
                                          </p:val>
                                        </p:tav>
                                        <p:tav tm="100000">
                                          <p:val>
                                            <p:strVal val="#ppt_y"/>
                                          </p:val>
                                        </p:tav>
                                      </p:tavLst>
                                    </p:anim>
                                    <p:anim calcmode="lin" valueType="num">
                                      <p:cBhvr>
                                        <p:cTn id="47" dur="75" fill="hold"/>
                                        <p:tgtEl>
                                          <p:spTgt spid="16393"/>
                                        </p:tgtEl>
                                        <p:attrNameLst>
                                          <p:attrName>ppt_w</p:attrName>
                                        </p:attrNameLst>
                                      </p:cBhvr>
                                      <p:tavLst>
                                        <p:tav tm="0">
                                          <p:val>
                                            <p:fltVal val="0.000000"/>
                                          </p:val>
                                        </p:tav>
                                        <p:tav tm="100000">
                                          <p:val>
                                            <p:strVal val="#ppt_w"/>
                                          </p:val>
                                        </p:tav>
                                      </p:tavLst>
                                    </p:anim>
                                    <p:anim calcmode="lin" valueType="num">
                                      <p:cBhvr>
                                        <p:cTn id="48" dur="75" fill="hold"/>
                                        <p:tgtEl>
                                          <p:spTgt spid="16393"/>
                                        </p:tgtEl>
                                        <p:attrNameLst>
                                          <p:attrName>ppt_h</p:attrName>
                                        </p:attrNameLst>
                                      </p:cBhvr>
                                      <p:tavLst>
                                        <p:tav tm="0">
                                          <p:val>
                                            <p:strVal val="#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386" grpId="0"/>
      <p:bldP spid="16388" grpId="0" animBg="1"/>
      <p:bldP spid="16393" grpId="0"/>
    </p:bldLst>
  </p:timing>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4338" name="Text Box 2"/>
          <p:cNvSpPr txBox="1"/>
          <p:nvPr/>
        </p:nvSpPr>
        <p:spPr>
          <a:xfrm>
            <a:off x="2484438" y="404813"/>
            <a:ext cx="3527425" cy="762000"/>
          </a:xfrm>
          <a:prstGeom prst="rect">
            <a:avLst/>
          </a:prstGeom>
          <a:noFill/>
          <a:ln w="12700">
            <a:noFill/>
          </a:ln>
          <a:effectLst>
            <a:prstShdw prst="shdw17" dist="17961" dir="2699999">
              <a:srgbClr val="7A8E99"/>
            </a:prstShdw>
          </a:effectLst>
        </p:spPr>
        <p:txBody>
          <a:bodyPr anchor="ctr" anchorCtr="0">
            <a:spAutoFit/>
          </a:bodyPr>
          <a:p>
            <a:pPr algn="ctr"/>
            <a:r>
              <a:rPr lang="en-US" altLang="zh-CN" sz="4400" b="0" dirty="0">
                <a:solidFill>
                  <a:schemeClr val="bg1"/>
                </a:solidFill>
                <a:latin typeface="Times New Roman" panose="02020603050405020304" pitchFamily="18" charset="0"/>
              </a:rPr>
              <a:t>9-5</a:t>
            </a:r>
            <a:r>
              <a:rPr lang="en-US" altLang="zh-CN" sz="4400" dirty="0">
                <a:solidFill>
                  <a:schemeClr val="bg1"/>
                </a:solidFill>
                <a:latin typeface="楷体_GB2312" pitchFamily="49" charset="-122"/>
              </a:rPr>
              <a:t>  </a:t>
            </a:r>
            <a:r>
              <a:rPr lang="zh-CN" altLang="en-US" sz="4400" dirty="0">
                <a:solidFill>
                  <a:schemeClr val="bg1"/>
                </a:solidFill>
                <a:latin typeface="楷体_GB2312" pitchFamily="49" charset="-122"/>
              </a:rPr>
              <a:t>复功率</a:t>
            </a:r>
            <a:endParaRPr lang="zh-CN" altLang="en-US" sz="4400" dirty="0">
              <a:solidFill>
                <a:schemeClr val="bg1"/>
              </a:solidFill>
              <a:latin typeface="楷体_GB2312" pitchFamily="49" charset="-122"/>
            </a:endParaRPr>
          </a:p>
        </p:txBody>
      </p:sp>
      <p:sp>
        <p:nvSpPr>
          <p:cNvPr id="14339" name="Text Box 3"/>
          <p:cNvSpPr txBox="1"/>
          <p:nvPr/>
        </p:nvSpPr>
        <p:spPr>
          <a:xfrm>
            <a:off x="395288" y="1022350"/>
            <a:ext cx="2065337" cy="579438"/>
          </a:xfrm>
          <a:prstGeom prst="rect">
            <a:avLst/>
          </a:prstGeom>
          <a:noFill/>
          <a:ln w="12700">
            <a:noFill/>
          </a:ln>
        </p:spPr>
        <p:txBody>
          <a:bodyPr anchor="ctr" anchorCtr="0">
            <a:spAutoFit/>
          </a:bodyPr>
          <a:p>
            <a:pPr algn="ctr"/>
            <a:r>
              <a:rPr lang="en-US" altLang="zh-CN" sz="3200" dirty="0">
                <a:solidFill>
                  <a:schemeClr val="bg1"/>
                </a:solidFill>
                <a:latin typeface="楷体_GB2312" pitchFamily="49" charset="-122"/>
              </a:rPr>
              <a:t>1. </a:t>
            </a:r>
            <a:r>
              <a:rPr lang="zh-CN" altLang="en-US" sz="3200" dirty="0">
                <a:solidFill>
                  <a:schemeClr val="bg1"/>
                </a:solidFill>
                <a:latin typeface="楷体_GB2312" pitchFamily="49" charset="-122"/>
              </a:rPr>
              <a:t>复功率</a:t>
            </a:r>
            <a:endParaRPr lang="zh-CN" altLang="en-US" sz="3200" dirty="0">
              <a:solidFill>
                <a:schemeClr val="bg1"/>
              </a:solidFill>
              <a:latin typeface="楷体_GB2312" pitchFamily="49" charset="-122"/>
            </a:endParaRPr>
          </a:p>
        </p:txBody>
      </p:sp>
      <p:graphicFrame>
        <p:nvGraphicFramePr>
          <p:cNvPr id="14349" name="Object 13"/>
          <p:cNvGraphicFramePr/>
          <p:nvPr/>
        </p:nvGraphicFramePr>
        <p:xfrm>
          <a:off x="4276725" y="2276475"/>
          <a:ext cx="4570413" cy="712788"/>
        </p:xfrm>
        <a:graphic>
          <a:graphicData uri="http://schemas.openxmlformats.org/presentationml/2006/ole">
            <mc:AlternateContent xmlns:mc="http://schemas.openxmlformats.org/markup-compatibility/2006">
              <mc:Choice xmlns:v="urn:schemas-microsoft-com:vml" Requires="v">
                <p:oleObj spid="_x0000_s3511" name="" r:id="rId1" imgW="1536065" imgH="241300" progId="Equation.3">
                  <p:embed/>
                </p:oleObj>
              </mc:Choice>
              <mc:Fallback>
                <p:oleObj name="" r:id="rId1" imgW="1536065" imgH="241300" progId="Equation.3">
                  <p:embed/>
                  <p:pic>
                    <p:nvPicPr>
                      <p:cNvPr id="0" name="图片 3510"/>
                      <p:cNvPicPr/>
                      <p:nvPr/>
                    </p:nvPicPr>
                    <p:blipFill>
                      <a:blip r:embed="rId2">
                        <a:clrChange>
                          <a:clrFrom>
                            <a:srgbClr val="000000"/>
                          </a:clrFrom>
                          <a:clrTo>
                            <a:srgbClr val="990033"/>
                          </a:clrTo>
                        </a:clrChange>
                      </a:blip>
                      <a:stretch>
                        <a:fillRect/>
                      </a:stretch>
                    </p:blipFill>
                    <p:spPr>
                      <a:xfrm>
                        <a:off x="4276725" y="2276475"/>
                        <a:ext cx="4570413" cy="712788"/>
                      </a:xfrm>
                      <a:prstGeom prst="rect">
                        <a:avLst/>
                      </a:prstGeom>
                      <a:gradFill rotWithShape="1">
                        <a:gsLst>
                          <a:gs pos="0">
                            <a:srgbClr val="0099FF"/>
                          </a:gs>
                          <a:gs pos="50000">
                            <a:schemeClr val="bg1"/>
                          </a:gs>
                          <a:gs pos="100000">
                            <a:srgbClr val="0099FF"/>
                          </a:gs>
                        </a:gsLst>
                        <a:lin ang="5400000" scaled="1"/>
                        <a:tileRect/>
                      </a:gradFill>
                      <a:ln w="38100">
                        <a:noFill/>
                        <a:miter/>
                      </a:ln>
                    </p:spPr>
                  </p:pic>
                </p:oleObj>
              </mc:Fallback>
            </mc:AlternateContent>
          </a:graphicData>
        </a:graphic>
      </p:graphicFrame>
      <p:grpSp>
        <p:nvGrpSpPr>
          <p:cNvPr id="2" name="Group 56"/>
          <p:cNvGrpSpPr/>
          <p:nvPr/>
        </p:nvGrpSpPr>
        <p:grpSpPr>
          <a:xfrm>
            <a:off x="539750" y="2420938"/>
            <a:ext cx="2176463" cy="1538287"/>
            <a:chOff x="340" y="1525"/>
            <a:chExt cx="1371" cy="969"/>
          </a:xfrm>
        </p:grpSpPr>
        <p:sp>
          <p:nvSpPr>
            <p:cNvPr id="69658" name="Freeform 23"/>
            <p:cNvSpPr/>
            <p:nvPr/>
          </p:nvSpPr>
          <p:spPr>
            <a:xfrm>
              <a:off x="660" y="1842"/>
              <a:ext cx="582" cy="3"/>
            </a:xfrm>
            <a:custGeom>
              <a:avLst/>
              <a:gdLst>
                <a:gd name="txL" fmla="*/ 0 w 540"/>
                <a:gd name="txT" fmla="*/ 0 h 2"/>
                <a:gd name="txR" fmla="*/ 540 w 540"/>
                <a:gd name="txB" fmla="*/ 2 h 2"/>
              </a:gdLst>
              <a:ahLst/>
              <a:cxnLst>
                <a:cxn ang="0">
                  <a:pos x="0" y="2"/>
                </a:cxn>
                <a:cxn ang="0">
                  <a:pos x="540" y="0"/>
                </a:cxn>
              </a:cxnLst>
              <a:rect l="txL" t="txT" r="txR" b="txB"/>
              <a:pathLst>
                <a:path w="540" h="2">
                  <a:moveTo>
                    <a:pt x="0" y="2"/>
                  </a:moveTo>
                  <a:lnTo>
                    <a:pt x="540" y="0"/>
                  </a:lnTo>
                </a:path>
              </a:pathLst>
            </a:custGeom>
            <a:noFill/>
            <a:ln w="28575" cap="flat" cmpd="sng">
              <a:solidFill>
                <a:srgbClr val="FFCC00"/>
              </a:solidFill>
              <a:prstDash val="solid"/>
              <a:round/>
              <a:headEnd type="none" w="med" len="med"/>
              <a:tailEnd type="none" w="med" len="med"/>
            </a:ln>
          </p:spPr>
          <p:txBody>
            <a:bodyPr wrap="none" anchor="ctr" anchorCtr="0"/>
            <a:p>
              <a:endParaRPr lang="zh-CN" altLang="en-US" dirty="0">
                <a:latin typeface="楷体_GB2312" pitchFamily="49" charset="-122"/>
              </a:endParaRPr>
            </a:p>
          </p:txBody>
        </p:sp>
        <p:graphicFrame>
          <p:nvGraphicFramePr>
            <p:cNvPr id="69639" name="Object 15"/>
            <p:cNvGraphicFramePr/>
            <p:nvPr/>
          </p:nvGraphicFramePr>
          <p:xfrm>
            <a:off x="340" y="1954"/>
            <a:ext cx="273" cy="351"/>
          </p:xfrm>
          <a:graphic>
            <a:graphicData uri="http://schemas.openxmlformats.org/presentationml/2006/ole">
              <mc:AlternateContent xmlns:mc="http://schemas.openxmlformats.org/markup-compatibility/2006">
                <mc:Choice xmlns:v="urn:schemas-microsoft-com:vml" Requires="v">
                  <p:oleObj spid="_x0000_s3512" name="" r:id="rId3" imgW="177800" imgH="227965" progId="Equation.3">
                    <p:embed/>
                  </p:oleObj>
                </mc:Choice>
                <mc:Fallback>
                  <p:oleObj name="" r:id="rId3" imgW="177800" imgH="227965" progId="Equation.3">
                    <p:embed/>
                    <p:pic>
                      <p:nvPicPr>
                        <p:cNvPr id="0" name="图片 3511"/>
                        <p:cNvPicPr/>
                        <p:nvPr/>
                      </p:nvPicPr>
                      <p:blipFill>
                        <a:blip r:embed="rId4">
                          <a:clrChange>
                            <a:clrFrom>
                              <a:srgbClr val="000000"/>
                            </a:clrFrom>
                            <a:clrTo>
                              <a:srgbClr val="FFFFFF"/>
                            </a:clrTo>
                          </a:clrChange>
                        </a:blip>
                        <a:stretch>
                          <a:fillRect/>
                        </a:stretch>
                      </p:blipFill>
                      <p:spPr>
                        <a:xfrm>
                          <a:off x="340" y="1954"/>
                          <a:ext cx="273" cy="351"/>
                        </a:xfrm>
                        <a:prstGeom prst="rect">
                          <a:avLst/>
                        </a:prstGeom>
                        <a:noFill/>
                        <a:ln w="38100">
                          <a:noFill/>
                          <a:miter/>
                        </a:ln>
                      </p:spPr>
                    </p:pic>
                  </p:oleObj>
                </mc:Fallback>
              </mc:AlternateContent>
            </a:graphicData>
          </a:graphic>
        </p:graphicFrame>
        <p:graphicFrame>
          <p:nvGraphicFramePr>
            <p:cNvPr id="69640" name="Object 16"/>
            <p:cNvGraphicFramePr/>
            <p:nvPr/>
          </p:nvGraphicFramePr>
          <p:xfrm>
            <a:off x="839" y="1525"/>
            <a:ext cx="171" cy="296"/>
          </p:xfrm>
          <a:graphic>
            <a:graphicData uri="http://schemas.openxmlformats.org/presentationml/2006/ole">
              <mc:AlternateContent xmlns:mc="http://schemas.openxmlformats.org/markup-compatibility/2006">
                <mc:Choice xmlns:v="urn:schemas-microsoft-com:vml" Requires="v">
                  <p:oleObj spid="_x0000_s3515" name="" r:id="rId5" imgW="127000" imgH="215265" progId="Equation.3">
                    <p:embed/>
                  </p:oleObj>
                </mc:Choice>
                <mc:Fallback>
                  <p:oleObj name="" r:id="rId5" imgW="127000" imgH="215265" progId="Equation.3">
                    <p:embed/>
                    <p:pic>
                      <p:nvPicPr>
                        <p:cNvPr id="0" name="图片 3514"/>
                        <p:cNvPicPr/>
                        <p:nvPr/>
                      </p:nvPicPr>
                      <p:blipFill>
                        <a:blip r:embed="rId6">
                          <a:clrChange>
                            <a:clrFrom>
                              <a:srgbClr val="000000"/>
                            </a:clrFrom>
                            <a:clrTo>
                              <a:srgbClr val="FFFFFF"/>
                            </a:clrTo>
                          </a:clrChange>
                        </a:blip>
                        <a:stretch>
                          <a:fillRect/>
                        </a:stretch>
                      </p:blipFill>
                      <p:spPr>
                        <a:xfrm>
                          <a:off x="839" y="1525"/>
                          <a:ext cx="171" cy="296"/>
                        </a:xfrm>
                        <a:prstGeom prst="rect">
                          <a:avLst/>
                        </a:prstGeom>
                        <a:noFill/>
                        <a:ln w="38100">
                          <a:noFill/>
                          <a:miter/>
                        </a:ln>
                      </p:spPr>
                    </p:pic>
                  </p:oleObj>
                </mc:Fallback>
              </mc:AlternateContent>
            </a:graphicData>
          </a:graphic>
        </p:graphicFrame>
        <p:sp>
          <p:nvSpPr>
            <p:cNvPr id="14353" name="Rectangle 17"/>
            <p:cNvSpPr>
              <a:spLocks noChangeArrowheads="1"/>
            </p:cNvSpPr>
            <p:nvPr/>
          </p:nvSpPr>
          <p:spPr bwMode="auto">
            <a:xfrm>
              <a:off x="1245" y="1712"/>
              <a:ext cx="466" cy="782"/>
            </a:xfrm>
            <a:prstGeom prst="rect">
              <a:avLst/>
            </a:prstGeom>
            <a:gradFill rotWithShape="1">
              <a:gsLst>
                <a:gs pos="0">
                  <a:schemeClr val="hlink"/>
                </a:gs>
                <a:gs pos="100000">
                  <a:schemeClr val="hlink">
                    <a:gamma/>
                    <a:shade val="46275"/>
                    <a:invGamma/>
                  </a:schemeClr>
                </a:gs>
              </a:gsLst>
              <a:path path="shape">
                <a:fillToRect l="50000" t="50000" r="50000" b="50000"/>
              </a:path>
            </a:gradFill>
            <a:ln w="28575">
              <a:solidFill>
                <a:srgbClr val="008000"/>
              </a:solidFill>
              <a:miter lim="800000"/>
            </a:ln>
            <a:effectLst/>
          </p:spPr>
          <p:txBody>
            <a:bodyPr wrap="none" anchor="ctr"/>
            <a:lstStyle/>
            <a:p>
              <a:pPr marL="0" marR="0" lvl="0" indent="0" algn="ctr" defTabSz="914400" rtl="0" eaLnBrk="1" fontAlgn="base" latinLnBrk="0" hangingPunct="1">
                <a:lnSpc>
                  <a:spcPct val="100000"/>
                </a:lnSpc>
                <a:spcBef>
                  <a:spcPct val="0"/>
                </a:spcBef>
                <a:spcAft>
                  <a:spcPct val="0"/>
                </a:spcAft>
                <a:buClrTx/>
                <a:buSzTx/>
                <a:buFontTx/>
                <a:buNone/>
                <a:defRPr/>
              </a:pPr>
              <a:r>
                <a:rPr kumimoji="1" lang="zh-CN" altLang="en-US" sz="2400" b="1" i="0" u="none" strike="noStrike" kern="1200" cap="none" spc="0" normalizeH="0" baseline="0" noProof="0">
                  <a:ln>
                    <a:noFill/>
                  </a:ln>
                  <a:solidFill>
                    <a:schemeClr val="bg1"/>
                  </a:solidFill>
                  <a:effectLst/>
                  <a:uLnTx/>
                  <a:uFillTx/>
                  <a:latin typeface="Times New Roman" panose="02020603050405020304" pitchFamily="18" charset="0"/>
                  <a:ea typeface="宋体" panose="02010600030101010101" pitchFamily="2" charset="-122"/>
                  <a:cs typeface="+mn-cs"/>
                </a:rPr>
                <a:t>负</a:t>
              </a:r>
              <a:endParaRPr kumimoji="1" lang="zh-CN" altLang="en-US" sz="2400" b="1" i="0" u="none" strike="noStrike" kern="1200" cap="none" spc="0" normalizeH="0" baseline="0" noProof="0">
                <a:ln>
                  <a:noFill/>
                </a:ln>
                <a:solidFill>
                  <a:schemeClr val="bg1"/>
                </a:solidFill>
                <a:effectLst/>
                <a:uLnTx/>
                <a:uFillTx/>
                <a:latin typeface="Times New Roman" panose="02020603050405020304" pitchFamily="18" charset="0"/>
                <a:ea typeface="宋体" panose="02010600030101010101" pitchFamily="2" charset="-122"/>
                <a:cs typeface="+mn-cs"/>
              </a:endParaRPr>
            </a:p>
            <a:p>
              <a:pPr marL="0" marR="0" lvl="0" indent="0" algn="ctr" defTabSz="914400" rtl="0" eaLnBrk="1" fontAlgn="base" latinLnBrk="0" hangingPunct="1">
                <a:lnSpc>
                  <a:spcPct val="100000"/>
                </a:lnSpc>
                <a:spcBef>
                  <a:spcPct val="0"/>
                </a:spcBef>
                <a:spcAft>
                  <a:spcPct val="0"/>
                </a:spcAft>
                <a:buClrTx/>
                <a:buSzTx/>
                <a:buFontTx/>
                <a:buNone/>
                <a:defRPr/>
              </a:pPr>
              <a:r>
                <a:rPr kumimoji="1" lang="zh-CN" altLang="en-US" sz="2400" b="1" i="0" u="none" strike="noStrike" kern="1200" cap="none" spc="0" normalizeH="0" baseline="0" noProof="0">
                  <a:ln>
                    <a:noFill/>
                  </a:ln>
                  <a:solidFill>
                    <a:schemeClr val="bg1"/>
                  </a:solidFill>
                  <a:effectLst/>
                  <a:uLnTx/>
                  <a:uFillTx/>
                  <a:latin typeface="Times New Roman" panose="02020603050405020304" pitchFamily="18" charset="0"/>
                  <a:ea typeface="宋体" panose="02010600030101010101" pitchFamily="2" charset="-122"/>
                  <a:cs typeface="+mn-cs"/>
                </a:rPr>
                <a:t>载</a:t>
              </a:r>
              <a:endParaRPr kumimoji="1" lang="zh-CN" altLang="en-US" sz="2400" b="1" i="0" u="none" strike="noStrike" kern="1200" cap="none" spc="0" normalizeH="0" baseline="0" noProof="0">
                <a:ln>
                  <a:noFill/>
                </a:ln>
                <a:solidFill>
                  <a:schemeClr val="bg1"/>
                </a:solidFill>
                <a:effectLst/>
                <a:uLnTx/>
                <a:uFillTx/>
                <a:latin typeface="Times New Roman" panose="02020603050405020304" pitchFamily="18" charset="0"/>
                <a:ea typeface="宋体" panose="02010600030101010101" pitchFamily="2" charset="-122"/>
                <a:cs typeface="+mn-cs"/>
              </a:endParaRPr>
            </a:p>
          </p:txBody>
        </p:sp>
        <p:sp>
          <p:nvSpPr>
            <p:cNvPr id="69660" name="Freeform 18"/>
            <p:cNvSpPr/>
            <p:nvPr/>
          </p:nvSpPr>
          <p:spPr>
            <a:xfrm>
              <a:off x="660" y="2364"/>
              <a:ext cx="582" cy="2"/>
            </a:xfrm>
            <a:custGeom>
              <a:avLst/>
              <a:gdLst>
                <a:gd name="txL" fmla="*/ 0 w 540"/>
                <a:gd name="txT" fmla="*/ 0 h 2"/>
                <a:gd name="txR" fmla="*/ 540 w 540"/>
                <a:gd name="txB" fmla="*/ 2 h 2"/>
              </a:gdLst>
              <a:ahLst/>
              <a:cxnLst>
                <a:cxn ang="0">
                  <a:pos x="0" y="2"/>
                </a:cxn>
                <a:cxn ang="0">
                  <a:pos x="540" y="0"/>
                </a:cxn>
              </a:cxnLst>
              <a:rect l="txL" t="txT" r="txR" b="txB"/>
              <a:pathLst>
                <a:path w="540" h="2">
                  <a:moveTo>
                    <a:pt x="0" y="2"/>
                  </a:moveTo>
                  <a:lnTo>
                    <a:pt x="540" y="0"/>
                  </a:lnTo>
                </a:path>
              </a:pathLst>
            </a:custGeom>
            <a:noFill/>
            <a:ln w="28575" cap="flat" cmpd="sng">
              <a:solidFill>
                <a:srgbClr val="FFCC00"/>
              </a:solidFill>
              <a:prstDash val="solid"/>
              <a:round/>
              <a:headEnd type="none" w="med" len="med"/>
              <a:tailEnd type="none" w="med" len="med"/>
            </a:ln>
          </p:spPr>
          <p:txBody>
            <a:bodyPr wrap="none" anchor="ctr" anchorCtr="0"/>
            <a:p>
              <a:endParaRPr lang="zh-CN" altLang="en-US" dirty="0">
                <a:latin typeface="楷体_GB2312" pitchFamily="49" charset="-122"/>
              </a:endParaRPr>
            </a:p>
          </p:txBody>
        </p:sp>
        <p:sp>
          <p:nvSpPr>
            <p:cNvPr id="69661" name="Line 19"/>
            <p:cNvSpPr/>
            <p:nvPr/>
          </p:nvSpPr>
          <p:spPr>
            <a:xfrm>
              <a:off x="748" y="1842"/>
              <a:ext cx="311" cy="0"/>
            </a:xfrm>
            <a:prstGeom prst="line">
              <a:avLst/>
            </a:prstGeom>
            <a:ln w="28575" cap="flat" cmpd="sng">
              <a:solidFill>
                <a:srgbClr val="66FFFF"/>
              </a:solidFill>
              <a:prstDash val="solid"/>
              <a:headEnd type="none" w="med" len="med"/>
              <a:tailEnd type="triangle" w="med" len="med"/>
            </a:ln>
          </p:spPr>
        </p:sp>
        <p:sp>
          <p:nvSpPr>
            <p:cNvPr id="69662" name="Text Box 20"/>
            <p:cNvSpPr txBox="1"/>
            <p:nvPr/>
          </p:nvSpPr>
          <p:spPr>
            <a:xfrm>
              <a:off x="366" y="1672"/>
              <a:ext cx="242" cy="288"/>
            </a:xfrm>
            <a:prstGeom prst="rect">
              <a:avLst/>
            </a:prstGeom>
            <a:noFill/>
            <a:ln w="12700">
              <a:noFill/>
            </a:ln>
          </p:spPr>
          <p:txBody>
            <a:bodyPr anchor="ctr" anchorCtr="0">
              <a:spAutoFit/>
            </a:bodyPr>
            <a:p>
              <a:pPr algn="ctr"/>
              <a:r>
                <a:rPr lang="en-US" altLang="zh-CN" sz="2400" dirty="0">
                  <a:solidFill>
                    <a:schemeClr val="bg1"/>
                  </a:solidFill>
                  <a:latin typeface="Times New Roman" panose="02020603050405020304" pitchFamily="18" charset="0"/>
                  <a:ea typeface="宋体" panose="02010600030101010101" pitchFamily="2" charset="-122"/>
                </a:rPr>
                <a:t>+</a:t>
              </a:r>
              <a:endParaRPr lang="en-US" altLang="zh-CN" sz="2400" dirty="0">
                <a:solidFill>
                  <a:schemeClr val="bg1"/>
                </a:solidFill>
                <a:latin typeface="Times New Roman" panose="02020603050405020304" pitchFamily="18" charset="0"/>
                <a:ea typeface="宋体" panose="02010600030101010101" pitchFamily="2" charset="-122"/>
              </a:endParaRPr>
            </a:p>
          </p:txBody>
        </p:sp>
        <p:sp>
          <p:nvSpPr>
            <p:cNvPr id="69663" name="Text Box 21"/>
            <p:cNvSpPr txBox="1"/>
            <p:nvPr/>
          </p:nvSpPr>
          <p:spPr>
            <a:xfrm>
              <a:off x="379" y="2141"/>
              <a:ext cx="229" cy="288"/>
            </a:xfrm>
            <a:prstGeom prst="rect">
              <a:avLst/>
            </a:prstGeom>
            <a:noFill/>
            <a:ln w="12700">
              <a:noFill/>
            </a:ln>
          </p:spPr>
          <p:txBody>
            <a:bodyPr anchor="ctr" anchorCtr="0">
              <a:spAutoFit/>
            </a:bodyPr>
            <a:p>
              <a:pPr algn="ctr"/>
              <a:r>
                <a:rPr lang="en-US" altLang="zh-CN" sz="2400" dirty="0">
                  <a:solidFill>
                    <a:schemeClr val="bg1"/>
                  </a:solidFill>
                  <a:latin typeface="Times New Roman" panose="02020603050405020304" pitchFamily="18" charset="0"/>
                  <a:ea typeface="宋体" panose="02010600030101010101" pitchFamily="2" charset="-122"/>
                </a:rPr>
                <a:t>_</a:t>
              </a:r>
              <a:endParaRPr lang="en-US" altLang="zh-CN" sz="2400" dirty="0">
                <a:solidFill>
                  <a:schemeClr val="bg1"/>
                </a:solidFill>
                <a:latin typeface="Times New Roman" panose="02020603050405020304" pitchFamily="18" charset="0"/>
                <a:ea typeface="宋体" panose="02010600030101010101" pitchFamily="2" charset="-122"/>
              </a:endParaRPr>
            </a:p>
          </p:txBody>
        </p:sp>
        <p:sp>
          <p:nvSpPr>
            <p:cNvPr id="69664" name="Oval 22"/>
            <p:cNvSpPr/>
            <p:nvPr/>
          </p:nvSpPr>
          <p:spPr>
            <a:xfrm>
              <a:off x="608" y="2338"/>
              <a:ext cx="52" cy="52"/>
            </a:xfrm>
            <a:prstGeom prst="ellipse">
              <a:avLst/>
            </a:prstGeom>
            <a:noFill/>
            <a:ln w="28575" cap="flat" cmpd="sng">
              <a:solidFill>
                <a:srgbClr val="FFCC00"/>
              </a:solidFill>
              <a:prstDash val="solid"/>
              <a:headEnd type="none" w="med" len="med"/>
              <a:tailEnd type="none" w="med" len="med"/>
            </a:ln>
          </p:spPr>
          <p:txBody>
            <a:bodyPr wrap="none" anchor="ctr" anchorCtr="0"/>
            <a:p>
              <a:endParaRPr lang="zh-CN" altLang="en-US" dirty="0">
                <a:latin typeface="楷体_GB2312" pitchFamily="49" charset="-122"/>
              </a:endParaRPr>
            </a:p>
          </p:txBody>
        </p:sp>
        <p:sp>
          <p:nvSpPr>
            <p:cNvPr id="69665" name="Oval 24"/>
            <p:cNvSpPr/>
            <p:nvPr/>
          </p:nvSpPr>
          <p:spPr>
            <a:xfrm>
              <a:off x="608" y="1816"/>
              <a:ext cx="52" cy="52"/>
            </a:xfrm>
            <a:prstGeom prst="ellipse">
              <a:avLst/>
            </a:prstGeom>
            <a:noFill/>
            <a:ln w="28575" cap="flat" cmpd="sng">
              <a:solidFill>
                <a:srgbClr val="FFCC00"/>
              </a:solidFill>
              <a:prstDash val="solid"/>
              <a:headEnd type="none" w="med" len="med"/>
              <a:tailEnd type="none" w="med" len="med"/>
            </a:ln>
          </p:spPr>
          <p:txBody>
            <a:bodyPr wrap="none" anchor="ctr" anchorCtr="0"/>
            <a:p>
              <a:endParaRPr lang="zh-CN" altLang="en-US" dirty="0">
                <a:latin typeface="楷体_GB2312" pitchFamily="49" charset="-122"/>
              </a:endParaRPr>
            </a:p>
          </p:txBody>
        </p:sp>
      </p:grpSp>
      <p:sp>
        <p:nvSpPr>
          <p:cNvPr id="14361" name="Text Box 25"/>
          <p:cNvSpPr txBox="1"/>
          <p:nvPr/>
        </p:nvSpPr>
        <p:spPr>
          <a:xfrm>
            <a:off x="3203575" y="2349500"/>
            <a:ext cx="1439863" cy="519113"/>
          </a:xfrm>
          <a:prstGeom prst="rect">
            <a:avLst/>
          </a:prstGeom>
          <a:noFill/>
          <a:ln w="9525">
            <a:noFill/>
          </a:ln>
        </p:spPr>
        <p:txBody>
          <a:bodyPr>
            <a:spAutoFit/>
          </a:bodyPr>
          <a:p>
            <a:pPr>
              <a:spcBef>
                <a:spcPct val="50000"/>
              </a:spcBef>
            </a:pPr>
            <a:r>
              <a:rPr lang="zh-CN" altLang="en-US" dirty="0">
                <a:latin typeface="Arial" panose="020B0604020202020204" pitchFamily="34" charset="0"/>
              </a:rPr>
              <a:t>定义：</a:t>
            </a:r>
            <a:endParaRPr lang="zh-CN" altLang="en-US" dirty="0">
              <a:latin typeface="Arial" panose="020B0604020202020204" pitchFamily="34" charset="0"/>
            </a:endParaRPr>
          </a:p>
        </p:txBody>
      </p:sp>
      <p:graphicFrame>
        <p:nvGraphicFramePr>
          <p:cNvPr id="14362" name="Object 26"/>
          <p:cNvGraphicFramePr/>
          <p:nvPr/>
        </p:nvGraphicFramePr>
        <p:xfrm>
          <a:off x="3870325" y="3213100"/>
          <a:ext cx="5191125" cy="1160463"/>
        </p:xfrm>
        <a:graphic>
          <a:graphicData uri="http://schemas.openxmlformats.org/presentationml/2006/ole">
            <mc:AlternateContent xmlns:mc="http://schemas.openxmlformats.org/markup-compatibility/2006">
              <mc:Choice xmlns:v="urn:schemas-microsoft-com:vml" Requires="v">
                <p:oleObj spid="_x0000_s3518" name="" r:id="rId7" imgW="2437130" imgH="546100" progId="Equation.3">
                  <p:embed/>
                </p:oleObj>
              </mc:Choice>
              <mc:Fallback>
                <p:oleObj name="" r:id="rId7" imgW="2437130" imgH="546100" progId="Equation.3">
                  <p:embed/>
                  <p:pic>
                    <p:nvPicPr>
                      <p:cNvPr id="0" name="图片 3517"/>
                      <p:cNvPicPr/>
                      <p:nvPr/>
                    </p:nvPicPr>
                    <p:blipFill>
                      <a:blip r:embed="rId8">
                        <a:clrChange>
                          <a:clrFrom>
                            <a:srgbClr val="000000"/>
                          </a:clrFrom>
                          <a:clrTo>
                            <a:srgbClr val="FFFFFF"/>
                          </a:clrTo>
                        </a:clrChange>
                      </a:blip>
                      <a:stretch>
                        <a:fillRect/>
                      </a:stretch>
                    </p:blipFill>
                    <p:spPr>
                      <a:xfrm>
                        <a:off x="3870325" y="3213100"/>
                        <a:ext cx="5191125" cy="1160463"/>
                      </a:xfrm>
                      <a:prstGeom prst="rect">
                        <a:avLst/>
                      </a:prstGeom>
                      <a:noFill/>
                      <a:ln w="38100">
                        <a:noFill/>
                        <a:miter/>
                      </a:ln>
                    </p:spPr>
                  </p:pic>
                </p:oleObj>
              </mc:Fallback>
            </mc:AlternateContent>
          </a:graphicData>
        </a:graphic>
      </p:graphicFrame>
      <p:sp>
        <p:nvSpPr>
          <p:cNvPr id="14363" name="Line 27"/>
          <p:cNvSpPr/>
          <p:nvPr/>
        </p:nvSpPr>
        <p:spPr>
          <a:xfrm>
            <a:off x="2987675" y="3500438"/>
            <a:ext cx="647700" cy="0"/>
          </a:xfrm>
          <a:prstGeom prst="line">
            <a:avLst/>
          </a:prstGeom>
          <a:ln w="76200" cap="flat" cmpd="sng">
            <a:solidFill>
              <a:srgbClr val="0066FF"/>
            </a:solidFill>
            <a:prstDash val="solid"/>
            <a:headEnd type="none" w="med" len="med"/>
            <a:tailEnd type="triangle" w="med" len="med"/>
          </a:ln>
        </p:spPr>
      </p:sp>
      <p:graphicFrame>
        <p:nvGraphicFramePr>
          <p:cNvPr id="14364" name="Object 28"/>
          <p:cNvGraphicFramePr/>
          <p:nvPr/>
        </p:nvGraphicFramePr>
        <p:xfrm>
          <a:off x="1042988" y="4797425"/>
          <a:ext cx="7464425" cy="630238"/>
        </p:xfrm>
        <a:graphic>
          <a:graphicData uri="http://schemas.openxmlformats.org/presentationml/2006/ole">
            <mc:AlternateContent xmlns:mc="http://schemas.openxmlformats.org/markup-compatibility/2006">
              <mc:Choice xmlns:v="urn:schemas-microsoft-com:vml" Requires="v">
                <p:oleObj spid="_x0000_s3513" name="" r:id="rId9" imgW="3589655" imgH="266065" progId="Equation.3">
                  <p:embed/>
                </p:oleObj>
              </mc:Choice>
              <mc:Fallback>
                <p:oleObj name="" r:id="rId9" imgW="3589655" imgH="266065" progId="Equation.3">
                  <p:embed/>
                  <p:pic>
                    <p:nvPicPr>
                      <p:cNvPr id="0" name="图片 3512"/>
                      <p:cNvPicPr/>
                      <p:nvPr/>
                    </p:nvPicPr>
                    <p:blipFill>
                      <a:blip r:embed="rId10">
                        <a:clrChange>
                          <a:clrFrom>
                            <a:srgbClr val="000000"/>
                          </a:clrFrom>
                          <a:clrTo>
                            <a:srgbClr val="FFFFFF"/>
                          </a:clrTo>
                        </a:clrChange>
                      </a:blip>
                      <a:stretch>
                        <a:fillRect/>
                      </a:stretch>
                    </p:blipFill>
                    <p:spPr>
                      <a:xfrm>
                        <a:off x="1042988" y="4797425"/>
                        <a:ext cx="7464425" cy="630238"/>
                      </a:xfrm>
                      <a:prstGeom prst="rect">
                        <a:avLst/>
                      </a:prstGeom>
                      <a:noFill/>
                      <a:ln w="38100">
                        <a:noFill/>
                        <a:miter/>
                      </a:ln>
                    </p:spPr>
                  </p:pic>
                </p:oleObj>
              </mc:Fallback>
            </mc:AlternateContent>
          </a:graphicData>
        </a:graphic>
      </p:graphicFrame>
      <p:sp>
        <p:nvSpPr>
          <p:cNvPr id="14365" name="Text Box 29"/>
          <p:cNvSpPr txBox="1"/>
          <p:nvPr/>
        </p:nvSpPr>
        <p:spPr>
          <a:xfrm>
            <a:off x="755650" y="4149725"/>
            <a:ext cx="2519363" cy="519113"/>
          </a:xfrm>
          <a:prstGeom prst="rect">
            <a:avLst/>
          </a:prstGeom>
          <a:noFill/>
          <a:ln w="9525">
            <a:noFill/>
          </a:ln>
        </p:spPr>
        <p:txBody>
          <a:bodyPr>
            <a:spAutoFit/>
          </a:bodyPr>
          <a:p>
            <a:pPr>
              <a:spcBef>
                <a:spcPct val="50000"/>
              </a:spcBef>
            </a:pPr>
            <a:r>
              <a:rPr lang="zh-CN" altLang="en-US" dirty="0">
                <a:latin typeface="Arial" panose="020B0604020202020204" pitchFamily="34" charset="0"/>
              </a:rPr>
              <a:t>也可表示为</a:t>
            </a:r>
            <a:endParaRPr lang="zh-CN" altLang="en-US" dirty="0">
              <a:latin typeface="Arial" panose="020B0604020202020204" pitchFamily="34" charset="0"/>
            </a:endParaRPr>
          </a:p>
        </p:txBody>
      </p:sp>
      <p:graphicFrame>
        <p:nvGraphicFramePr>
          <p:cNvPr id="14366" name="Object 30"/>
          <p:cNvGraphicFramePr/>
          <p:nvPr/>
        </p:nvGraphicFramePr>
        <p:xfrm>
          <a:off x="250825" y="5300663"/>
          <a:ext cx="6942138" cy="1203325"/>
        </p:xfrm>
        <a:graphic>
          <a:graphicData uri="http://schemas.openxmlformats.org/presentationml/2006/ole">
            <mc:AlternateContent xmlns:mc="http://schemas.openxmlformats.org/markup-compatibility/2006">
              <mc:Choice xmlns:v="urn:schemas-microsoft-com:vml" Requires="v">
                <p:oleObj spid="_x0000_s3514" name="" r:id="rId11" imgW="3008630" imgH="546100" progId="Equation.3">
                  <p:embed/>
                </p:oleObj>
              </mc:Choice>
              <mc:Fallback>
                <p:oleObj name="" r:id="rId11" imgW="3008630" imgH="546100" progId="Equation.3">
                  <p:embed/>
                  <p:pic>
                    <p:nvPicPr>
                      <p:cNvPr id="0" name="图片 3513"/>
                      <p:cNvPicPr/>
                      <p:nvPr/>
                    </p:nvPicPr>
                    <p:blipFill>
                      <a:blip r:embed="rId12">
                        <a:clrChange>
                          <a:clrFrom>
                            <a:srgbClr val="000000"/>
                          </a:clrFrom>
                          <a:clrTo>
                            <a:srgbClr val="FFFFFF"/>
                          </a:clrTo>
                        </a:clrChange>
                      </a:blip>
                      <a:stretch>
                        <a:fillRect/>
                      </a:stretch>
                    </p:blipFill>
                    <p:spPr>
                      <a:xfrm>
                        <a:off x="250825" y="5300663"/>
                        <a:ext cx="6942138" cy="1203325"/>
                      </a:xfrm>
                      <a:prstGeom prst="rect">
                        <a:avLst/>
                      </a:prstGeom>
                      <a:noFill/>
                      <a:ln w="38100">
                        <a:noFill/>
                        <a:miter/>
                      </a:ln>
                    </p:spPr>
                  </p:pic>
                </p:oleObj>
              </mc:Fallback>
            </mc:AlternateContent>
          </a:graphicData>
        </a:graphic>
      </p:graphicFrame>
      <p:grpSp>
        <p:nvGrpSpPr>
          <p:cNvPr id="69647" name="Group 35"/>
          <p:cNvGrpSpPr/>
          <p:nvPr/>
        </p:nvGrpSpPr>
        <p:grpSpPr>
          <a:xfrm>
            <a:off x="8316913" y="6446838"/>
            <a:ext cx="792162" cy="366712"/>
            <a:chOff x="5193" y="4020"/>
            <a:chExt cx="499" cy="231"/>
          </a:xfrm>
        </p:grpSpPr>
        <p:pic>
          <p:nvPicPr>
            <p:cNvPr id="69656" name="Picture 36" descr="78900"/>
            <p:cNvPicPr>
              <a:picLocks noChangeAspect="1"/>
            </p:cNvPicPr>
            <p:nvPr/>
          </p:nvPicPr>
          <p:blipFill>
            <a:blip r:embed="rId13"/>
            <a:stretch>
              <a:fillRect/>
            </a:stretch>
          </p:blipFill>
          <p:spPr>
            <a:xfrm>
              <a:off x="5193" y="4066"/>
              <a:ext cx="499" cy="181"/>
            </a:xfrm>
            <a:prstGeom prst="rect">
              <a:avLst/>
            </a:prstGeom>
            <a:noFill/>
            <a:ln w="9525">
              <a:noFill/>
            </a:ln>
          </p:spPr>
        </p:pic>
        <p:sp>
          <p:nvSpPr>
            <p:cNvPr id="69657" name="Text Box 37">
              <a:hlinkClick r:id="" action="ppaction://hlinkshowjump?jump=nextslide"/>
            </p:cNvPr>
            <p:cNvSpPr txBox="1"/>
            <p:nvPr/>
          </p:nvSpPr>
          <p:spPr>
            <a:xfrm>
              <a:off x="5216" y="4020"/>
              <a:ext cx="476" cy="231"/>
            </a:xfrm>
            <a:prstGeom prst="rect">
              <a:avLst/>
            </a:prstGeom>
            <a:noFill/>
            <a:ln w="9525">
              <a:noFill/>
            </a:ln>
          </p:spPr>
          <p:txBody>
            <a:bodyPr wrap="none">
              <a:spAutoFit/>
            </a:bodyPr>
            <a:p>
              <a:pPr>
                <a:spcBef>
                  <a:spcPct val="50000"/>
                </a:spcBef>
              </a:pPr>
              <a:r>
                <a:rPr lang="zh-CN" altLang="en-US" sz="1800" b="0" dirty="0">
                  <a:solidFill>
                    <a:schemeClr val="bg1"/>
                  </a:solidFill>
                  <a:latin typeface="隶书" panose="02010509060101010101" pitchFamily="49" charset="-122"/>
                  <a:ea typeface="隶书" panose="02010509060101010101" pitchFamily="49" charset="-122"/>
                </a:rPr>
                <a:t>下 页</a:t>
              </a:r>
              <a:endParaRPr lang="zh-CN" altLang="en-US" sz="1800" b="0" dirty="0">
                <a:solidFill>
                  <a:schemeClr val="bg1"/>
                </a:solidFill>
                <a:latin typeface="隶书" panose="02010509060101010101" pitchFamily="49" charset="-122"/>
                <a:ea typeface="隶书" panose="02010509060101010101" pitchFamily="49" charset="-122"/>
              </a:endParaRPr>
            </a:p>
          </p:txBody>
        </p:sp>
      </p:grpSp>
      <p:grpSp>
        <p:nvGrpSpPr>
          <p:cNvPr id="69648" name="Group 38"/>
          <p:cNvGrpSpPr/>
          <p:nvPr/>
        </p:nvGrpSpPr>
        <p:grpSpPr>
          <a:xfrm>
            <a:off x="7453313" y="6446838"/>
            <a:ext cx="792162" cy="366712"/>
            <a:chOff x="4649" y="4020"/>
            <a:chExt cx="499" cy="231"/>
          </a:xfrm>
        </p:grpSpPr>
        <p:pic>
          <p:nvPicPr>
            <p:cNvPr id="69654" name="Picture 39" descr="78900"/>
            <p:cNvPicPr>
              <a:picLocks noChangeAspect="1"/>
            </p:cNvPicPr>
            <p:nvPr/>
          </p:nvPicPr>
          <p:blipFill>
            <a:blip r:embed="rId13"/>
            <a:stretch>
              <a:fillRect/>
            </a:stretch>
          </p:blipFill>
          <p:spPr>
            <a:xfrm>
              <a:off x="4649" y="4066"/>
              <a:ext cx="499" cy="181"/>
            </a:xfrm>
            <a:prstGeom prst="rect">
              <a:avLst/>
            </a:prstGeom>
            <a:noFill/>
            <a:ln w="9525">
              <a:noFill/>
            </a:ln>
          </p:spPr>
        </p:pic>
        <p:sp>
          <p:nvSpPr>
            <p:cNvPr id="69655" name="Text Box 40">
              <a:hlinkClick r:id="" action="ppaction://hlinkshowjump?jump=previousslide"/>
            </p:cNvPr>
            <p:cNvSpPr txBox="1"/>
            <p:nvPr/>
          </p:nvSpPr>
          <p:spPr>
            <a:xfrm>
              <a:off x="4672" y="4020"/>
              <a:ext cx="476" cy="231"/>
            </a:xfrm>
            <a:prstGeom prst="rect">
              <a:avLst/>
            </a:prstGeom>
            <a:noFill/>
            <a:ln w="9525">
              <a:noFill/>
            </a:ln>
          </p:spPr>
          <p:txBody>
            <a:bodyPr wrap="none">
              <a:spAutoFit/>
            </a:bodyPr>
            <a:p>
              <a:pPr>
                <a:spcBef>
                  <a:spcPct val="50000"/>
                </a:spcBef>
              </a:pPr>
              <a:r>
                <a:rPr lang="zh-CN" altLang="en-US" sz="1800" b="0" dirty="0">
                  <a:solidFill>
                    <a:schemeClr val="bg1"/>
                  </a:solidFill>
                  <a:latin typeface="隶书" panose="02010509060101010101" pitchFamily="49" charset="-122"/>
                  <a:ea typeface="隶书" panose="02010509060101010101" pitchFamily="49" charset="-122"/>
                </a:rPr>
                <a:t>上 页</a:t>
              </a:r>
              <a:endParaRPr lang="zh-CN" altLang="en-US" sz="1800" b="0" dirty="0">
                <a:solidFill>
                  <a:schemeClr val="bg1"/>
                </a:solidFill>
                <a:latin typeface="隶书" panose="02010509060101010101" pitchFamily="49" charset="-122"/>
                <a:ea typeface="隶书" panose="02010509060101010101" pitchFamily="49" charset="-122"/>
              </a:endParaRPr>
            </a:p>
          </p:txBody>
        </p:sp>
      </p:grpSp>
      <p:grpSp>
        <p:nvGrpSpPr>
          <p:cNvPr id="69649" name="Group 53"/>
          <p:cNvGrpSpPr/>
          <p:nvPr/>
        </p:nvGrpSpPr>
        <p:grpSpPr>
          <a:xfrm>
            <a:off x="6588125" y="6446838"/>
            <a:ext cx="792163" cy="366712"/>
            <a:chOff x="4649" y="4020"/>
            <a:chExt cx="499" cy="231"/>
          </a:xfrm>
        </p:grpSpPr>
        <p:pic>
          <p:nvPicPr>
            <p:cNvPr id="69652" name="Picture 54" descr="78900"/>
            <p:cNvPicPr>
              <a:picLocks noChangeAspect="1"/>
            </p:cNvPicPr>
            <p:nvPr/>
          </p:nvPicPr>
          <p:blipFill>
            <a:blip r:embed="rId13"/>
            <a:stretch>
              <a:fillRect/>
            </a:stretch>
          </p:blipFill>
          <p:spPr>
            <a:xfrm>
              <a:off x="4649" y="4066"/>
              <a:ext cx="499" cy="181"/>
            </a:xfrm>
            <a:prstGeom prst="rect">
              <a:avLst/>
            </a:prstGeom>
            <a:noFill/>
            <a:ln w="9525">
              <a:noFill/>
            </a:ln>
          </p:spPr>
        </p:pic>
        <p:sp>
          <p:nvSpPr>
            <p:cNvPr id="69653" name="Text Box 55">
              <a:hlinkClick r:id="" action="ppaction://hlinkshowjump?jump=firstslide"/>
            </p:cNvPr>
            <p:cNvSpPr txBox="1"/>
            <p:nvPr/>
          </p:nvSpPr>
          <p:spPr>
            <a:xfrm>
              <a:off x="4672" y="4020"/>
              <a:ext cx="476" cy="231"/>
            </a:xfrm>
            <a:prstGeom prst="rect">
              <a:avLst/>
            </a:prstGeom>
            <a:noFill/>
            <a:ln w="9525">
              <a:noFill/>
            </a:ln>
          </p:spPr>
          <p:txBody>
            <a:bodyPr wrap="none">
              <a:spAutoFit/>
            </a:bodyPr>
            <a:p>
              <a:pPr>
                <a:spcBef>
                  <a:spcPct val="50000"/>
                </a:spcBef>
              </a:pPr>
              <a:r>
                <a:rPr lang="zh-CN" altLang="en-US" sz="1800" b="0" dirty="0">
                  <a:solidFill>
                    <a:schemeClr val="bg1"/>
                  </a:solidFill>
                  <a:latin typeface="隶书" panose="02010509060101010101" pitchFamily="49" charset="-122"/>
                  <a:ea typeface="隶书" panose="02010509060101010101" pitchFamily="49" charset="-122"/>
                </a:rPr>
                <a:t>返 回</a:t>
              </a:r>
              <a:endParaRPr lang="zh-CN" altLang="en-US" sz="1800" b="0" dirty="0">
                <a:solidFill>
                  <a:schemeClr val="bg1"/>
                </a:solidFill>
                <a:latin typeface="隶书" panose="02010509060101010101" pitchFamily="49" charset="-122"/>
                <a:ea typeface="隶书" panose="02010509060101010101" pitchFamily="49" charset="-122"/>
              </a:endParaRPr>
            </a:p>
          </p:txBody>
        </p:sp>
      </p:grpSp>
      <p:grpSp>
        <p:nvGrpSpPr>
          <p:cNvPr id="6" name="Group 58"/>
          <p:cNvGrpSpPr/>
          <p:nvPr/>
        </p:nvGrpSpPr>
        <p:grpSpPr>
          <a:xfrm>
            <a:off x="1044575" y="1614488"/>
            <a:ext cx="7272338" cy="527050"/>
            <a:chOff x="703" y="1017"/>
            <a:chExt cx="4581" cy="332"/>
          </a:xfrm>
        </p:grpSpPr>
        <p:graphicFrame>
          <p:nvGraphicFramePr>
            <p:cNvPr id="69638" name="Object 4"/>
            <p:cNvGraphicFramePr/>
            <p:nvPr/>
          </p:nvGraphicFramePr>
          <p:xfrm>
            <a:off x="703" y="1042"/>
            <a:ext cx="2903" cy="307"/>
          </p:xfrm>
          <a:graphic>
            <a:graphicData uri="http://schemas.openxmlformats.org/presentationml/2006/ole">
              <mc:AlternateContent xmlns:mc="http://schemas.openxmlformats.org/markup-compatibility/2006">
                <mc:Choice xmlns:v="urn:schemas-microsoft-com:vml" Requires="v">
                  <p:oleObj spid="_x0000_s3516" name="" r:id="rId14" imgW="1953260" imgH="215900" progId="Equation.3">
                    <p:embed/>
                  </p:oleObj>
                </mc:Choice>
                <mc:Fallback>
                  <p:oleObj name="" r:id="rId14" imgW="1953260" imgH="215900" progId="Equation.3">
                    <p:embed/>
                    <p:pic>
                      <p:nvPicPr>
                        <p:cNvPr id="0" name="图片 3515"/>
                        <p:cNvPicPr/>
                        <p:nvPr/>
                      </p:nvPicPr>
                      <p:blipFill>
                        <a:blip r:embed="rId15">
                          <a:clrChange>
                            <a:clrFrom>
                              <a:srgbClr val="000000"/>
                            </a:clrFrom>
                            <a:clrTo>
                              <a:srgbClr val="FFFF00"/>
                            </a:clrTo>
                          </a:clrChange>
                        </a:blip>
                        <a:stretch>
                          <a:fillRect/>
                        </a:stretch>
                      </p:blipFill>
                      <p:spPr>
                        <a:xfrm>
                          <a:off x="703" y="1042"/>
                          <a:ext cx="2903" cy="307"/>
                        </a:xfrm>
                        <a:prstGeom prst="rect">
                          <a:avLst/>
                        </a:prstGeom>
                        <a:noFill/>
                        <a:ln w="38100">
                          <a:noFill/>
                          <a:miter/>
                        </a:ln>
                      </p:spPr>
                    </p:pic>
                  </p:oleObj>
                </mc:Fallback>
              </mc:AlternateContent>
            </a:graphicData>
          </a:graphic>
        </p:graphicFrame>
        <p:sp>
          <p:nvSpPr>
            <p:cNvPr id="69651" name="Text Box 57"/>
            <p:cNvSpPr txBox="1"/>
            <p:nvPr/>
          </p:nvSpPr>
          <p:spPr>
            <a:xfrm>
              <a:off x="3560" y="1017"/>
              <a:ext cx="1724" cy="308"/>
            </a:xfrm>
            <a:prstGeom prst="rect">
              <a:avLst/>
            </a:prstGeom>
            <a:noFill/>
            <a:ln w="9525">
              <a:noFill/>
            </a:ln>
          </p:spPr>
          <p:txBody>
            <a:bodyPr>
              <a:spAutoFit/>
            </a:bodyPr>
            <a:p>
              <a:pPr>
                <a:spcBef>
                  <a:spcPct val="50000"/>
                </a:spcBef>
              </a:pPr>
              <a:r>
                <a:rPr lang="zh-CN" altLang="en-US" sz="2600" dirty="0">
                  <a:latin typeface="楷体_GB2312" pitchFamily="49" charset="-122"/>
                </a:rPr>
                <a:t>引入</a:t>
              </a:r>
              <a:r>
                <a:rPr lang="zh-CN" altLang="en-US" sz="2600" dirty="0">
                  <a:latin typeface="Arial" panose="020B0604020202020204" pitchFamily="34" charset="0"/>
                </a:rPr>
                <a:t>“</a:t>
              </a:r>
              <a:r>
                <a:rPr lang="zh-CN" altLang="en-US" sz="2600" dirty="0">
                  <a:latin typeface="楷体_GB2312" pitchFamily="49" charset="-122"/>
                </a:rPr>
                <a:t>复功率</a:t>
              </a:r>
              <a:r>
                <a:rPr lang="zh-CN" altLang="en-US" sz="2600" dirty="0">
                  <a:latin typeface="Arial" panose="020B0604020202020204" pitchFamily="34" charset="0"/>
                </a:rPr>
                <a:t>”</a:t>
              </a:r>
              <a:endParaRPr lang="zh-CN" altLang="en-US" sz="2600" dirty="0">
                <a:latin typeface="楷体_GB2312" pitchFamily="49" charset="-122"/>
              </a:endParaRP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9" fill="hold" grpId="0" nodeType="withEffect">
                                  <p:stCondLst>
                                    <p:cond delay="0"/>
                                  </p:stCondLst>
                                  <p:childTnLst>
                                    <p:set>
                                      <p:cBhvr>
                                        <p:cTn id="6" dur="1" fill="hold">
                                          <p:stCondLst>
                                            <p:cond delay="0"/>
                                          </p:stCondLst>
                                        </p:cTn>
                                        <p:tgtEl>
                                          <p:spTgt spid="14338"/>
                                        </p:tgtEl>
                                        <p:attrNameLst>
                                          <p:attrName>style.visibility</p:attrName>
                                        </p:attrNameLst>
                                      </p:cBhvr>
                                      <p:to>
                                        <p:strVal val="visible"/>
                                      </p:to>
                                    </p:set>
                                    <p:anim calcmode="lin" valueType="num">
                                      <p:cBhvr additive="base">
                                        <p:cTn id="7" dur="500" fill="hold"/>
                                        <p:tgtEl>
                                          <p:spTgt spid="14338"/>
                                        </p:tgtEl>
                                        <p:attrNameLst>
                                          <p:attrName>ppt_x</p:attrName>
                                        </p:attrNameLst>
                                      </p:cBhvr>
                                      <p:tavLst>
                                        <p:tav tm="0">
                                          <p:val>
                                            <p:strVal val="0-#ppt_w/2"/>
                                          </p:val>
                                        </p:tav>
                                        <p:tav tm="100000">
                                          <p:val>
                                            <p:strVal val="#ppt_x"/>
                                          </p:val>
                                        </p:tav>
                                      </p:tavLst>
                                    </p:anim>
                                    <p:anim calcmode="lin" valueType="num">
                                      <p:cBhvr additive="base">
                                        <p:cTn id="8" dur="500" fill="hold"/>
                                        <p:tgtEl>
                                          <p:spTgt spid="14338"/>
                                        </p:tgtEl>
                                        <p:attrNameLst>
                                          <p:attrName>ppt_y</p:attrName>
                                        </p:attrNameLst>
                                      </p:cBhvr>
                                      <p:tavLst>
                                        <p:tav tm="0">
                                          <p:val>
                                            <p:strVal val="0-#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14339"/>
                                        </p:tgtEl>
                                        <p:attrNameLst>
                                          <p:attrName>style.visibility</p:attrName>
                                        </p:attrNameLst>
                                      </p:cBhvr>
                                      <p:to>
                                        <p:strVal val="visible"/>
                                      </p:to>
                                    </p:set>
                                    <p:anim calcmode="lin" valueType="num">
                                      <p:cBhvr additive="base">
                                        <p:cTn id="13" dur="500" fill="hold"/>
                                        <p:tgtEl>
                                          <p:spTgt spid="14339"/>
                                        </p:tgtEl>
                                        <p:attrNameLst>
                                          <p:attrName>ppt_x</p:attrName>
                                        </p:attrNameLst>
                                      </p:cBhvr>
                                      <p:tavLst>
                                        <p:tav tm="0">
                                          <p:val>
                                            <p:strVal val="0-#ppt_w/2"/>
                                          </p:val>
                                        </p:tav>
                                        <p:tav tm="100000">
                                          <p:val>
                                            <p:strVal val="#ppt_x"/>
                                          </p:val>
                                        </p:tav>
                                      </p:tavLst>
                                    </p:anim>
                                    <p:anim calcmode="lin" valueType="num">
                                      <p:cBhvr additive="base">
                                        <p:cTn id="14" dur="500" fill="hold"/>
                                        <p:tgtEl>
                                          <p:spTgt spid="14339"/>
                                        </p:tgtEl>
                                        <p:attrNameLst>
                                          <p:attrName>ppt_y</p:attrName>
                                        </p:attrNameLst>
                                      </p:cBhvr>
                                      <p:tavLst>
                                        <p:tav tm="0">
                                          <p:val>
                                            <p:strVal val="#ppt_y"/>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2" presetClass="entr" presetSubtype="8" fill="hold" nodeType="clickEffect">
                                  <p:stCondLst>
                                    <p:cond delay="0"/>
                                  </p:stCondLst>
                                  <p:childTnLst>
                                    <p:set>
                                      <p:cBhvr>
                                        <p:cTn id="18" dur="1" fill="hold">
                                          <p:stCondLst>
                                            <p:cond delay="0"/>
                                          </p:stCondLst>
                                        </p:cTn>
                                        <p:tgtEl>
                                          <p:spTgt spid="6"/>
                                        </p:tgtEl>
                                        <p:attrNameLst>
                                          <p:attrName>style.visibility</p:attrName>
                                        </p:attrNameLst>
                                      </p:cBhvr>
                                      <p:to>
                                        <p:strVal val="visible"/>
                                      </p:to>
                                    </p:set>
                                    <p:animEffect transition="in" filter="wipe(left)">
                                      <p:cBhvr>
                                        <p:cTn id="19" dur="1000"/>
                                        <p:tgtEl>
                                          <p:spTgt spid="6"/>
                                        </p:tgtEl>
                                      </p:cBhvr>
                                    </p:animEffect>
                                  </p:childTnLst>
                                </p:cTn>
                              </p:par>
                            </p:childTnLst>
                          </p:cTn>
                        </p:par>
                      </p:childTnLst>
                    </p:cTn>
                  </p:par>
                  <p:par>
                    <p:cTn id="20" fill="hold">
                      <p:stCondLst>
                        <p:cond delay="indefinite"/>
                      </p:stCondLst>
                      <p:childTnLst>
                        <p:par>
                          <p:cTn id="21" fill="hold">
                            <p:stCondLst>
                              <p:cond delay="0"/>
                            </p:stCondLst>
                            <p:childTnLst>
                              <p:par>
                                <p:cTn id="22" presetID="3" presetClass="entr" presetSubtype="10" fill="hold" nodeType="clickEffect">
                                  <p:stCondLst>
                                    <p:cond delay="0"/>
                                  </p:stCondLst>
                                  <p:childTnLst>
                                    <p:set>
                                      <p:cBhvr>
                                        <p:cTn id="23" dur="1" fill="hold">
                                          <p:stCondLst>
                                            <p:cond delay="0"/>
                                          </p:stCondLst>
                                        </p:cTn>
                                        <p:tgtEl>
                                          <p:spTgt spid="2"/>
                                        </p:tgtEl>
                                        <p:attrNameLst>
                                          <p:attrName>style.visibility</p:attrName>
                                        </p:attrNameLst>
                                      </p:cBhvr>
                                      <p:to>
                                        <p:strVal val="visible"/>
                                      </p:to>
                                    </p:set>
                                    <p:animEffect transition="in" filter="blinds(horizontal)">
                                      <p:cBhvr>
                                        <p:cTn id="24" dur="500"/>
                                        <p:tgtEl>
                                          <p:spTgt spid="2"/>
                                        </p:tgtEl>
                                      </p:cBhvr>
                                    </p:animEffect>
                                  </p:childTnLst>
                                </p:cTn>
                              </p:par>
                            </p:childTnLst>
                          </p:cTn>
                        </p:par>
                      </p:childTnLst>
                    </p:cTn>
                  </p:par>
                  <p:par>
                    <p:cTn id="25" fill="hold">
                      <p:stCondLst>
                        <p:cond delay="indefinite"/>
                      </p:stCondLst>
                      <p:childTnLst>
                        <p:par>
                          <p:cTn id="26" fill="hold">
                            <p:stCondLst>
                              <p:cond delay="0"/>
                            </p:stCondLst>
                            <p:childTnLst>
                              <p:par>
                                <p:cTn id="27" presetID="23" presetClass="entr" presetSubtype="32" fill="hold" grpId="0" nodeType="clickEffect">
                                  <p:stCondLst>
                                    <p:cond delay="0"/>
                                  </p:stCondLst>
                                  <p:childTnLst>
                                    <p:set>
                                      <p:cBhvr>
                                        <p:cTn id="28" dur="1" fill="hold">
                                          <p:stCondLst>
                                            <p:cond delay="0"/>
                                          </p:stCondLst>
                                        </p:cTn>
                                        <p:tgtEl>
                                          <p:spTgt spid="14361"/>
                                        </p:tgtEl>
                                        <p:attrNameLst>
                                          <p:attrName>style.visibility</p:attrName>
                                        </p:attrNameLst>
                                      </p:cBhvr>
                                      <p:to>
                                        <p:strVal val="visible"/>
                                      </p:to>
                                    </p:set>
                                    <p:anim calcmode="lin" valueType="num">
                                      <p:cBhvr>
                                        <p:cTn id="29" dur="500" fill="hold"/>
                                        <p:tgtEl>
                                          <p:spTgt spid="14361"/>
                                        </p:tgtEl>
                                        <p:attrNameLst>
                                          <p:attrName>ppt_w</p:attrName>
                                        </p:attrNameLst>
                                      </p:cBhvr>
                                      <p:tavLst>
                                        <p:tav tm="0">
                                          <p:val>
                                            <p:strVal val="4*#ppt_w"/>
                                          </p:val>
                                        </p:tav>
                                        <p:tav tm="100000">
                                          <p:val>
                                            <p:strVal val="#ppt_w"/>
                                          </p:val>
                                        </p:tav>
                                      </p:tavLst>
                                    </p:anim>
                                    <p:anim calcmode="lin" valueType="num">
                                      <p:cBhvr>
                                        <p:cTn id="30" dur="500" fill="hold"/>
                                        <p:tgtEl>
                                          <p:spTgt spid="14361"/>
                                        </p:tgtEl>
                                        <p:attrNameLst>
                                          <p:attrName>ppt_h</p:attrName>
                                        </p:attrNameLst>
                                      </p:cBhvr>
                                      <p:tavLst>
                                        <p:tav tm="0">
                                          <p:val>
                                            <p:strVal val="4*#ppt_h"/>
                                          </p:val>
                                        </p:tav>
                                        <p:tav tm="100000">
                                          <p:val>
                                            <p:strVal val="#ppt_h"/>
                                          </p:val>
                                        </p:tav>
                                      </p:tavLst>
                                    </p:anim>
                                  </p:childTnLst>
                                </p:cTn>
                              </p:par>
                            </p:childTnLst>
                          </p:cTn>
                        </p:par>
                        <p:par>
                          <p:cTn id="31" fill="hold">
                            <p:stCondLst>
                              <p:cond delay="500"/>
                            </p:stCondLst>
                            <p:childTnLst>
                              <p:par>
                                <p:cTn id="32" presetID="18" presetClass="entr" presetSubtype="6" fill="hold" nodeType="afterEffect">
                                  <p:stCondLst>
                                    <p:cond delay="0"/>
                                  </p:stCondLst>
                                  <p:childTnLst>
                                    <p:set>
                                      <p:cBhvr>
                                        <p:cTn id="33" dur="1" fill="hold">
                                          <p:stCondLst>
                                            <p:cond delay="0"/>
                                          </p:stCondLst>
                                        </p:cTn>
                                        <p:tgtEl>
                                          <p:spTgt spid="14349"/>
                                        </p:tgtEl>
                                        <p:attrNameLst>
                                          <p:attrName>style.visibility</p:attrName>
                                        </p:attrNameLst>
                                      </p:cBhvr>
                                      <p:to>
                                        <p:strVal val="visible"/>
                                      </p:to>
                                    </p:set>
                                    <p:animEffect transition="in" filter="strips(downRight)">
                                      <p:cBhvr>
                                        <p:cTn id="34" dur="2000"/>
                                        <p:tgtEl>
                                          <p:spTgt spid="14349"/>
                                        </p:tgtEl>
                                      </p:cBhvr>
                                    </p:animEffect>
                                  </p:childTnLst>
                                </p:cTn>
                              </p:par>
                            </p:childTnLst>
                          </p:cTn>
                        </p:par>
                      </p:childTnLst>
                    </p:cTn>
                  </p:par>
                  <p:par>
                    <p:cTn id="35" fill="hold">
                      <p:stCondLst>
                        <p:cond delay="indefinite"/>
                      </p:stCondLst>
                      <p:childTnLst>
                        <p:par>
                          <p:cTn id="36" fill="hold">
                            <p:stCondLst>
                              <p:cond delay="0"/>
                            </p:stCondLst>
                            <p:childTnLst>
                              <p:par>
                                <p:cTn id="37" presetID="12" presetClass="entr" presetSubtype="8" fill="hold" nodeType="clickEffect">
                                  <p:stCondLst>
                                    <p:cond delay="0"/>
                                  </p:stCondLst>
                                  <p:childTnLst>
                                    <p:set>
                                      <p:cBhvr>
                                        <p:cTn id="38" dur="1" fill="hold">
                                          <p:stCondLst>
                                            <p:cond delay="0"/>
                                          </p:stCondLst>
                                        </p:cTn>
                                        <p:tgtEl>
                                          <p:spTgt spid="14363"/>
                                        </p:tgtEl>
                                        <p:attrNameLst>
                                          <p:attrName>style.visibility</p:attrName>
                                        </p:attrNameLst>
                                      </p:cBhvr>
                                      <p:to>
                                        <p:strVal val="visible"/>
                                      </p:to>
                                    </p:set>
                                    <p:animEffect transition="in" filter="slide(fromLeft)">
                                      <p:cBhvr>
                                        <p:cTn id="39" dur="500"/>
                                        <p:tgtEl>
                                          <p:spTgt spid="14363"/>
                                        </p:tgtEl>
                                      </p:cBhvr>
                                    </p:animEffect>
                                  </p:childTnLst>
                                </p:cTn>
                              </p:par>
                            </p:childTnLst>
                          </p:cTn>
                        </p:par>
                        <p:par>
                          <p:cTn id="40" fill="hold">
                            <p:stCondLst>
                              <p:cond delay="500"/>
                            </p:stCondLst>
                            <p:childTnLst>
                              <p:par>
                                <p:cTn id="41" presetID="22" presetClass="entr" presetSubtype="1" fill="hold" nodeType="afterEffect">
                                  <p:stCondLst>
                                    <p:cond delay="0"/>
                                  </p:stCondLst>
                                  <p:childTnLst>
                                    <p:set>
                                      <p:cBhvr>
                                        <p:cTn id="42" dur="1" fill="hold">
                                          <p:stCondLst>
                                            <p:cond delay="0"/>
                                          </p:stCondLst>
                                        </p:cTn>
                                        <p:tgtEl>
                                          <p:spTgt spid="14362"/>
                                        </p:tgtEl>
                                        <p:attrNameLst>
                                          <p:attrName>style.visibility</p:attrName>
                                        </p:attrNameLst>
                                      </p:cBhvr>
                                      <p:to>
                                        <p:strVal val="visible"/>
                                      </p:to>
                                    </p:set>
                                    <p:animEffect transition="in" filter="wipe(up)">
                                      <p:cBhvr>
                                        <p:cTn id="43" dur="2000"/>
                                        <p:tgtEl>
                                          <p:spTgt spid="14362"/>
                                        </p:tgtEl>
                                      </p:cBhvr>
                                    </p:animEffect>
                                  </p:childTnLst>
                                </p:cTn>
                              </p:par>
                            </p:childTnLst>
                          </p:cTn>
                        </p:par>
                      </p:childTnLst>
                    </p:cTn>
                  </p:par>
                  <p:par>
                    <p:cTn id="44" fill="hold">
                      <p:stCondLst>
                        <p:cond delay="indefinite"/>
                      </p:stCondLst>
                      <p:childTnLst>
                        <p:par>
                          <p:cTn id="45" fill="hold">
                            <p:stCondLst>
                              <p:cond delay="0"/>
                            </p:stCondLst>
                            <p:childTnLst>
                              <p:par>
                                <p:cTn id="46" presetID="2" presetClass="entr" presetSubtype="8" fill="hold" grpId="0" nodeType="clickEffect">
                                  <p:stCondLst>
                                    <p:cond delay="0"/>
                                  </p:stCondLst>
                                  <p:childTnLst>
                                    <p:set>
                                      <p:cBhvr>
                                        <p:cTn id="47" dur="1" fill="hold">
                                          <p:stCondLst>
                                            <p:cond delay="0"/>
                                          </p:stCondLst>
                                        </p:cTn>
                                        <p:tgtEl>
                                          <p:spTgt spid="14365"/>
                                        </p:tgtEl>
                                        <p:attrNameLst>
                                          <p:attrName>style.visibility</p:attrName>
                                        </p:attrNameLst>
                                      </p:cBhvr>
                                      <p:to>
                                        <p:strVal val="visible"/>
                                      </p:to>
                                    </p:set>
                                    <p:anim calcmode="lin" valueType="num">
                                      <p:cBhvr additive="base">
                                        <p:cTn id="48" dur="500" fill="hold"/>
                                        <p:tgtEl>
                                          <p:spTgt spid="14365"/>
                                        </p:tgtEl>
                                        <p:attrNameLst>
                                          <p:attrName>ppt_x</p:attrName>
                                        </p:attrNameLst>
                                      </p:cBhvr>
                                      <p:tavLst>
                                        <p:tav tm="0">
                                          <p:val>
                                            <p:strVal val="0-#ppt_w/2"/>
                                          </p:val>
                                        </p:tav>
                                        <p:tav tm="100000">
                                          <p:val>
                                            <p:strVal val="#ppt_x"/>
                                          </p:val>
                                        </p:tav>
                                      </p:tavLst>
                                    </p:anim>
                                    <p:anim calcmode="lin" valueType="num">
                                      <p:cBhvr additive="base">
                                        <p:cTn id="49" dur="500" fill="hold"/>
                                        <p:tgtEl>
                                          <p:spTgt spid="14365"/>
                                        </p:tgtEl>
                                        <p:attrNameLst>
                                          <p:attrName>ppt_y</p:attrName>
                                        </p:attrNameLst>
                                      </p:cBhvr>
                                      <p:tavLst>
                                        <p:tav tm="0">
                                          <p:val>
                                            <p:strVal val="#ppt_y"/>
                                          </p:val>
                                        </p:tav>
                                        <p:tav tm="100000">
                                          <p:val>
                                            <p:strVal val="#ppt_y"/>
                                          </p:val>
                                        </p:tav>
                                      </p:tavLst>
                                    </p:anim>
                                  </p:childTnLst>
                                </p:cTn>
                              </p:par>
                            </p:childTnLst>
                          </p:cTn>
                        </p:par>
                      </p:childTnLst>
                    </p:cTn>
                  </p:par>
                  <p:par>
                    <p:cTn id="50" fill="hold">
                      <p:stCondLst>
                        <p:cond delay="indefinite"/>
                      </p:stCondLst>
                      <p:childTnLst>
                        <p:par>
                          <p:cTn id="51" fill="hold">
                            <p:stCondLst>
                              <p:cond delay="0"/>
                            </p:stCondLst>
                            <p:childTnLst>
                              <p:par>
                                <p:cTn id="52" presetID="22" presetClass="entr" presetSubtype="8" fill="hold" nodeType="clickEffect">
                                  <p:stCondLst>
                                    <p:cond delay="0"/>
                                  </p:stCondLst>
                                  <p:childTnLst>
                                    <p:set>
                                      <p:cBhvr>
                                        <p:cTn id="53" dur="1" fill="hold">
                                          <p:stCondLst>
                                            <p:cond delay="0"/>
                                          </p:stCondLst>
                                        </p:cTn>
                                        <p:tgtEl>
                                          <p:spTgt spid="14364"/>
                                        </p:tgtEl>
                                        <p:attrNameLst>
                                          <p:attrName>style.visibility</p:attrName>
                                        </p:attrNameLst>
                                      </p:cBhvr>
                                      <p:to>
                                        <p:strVal val="visible"/>
                                      </p:to>
                                    </p:set>
                                    <p:animEffect transition="in" filter="wipe(left)">
                                      <p:cBhvr>
                                        <p:cTn id="54" dur="2000"/>
                                        <p:tgtEl>
                                          <p:spTgt spid="14364"/>
                                        </p:tgtEl>
                                      </p:cBhvr>
                                    </p:animEffect>
                                  </p:childTnLst>
                                </p:cTn>
                              </p:par>
                            </p:childTnLst>
                          </p:cTn>
                        </p:par>
                      </p:childTnLst>
                    </p:cTn>
                  </p:par>
                  <p:par>
                    <p:cTn id="55" fill="hold">
                      <p:stCondLst>
                        <p:cond delay="indefinite"/>
                      </p:stCondLst>
                      <p:childTnLst>
                        <p:par>
                          <p:cTn id="56" fill="hold">
                            <p:stCondLst>
                              <p:cond delay="0"/>
                            </p:stCondLst>
                            <p:childTnLst>
                              <p:par>
                                <p:cTn id="57" presetID="22" presetClass="entr" presetSubtype="8" fill="hold" nodeType="clickEffect">
                                  <p:stCondLst>
                                    <p:cond delay="0"/>
                                  </p:stCondLst>
                                  <p:childTnLst>
                                    <p:set>
                                      <p:cBhvr>
                                        <p:cTn id="58" dur="1" fill="hold">
                                          <p:stCondLst>
                                            <p:cond delay="0"/>
                                          </p:stCondLst>
                                        </p:cTn>
                                        <p:tgtEl>
                                          <p:spTgt spid="14366"/>
                                        </p:tgtEl>
                                        <p:attrNameLst>
                                          <p:attrName>style.visibility</p:attrName>
                                        </p:attrNameLst>
                                      </p:cBhvr>
                                      <p:to>
                                        <p:strVal val="visible"/>
                                      </p:to>
                                    </p:set>
                                    <p:animEffect transition="in" filter="wipe(left)">
                                      <p:cBhvr>
                                        <p:cTn id="59" dur="2000"/>
                                        <p:tgtEl>
                                          <p:spTgt spid="1436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338" grpId="0"/>
      <p:bldP spid="14339" grpId="0"/>
      <p:bldP spid="14361" grpId="0"/>
      <p:bldP spid="14365" grpId="0"/>
    </p:bldLst>
  </p:timing>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graphicFrame>
        <p:nvGraphicFramePr>
          <p:cNvPr id="13323" name="Object 11"/>
          <p:cNvGraphicFramePr/>
          <p:nvPr/>
        </p:nvGraphicFramePr>
        <p:xfrm>
          <a:off x="3705225" y="5084763"/>
          <a:ext cx="4621213" cy="515937"/>
        </p:xfrm>
        <a:graphic>
          <a:graphicData uri="http://schemas.openxmlformats.org/presentationml/2006/ole">
            <mc:AlternateContent xmlns:mc="http://schemas.openxmlformats.org/markup-compatibility/2006">
              <mc:Choice xmlns:v="urn:schemas-microsoft-com:vml" Requires="v">
                <p:oleObj spid="_x0000_s3517" name="" r:id="rId1" imgW="1955165" imgH="241300" progId="Equation.3">
                  <p:embed/>
                </p:oleObj>
              </mc:Choice>
              <mc:Fallback>
                <p:oleObj name="" r:id="rId1" imgW="1955165" imgH="241300" progId="Equation.3">
                  <p:embed/>
                  <p:pic>
                    <p:nvPicPr>
                      <p:cNvPr id="0" name="图片 3516"/>
                      <p:cNvPicPr/>
                      <p:nvPr/>
                    </p:nvPicPr>
                    <p:blipFill>
                      <a:blip r:embed="rId2">
                        <a:clrChange>
                          <a:clrFrom>
                            <a:srgbClr val="000000"/>
                          </a:clrFrom>
                          <a:clrTo>
                            <a:srgbClr val="FFFFFF"/>
                          </a:clrTo>
                        </a:clrChange>
                      </a:blip>
                      <a:stretch>
                        <a:fillRect/>
                      </a:stretch>
                    </p:blipFill>
                    <p:spPr>
                      <a:xfrm>
                        <a:off x="3705225" y="5084763"/>
                        <a:ext cx="4621213" cy="515937"/>
                      </a:xfrm>
                      <a:prstGeom prst="rect">
                        <a:avLst/>
                      </a:prstGeom>
                      <a:noFill/>
                      <a:ln w="38100">
                        <a:noFill/>
                        <a:miter/>
                      </a:ln>
                    </p:spPr>
                  </p:pic>
                </p:oleObj>
              </mc:Fallback>
            </mc:AlternateContent>
          </a:graphicData>
        </a:graphic>
      </p:graphicFrame>
      <p:grpSp>
        <p:nvGrpSpPr>
          <p:cNvPr id="70663" name="Group 20"/>
          <p:cNvGrpSpPr/>
          <p:nvPr/>
        </p:nvGrpSpPr>
        <p:grpSpPr>
          <a:xfrm>
            <a:off x="8316913" y="6446838"/>
            <a:ext cx="792162" cy="366712"/>
            <a:chOff x="5193" y="4020"/>
            <a:chExt cx="499" cy="231"/>
          </a:xfrm>
        </p:grpSpPr>
        <p:pic>
          <p:nvPicPr>
            <p:cNvPr id="70686" name="Picture 21" descr="78900"/>
            <p:cNvPicPr>
              <a:picLocks noChangeAspect="1"/>
            </p:cNvPicPr>
            <p:nvPr/>
          </p:nvPicPr>
          <p:blipFill>
            <a:blip r:embed="rId3"/>
            <a:stretch>
              <a:fillRect/>
            </a:stretch>
          </p:blipFill>
          <p:spPr>
            <a:xfrm>
              <a:off x="5193" y="4066"/>
              <a:ext cx="499" cy="181"/>
            </a:xfrm>
            <a:prstGeom prst="rect">
              <a:avLst/>
            </a:prstGeom>
            <a:noFill/>
            <a:ln w="9525">
              <a:noFill/>
            </a:ln>
          </p:spPr>
        </p:pic>
        <p:sp>
          <p:nvSpPr>
            <p:cNvPr id="70687" name="Text Box 22">
              <a:hlinkClick r:id="" action="ppaction://hlinkshowjump?jump=nextslide"/>
            </p:cNvPr>
            <p:cNvSpPr txBox="1"/>
            <p:nvPr/>
          </p:nvSpPr>
          <p:spPr>
            <a:xfrm>
              <a:off x="5216" y="4020"/>
              <a:ext cx="476" cy="231"/>
            </a:xfrm>
            <a:prstGeom prst="rect">
              <a:avLst/>
            </a:prstGeom>
            <a:noFill/>
            <a:ln w="9525">
              <a:noFill/>
            </a:ln>
          </p:spPr>
          <p:txBody>
            <a:bodyPr wrap="none">
              <a:spAutoFit/>
            </a:bodyPr>
            <a:p>
              <a:pPr>
                <a:spcBef>
                  <a:spcPct val="50000"/>
                </a:spcBef>
              </a:pPr>
              <a:r>
                <a:rPr lang="zh-CN" altLang="en-US" sz="1800" b="0" dirty="0">
                  <a:solidFill>
                    <a:schemeClr val="bg1"/>
                  </a:solidFill>
                  <a:latin typeface="隶书" panose="02010509060101010101" pitchFamily="49" charset="-122"/>
                  <a:ea typeface="隶书" panose="02010509060101010101" pitchFamily="49" charset="-122"/>
                </a:rPr>
                <a:t>下 页</a:t>
              </a:r>
              <a:endParaRPr lang="zh-CN" altLang="en-US" sz="1800" b="0" dirty="0">
                <a:solidFill>
                  <a:schemeClr val="bg1"/>
                </a:solidFill>
                <a:latin typeface="隶书" panose="02010509060101010101" pitchFamily="49" charset="-122"/>
                <a:ea typeface="隶书" panose="02010509060101010101" pitchFamily="49" charset="-122"/>
              </a:endParaRPr>
            </a:p>
          </p:txBody>
        </p:sp>
      </p:grpSp>
      <p:grpSp>
        <p:nvGrpSpPr>
          <p:cNvPr id="70664" name="Group 23"/>
          <p:cNvGrpSpPr/>
          <p:nvPr/>
        </p:nvGrpSpPr>
        <p:grpSpPr>
          <a:xfrm>
            <a:off x="7453313" y="6446838"/>
            <a:ext cx="792162" cy="366712"/>
            <a:chOff x="4649" y="4020"/>
            <a:chExt cx="499" cy="231"/>
          </a:xfrm>
        </p:grpSpPr>
        <p:pic>
          <p:nvPicPr>
            <p:cNvPr id="70684" name="Picture 24" descr="78900"/>
            <p:cNvPicPr>
              <a:picLocks noChangeAspect="1"/>
            </p:cNvPicPr>
            <p:nvPr/>
          </p:nvPicPr>
          <p:blipFill>
            <a:blip r:embed="rId3"/>
            <a:stretch>
              <a:fillRect/>
            </a:stretch>
          </p:blipFill>
          <p:spPr>
            <a:xfrm>
              <a:off x="4649" y="4066"/>
              <a:ext cx="499" cy="181"/>
            </a:xfrm>
            <a:prstGeom prst="rect">
              <a:avLst/>
            </a:prstGeom>
            <a:noFill/>
            <a:ln w="9525">
              <a:noFill/>
            </a:ln>
          </p:spPr>
        </p:pic>
        <p:sp>
          <p:nvSpPr>
            <p:cNvPr id="70685" name="Text Box 25">
              <a:hlinkClick r:id="" action="ppaction://hlinkshowjump?jump=previousslide"/>
            </p:cNvPr>
            <p:cNvSpPr txBox="1"/>
            <p:nvPr/>
          </p:nvSpPr>
          <p:spPr>
            <a:xfrm>
              <a:off x="4672" y="4020"/>
              <a:ext cx="476" cy="231"/>
            </a:xfrm>
            <a:prstGeom prst="rect">
              <a:avLst/>
            </a:prstGeom>
            <a:noFill/>
            <a:ln w="9525">
              <a:noFill/>
            </a:ln>
          </p:spPr>
          <p:txBody>
            <a:bodyPr wrap="none">
              <a:spAutoFit/>
            </a:bodyPr>
            <a:p>
              <a:pPr>
                <a:spcBef>
                  <a:spcPct val="50000"/>
                </a:spcBef>
              </a:pPr>
              <a:r>
                <a:rPr lang="zh-CN" altLang="en-US" sz="1800" b="0" dirty="0">
                  <a:solidFill>
                    <a:schemeClr val="bg1"/>
                  </a:solidFill>
                  <a:latin typeface="隶书" panose="02010509060101010101" pitchFamily="49" charset="-122"/>
                  <a:ea typeface="隶书" panose="02010509060101010101" pitchFamily="49" charset="-122"/>
                </a:rPr>
                <a:t>上 页</a:t>
              </a:r>
              <a:endParaRPr lang="zh-CN" altLang="en-US" sz="1800" b="0" dirty="0">
                <a:solidFill>
                  <a:schemeClr val="bg1"/>
                </a:solidFill>
                <a:latin typeface="隶书" panose="02010509060101010101" pitchFamily="49" charset="-122"/>
                <a:ea typeface="隶书" panose="02010509060101010101" pitchFamily="49" charset="-122"/>
              </a:endParaRPr>
            </a:p>
          </p:txBody>
        </p:sp>
      </p:grpSp>
      <p:grpSp>
        <p:nvGrpSpPr>
          <p:cNvPr id="4" name="Group 29"/>
          <p:cNvGrpSpPr/>
          <p:nvPr/>
        </p:nvGrpSpPr>
        <p:grpSpPr>
          <a:xfrm>
            <a:off x="611188" y="260350"/>
            <a:ext cx="1847850" cy="850900"/>
            <a:chOff x="385" y="3022"/>
            <a:chExt cx="1164" cy="536"/>
          </a:xfrm>
        </p:grpSpPr>
        <p:pic>
          <p:nvPicPr>
            <p:cNvPr id="70682" name="Picture 30" descr="123"/>
            <p:cNvPicPr>
              <a:picLocks noChangeAspect="1"/>
            </p:cNvPicPr>
            <p:nvPr/>
          </p:nvPicPr>
          <p:blipFill>
            <a:blip r:embed="rId4"/>
            <a:stretch>
              <a:fillRect/>
            </a:stretch>
          </p:blipFill>
          <p:spPr>
            <a:xfrm>
              <a:off x="385" y="3022"/>
              <a:ext cx="590" cy="536"/>
            </a:xfrm>
            <a:prstGeom prst="rect">
              <a:avLst/>
            </a:prstGeom>
            <a:noFill/>
            <a:ln w="9525">
              <a:noFill/>
            </a:ln>
          </p:spPr>
        </p:pic>
        <p:sp>
          <p:nvSpPr>
            <p:cNvPr id="70683" name="Text Box 31"/>
            <p:cNvSpPr txBox="1"/>
            <p:nvPr/>
          </p:nvSpPr>
          <p:spPr>
            <a:xfrm>
              <a:off x="793" y="3116"/>
              <a:ext cx="756" cy="365"/>
            </a:xfrm>
            <a:prstGeom prst="rect">
              <a:avLst/>
            </a:prstGeom>
            <a:noFill/>
            <a:ln w="9525">
              <a:noFill/>
            </a:ln>
          </p:spPr>
          <p:txBody>
            <a:bodyPr wrap="none">
              <a:spAutoFit/>
            </a:bodyPr>
            <a:p>
              <a:r>
                <a:rPr lang="zh-CN" altLang="en-US" sz="3200" b="0" dirty="0">
                  <a:solidFill>
                    <a:srgbClr val="FA7748"/>
                  </a:solidFill>
                  <a:latin typeface="Times New Roman" panose="02020603050405020304" pitchFamily="18" charset="0"/>
                  <a:ea typeface="华文行楷" panose="02010800040101010101" pitchFamily="2" charset="-122"/>
                </a:rPr>
                <a:t>结论  </a:t>
              </a:r>
              <a:endParaRPr lang="zh-CN" altLang="en-US" sz="3200" b="0" dirty="0">
                <a:solidFill>
                  <a:srgbClr val="FA7748"/>
                </a:solidFill>
                <a:latin typeface="Times New Roman" panose="02020603050405020304" pitchFamily="18" charset="0"/>
                <a:ea typeface="华文行楷" panose="02010800040101010101" pitchFamily="2" charset="-122"/>
              </a:endParaRPr>
            </a:p>
          </p:txBody>
        </p:sp>
      </p:grpSp>
      <p:grpSp>
        <p:nvGrpSpPr>
          <p:cNvPr id="5" name="Group 34"/>
          <p:cNvGrpSpPr/>
          <p:nvPr/>
        </p:nvGrpSpPr>
        <p:grpSpPr>
          <a:xfrm>
            <a:off x="611188" y="981075"/>
            <a:ext cx="8223250" cy="522288"/>
            <a:chOff x="385" y="663"/>
            <a:chExt cx="5180" cy="329"/>
          </a:xfrm>
        </p:grpSpPr>
        <p:graphicFrame>
          <p:nvGraphicFramePr>
            <p:cNvPr id="70662" name="Object 12"/>
            <p:cNvGraphicFramePr/>
            <p:nvPr/>
          </p:nvGraphicFramePr>
          <p:xfrm>
            <a:off x="748" y="701"/>
            <a:ext cx="246" cy="291"/>
          </p:xfrm>
          <a:graphic>
            <a:graphicData uri="http://schemas.openxmlformats.org/presentationml/2006/ole">
              <mc:AlternateContent xmlns:mc="http://schemas.openxmlformats.org/markup-compatibility/2006">
                <mc:Choice xmlns:v="urn:schemas-microsoft-com:vml" Requires="v">
                  <p:oleObj spid="_x0000_s3522" name="" r:id="rId5" imgW="165100" imgH="215900" progId="Equation.3">
                    <p:embed/>
                  </p:oleObj>
                </mc:Choice>
                <mc:Fallback>
                  <p:oleObj name="" r:id="rId5" imgW="165100" imgH="215900" progId="Equation.3">
                    <p:embed/>
                    <p:pic>
                      <p:nvPicPr>
                        <p:cNvPr id="0" name="图片 3521"/>
                        <p:cNvPicPr/>
                        <p:nvPr/>
                      </p:nvPicPr>
                      <p:blipFill>
                        <a:blip r:embed="rId6">
                          <a:clrChange>
                            <a:clrFrom>
                              <a:srgbClr val="000000"/>
                            </a:clrFrom>
                            <a:clrTo>
                              <a:srgbClr val="FFFFFF"/>
                            </a:clrTo>
                          </a:clrChange>
                        </a:blip>
                        <a:stretch>
                          <a:fillRect/>
                        </a:stretch>
                      </p:blipFill>
                      <p:spPr>
                        <a:xfrm>
                          <a:off x="748" y="701"/>
                          <a:ext cx="246" cy="291"/>
                        </a:xfrm>
                        <a:prstGeom prst="rect">
                          <a:avLst/>
                        </a:prstGeom>
                        <a:noFill/>
                        <a:ln w="38100">
                          <a:noFill/>
                          <a:miter/>
                        </a:ln>
                      </p:spPr>
                    </p:pic>
                  </p:oleObj>
                </mc:Fallback>
              </mc:AlternateContent>
            </a:graphicData>
          </a:graphic>
        </p:graphicFrame>
        <p:sp>
          <p:nvSpPr>
            <p:cNvPr id="70681" name="Rectangle 32"/>
            <p:cNvSpPr/>
            <p:nvPr/>
          </p:nvSpPr>
          <p:spPr>
            <a:xfrm>
              <a:off x="385" y="663"/>
              <a:ext cx="5180" cy="327"/>
            </a:xfrm>
            <a:prstGeom prst="rect">
              <a:avLst/>
            </a:prstGeom>
            <a:noFill/>
            <a:ln w="9525">
              <a:noFill/>
            </a:ln>
          </p:spPr>
          <p:txBody>
            <a:bodyPr wrap="none">
              <a:spAutoFit/>
            </a:bodyPr>
            <a:p>
              <a:pPr marL="342900" indent="-342900">
                <a:buAutoNum type="circleNumDbPlain"/>
              </a:pPr>
              <a:r>
                <a:rPr lang="en-US" altLang="zh-CN" dirty="0">
                  <a:latin typeface="楷体_GB2312" pitchFamily="49" charset="-122"/>
                </a:rPr>
                <a:t>   </a:t>
              </a:r>
              <a:r>
                <a:rPr lang="zh-CN" altLang="en-US" dirty="0">
                  <a:latin typeface="楷体_GB2312" pitchFamily="49" charset="-122"/>
                </a:rPr>
                <a:t>是复数，而不是相量，它不对应任意正弦量。</a:t>
              </a:r>
              <a:endParaRPr lang="zh-CN" altLang="en-US" dirty="0">
                <a:latin typeface="楷体_GB2312" pitchFamily="49" charset="-122"/>
              </a:endParaRPr>
            </a:p>
          </p:txBody>
        </p:sp>
      </p:grpSp>
      <p:graphicFrame>
        <p:nvGraphicFramePr>
          <p:cNvPr id="13350" name="Object 38"/>
          <p:cNvGraphicFramePr/>
          <p:nvPr/>
        </p:nvGraphicFramePr>
        <p:xfrm>
          <a:off x="1116013" y="3716338"/>
          <a:ext cx="1800225" cy="1916112"/>
        </p:xfrm>
        <a:graphic>
          <a:graphicData uri="http://schemas.openxmlformats.org/presentationml/2006/ole">
            <mc:AlternateContent xmlns:mc="http://schemas.openxmlformats.org/markup-compatibility/2006">
              <mc:Choice xmlns:v="urn:schemas-microsoft-com:vml" Requires="v">
                <p:oleObj spid="_x0000_s3520" name="" r:id="rId7" imgW="799465" imgH="850265" progId="Equation.3">
                  <p:embed/>
                </p:oleObj>
              </mc:Choice>
              <mc:Fallback>
                <p:oleObj name="" r:id="rId7" imgW="799465" imgH="850265" progId="Equation.3">
                  <p:embed/>
                  <p:pic>
                    <p:nvPicPr>
                      <p:cNvPr id="0" name="图片 3519"/>
                      <p:cNvPicPr/>
                      <p:nvPr/>
                    </p:nvPicPr>
                    <p:blipFill>
                      <a:blip r:embed="rId8">
                        <a:clrChange>
                          <a:clrFrom>
                            <a:srgbClr val="000000"/>
                          </a:clrFrom>
                          <a:clrTo>
                            <a:srgbClr val="FFFFFF"/>
                          </a:clrTo>
                        </a:clrChange>
                      </a:blip>
                      <a:stretch>
                        <a:fillRect/>
                      </a:stretch>
                    </p:blipFill>
                    <p:spPr>
                      <a:xfrm>
                        <a:off x="1116013" y="3716338"/>
                        <a:ext cx="1800225" cy="1916112"/>
                      </a:xfrm>
                      <a:prstGeom prst="rect">
                        <a:avLst/>
                      </a:prstGeom>
                      <a:noFill/>
                      <a:ln w="38100">
                        <a:noFill/>
                        <a:miter/>
                      </a:ln>
                    </p:spPr>
                  </p:pic>
                </p:oleObj>
              </mc:Fallback>
            </mc:AlternateContent>
          </a:graphicData>
        </a:graphic>
      </p:graphicFrame>
      <p:sp>
        <p:nvSpPr>
          <p:cNvPr id="13351" name="Line 39"/>
          <p:cNvSpPr/>
          <p:nvPr/>
        </p:nvSpPr>
        <p:spPr>
          <a:xfrm>
            <a:off x="3059113" y="4437063"/>
            <a:ext cx="790575" cy="0"/>
          </a:xfrm>
          <a:prstGeom prst="line">
            <a:avLst/>
          </a:prstGeom>
          <a:ln w="76200" cap="flat" cmpd="sng">
            <a:solidFill>
              <a:srgbClr val="0066FF"/>
            </a:solidFill>
            <a:prstDash val="solid"/>
            <a:headEnd type="none" w="med" len="med"/>
            <a:tailEnd type="triangle" w="med" len="med"/>
          </a:ln>
        </p:spPr>
      </p:sp>
      <p:graphicFrame>
        <p:nvGraphicFramePr>
          <p:cNvPr id="13352" name="Object 40"/>
          <p:cNvGraphicFramePr/>
          <p:nvPr/>
        </p:nvGraphicFramePr>
        <p:xfrm>
          <a:off x="4067175" y="3860800"/>
          <a:ext cx="4552950" cy="1068388"/>
        </p:xfrm>
        <a:graphic>
          <a:graphicData uri="http://schemas.openxmlformats.org/presentationml/2006/ole">
            <mc:AlternateContent xmlns:mc="http://schemas.openxmlformats.org/markup-compatibility/2006">
              <mc:Choice xmlns:v="urn:schemas-microsoft-com:vml" Requires="v">
                <p:oleObj spid="_x0000_s3525" name="" r:id="rId9" imgW="1891665" imgH="444500" progId="Equation.3">
                  <p:embed/>
                </p:oleObj>
              </mc:Choice>
              <mc:Fallback>
                <p:oleObj name="" r:id="rId9" imgW="1891665" imgH="444500" progId="Equation.3">
                  <p:embed/>
                  <p:pic>
                    <p:nvPicPr>
                      <p:cNvPr id="0" name="图片 3524"/>
                      <p:cNvPicPr/>
                      <p:nvPr/>
                    </p:nvPicPr>
                    <p:blipFill>
                      <a:blip r:embed="rId10">
                        <a:clrChange>
                          <a:clrFrom>
                            <a:srgbClr val="000000"/>
                          </a:clrFrom>
                          <a:clrTo>
                            <a:srgbClr val="990033"/>
                          </a:clrTo>
                        </a:clrChange>
                      </a:blip>
                      <a:stretch>
                        <a:fillRect/>
                      </a:stretch>
                    </p:blipFill>
                    <p:spPr>
                      <a:xfrm>
                        <a:off x="4067175" y="3860800"/>
                        <a:ext cx="4552950" cy="1068388"/>
                      </a:xfrm>
                      <a:prstGeom prst="rect">
                        <a:avLst/>
                      </a:prstGeom>
                      <a:gradFill rotWithShape="1">
                        <a:gsLst>
                          <a:gs pos="0">
                            <a:srgbClr val="0099FF"/>
                          </a:gs>
                          <a:gs pos="100000">
                            <a:schemeClr val="bg1"/>
                          </a:gs>
                        </a:gsLst>
                        <a:lin ang="5400000" scaled="1"/>
                        <a:tileRect/>
                      </a:gradFill>
                      <a:ln w="38100">
                        <a:noFill/>
                        <a:miter/>
                      </a:ln>
                    </p:spPr>
                  </p:pic>
                </p:oleObj>
              </mc:Fallback>
            </mc:AlternateContent>
          </a:graphicData>
        </a:graphic>
      </p:graphicFrame>
      <p:grpSp>
        <p:nvGrpSpPr>
          <p:cNvPr id="6" name="Group 41"/>
          <p:cNvGrpSpPr/>
          <p:nvPr/>
        </p:nvGrpSpPr>
        <p:grpSpPr>
          <a:xfrm>
            <a:off x="468313" y="5516563"/>
            <a:ext cx="1847850" cy="850900"/>
            <a:chOff x="385" y="3022"/>
            <a:chExt cx="1164" cy="536"/>
          </a:xfrm>
        </p:grpSpPr>
        <p:pic>
          <p:nvPicPr>
            <p:cNvPr id="70679" name="Picture 42" descr="123"/>
            <p:cNvPicPr>
              <a:picLocks noChangeAspect="1"/>
            </p:cNvPicPr>
            <p:nvPr/>
          </p:nvPicPr>
          <p:blipFill>
            <a:blip r:embed="rId4"/>
            <a:stretch>
              <a:fillRect/>
            </a:stretch>
          </p:blipFill>
          <p:spPr>
            <a:xfrm>
              <a:off x="385" y="3022"/>
              <a:ext cx="590" cy="536"/>
            </a:xfrm>
            <a:prstGeom prst="rect">
              <a:avLst/>
            </a:prstGeom>
            <a:noFill/>
            <a:ln w="9525">
              <a:noFill/>
            </a:ln>
          </p:spPr>
        </p:pic>
        <p:sp>
          <p:nvSpPr>
            <p:cNvPr id="70680" name="Text Box 43"/>
            <p:cNvSpPr txBox="1"/>
            <p:nvPr/>
          </p:nvSpPr>
          <p:spPr>
            <a:xfrm>
              <a:off x="793" y="3116"/>
              <a:ext cx="756" cy="365"/>
            </a:xfrm>
            <a:prstGeom prst="rect">
              <a:avLst/>
            </a:prstGeom>
            <a:noFill/>
            <a:ln w="9525">
              <a:noFill/>
            </a:ln>
          </p:spPr>
          <p:txBody>
            <a:bodyPr wrap="none">
              <a:spAutoFit/>
            </a:bodyPr>
            <a:p>
              <a:r>
                <a:rPr lang="zh-CN" altLang="en-US" sz="3200" b="0" dirty="0">
                  <a:solidFill>
                    <a:srgbClr val="FA7748"/>
                  </a:solidFill>
                  <a:latin typeface="Times New Roman" panose="02020603050405020304" pitchFamily="18" charset="0"/>
                  <a:ea typeface="华文行楷" panose="02010800040101010101" pitchFamily="2" charset="-122"/>
                </a:rPr>
                <a:t>注意  </a:t>
              </a:r>
              <a:endParaRPr lang="zh-CN" altLang="en-US" sz="3200" b="0" dirty="0">
                <a:solidFill>
                  <a:srgbClr val="FA7748"/>
                </a:solidFill>
                <a:latin typeface="Times New Roman" panose="02020603050405020304" pitchFamily="18" charset="0"/>
                <a:ea typeface="华文行楷" panose="02010800040101010101" pitchFamily="2" charset="-122"/>
              </a:endParaRPr>
            </a:p>
          </p:txBody>
        </p:sp>
      </p:grpSp>
      <p:grpSp>
        <p:nvGrpSpPr>
          <p:cNvPr id="7" name="Group 49"/>
          <p:cNvGrpSpPr/>
          <p:nvPr/>
        </p:nvGrpSpPr>
        <p:grpSpPr>
          <a:xfrm>
            <a:off x="611188" y="1519238"/>
            <a:ext cx="7921625" cy="1117600"/>
            <a:chOff x="385" y="981"/>
            <a:chExt cx="4990" cy="704"/>
          </a:xfrm>
        </p:grpSpPr>
        <p:sp>
          <p:nvSpPr>
            <p:cNvPr id="70677" name="Rectangle 35"/>
            <p:cNvSpPr/>
            <p:nvPr/>
          </p:nvSpPr>
          <p:spPr>
            <a:xfrm>
              <a:off x="477" y="981"/>
              <a:ext cx="4898" cy="704"/>
            </a:xfrm>
            <a:prstGeom prst="rect">
              <a:avLst/>
            </a:prstGeom>
            <a:noFill/>
            <a:ln w="9525">
              <a:noFill/>
            </a:ln>
          </p:spPr>
          <p:txBody>
            <a:bodyPr>
              <a:spAutoFit/>
            </a:bodyPr>
            <a:p>
              <a:pPr marL="342900" indent="-342900">
                <a:lnSpc>
                  <a:spcPct val="120000"/>
                </a:lnSpc>
              </a:pPr>
              <a:r>
                <a:rPr lang="en-US" altLang="zh-CN" dirty="0">
                  <a:latin typeface="楷体_GB2312" pitchFamily="49" charset="-122"/>
                </a:rPr>
                <a:t>    </a:t>
              </a:r>
              <a:r>
                <a:rPr lang="zh-CN" altLang="en-US" dirty="0">
                  <a:latin typeface="楷体_GB2312" pitchFamily="49" charset="-122"/>
                </a:rPr>
                <a:t>把 </a:t>
              </a:r>
              <a:r>
                <a:rPr lang="en-US" altLang="zh-CN" b="0" i="1" dirty="0">
                  <a:solidFill>
                    <a:schemeClr val="bg1"/>
                  </a:solidFill>
                  <a:latin typeface="Times New Roman" panose="02020603050405020304" pitchFamily="18" charset="0"/>
                </a:rPr>
                <a:t>P</a:t>
              </a:r>
              <a:r>
                <a:rPr lang="zh-CN" altLang="en-US" b="0" i="1" dirty="0">
                  <a:solidFill>
                    <a:schemeClr val="bg1"/>
                  </a:solidFill>
                  <a:latin typeface="Times New Roman" panose="02020603050405020304" pitchFamily="18" charset="0"/>
                </a:rPr>
                <a:t>、</a:t>
              </a:r>
              <a:r>
                <a:rPr lang="en-US" altLang="zh-CN" b="0" i="1" dirty="0">
                  <a:solidFill>
                    <a:schemeClr val="bg1"/>
                  </a:solidFill>
                  <a:latin typeface="Times New Roman" panose="02020603050405020304" pitchFamily="18" charset="0"/>
                </a:rPr>
                <a:t>Q</a:t>
              </a:r>
              <a:r>
                <a:rPr lang="zh-CN" altLang="en-US" b="0" i="1" dirty="0">
                  <a:solidFill>
                    <a:schemeClr val="bg1"/>
                  </a:solidFill>
                  <a:latin typeface="Times New Roman" panose="02020603050405020304" pitchFamily="18" charset="0"/>
                </a:rPr>
                <a:t>、</a:t>
              </a:r>
              <a:r>
                <a:rPr lang="en-US" altLang="zh-CN" b="0" i="1" dirty="0">
                  <a:solidFill>
                    <a:schemeClr val="bg1"/>
                  </a:solidFill>
                  <a:latin typeface="Times New Roman" panose="02020603050405020304" pitchFamily="18" charset="0"/>
                </a:rPr>
                <a:t>S</a:t>
              </a:r>
              <a:r>
                <a:rPr lang="en-US" altLang="zh-CN" b="0" i="1" dirty="0">
                  <a:latin typeface="楷体_GB2312" pitchFamily="49" charset="-122"/>
                </a:rPr>
                <a:t> </a:t>
              </a:r>
              <a:r>
                <a:rPr lang="zh-CN" altLang="en-US" dirty="0">
                  <a:latin typeface="楷体_GB2312" pitchFamily="49" charset="-122"/>
                </a:rPr>
                <a:t>联系在一起，它的实部是平均功率，虚部是无功功率，模是视在功率。</a:t>
              </a:r>
              <a:endParaRPr lang="zh-CN" altLang="en-US" dirty="0">
                <a:latin typeface="楷体_GB2312" pitchFamily="49" charset="-122"/>
              </a:endParaRPr>
            </a:p>
          </p:txBody>
        </p:sp>
        <p:graphicFrame>
          <p:nvGraphicFramePr>
            <p:cNvPr id="70661" name="Object 13"/>
            <p:cNvGraphicFramePr/>
            <p:nvPr/>
          </p:nvGraphicFramePr>
          <p:xfrm>
            <a:off x="730" y="1053"/>
            <a:ext cx="246" cy="291"/>
          </p:xfrm>
          <a:graphic>
            <a:graphicData uri="http://schemas.openxmlformats.org/presentationml/2006/ole">
              <mc:AlternateContent xmlns:mc="http://schemas.openxmlformats.org/markup-compatibility/2006">
                <mc:Choice xmlns:v="urn:schemas-microsoft-com:vml" Requires="v">
                  <p:oleObj spid="_x0000_s3526" name="" r:id="rId11" imgW="165100" imgH="215900" progId="Equation.3">
                    <p:embed/>
                  </p:oleObj>
                </mc:Choice>
                <mc:Fallback>
                  <p:oleObj name="" r:id="rId11" imgW="165100" imgH="215900" progId="Equation.3">
                    <p:embed/>
                    <p:pic>
                      <p:nvPicPr>
                        <p:cNvPr id="0" name="图片 3525"/>
                        <p:cNvPicPr/>
                        <p:nvPr/>
                      </p:nvPicPr>
                      <p:blipFill>
                        <a:blip r:embed="rId12">
                          <a:clrChange>
                            <a:clrFrom>
                              <a:srgbClr val="000000"/>
                            </a:clrFrom>
                            <a:clrTo>
                              <a:srgbClr val="FFFFFF"/>
                            </a:clrTo>
                          </a:clrChange>
                        </a:blip>
                        <a:stretch>
                          <a:fillRect/>
                        </a:stretch>
                      </p:blipFill>
                      <p:spPr>
                        <a:xfrm>
                          <a:off x="730" y="1053"/>
                          <a:ext cx="246" cy="291"/>
                        </a:xfrm>
                        <a:prstGeom prst="rect">
                          <a:avLst/>
                        </a:prstGeom>
                        <a:noFill/>
                        <a:ln w="38100">
                          <a:noFill/>
                          <a:miter/>
                        </a:ln>
                      </p:spPr>
                    </p:pic>
                  </p:oleObj>
                </mc:Fallback>
              </mc:AlternateContent>
            </a:graphicData>
          </a:graphic>
        </p:graphicFrame>
        <p:sp>
          <p:nvSpPr>
            <p:cNvPr id="70678" name="Text Box 48"/>
            <p:cNvSpPr txBox="1"/>
            <p:nvPr/>
          </p:nvSpPr>
          <p:spPr>
            <a:xfrm>
              <a:off x="385" y="1026"/>
              <a:ext cx="363" cy="327"/>
            </a:xfrm>
            <a:prstGeom prst="rect">
              <a:avLst/>
            </a:prstGeom>
            <a:noFill/>
            <a:ln w="9525">
              <a:noFill/>
            </a:ln>
          </p:spPr>
          <p:txBody>
            <a:bodyPr>
              <a:spAutoFit/>
            </a:bodyPr>
            <a:p>
              <a:pPr>
                <a:spcBef>
                  <a:spcPct val="50000"/>
                </a:spcBef>
              </a:pPr>
              <a:r>
                <a:rPr lang="en-US" altLang="zh-CN" dirty="0">
                  <a:latin typeface="楷体_GB2312" pitchFamily="49" charset="-122"/>
                  <a:sym typeface="Wingdings" panose="05000000000000000000" pitchFamily="2" charset="2"/>
                </a:rPr>
                <a:t></a:t>
              </a:r>
              <a:endParaRPr lang="en-US" altLang="zh-CN" dirty="0">
                <a:latin typeface="楷体_GB2312" pitchFamily="49" charset="-122"/>
                <a:sym typeface="Wingdings" panose="05000000000000000000" pitchFamily="2" charset="2"/>
              </a:endParaRPr>
            </a:p>
          </p:txBody>
        </p:sp>
      </p:grpSp>
      <p:grpSp>
        <p:nvGrpSpPr>
          <p:cNvPr id="8" name="Group 52"/>
          <p:cNvGrpSpPr/>
          <p:nvPr/>
        </p:nvGrpSpPr>
        <p:grpSpPr>
          <a:xfrm>
            <a:off x="611188" y="2527300"/>
            <a:ext cx="8064500" cy="1117600"/>
            <a:chOff x="385" y="1592"/>
            <a:chExt cx="5080" cy="704"/>
          </a:xfrm>
        </p:grpSpPr>
        <p:sp>
          <p:nvSpPr>
            <p:cNvPr id="70675" name="Text Box 50"/>
            <p:cNvSpPr txBox="1"/>
            <p:nvPr/>
          </p:nvSpPr>
          <p:spPr>
            <a:xfrm>
              <a:off x="657" y="1592"/>
              <a:ext cx="4808" cy="704"/>
            </a:xfrm>
            <a:prstGeom prst="rect">
              <a:avLst/>
            </a:prstGeom>
            <a:noFill/>
            <a:ln w="9525">
              <a:noFill/>
            </a:ln>
          </p:spPr>
          <p:txBody>
            <a:bodyPr>
              <a:spAutoFit/>
            </a:bodyPr>
            <a:p>
              <a:pPr>
                <a:lnSpc>
                  <a:spcPct val="120000"/>
                </a:lnSpc>
              </a:pPr>
              <a:r>
                <a:rPr lang="zh-CN" altLang="en-US" dirty="0">
                  <a:latin typeface="楷体_GB2312" pitchFamily="49" charset="-122"/>
                </a:rPr>
                <a:t>复功率满足守恒定理：在正弦稳态下，任一电路的所有支路吸收的复功率之和为零。即</a:t>
              </a:r>
              <a:endParaRPr lang="zh-CN" altLang="en-US" dirty="0">
                <a:latin typeface="楷体_GB2312" pitchFamily="49" charset="-122"/>
              </a:endParaRPr>
            </a:p>
          </p:txBody>
        </p:sp>
        <p:sp>
          <p:nvSpPr>
            <p:cNvPr id="70676" name="Text Box 51"/>
            <p:cNvSpPr txBox="1"/>
            <p:nvPr/>
          </p:nvSpPr>
          <p:spPr>
            <a:xfrm>
              <a:off x="385" y="1652"/>
              <a:ext cx="363" cy="327"/>
            </a:xfrm>
            <a:prstGeom prst="rect">
              <a:avLst/>
            </a:prstGeom>
            <a:noFill/>
            <a:ln w="9525">
              <a:noFill/>
            </a:ln>
          </p:spPr>
          <p:txBody>
            <a:bodyPr>
              <a:spAutoFit/>
            </a:bodyPr>
            <a:p>
              <a:pPr>
                <a:spcBef>
                  <a:spcPct val="50000"/>
                </a:spcBef>
              </a:pPr>
              <a:r>
                <a:rPr lang="en-US" altLang="zh-CN" dirty="0">
                  <a:latin typeface="楷体_GB2312" pitchFamily="49" charset="-122"/>
                  <a:sym typeface="Wingdings" panose="05000000000000000000" pitchFamily="2" charset="2"/>
                </a:rPr>
                <a:t></a:t>
              </a:r>
              <a:endParaRPr lang="en-US" altLang="zh-CN" dirty="0">
                <a:latin typeface="楷体_GB2312" pitchFamily="49" charset="-122"/>
                <a:sym typeface="Wingdings" panose="05000000000000000000" pitchFamily="2" charset="2"/>
              </a:endParaRPr>
            </a:p>
          </p:txBody>
        </p:sp>
      </p:grpSp>
      <p:grpSp>
        <p:nvGrpSpPr>
          <p:cNvPr id="70671" name="Group 53"/>
          <p:cNvGrpSpPr/>
          <p:nvPr/>
        </p:nvGrpSpPr>
        <p:grpSpPr>
          <a:xfrm>
            <a:off x="6588125" y="6446838"/>
            <a:ext cx="792163" cy="366712"/>
            <a:chOff x="4649" y="4020"/>
            <a:chExt cx="499" cy="231"/>
          </a:xfrm>
        </p:grpSpPr>
        <p:pic>
          <p:nvPicPr>
            <p:cNvPr id="70673" name="Picture 54" descr="78900"/>
            <p:cNvPicPr>
              <a:picLocks noChangeAspect="1"/>
            </p:cNvPicPr>
            <p:nvPr/>
          </p:nvPicPr>
          <p:blipFill>
            <a:blip r:embed="rId3"/>
            <a:stretch>
              <a:fillRect/>
            </a:stretch>
          </p:blipFill>
          <p:spPr>
            <a:xfrm>
              <a:off x="4649" y="4066"/>
              <a:ext cx="499" cy="181"/>
            </a:xfrm>
            <a:prstGeom prst="rect">
              <a:avLst/>
            </a:prstGeom>
            <a:noFill/>
            <a:ln w="9525">
              <a:noFill/>
            </a:ln>
          </p:spPr>
        </p:pic>
        <p:sp>
          <p:nvSpPr>
            <p:cNvPr id="70674" name="Text Box 55">
              <a:hlinkClick r:id="" action="ppaction://hlinkshowjump?jump=firstslide"/>
            </p:cNvPr>
            <p:cNvSpPr txBox="1"/>
            <p:nvPr/>
          </p:nvSpPr>
          <p:spPr>
            <a:xfrm>
              <a:off x="4672" y="4020"/>
              <a:ext cx="476" cy="231"/>
            </a:xfrm>
            <a:prstGeom prst="rect">
              <a:avLst/>
            </a:prstGeom>
            <a:noFill/>
            <a:ln w="9525">
              <a:noFill/>
            </a:ln>
          </p:spPr>
          <p:txBody>
            <a:bodyPr wrap="none">
              <a:spAutoFit/>
            </a:bodyPr>
            <a:p>
              <a:pPr>
                <a:spcBef>
                  <a:spcPct val="50000"/>
                </a:spcBef>
              </a:pPr>
              <a:r>
                <a:rPr lang="zh-CN" altLang="en-US" sz="1800" b="0" dirty="0">
                  <a:solidFill>
                    <a:schemeClr val="bg1"/>
                  </a:solidFill>
                  <a:latin typeface="隶书" panose="02010509060101010101" pitchFamily="49" charset="-122"/>
                  <a:ea typeface="隶书" panose="02010509060101010101" pitchFamily="49" charset="-122"/>
                </a:rPr>
                <a:t>返 回</a:t>
              </a:r>
              <a:endParaRPr lang="zh-CN" altLang="en-US" sz="1800" b="0" dirty="0">
                <a:solidFill>
                  <a:schemeClr val="bg1"/>
                </a:solidFill>
                <a:latin typeface="隶书" panose="02010509060101010101" pitchFamily="49" charset="-122"/>
                <a:ea typeface="隶书" panose="02010509060101010101" pitchFamily="49" charset="-122"/>
              </a:endParaRPr>
            </a:p>
          </p:txBody>
        </p:sp>
      </p:grpSp>
      <p:sp>
        <p:nvSpPr>
          <p:cNvPr id="13369" name="Text Box 57"/>
          <p:cNvSpPr txBox="1"/>
          <p:nvPr/>
        </p:nvSpPr>
        <p:spPr>
          <a:xfrm>
            <a:off x="1979613" y="5589588"/>
            <a:ext cx="5616575" cy="604837"/>
          </a:xfrm>
          <a:prstGeom prst="rect">
            <a:avLst/>
          </a:prstGeom>
          <a:noFill/>
          <a:ln w="9525">
            <a:noFill/>
          </a:ln>
        </p:spPr>
        <p:txBody>
          <a:bodyPr>
            <a:spAutoFit/>
          </a:bodyPr>
          <a:p>
            <a:pPr>
              <a:lnSpc>
                <a:spcPct val="120000"/>
              </a:lnSpc>
            </a:pPr>
            <a:r>
              <a:rPr lang="zh-CN" altLang="en-US" dirty="0">
                <a:latin typeface="楷体_GB2312" pitchFamily="49" charset="-122"/>
              </a:rPr>
              <a:t>复功率守恒，视在功率不守恒。</a:t>
            </a:r>
            <a:endParaRPr lang="zh-CN" altLang="en-US" dirty="0">
              <a:latin typeface="楷体_GB2312" pitchFamily="49"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 presetClass="entr" presetSubtype="10" fill="hold" nodeType="with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blinds(horizontal)">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5"/>
                                        </p:tgtEl>
                                        <p:attrNameLst>
                                          <p:attrName>style.visibility</p:attrName>
                                        </p:attrNameLst>
                                      </p:cBhvr>
                                      <p:to>
                                        <p:strVal val="visible"/>
                                      </p:to>
                                    </p:set>
                                    <p:animEffect transition="in" filter="wipe(left)">
                                      <p:cBhvr>
                                        <p:cTn id="12" dur="1000"/>
                                        <p:tgtEl>
                                          <p:spTgt spid="5"/>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7"/>
                                        </p:tgtEl>
                                        <p:attrNameLst>
                                          <p:attrName>style.visibility</p:attrName>
                                        </p:attrNameLst>
                                      </p:cBhvr>
                                      <p:to>
                                        <p:strVal val="visible"/>
                                      </p:to>
                                    </p:set>
                                    <p:animEffect transition="in" filter="wipe(left)">
                                      <p:cBhvr>
                                        <p:cTn id="17" dur="500"/>
                                        <p:tgtEl>
                                          <p:spTgt spid="7"/>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nodeType="clickEffect">
                                  <p:stCondLst>
                                    <p:cond delay="0"/>
                                  </p:stCondLst>
                                  <p:childTnLst>
                                    <p:set>
                                      <p:cBhvr>
                                        <p:cTn id="21" dur="1" fill="hold">
                                          <p:stCondLst>
                                            <p:cond delay="0"/>
                                          </p:stCondLst>
                                        </p:cTn>
                                        <p:tgtEl>
                                          <p:spTgt spid="8"/>
                                        </p:tgtEl>
                                        <p:attrNameLst>
                                          <p:attrName>style.visibility</p:attrName>
                                        </p:attrNameLst>
                                      </p:cBhvr>
                                      <p:to>
                                        <p:strVal val="visible"/>
                                      </p:to>
                                    </p:set>
                                    <p:animEffect transition="in" filter="wipe(left)">
                                      <p:cBhvr>
                                        <p:cTn id="22" dur="500"/>
                                        <p:tgtEl>
                                          <p:spTgt spid="8"/>
                                        </p:tgtEl>
                                      </p:cBhvr>
                                    </p:animEffect>
                                  </p:childTnLst>
                                </p:cTn>
                              </p:par>
                            </p:childTnLst>
                          </p:cTn>
                        </p:par>
                      </p:childTnLst>
                    </p:cTn>
                  </p:par>
                  <p:par>
                    <p:cTn id="23" fill="hold">
                      <p:stCondLst>
                        <p:cond delay="indefinite"/>
                      </p:stCondLst>
                      <p:childTnLst>
                        <p:par>
                          <p:cTn id="24" fill="hold">
                            <p:stCondLst>
                              <p:cond delay="0"/>
                            </p:stCondLst>
                            <p:childTnLst>
                              <p:par>
                                <p:cTn id="25" presetID="16" presetClass="entr" presetSubtype="37" fill="hold" nodeType="clickEffect">
                                  <p:stCondLst>
                                    <p:cond delay="0"/>
                                  </p:stCondLst>
                                  <p:childTnLst>
                                    <p:set>
                                      <p:cBhvr>
                                        <p:cTn id="26" dur="1" fill="hold">
                                          <p:stCondLst>
                                            <p:cond delay="0"/>
                                          </p:stCondLst>
                                        </p:cTn>
                                        <p:tgtEl>
                                          <p:spTgt spid="13350"/>
                                        </p:tgtEl>
                                        <p:attrNameLst>
                                          <p:attrName>style.visibility</p:attrName>
                                        </p:attrNameLst>
                                      </p:cBhvr>
                                      <p:to>
                                        <p:strVal val="visible"/>
                                      </p:to>
                                    </p:set>
                                    <p:animEffect transition="in" filter="barn(outVertical)">
                                      <p:cBhvr>
                                        <p:cTn id="27" dur="500"/>
                                        <p:tgtEl>
                                          <p:spTgt spid="13350"/>
                                        </p:tgtEl>
                                      </p:cBhvr>
                                    </p:animEffect>
                                  </p:childTnLst>
                                </p:cTn>
                              </p:par>
                            </p:childTnLst>
                          </p:cTn>
                        </p:par>
                      </p:childTnLst>
                    </p:cTn>
                  </p:par>
                  <p:par>
                    <p:cTn id="28" fill="hold">
                      <p:stCondLst>
                        <p:cond delay="indefinite"/>
                      </p:stCondLst>
                      <p:childTnLst>
                        <p:par>
                          <p:cTn id="29" fill="hold">
                            <p:stCondLst>
                              <p:cond delay="0"/>
                            </p:stCondLst>
                            <p:childTnLst>
                              <p:par>
                                <p:cTn id="30" presetID="12" presetClass="entr" presetSubtype="8" fill="hold" nodeType="clickEffect">
                                  <p:stCondLst>
                                    <p:cond delay="0"/>
                                  </p:stCondLst>
                                  <p:childTnLst>
                                    <p:set>
                                      <p:cBhvr>
                                        <p:cTn id="31" dur="1" fill="hold">
                                          <p:stCondLst>
                                            <p:cond delay="0"/>
                                          </p:stCondLst>
                                        </p:cTn>
                                        <p:tgtEl>
                                          <p:spTgt spid="13351"/>
                                        </p:tgtEl>
                                        <p:attrNameLst>
                                          <p:attrName>style.visibility</p:attrName>
                                        </p:attrNameLst>
                                      </p:cBhvr>
                                      <p:to>
                                        <p:strVal val="visible"/>
                                      </p:to>
                                    </p:set>
                                    <p:animEffect transition="in" filter="slide(fromLeft)">
                                      <p:cBhvr>
                                        <p:cTn id="32" dur="500"/>
                                        <p:tgtEl>
                                          <p:spTgt spid="13351"/>
                                        </p:tgtEl>
                                      </p:cBhvr>
                                    </p:animEffect>
                                  </p:childTnLst>
                                </p:cTn>
                              </p:par>
                            </p:childTnLst>
                          </p:cTn>
                        </p:par>
                        <p:par>
                          <p:cTn id="33" fill="hold">
                            <p:stCondLst>
                              <p:cond delay="500"/>
                            </p:stCondLst>
                            <p:childTnLst>
                              <p:par>
                                <p:cTn id="34" presetID="18" presetClass="entr" presetSubtype="6" fill="hold" nodeType="afterEffect">
                                  <p:stCondLst>
                                    <p:cond delay="0"/>
                                  </p:stCondLst>
                                  <p:childTnLst>
                                    <p:set>
                                      <p:cBhvr>
                                        <p:cTn id="35" dur="1" fill="hold">
                                          <p:stCondLst>
                                            <p:cond delay="0"/>
                                          </p:stCondLst>
                                        </p:cTn>
                                        <p:tgtEl>
                                          <p:spTgt spid="13352"/>
                                        </p:tgtEl>
                                        <p:attrNameLst>
                                          <p:attrName>style.visibility</p:attrName>
                                        </p:attrNameLst>
                                      </p:cBhvr>
                                      <p:to>
                                        <p:strVal val="visible"/>
                                      </p:to>
                                    </p:set>
                                    <p:animEffect transition="in" filter="strips(downRight)">
                                      <p:cBhvr>
                                        <p:cTn id="36" dur="2000"/>
                                        <p:tgtEl>
                                          <p:spTgt spid="13352"/>
                                        </p:tgtEl>
                                      </p:cBhvr>
                                    </p:animEffect>
                                  </p:childTnLst>
                                </p:cTn>
                              </p:par>
                            </p:childTnLst>
                          </p:cTn>
                        </p:par>
                      </p:childTnLst>
                    </p:cTn>
                  </p:par>
                  <p:par>
                    <p:cTn id="37" fill="hold">
                      <p:stCondLst>
                        <p:cond delay="indefinite"/>
                      </p:stCondLst>
                      <p:childTnLst>
                        <p:par>
                          <p:cTn id="38" fill="hold">
                            <p:stCondLst>
                              <p:cond delay="0"/>
                            </p:stCondLst>
                            <p:childTnLst>
                              <p:par>
                                <p:cTn id="39" presetID="3" presetClass="entr" presetSubtype="10" fill="hold" nodeType="clickEffect">
                                  <p:stCondLst>
                                    <p:cond delay="0"/>
                                  </p:stCondLst>
                                  <p:childTnLst>
                                    <p:set>
                                      <p:cBhvr>
                                        <p:cTn id="40" dur="1" fill="hold">
                                          <p:stCondLst>
                                            <p:cond delay="0"/>
                                          </p:stCondLst>
                                        </p:cTn>
                                        <p:tgtEl>
                                          <p:spTgt spid="6"/>
                                        </p:tgtEl>
                                        <p:attrNameLst>
                                          <p:attrName>style.visibility</p:attrName>
                                        </p:attrNameLst>
                                      </p:cBhvr>
                                      <p:to>
                                        <p:strVal val="visible"/>
                                      </p:to>
                                    </p:set>
                                    <p:animEffect transition="in" filter="blinds(horizontal)">
                                      <p:cBhvr>
                                        <p:cTn id="41" dur="500"/>
                                        <p:tgtEl>
                                          <p:spTgt spid="6"/>
                                        </p:tgtEl>
                                      </p:cBhvr>
                                    </p:animEffect>
                                  </p:childTnLst>
                                </p:cTn>
                              </p:par>
                            </p:childTnLst>
                          </p:cTn>
                        </p:par>
                        <p:par>
                          <p:cTn id="42" fill="hold">
                            <p:stCondLst>
                              <p:cond delay="500"/>
                            </p:stCondLst>
                            <p:childTnLst>
                              <p:par>
                                <p:cTn id="43" presetID="55" presetClass="entr" presetSubtype="0" fill="hold" grpId="0" nodeType="afterEffect">
                                  <p:stCondLst>
                                    <p:cond delay="0"/>
                                  </p:stCondLst>
                                  <p:childTnLst>
                                    <p:set>
                                      <p:cBhvr>
                                        <p:cTn id="44" dur="1" fill="hold">
                                          <p:stCondLst>
                                            <p:cond delay="0"/>
                                          </p:stCondLst>
                                        </p:cTn>
                                        <p:tgtEl>
                                          <p:spTgt spid="13369"/>
                                        </p:tgtEl>
                                        <p:attrNameLst>
                                          <p:attrName>style.visibility</p:attrName>
                                        </p:attrNameLst>
                                      </p:cBhvr>
                                      <p:to>
                                        <p:strVal val="visible"/>
                                      </p:to>
                                    </p:set>
                                    <p:anim calcmode="lin" valueType="num">
                                      <p:cBhvr>
                                        <p:cTn id="45" dur="1000" fill="hold"/>
                                        <p:tgtEl>
                                          <p:spTgt spid="13369"/>
                                        </p:tgtEl>
                                        <p:attrNameLst>
                                          <p:attrName>ppt_w</p:attrName>
                                        </p:attrNameLst>
                                      </p:cBhvr>
                                      <p:tavLst>
                                        <p:tav tm="0">
                                          <p:val>
                                            <p:strVal val="#ppt_w*0.70"/>
                                          </p:val>
                                        </p:tav>
                                        <p:tav tm="100000">
                                          <p:val>
                                            <p:strVal val="#ppt_w"/>
                                          </p:val>
                                        </p:tav>
                                      </p:tavLst>
                                    </p:anim>
                                    <p:anim calcmode="lin" valueType="num">
                                      <p:cBhvr>
                                        <p:cTn id="46" dur="1000" fill="hold"/>
                                        <p:tgtEl>
                                          <p:spTgt spid="13369"/>
                                        </p:tgtEl>
                                        <p:attrNameLst>
                                          <p:attrName>ppt_h</p:attrName>
                                        </p:attrNameLst>
                                      </p:cBhvr>
                                      <p:tavLst>
                                        <p:tav tm="0">
                                          <p:val>
                                            <p:strVal val="#ppt_h"/>
                                          </p:val>
                                        </p:tav>
                                        <p:tav tm="100000">
                                          <p:val>
                                            <p:strVal val="#ppt_h"/>
                                          </p:val>
                                        </p:tav>
                                      </p:tavLst>
                                    </p:anim>
                                    <p:animEffect transition="in" filter="fade">
                                      <p:cBhvr>
                                        <p:cTn id="47" dur="1000"/>
                                        <p:tgtEl>
                                          <p:spTgt spid="13369"/>
                                        </p:tgtEl>
                                      </p:cBhvr>
                                    </p:animEffect>
                                  </p:childTnLst>
                                </p:cTn>
                              </p:par>
                            </p:childTnLst>
                          </p:cTn>
                        </p:par>
                      </p:childTnLst>
                    </p:cTn>
                  </p:par>
                  <p:par>
                    <p:cTn id="48" fill="hold">
                      <p:stCondLst>
                        <p:cond delay="indefinite"/>
                      </p:stCondLst>
                      <p:childTnLst>
                        <p:par>
                          <p:cTn id="49" fill="hold">
                            <p:stCondLst>
                              <p:cond delay="0"/>
                            </p:stCondLst>
                            <p:childTnLst>
                              <p:par>
                                <p:cTn id="50" presetID="22" presetClass="entr" presetSubtype="1" fill="hold" nodeType="clickEffect">
                                  <p:stCondLst>
                                    <p:cond delay="0"/>
                                  </p:stCondLst>
                                  <p:childTnLst>
                                    <p:set>
                                      <p:cBhvr>
                                        <p:cTn id="51" dur="1" fill="hold">
                                          <p:stCondLst>
                                            <p:cond delay="0"/>
                                          </p:stCondLst>
                                        </p:cTn>
                                        <p:tgtEl>
                                          <p:spTgt spid="13323"/>
                                        </p:tgtEl>
                                        <p:attrNameLst>
                                          <p:attrName>style.visibility</p:attrName>
                                        </p:attrNameLst>
                                      </p:cBhvr>
                                      <p:to>
                                        <p:strVal val="visible"/>
                                      </p:to>
                                    </p:set>
                                    <p:animEffect transition="in" filter="wipe(up)">
                                      <p:cBhvr>
                                        <p:cTn id="52" dur="2000"/>
                                        <p:tgtEl>
                                          <p:spTgt spid="133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369" grpId="0"/>
    </p:bldLst>
  </p:timing>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2290" name="Text Box 2"/>
          <p:cNvSpPr txBox="1"/>
          <p:nvPr/>
        </p:nvSpPr>
        <p:spPr>
          <a:xfrm>
            <a:off x="1258888" y="549275"/>
            <a:ext cx="4392612" cy="519113"/>
          </a:xfrm>
          <a:prstGeom prst="rect">
            <a:avLst/>
          </a:prstGeom>
          <a:noFill/>
          <a:ln w="12700">
            <a:noFill/>
          </a:ln>
        </p:spPr>
        <p:txBody>
          <a:bodyPr anchor="ctr" anchorCtr="0">
            <a:spAutoFit/>
          </a:bodyPr>
          <a:p>
            <a:pPr algn="ctr"/>
            <a:r>
              <a:rPr lang="zh-CN" altLang="en-US" dirty="0">
                <a:latin typeface="Times New Roman" panose="02020603050405020304" pitchFamily="18" charset="0"/>
              </a:rPr>
              <a:t>求电路各支路的复功率。</a:t>
            </a:r>
            <a:endParaRPr lang="zh-CN" altLang="en-US" dirty="0">
              <a:latin typeface="Times New Roman" panose="02020603050405020304" pitchFamily="18" charset="0"/>
            </a:endParaRPr>
          </a:p>
        </p:txBody>
      </p:sp>
      <p:sp>
        <p:nvSpPr>
          <p:cNvPr id="12292" name="Text Box 4"/>
          <p:cNvSpPr txBox="1"/>
          <p:nvPr/>
        </p:nvSpPr>
        <p:spPr>
          <a:xfrm>
            <a:off x="312738" y="549275"/>
            <a:ext cx="1235075" cy="579438"/>
          </a:xfrm>
          <a:prstGeom prst="rect">
            <a:avLst/>
          </a:prstGeom>
          <a:noFill/>
          <a:ln w="9525">
            <a:noFill/>
          </a:ln>
        </p:spPr>
        <p:txBody>
          <a:bodyPr wrap="none">
            <a:spAutoFit/>
          </a:bodyPr>
          <a:p>
            <a:pPr>
              <a:spcBef>
                <a:spcPct val="50000"/>
              </a:spcBef>
            </a:pPr>
            <a:r>
              <a:rPr lang="zh-CN" altLang="en-US" sz="3200" dirty="0">
                <a:solidFill>
                  <a:schemeClr val="bg1"/>
                </a:solidFill>
                <a:latin typeface="Times New Roman" panose="02020603050405020304" pitchFamily="18" charset="0"/>
                <a:ea typeface="宋体" panose="02010600030101010101" pitchFamily="2" charset="-122"/>
              </a:rPr>
              <a:t>例</a:t>
            </a:r>
            <a:r>
              <a:rPr lang="en-US" altLang="zh-CN" sz="3200" b="0" dirty="0">
                <a:solidFill>
                  <a:schemeClr val="bg1"/>
                </a:solidFill>
                <a:latin typeface="Times New Roman" panose="02020603050405020304" pitchFamily="18" charset="0"/>
                <a:ea typeface="宋体" panose="02010600030101010101" pitchFamily="2" charset="-122"/>
              </a:rPr>
              <a:t>5-1</a:t>
            </a:r>
            <a:r>
              <a:rPr lang="en-US" altLang="zh-CN" sz="3200" dirty="0">
                <a:solidFill>
                  <a:schemeClr val="bg1"/>
                </a:solidFill>
                <a:latin typeface="Times New Roman" panose="02020603050405020304" pitchFamily="18" charset="0"/>
                <a:ea typeface="宋体" panose="02010600030101010101" pitchFamily="2" charset="-122"/>
              </a:rPr>
              <a:t> </a:t>
            </a:r>
            <a:endParaRPr lang="en-US" altLang="zh-CN" sz="3200" dirty="0">
              <a:solidFill>
                <a:schemeClr val="bg1"/>
              </a:solidFill>
              <a:latin typeface="Times New Roman" panose="02020603050405020304" pitchFamily="18" charset="0"/>
              <a:ea typeface="宋体" panose="02010600030101010101" pitchFamily="2" charset="-122"/>
            </a:endParaRPr>
          </a:p>
        </p:txBody>
      </p:sp>
      <p:sp>
        <p:nvSpPr>
          <p:cNvPr id="12326" name="Text Box 38"/>
          <p:cNvSpPr txBox="1"/>
          <p:nvPr/>
        </p:nvSpPr>
        <p:spPr>
          <a:xfrm>
            <a:off x="468313" y="1341438"/>
            <a:ext cx="931862" cy="519112"/>
          </a:xfrm>
          <a:prstGeom prst="rect">
            <a:avLst/>
          </a:prstGeom>
          <a:solidFill>
            <a:srgbClr val="990033"/>
          </a:solidFill>
          <a:ln w="9525">
            <a:noFill/>
          </a:ln>
        </p:spPr>
        <p:txBody>
          <a:bodyPr wrap="none" lIns="198000" rIns="198000">
            <a:spAutoFit/>
          </a:bodyPr>
          <a:p>
            <a:pPr>
              <a:spcBef>
                <a:spcPct val="50000"/>
              </a:spcBef>
            </a:pPr>
            <a:r>
              <a:rPr lang="zh-CN" altLang="en-US" dirty="0">
                <a:solidFill>
                  <a:schemeClr val="bg1"/>
                </a:solidFill>
                <a:latin typeface="Times New Roman" panose="02020603050405020304" pitchFamily="18" charset="0"/>
                <a:ea typeface="宋体" panose="02010600030101010101" pitchFamily="2" charset="-122"/>
              </a:rPr>
              <a:t>解</a:t>
            </a:r>
            <a:r>
              <a:rPr lang="en-US" altLang="zh-CN" b="0" dirty="0">
                <a:solidFill>
                  <a:schemeClr val="bg1"/>
                </a:solidFill>
                <a:latin typeface="Times New Roman" panose="02020603050405020304" pitchFamily="18" charset="0"/>
                <a:ea typeface="宋体" panose="02010600030101010101" pitchFamily="2" charset="-122"/>
              </a:rPr>
              <a:t>1</a:t>
            </a:r>
            <a:endParaRPr lang="en-US" altLang="zh-CN" b="0" dirty="0">
              <a:solidFill>
                <a:schemeClr val="bg1"/>
              </a:solidFill>
              <a:latin typeface="Times New Roman" panose="02020603050405020304" pitchFamily="18" charset="0"/>
              <a:ea typeface="宋体" panose="02010600030101010101" pitchFamily="2" charset="-122"/>
            </a:endParaRPr>
          </a:p>
        </p:txBody>
      </p:sp>
      <p:graphicFrame>
        <p:nvGraphicFramePr>
          <p:cNvPr id="12328" name="Object 40"/>
          <p:cNvGraphicFramePr/>
          <p:nvPr/>
        </p:nvGraphicFramePr>
        <p:xfrm>
          <a:off x="971550" y="1773238"/>
          <a:ext cx="3698875" cy="965200"/>
        </p:xfrm>
        <a:graphic>
          <a:graphicData uri="http://schemas.openxmlformats.org/presentationml/2006/ole">
            <mc:AlternateContent xmlns:mc="http://schemas.openxmlformats.org/markup-compatibility/2006">
              <mc:Choice xmlns:v="urn:schemas-microsoft-com:vml" Requires="v">
                <p:oleObj spid="_x0000_s3523" name="" r:id="rId1" imgW="1955165" imgH="482600" progId="Equation.3">
                  <p:embed/>
                </p:oleObj>
              </mc:Choice>
              <mc:Fallback>
                <p:oleObj name="" r:id="rId1" imgW="1955165" imgH="482600" progId="Equation.3">
                  <p:embed/>
                  <p:pic>
                    <p:nvPicPr>
                      <p:cNvPr id="0" name="图片 3522"/>
                      <p:cNvPicPr/>
                      <p:nvPr/>
                    </p:nvPicPr>
                    <p:blipFill>
                      <a:blip r:embed="rId2">
                        <a:clrChange>
                          <a:clrFrom>
                            <a:srgbClr val="000000"/>
                          </a:clrFrom>
                          <a:clrTo>
                            <a:srgbClr val="FFFFFF"/>
                          </a:clrTo>
                        </a:clrChange>
                      </a:blip>
                      <a:stretch>
                        <a:fillRect/>
                      </a:stretch>
                    </p:blipFill>
                    <p:spPr>
                      <a:xfrm>
                        <a:off x="971550" y="1773238"/>
                        <a:ext cx="3698875" cy="965200"/>
                      </a:xfrm>
                      <a:prstGeom prst="rect">
                        <a:avLst/>
                      </a:prstGeom>
                      <a:noFill/>
                      <a:ln w="38100">
                        <a:noFill/>
                        <a:miter/>
                      </a:ln>
                    </p:spPr>
                  </p:pic>
                </p:oleObj>
              </mc:Fallback>
            </mc:AlternateContent>
          </a:graphicData>
        </a:graphic>
      </p:graphicFrame>
      <p:graphicFrame>
        <p:nvGraphicFramePr>
          <p:cNvPr id="12330" name="Object 42"/>
          <p:cNvGraphicFramePr/>
          <p:nvPr/>
        </p:nvGraphicFramePr>
        <p:xfrm>
          <a:off x="611188" y="3933825"/>
          <a:ext cx="8137525" cy="849313"/>
        </p:xfrm>
        <a:graphic>
          <a:graphicData uri="http://schemas.openxmlformats.org/presentationml/2006/ole">
            <mc:AlternateContent xmlns:mc="http://schemas.openxmlformats.org/markup-compatibility/2006">
              <mc:Choice xmlns:v="urn:schemas-microsoft-com:vml" Requires="v">
                <p:oleObj spid="_x0000_s3519" name="" r:id="rId3" imgW="3984625" imgH="405765" progId="Equation.3">
                  <p:embed/>
                </p:oleObj>
              </mc:Choice>
              <mc:Fallback>
                <p:oleObj name="" r:id="rId3" imgW="3984625" imgH="405765" progId="Equation.3">
                  <p:embed/>
                  <p:pic>
                    <p:nvPicPr>
                      <p:cNvPr id="0" name="图片 3518"/>
                      <p:cNvPicPr/>
                      <p:nvPr/>
                    </p:nvPicPr>
                    <p:blipFill>
                      <a:blip r:embed="rId4">
                        <a:clrChange>
                          <a:clrFrom>
                            <a:srgbClr val="000000"/>
                          </a:clrFrom>
                          <a:clrTo>
                            <a:srgbClr val="FFFFFF"/>
                          </a:clrTo>
                        </a:clrChange>
                      </a:blip>
                      <a:stretch>
                        <a:fillRect/>
                      </a:stretch>
                    </p:blipFill>
                    <p:spPr>
                      <a:xfrm>
                        <a:off x="611188" y="3933825"/>
                        <a:ext cx="8137525" cy="849313"/>
                      </a:xfrm>
                      <a:prstGeom prst="rect">
                        <a:avLst/>
                      </a:prstGeom>
                      <a:noFill/>
                      <a:ln w="38100">
                        <a:noFill/>
                        <a:miter/>
                      </a:ln>
                    </p:spPr>
                  </p:pic>
                </p:oleObj>
              </mc:Fallback>
            </mc:AlternateContent>
          </a:graphicData>
        </a:graphic>
      </p:graphicFrame>
      <p:graphicFrame>
        <p:nvGraphicFramePr>
          <p:cNvPr id="12331" name="Object 43"/>
          <p:cNvGraphicFramePr/>
          <p:nvPr/>
        </p:nvGraphicFramePr>
        <p:xfrm>
          <a:off x="755650" y="4797425"/>
          <a:ext cx="5734050" cy="638175"/>
        </p:xfrm>
        <a:graphic>
          <a:graphicData uri="http://schemas.openxmlformats.org/presentationml/2006/ole">
            <mc:AlternateContent xmlns:mc="http://schemas.openxmlformats.org/markup-compatibility/2006">
              <mc:Choice xmlns:v="urn:schemas-microsoft-com:vml" Requires="v">
                <p:oleObj spid="_x0000_s3521" name="" r:id="rId5" imgW="2514600" imgH="279400" progId="Equation.3">
                  <p:embed/>
                </p:oleObj>
              </mc:Choice>
              <mc:Fallback>
                <p:oleObj name="" r:id="rId5" imgW="2514600" imgH="279400" progId="Equation.3">
                  <p:embed/>
                  <p:pic>
                    <p:nvPicPr>
                      <p:cNvPr id="0" name="图片 3520"/>
                      <p:cNvPicPr/>
                      <p:nvPr/>
                    </p:nvPicPr>
                    <p:blipFill>
                      <a:blip r:embed="rId6">
                        <a:clrChange>
                          <a:clrFrom>
                            <a:srgbClr val="000000"/>
                          </a:clrFrom>
                          <a:clrTo>
                            <a:srgbClr val="FFFFFF"/>
                          </a:clrTo>
                        </a:clrChange>
                      </a:blip>
                      <a:stretch>
                        <a:fillRect/>
                      </a:stretch>
                    </p:blipFill>
                    <p:spPr>
                      <a:xfrm>
                        <a:off x="755650" y="4797425"/>
                        <a:ext cx="5734050" cy="638175"/>
                      </a:xfrm>
                      <a:prstGeom prst="rect">
                        <a:avLst/>
                      </a:prstGeom>
                      <a:noFill/>
                      <a:ln w="38100">
                        <a:noFill/>
                        <a:miter/>
                      </a:ln>
                    </p:spPr>
                  </p:pic>
                </p:oleObj>
              </mc:Fallback>
            </mc:AlternateContent>
          </a:graphicData>
        </a:graphic>
      </p:graphicFrame>
      <p:graphicFrame>
        <p:nvGraphicFramePr>
          <p:cNvPr id="12334" name="Object 46"/>
          <p:cNvGraphicFramePr/>
          <p:nvPr/>
        </p:nvGraphicFramePr>
        <p:xfrm>
          <a:off x="755650" y="5589588"/>
          <a:ext cx="2736850" cy="654050"/>
        </p:xfrm>
        <a:graphic>
          <a:graphicData uri="http://schemas.openxmlformats.org/presentationml/2006/ole">
            <mc:AlternateContent xmlns:mc="http://schemas.openxmlformats.org/markup-compatibility/2006">
              <mc:Choice xmlns:v="urn:schemas-microsoft-com:vml" Requires="v">
                <p:oleObj spid="_x0000_s3524" name="" r:id="rId7" imgW="1116330" imgH="266065" progId="Equation.3">
                  <p:embed/>
                </p:oleObj>
              </mc:Choice>
              <mc:Fallback>
                <p:oleObj name="" r:id="rId7" imgW="1116330" imgH="266065" progId="Equation.3">
                  <p:embed/>
                  <p:pic>
                    <p:nvPicPr>
                      <p:cNvPr id="0" name="图片 3523"/>
                      <p:cNvPicPr/>
                      <p:nvPr/>
                    </p:nvPicPr>
                    <p:blipFill>
                      <a:blip r:embed="rId8">
                        <a:clrChange>
                          <a:clrFrom>
                            <a:srgbClr val="000000"/>
                          </a:clrFrom>
                          <a:clrTo>
                            <a:srgbClr val="FFFFFF"/>
                          </a:clrTo>
                        </a:clrChange>
                      </a:blip>
                      <a:stretch>
                        <a:fillRect/>
                      </a:stretch>
                    </p:blipFill>
                    <p:spPr>
                      <a:xfrm>
                        <a:off x="755650" y="5589588"/>
                        <a:ext cx="2736850" cy="654050"/>
                      </a:xfrm>
                      <a:prstGeom prst="rect">
                        <a:avLst/>
                      </a:prstGeom>
                      <a:noFill/>
                      <a:ln w="38100">
                        <a:noFill/>
                        <a:miter/>
                      </a:ln>
                    </p:spPr>
                  </p:pic>
                </p:oleObj>
              </mc:Fallback>
            </mc:AlternateContent>
          </a:graphicData>
        </a:graphic>
      </p:graphicFrame>
      <p:grpSp>
        <p:nvGrpSpPr>
          <p:cNvPr id="71694" name="Group 51"/>
          <p:cNvGrpSpPr/>
          <p:nvPr/>
        </p:nvGrpSpPr>
        <p:grpSpPr>
          <a:xfrm>
            <a:off x="8316913" y="6446838"/>
            <a:ext cx="792162" cy="366712"/>
            <a:chOff x="5193" y="4020"/>
            <a:chExt cx="499" cy="231"/>
          </a:xfrm>
        </p:grpSpPr>
        <p:pic>
          <p:nvPicPr>
            <p:cNvPr id="71740" name="Picture 52" descr="78900"/>
            <p:cNvPicPr>
              <a:picLocks noChangeAspect="1"/>
            </p:cNvPicPr>
            <p:nvPr/>
          </p:nvPicPr>
          <p:blipFill>
            <a:blip r:embed="rId9"/>
            <a:stretch>
              <a:fillRect/>
            </a:stretch>
          </p:blipFill>
          <p:spPr>
            <a:xfrm>
              <a:off x="5193" y="4066"/>
              <a:ext cx="499" cy="181"/>
            </a:xfrm>
            <a:prstGeom prst="rect">
              <a:avLst/>
            </a:prstGeom>
            <a:noFill/>
            <a:ln w="9525">
              <a:noFill/>
            </a:ln>
          </p:spPr>
        </p:pic>
        <p:sp>
          <p:nvSpPr>
            <p:cNvPr id="71741" name="Text Box 53">
              <a:hlinkClick r:id="" action="ppaction://hlinkshowjump?jump=nextslide"/>
            </p:cNvPr>
            <p:cNvSpPr txBox="1"/>
            <p:nvPr/>
          </p:nvSpPr>
          <p:spPr>
            <a:xfrm>
              <a:off x="5216" y="4020"/>
              <a:ext cx="476" cy="231"/>
            </a:xfrm>
            <a:prstGeom prst="rect">
              <a:avLst/>
            </a:prstGeom>
            <a:noFill/>
            <a:ln w="9525">
              <a:noFill/>
            </a:ln>
          </p:spPr>
          <p:txBody>
            <a:bodyPr wrap="none">
              <a:spAutoFit/>
            </a:bodyPr>
            <a:p>
              <a:pPr>
                <a:spcBef>
                  <a:spcPct val="50000"/>
                </a:spcBef>
              </a:pPr>
              <a:r>
                <a:rPr lang="zh-CN" altLang="en-US" sz="1800" b="0" dirty="0">
                  <a:solidFill>
                    <a:schemeClr val="bg1"/>
                  </a:solidFill>
                  <a:latin typeface="隶书" panose="02010509060101010101" pitchFamily="49" charset="-122"/>
                  <a:ea typeface="隶书" panose="02010509060101010101" pitchFamily="49" charset="-122"/>
                </a:rPr>
                <a:t>下 页</a:t>
              </a:r>
              <a:endParaRPr lang="zh-CN" altLang="en-US" sz="1800" b="0" dirty="0">
                <a:solidFill>
                  <a:schemeClr val="bg1"/>
                </a:solidFill>
                <a:latin typeface="隶书" panose="02010509060101010101" pitchFamily="49" charset="-122"/>
                <a:ea typeface="隶书" panose="02010509060101010101" pitchFamily="49" charset="-122"/>
              </a:endParaRPr>
            </a:p>
          </p:txBody>
        </p:sp>
      </p:grpSp>
      <p:grpSp>
        <p:nvGrpSpPr>
          <p:cNvPr id="71695" name="Group 54"/>
          <p:cNvGrpSpPr/>
          <p:nvPr/>
        </p:nvGrpSpPr>
        <p:grpSpPr>
          <a:xfrm>
            <a:off x="7453313" y="6446838"/>
            <a:ext cx="792162" cy="366712"/>
            <a:chOff x="4649" y="4020"/>
            <a:chExt cx="499" cy="231"/>
          </a:xfrm>
        </p:grpSpPr>
        <p:pic>
          <p:nvPicPr>
            <p:cNvPr id="71738" name="Picture 55" descr="78900"/>
            <p:cNvPicPr>
              <a:picLocks noChangeAspect="1"/>
            </p:cNvPicPr>
            <p:nvPr/>
          </p:nvPicPr>
          <p:blipFill>
            <a:blip r:embed="rId9"/>
            <a:stretch>
              <a:fillRect/>
            </a:stretch>
          </p:blipFill>
          <p:spPr>
            <a:xfrm>
              <a:off x="4649" y="4066"/>
              <a:ext cx="499" cy="181"/>
            </a:xfrm>
            <a:prstGeom prst="rect">
              <a:avLst/>
            </a:prstGeom>
            <a:noFill/>
            <a:ln w="9525">
              <a:noFill/>
            </a:ln>
          </p:spPr>
        </p:pic>
        <p:sp>
          <p:nvSpPr>
            <p:cNvPr id="71739" name="Text Box 56">
              <a:hlinkClick r:id="" action="ppaction://hlinkshowjump?jump=previousslide"/>
            </p:cNvPr>
            <p:cNvSpPr txBox="1"/>
            <p:nvPr/>
          </p:nvSpPr>
          <p:spPr>
            <a:xfrm>
              <a:off x="4672" y="4020"/>
              <a:ext cx="476" cy="231"/>
            </a:xfrm>
            <a:prstGeom prst="rect">
              <a:avLst/>
            </a:prstGeom>
            <a:noFill/>
            <a:ln w="9525">
              <a:noFill/>
            </a:ln>
          </p:spPr>
          <p:txBody>
            <a:bodyPr wrap="none">
              <a:spAutoFit/>
            </a:bodyPr>
            <a:p>
              <a:pPr>
                <a:spcBef>
                  <a:spcPct val="50000"/>
                </a:spcBef>
              </a:pPr>
              <a:r>
                <a:rPr lang="zh-CN" altLang="en-US" sz="1800" b="0" dirty="0">
                  <a:solidFill>
                    <a:schemeClr val="bg1"/>
                  </a:solidFill>
                  <a:latin typeface="隶书" panose="02010509060101010101" pitchFamily="49" charset="-122"/>
                  <a:ea typeface="隶书" panose="02010509060101010101" pitchFamily="49" charset="-122"/>
                </a:rPr>
                <a:t>上 页</a:t>
              </a:r>
              <a:endParaRPr lang="zh-CN" altLang="en-US" sz="1800" b="0" dirty="0">
                <a:solidFill>
                  <a:schemeClr val="bg1"/>
                </a:solidFill>
                <a:latin typeface="隶书" panose="02010509060101010101" pitchFamily="49" charset="-122"/>
                <a:ea typeface="隶书" panose="02010509060101010101" pitchFamily="49" charset="-122"/>
              </a:endParaRPr>
            </a:p>
          </p:txBody>
        </p:sp>
      </p:grpSp>
      <p:grpSp>
        <p:nvGrpSpPr>
          <p:cNvPr id="71696" name="Group 98"/>
          <p:cNvGrpSpPr/>
          <p:nvPr/>
        </p:nvGrpSpPr>
        <p:grpSpPr>
          <a:xfrm>
            <a:off x="6588125" y="6446838"/>
            <a:ext cx="792163" cy="366712"/>
            <a:chOff x="4649" y="4020"/>
            <a:chExt cx="499" cy="231"/>
          </a:xfrm>
        </p:grpSpPr>
        <p:pic>
          <p:nvPicPr>
            <p:cNvPr id="71736" name="Picture 99" descr="78900"/>
            <p:cNvPicPr>
              <a:picLocks noChangeAspect="1"/>
            </p:cNvPicPr>
            <p:nvPr/>
          </p:nvPicPr>
          <p:blipFill>
            <a:blip r:embed="rId9"/>
            <a:stretch>
              <a:fillRect/>
            </a:stretch>
          </p:blipFill>
          <p:spPr>
            <a:xfrm>
              <a:off x="4649" y="4066"/>
              <a:ext cx="499" cy="181"/>
            </a:xfrm>
            <a:prstGeom prst="rect">
              <a:avLst/>
            </a:prstGeom>
            <a:noFill/>
            <a:ln w="9525">
              <a:noFill/>
            </a:ln>
          </p:spPr>
        </p:pic>
        <p:sp>
          <p:nvSpPr>
            <p:cNvPr id="71737" name="Text Box 100">
              <a:hlinkClick r:id="" action="ppaction://hlinkshowjump?jump=firstslide"/>
            </p:cNvPr>
            <p:cNvSpPr txBox="1"/>
            <p:nvPr/>
          </p:nvSpPr>
          <p:spPr>
            <a:xfrm>
              <a:off x="4672" y="4020"/>
              <a:ext cx="476" cy="231"/>
            </a:xfrm>
            <a:prstGeom prst="rect">
              <a:avLst/>
            </a:prstGeom>
            <a:noFill/>
            <a:ln w="9525">
              <a:noFill/>
            </a:ln>
          </p:spPr>
          <p:txBody>
            <a:bodyPr wrap="none">
              <a:spAutoFit/>
            </a:bodyPr>
            <a:p>
              <a:pPr>
                <a:spcBef>
                  <a:spcPct val="50000"/>
                </a:spcBef>
              </a:pPr>
              <a:r>
                <a:rPr lang="zh-CN" altLang="en-US" sz="1800" b="0" dirty="0">
                  <a:solidFill>
                    <a:schemeClr val="bg1"/>
                  </a:solidFill>
                  <a:latin typeface="隶书" panose="02010509060101010101" pitchFamily="49" charset="-122"/>
                  <a:ea typeface="隶书" panose="02010509060101010101" pitchFamily="49" charset="-122"/>
                </a:rPr>
                <a:t>返 回</a:t>
              </a:r>
              <a:endParaRPr lang="zh-CN" altLang="en-US" sz="1800" b="0" dirty="0">
                <a:solidFill>
                  <a:schemeClr val="bg1"/>
                </a:solidFill>
                <a:latin typeface="隶书" panose="02010509060101010101" pitchFamily="49" charset="-122"/>
                <a:ea typeface="隶书" panose="02010509060101010101" pitchFamily="49" charset="-122"/>
              </a:endParaRPr>
            </a:p>
          </p:txBody>
        </p:sp>
      </p:grpSp>
      <p:grpSp>
        <p:nvGrpSpPr>
          <p:cNvPr id="5" name="Group 110"/>
          <p:cNvGrpSpPr/>
          <p:nvPr/>
        </p:nvGrpSpPr>
        <p:grpSpPr>
          <a:xfrm>
            <a:off x="539750" y="3357563"/>
            <a:ext cx="8154988" cy="614362"/>
            <a:chOff x="340" y="2115"/>
            <a:chExt cx="5137" cy="387"/>
          </a:xfrm>
        </p:grpSpPr>
        <p:graphicFrame>
          <p:nvGraphicFramePr>
            <p:cNvPr id="71690" name="Object 41"/>
            <p:cNvGraphicFramePr/>
            <p:nvPr/>
          </p:nvGraphicFramePr>
          <p:xfrm>
            <a:off x="340" y="2115"/>
            <a:ext cx="5137" cy="387"/>
          </p:xfrm>
          <a:graphic>
            <a:graphicData uri="http://schemas.openxmlformats.org/presentationml/2006/ole">
              <mc:AlternateContent xmlns:mc="http://schemas.openxmlformats.org/markup-compatibility/2006">
                <mc:Choice xmlns:v="urn:schemas-microsoft-com:vml" Requires="v">
                  <p:oleObj spid="_x0000_s3528" name="" r:id="rId10" imgW="3538855" imgH="266065" progId="Equation.3">
                    <p:embed/>
                  </p:oleObj>
                </mc:Choice>
                <mc:Fallback>
                  <p:oleObj name="" r:id="rId10" imgW="3538855" imgH="266065" progId="Equation.3">
                    <p:embed/>
                    <p:pic>
                      <p:nvPicPr>
                        <p:cNvPr id="0" name="图片 3527"/>
                        <p:cNvPicPr/>
                        <p:nvPr/>
                      </p:nvPicPr>
                      <p:blipFill>
                        <a:blip r:embed="rId11">
                          <a:clrChange>
                            <a:clrFrom>
                              <a:srgbClr val="000000"/>
                            </a:clrFrom>
                            <a:clrTo>
                              <a:srgbClr val="FFFFFF"/>
                            </a:clrTo>
                          </a:clrChange>
                        </a:blip>
                        <a:stretch>
                          <a:fillRect/>
                        </a:stretch>
                      </p:blipFill>
                      <p:spPr>
                        <a:xfrm>
                          <a:off x="340" y="2115"/>
                          <a:ext cx="5137" cy="387"/>
                        </a:xfrm>
                        <a:prstGeom prst="rect">
                          <a:avLst/>
                        </a:prstGeom>
                        <a:noFill/>
                        <a:ln w="38100">
                          <a:noFill/>
                          <a:miter/>
                        </a:ln>
                      </p:spPr>
                    </p:pic>
                  </p:oleObj>
                </mc:Fallback>
              </mc:AlternateContent>
            </a:graphicData>
          </a:graphic>
        </p:graphicFrame>
        <p:sp>
          <p:nvSpPr>
            <p:cNvPr id="71735" name="Line 107"/>
            <p:cNvSpPr/>
            <p:nvPr/>
          </p:nvSpPr>
          <p:spPr>
            <a:xfrm>
              <a:off x="1383" y="2432"/>
              <a:ext cx="726" cy="0"/>
            </a:xfrm>
            <a:prstGeom prst="line">
              <a:avLst/>
            </a:prstGeom>
            <a:ln w="9525" cap="flat" cmpd="sng">
              <a:solidFill>
                <a:schemeClr val="bg1"/>
              </a:solidFill>
              <a:prstDash val="solid"/>
              <a:headEnd type="none" w="med" len="med"/>
              <a:tailEnd type="none" w="med" len="med"/>
            </a:ln>
          </p:spPr>
        </p:sp>
      </p:grpSp>
      <p:grpSp>
        <p:nvGrpSpPr>
          <p:cNvPr id="6" name="Group 109"/>
          <p:cNvGrpSpPr/>
          <p:nvPr/>
        </p:nvGrpSpPr>
        <p:grpSpPr>
          <a:xfrm>
            <a:off x="1182688" y="2781300"/>
            <a:ext cx="4413250" cy="600075"/>
            <a:chOff x="745" y="1752"/>
            <a:chExt cx="2780" cy="378"/>
          </a:xfrm>
        </p:grpSpPr>
        <p:graphicFrame>
          <p:nvGraphicFramePr>
            <p:cNvPr id="71689" name="Object 3"/>
            <p:cNvGraphicFramePr/>
            <p:nvPr/>
          </p:nvGraphicFramePr>
          <p:xfrm>
            <a:off x="745" y="1752"/>
            <a:ext cx="2780" cy="378"/>
          </p:xfrm>
          <a:graphic>
            <a:graphicData uri="http://schemas.openxmlformats.org/presentationml/2006/ole">
              <mc:AlternateContent xmlns:mc="http://schemas.openxmlformats.org/markup-compatibility/2006">
                <mc:Choice xmlns:v="urn:schemas-microsoft-com:vml" Requires="v">
                  <p:oleObj spid="_x0000_s3527" name="" r:id="rId12" imgW="1965960" imgH="266065" progId="Equation.3">
                    <p:embed/>
                  </p:oleObj>
                </mc:Choice>
                <mc:Fallback>
                  <p:oleObj name="" r:id="rId12" imgW="1965960" imgH="266065" progId="Equation.3">
                    <p:embed/>
                    <p:pic>
                      <p:nvPicPr>
                        <p:cNvPr id="0" name="图片 3526"/>
                        <p:cNvPicPr/>
                        <p:nvPr/>
                      </p:nvPicPr>
                      <p:blipFill>
                        <a:blip r:embed="rId13">
                          <a:clrChange>
                            <a:clrFrom>
                              <a:srgbClr val="000000"/>
                            </a:clrFrom>
                            <a:clrTo>
                              <a:srgbClr val="FFFFFF"/>
                            </a:clrTo>
                          </a:clrChange>
                        </a:blip>
                        <a:stretch>
                          <a:fillRect/>
                        </a:stretch>
                      </p:blipFill>
                      <p:spPr>
                        <a:xfrm>
                          <a:off x="745" y="1752"/>
                          <a:ext cx="2780" cy="378"/>
                        </a:xfrm>
                        <a:prstGeom prst="rect">
                          <a:avLst/>
                        </a:prstGeom>
                        <a:noFill/>
                        <a:ln w="38100">
                          <a:noFill/>
                          <a:miter/>
                        </a:ln>
                      </p:spPr>
                    </p:pic>
                  </p:oleObj>
                </mc:Fallback>
              </mc:AlternateContent>
            </a:graphicData>
          </a:graphic>
        </p:graphicFrame>
        <p:sp>
          <p:nvSpPr>
            <p:cNvPr id="71734" name="Line 108"/>
            <p:cNvSpPr/>
            <p:nvPr/>
          </p:nvSpPr>
          <p:spPr>
            <a:xfrm>
              <a:off x="2508" y="2087"/>
              <a:ext cx="726" cy="0"/>
            </a:xfrm>
            <a:prstGeom prst="line">
              <a:avLst/>
            </a:prstGeom>
            <a:ln w="9525" cap="flat" cmpd="sng">
              <a:solidFill>
                <a:schemeClr val="bg1"/>
              </a:solidFill>
              <a:prstDash val="solid"/>
              <a:headEnd type="none" w="med" len="med"/>
              <a:tailEnd type="none" w="med" len="med"/>
            </a:ln>
          </p:spPr>
        </p:sp>
      </p:grpSp>
      <p:grpSp>
        <p:nvGrpSpPr>
          <p:cNvPr id="7" name="Group 115"/>
          <p:cNvGrpSpPr/>
          <p:nvPr/>
        </p:nvGrpSpPr>
        <p:grpSpPr>
          <a:xfrm>
            <a:off x="4716463" y="736600"/>
            <a:ext cx="4092575" cy="1928813"/>
            <a:chOff x="2971" y="464"/>
            <a:chExt cx="2578" cy="1215"/>
          </a:xfrm>
        </p:grpSpPr>
        <p:grpSp>
          <p:nvGrpSpPr>
            <p:cNvPr id="71700" name="Group 106"/>
            <p:cNvGrpSpPr/>
            <p:nvPr/>
          </p:nvGrpSpPr>
          <p:grpSpPr>
            <a:xfrm>
              <a:off x="2971" y="464"/>
              <a:ext cx="2578" cy="1215"/>
              <a:chOff x="2971" y="464"/>
              <a:chExt cx="2578" cy="1215"/>
            </a:xfrm>
          </p:grpSpPr>
          <p:sp>
            <p:nvSpPr>
              <p:cNvPr id="71704" name="Line 61"/>
              <p:cNvSpPr/>
              <p:nvPr/>
            </p:nvSpPr>
            <p:spPr>
              <a:xfrm>
                <a:off x="3424" y="482"/>
                <a:ext cx="0" cy="1197"/>
              </a:xfrm>
              <a:prstGeom prst="line">
                <a:avLst/>
              </a:prstGeom>
              <a:ln w="28575" cap="flat" cmpd="sng">
                <a:solidFill>
                  <a:srgbClr val="FFCC00"/>
                </a:solidFill>
                <a:prstDash val="solid"/>
                <a:headEnd type="none" w="med" len="med"/>
                <a:tailEnd type="none" w="med" len="med"/>
              </a:ln>
            </p:spPr>
          </p:sp>
          <p:sp>
            <p:nvSpPr>
              <p:cNvPr id="71705" name="Text Box 63"/>
              <p:cNvSpPr txBox="1"/>
              <p:nvPr/>
            </p:nvSpPr>
            <p:spPr>
              <a:xfrm>
                <a:off x="3107" y="572"/>
                <a:ext cx="244" cy="327"/>
              </a:xfrm>
              <a:prstGeom prst="rect">
                <a:avLst/>
              </a:prstGeom>
              <a:noFill/>
              <a:ln w="28575">
                <a:noFill/>
              </a:ln>
            </p:spPr>
            <p:txBody>
              <a:bodyPr wrap="none" anchor="ctr" anchorCtr="0">
                <a:spAutoFit/>
              </a:bodyPr>
              <a:p>
                <a:pPr algn="ctr" eaLnBrk="0" hangingPunct="0">
                  <a:spcBef>
                    <a:spcPct val="50000"/>
                  </a:spcBef>
                </a:pPr>
                <a:r>
                  <a:rPr lang="en-US" altLang="zh-CN" b="0" dirty="0">
                    <a:solidFill>
                      <a:schemeClr val="bg1"/>
                    </a:solidFill>
                    <a:latin typeface="Times New Roman" panose="02020603050405020304" pitchFamily="18" charset="0"/>
                    <a:ea typeface="宋体" panose="02010600030101010101" pitchFamily="2" charset="-122"/>
                    <a:sym typeface="Symbol" panose="05050102010706020507" pitchFamily="18" charset="2"/>
                  </a:rPr>
                  <a:t>+</a:t>
                </a:r>
                <a:endParaRPr lang="en-US" altLang="zh-CN" b="0" dirty="0">
                  <a:solidFill>
                    <a:schemeClr val="bg1"/>
                  </a:solidFill>
                  <a:latin typeface="Times New Roman" panose="02020603050405020304" pitchFamily="18" charset="0"/>
                  <a:ea typeface="宋体" panose="02010600030101010101" pitchFamily="2" charset="-122"/>
                  <a:sym typeface="Symbol" panose="05050102010706020507" pitchFamily="18" charset="2"/>
                </a:endParaRPr>
              </a:p>
            </p:txBody>
          </p:sp>
          <p:sp>
            <p:nvSpPr>
              <p:cNvPr id="71706" name="Text Box 64"/>
              <p:cNvSpPr txBox="1"/>
              <p:nvPr/>
            </p:nvSpPr>
            <p:spPr>
              <a:xfrm>
                <a:off x="3107" y="1298"/>
                <a:ext cx="212" cy="327"/>
              </a:xfrm>
              <a:prstGeom prst="rect">
                <a:avLst/>
              </a:prstGeom>
              <a:noFill/>
              <a:ln w="28575">
                <a:noFill/>
              </a:ln>
            </p:spPr>
            <p:txBody>
              <a:bodyPr anchor="ctr" anchorCtr="0">
                <a:spAutoFit/>
              </a:bodyPr>
              <a:p>
                <a:pPr algn="ctr" eaLnBrk="0" hangingPunct="0">
                  <a:spcBef>
                    <a:spcPct val="50000"/>
                  </a:spcBef>
                </a:pPr>
                <a:r>
                  <a:rPr lang="en-US" altLang="zh-CN" b="0" dirty="0">
                    <a:solidFill>
                      <a:schemeClr val="bg1"/>
                    </a:solidFill>
                    <a:latin typeface="Times New Roman" panose="02020603050405020304" pitchFamily="18" charset="0"/>
                    <a:ea typeface="宋体" panose="02010600030101010101" pitchFamily="2" charset="-122"/>
                    <a:sym typeface="Symbol" panose="05050102010706020507" pitchFamily="18" charset="2"/>
                  </a:rPr>
                  <a:t>_</a:t>
                </a:r>
                <a:endParaRPr lang="en-US" altLang="zh-CN" b="0" dirty="0">
                  <a:solidFill>
                    <a:schemeClr val="bg1"/>
                  </a:solidFill>
                  <a:latin typeface="Times New Roman" panose="02020603050405020304" pitchFamily="18" charset="0"/>
                  <a:ea typeface="宋体" panose="02010600030101010101" pitchFamily="2" charset="-122"/>
                  <a:sym typeface="Symbol" panose="05050102010706020507" pitchFamily="18" charset="2"/>
                </a:endParaRPr>
              </a:p>
            </p:txBody>
          </p:sp>
          <p:sp>
            <p:nvSpPr>
              <p:cNvPr id="71707" name="Line 65"/>
              <p:cNvSpPr/>
              <p:nvPr/>
            </p:nvSpPr>
            <p:spPr>
              <a:xfrm>
                <a:off x="3424" y="482"/>
                <a:ext cx="1728" cy="0"/>
              </a:xfrm>
              <a:prstGeom prst="line">
                <a:avLst/>
              </a:prstGeom>
              <a:ln w="28575" cap="flat" cmpd="sng">
                <a:solidFill>
                  <a:srgbClr val="FFCC00"/>
                </a:solidFill>
                <a:prstDash val="solid"/>
                <a:headEnd type="none" w="med" len="med"/>
                <a:tailEnd type="none" w="med" len="med"/>
              </a:ln>
            </p:spPr>
          </p:sp>
          <p:sp>
            <p:nvSpPr>
              <p:cNvPr id="71708" name="Line 66"/>
              <p:cNvSpPr/>
              <p:nvPr/>
            </p:nvSpPr>
            <p:spPr>
              <a:xfrm>
                <a:off x="3424" y="1661"/>
                <a:ext cx="1728" cy="0"/>
              </a:xfrm>
              <a:prstGeom prst="line">
                <a:avLst/>
              </a:prstGeom>
              <a:ln w="28575" cap="flat" cmpd="sng">
                <a:solidFill>
                  <a:srgbClr val="FFCC00"/>
                </a:solidFill>
                <a:prstDash val="solid"/>
                <a:headEnd type="none" w="med" len="med"/>
                <a:tailEnd type="none" w="med" len="med"/>
              </a:ln>
            </p:spPr>
          </p:sp>
          <p:sp>
            <p:nvSpPr>
              <p:cNvPr id="71709" name="Line 67"/>
              <p:cNvSpPr/>
              <p:nvPr/>
            </p:nvSpPr>
            <p:spPr>
              <a:xfrm>
                <a:off x="4195" y="1480"/>
                <a:ext cx="0" cy="181"/>
              </a:xfrm>
              <a:prstGeom prst="line">
                <a:avLst/>
              </a:prstGeom>
              <a:ln w="28575" cap="flat" cmpd="sng">
                <a:solidFill>
                  <a:srgbClr val="FFCC00"/>
                </a:solidFill>
                <a:prstDash val="solid"/>
                <a:headEnd type="none" w="med" len="med"/>
                <a:tailEnd type="oval" w="med" len="med"/>
              </a:ln>
            </p:spPr>
          </p:sp>
          <p:sp>
            <p:nvSpPr>
              <p:cNvPr id="71710" name="Line 68"/>
              <p:cNvSpPr/>
              <p:nvPr/>
            </p:nvSpPr>
            <p:spPr>
              <a:xfrm flipV="1">
                <a:off x="4211" y="482"/>
                <a:ext cx="0" cy="635"/>
              </a:xfrm>
              <a:prstGeom prst="line">
                <a:avLst/>
              </a:prstGeom>
              <a:ln w="28575" cap="flat" cmpd="sng">
                <a:solidFill>
                  <a:srgbClr val="FFCC00"/>
                </a:solidFill>
                <a:prstDash val="solid"/>
                <a:headEnd type="none" w="med" len="med"/>
                <a:tailEnd type="oval" w="med" len="med"/>
              </a:ln>
            </p:spPr>
          </p:sp>
          <p:sp>
            <p:nvSpPr>
              <p:cNvPr id="71711" name="Line 69"/>
              <p:cNvSpPr/>
              <p:nvPr/>
            </p:nvSpPr>
            <p:spPr>
              <a:xfrm>
                <a:off x="5135" y="1299"/>
                <a:ext cx="0" cy="362"/>
              </a:xfrm>
              <a:prstGeom prst="line">
                <a:avLst/>
              </a:prstGeom>
              <a:ln w="28575" cap="flat" cmpd="sng">
                <a:solidFill>
                  <a:srgbClr val="FFCC00"/>
                </a:solidFill>
                <a:prstDash val="solid"/>
                <a:headEnd type="none" w="med" len="med"/>
                <a:tailEnd type="none" w="med" len="med"/>
              </a:ln>
            </p:spPr>
          </p:sp>
          <p:sp>
            <p:nvSpPr>
              <p:cNvPr id="71712" name="Line 70"/>
              <p:cNvSpPr/>
              <p:nvPr/>
            </p:nvSpPr>
            <p:spPr>
              <a:xfrm flipV="1">
                <a:off x="5135" y="482"/>
                <a:ext cx="0" cy="725"/>
              </a:xfrm>
              <a:prstGeom prst="line">
                <a:avLst/>
              </a:prstGeom>
              <a:ln w="28575" cap="flat" cmpd="sng">
                <a:solidFill>
                  <a:srgbClr val="FFCC00"/>
                </a:solidFill>
                <a:prstDash val="solid"/>
                <a:headEnd type="none" w="med" len="med"/>
                <a:tailEnd type="none" w="med" len="med"/>
              </a:ln>
            </p:spPr>
          </p:sp>
          <p:graphicFrame>
            <p:nvGraphicFramePr>
              <p:cNvPr id="71686" name="Object 71"/>
              <p:cNvGraphicFramePr/>
              <p:nvPr/>
            </p:nvGraphicFramePr>
            <p:xfrm>
              <a:off x="2971" y="981"/>
              <a:ext cx="235" cy="304"/>
            </p:xfrm>
            <a:graphic>
              <a:graphicData uri="http://schemas.openxmlformats.org/presentationml/2006/ole">
                <mc:AlternateContent xmlns:mc="http://schemas.openxmlformats.org/markup-compatibility/2006">
                  <mc:Choice xmlns:v="urn:schemas-microsoft-com:vml" Requires="v">
                    <p:oleObj spid="_x0000_s3531" name="" r:id="rId14" imgW="177800" imgH="227965" progId="Equation.3">
                      <p:embed/>
                    </p:oleObj>
                  </mc:Choice>
                  <mc:Fallback>
                    <p:oleObj name="" r:id="rId14" imgW="177800" imgH="227965" progId="Equation.3">
                      <p:embed/>
                      <p:pic>
                        <p:nvPicPr>
                          <p:cNvPr id="0" name="图片 3530"/>
                          <p:cNvPicPr/>
                          <p:nvPr/>
                        </p:nvPicPr>
                        <p:blipFill>
                          <a:blip r:embed="rId15">
                            <a:clrChange>
                              <a:clrFrom>
                                <a:srgbClr val="000000"/>
                              </a:clrFrom>
                              <a:clrTo>
                                <a:srgbClr val="FFFFFF"/>
                              </a:clrTo>
                            </a:clrChange>
                          </a:blip>
                          <a:stretch>
                            <a:fillRect/>
                          </a:stretch>
                        </p:blipFill>
                        <p:spPr>
                          <a:xfrm>
                            <a:off x="2971" y="981"/>
                            <a:ext cx="235" cy="304"/>
                          </a:xfrm>
                          <a:prstGeom prst="rect">
                            <a:avLst/>
                          </a:prstGeom>
                          <a:noFill/>
                          <a:ln w="38100">
                            <a:noFill/>
                            <a:miter/>
                          </a:ln>
                        </p:spPr>
                      </p:pic>
                    </p:oleObj>
                  </mc:Fallback>
                </mc:AlternateContent>
              </a:graphicData>
            </a:graphic>
          </p:graphicFrame>
          <p:sp>
            <p:nvSpPr>
              <p:cNvPr id="71713" name="Line 73"/>
              <p:cNvSpPr/>
              <p:nvPr/>
            </p:nvSpPr>
            <p:spPr>
              <a:xfrm flipV="1">
                <a:off x="3424" y="618"/>
                <a:ext cx="0" cy="336"/>
              </a:xfrm>
              <a:prstGeom prst="line">
                <a:avLst/>
              </a:prstGeom>
              <a:ln w="28575" cap="flat" cmpd="sng">
                <a:solidFill>
                  <a:srgbClr val="66FFFF"/>
                </a:solidFill>
                <a:prstDash val="solid"/>
                <a:headEnd type="none" w="med" len="med"/>
                <a:tailEnd type="triangle" w="med" len="med"/>
              </a:ln>
            </p:spPr>
          </p:sp>
          <p:sp>
            <p:nvSpPr>
              <p:cNvPr id="71714" name="Text Box 74"/>
              <p:cNvSpPr txBox="1"/>
              <p:nvPr/>
            </p:nvSpPr>
            <p:spPr>
              <a:xfrm rot="-5400000">
                <a:off x="3265" y="882"/>
                <a:ext cx="918" cy="327"/>
              </a:xfrm>
              <a:prstGeom prst="rect">
                <a:avLst/>
              </a:prstGeom>
              <a:noFill/>
              <a:ln w="28575">
                <a:noFill/>
              </a:ln>
            </p:spPr>
            <p:txBody>
              <a:bodyPr wrap="none" anchor="ctr" anchorCtr="0">
                <a:spAutoFit/>
              </a:bodyPr>
              <a:p>
                <a:pPr algn="ctr"/>
                <a:r>
                  <a:rPr lang="en-US" altLang="zh-CN" b="0" dirty="0">
                    <a:solidFill>
                      <a:schemeClr val="bg1"/>
                    </a:solidFill>
                    <a:latin typeface="Times New Roman" panose="02020603050405020304" pitchFamily="18" charset="0"/>
                    <a:ea typeface="宋体" panose="02010600030101010101" pitchFamily="2" charset="-122"/>
                  </a:rPr>
                  <a:t>10  0</a:t>
                </a:r>
                <a:r>
                  <a:rPr lang="en-US" altLang="zh-CN" sz="2400" b="0" dirty="0">
                    <a:solidFill>
                      <a:schemeClr val="bg1"/>
                    </a:solidFill>
                    <a:latin typeface="楷体_GB2312" pitchFamily="49" charset="-122"/>
                  </a:rPr>
                  <a:t>°</a:t>
                </a:r>
                <a:r>
                  <a:rPr lang="en-US" altLang="zh-CN" b="0" dirty="0">
                    <a:solidFill>
                      <a:schemeClr val="bg1"/>
                    </a:solidFill>
                    <a:latin typeface="Times New Roman" panose="02020603050405020304" pitchFamily="18" charset="0"/>
                    <a:ea typeface="宋体" panose="02010600030101010101" pitchFamily="2" charset="-122"/>
                  </a:rPr>
                  <a:t>A</a:t>
                </a:r>
                <a:endParaRPr lang="en-US" altLang="zh-CN" b="0" dirty="0">
                  <a:solidFill>
                    <a:schemeClr val="bg1"/>
                  </a:solidFill>
                  <a:latin typeface="Times New Roman" panose="02020603050405020304" pitchFamily="18" charset="0"/>
                  <a:ea typeface="宋体" panose="02010600030101010101" pitchFamily="2" charset="-122"/>
                </a:endParaRPr>
              </a:p>
            </p:txBody>
          </p:sp>
          <p:sp>
            <p:nvSpPr>
              <p:cNvPr id="71715" name="Text Box 75"/>
              <p:cNvSpPr txBox="1"/>
              <p:nvPr/>
            </p:nvSpPr>
            <p:spPr>
              <a:xfrm>
                <a:off x="4214" y="663"/>
                <a:ext cx="512" cy="327"/>
              </a:xfrm>
              <a:prstGeom prst="rect">
                <a:avLst/>
              </a:prstGeom>
              <a:noFill/>
              <a:ln w="28575">
                <a:noFill/>
              </a:ln>
            </p:spPr>
            <p:txBody>
              <a:bodyPr wrap="none" anchor="ctr" anchorCtr="0">
                <a:spAutoFit/>
              </a:bodyPr>
              <a:p>
                <a:pPr algn="ctr"/>
                <a:r>
                  <a:rPr lang="en-US" altLang="zh-CN" b="0" dirty="0">
                    <a:solidFill>
                      <a:schemeClr val="bg1"/>
                    </a:solidFill>
                    <a:latin typeface="Times New Roman" panose="02020603050405020304" pitchFamily="18" charset="0"/>
                    <a:ea typeface="宋体" panose="02010600030101010101" pitchFamily="2" charset="-122"/>
                  </a:rPr>
                  <a:t>10</a:t>
                </a:r>
                <a:r>
                  <a:rPr lang="en-US" altLang="zh-CN" b="0" dirty="0">
                    <a:solidFill>
                      <a:schemeClr val="bg1"/>
                    </a:solidFill>
                    <a:latin typeface="Symbol" panose="05050102010706020507" pitchFamily="18" charset="2"/>
                    <a:ea typeface="宋体" panose="02010600030101010101" pitchFamily="2" charset="-122"/>
                  </a:rPr>
                  <a:t>W</a:t>
                </a:r>
                <a:endParaRPr lang="en-US" altLang="zh-CN" b="0" dirty="0">
                  <a:solidFill>
                    <a:schemeClr val="bg1"/>
                  </a:solidFill>
                  <a:latin typeface="Times New Roman" panose="02020603050405020304" pitchFamily="18" charset="0"/>
                  <a:ea typeface="宋体" panose="02010600030101010101" pitchFamily="2" charset="-122"/>
                </a:endParaRPr>
              </a:p>
            </p:txBody>
          </p:sp>
          <p:sp>
            <p:nvSpPr>
              <p:cNvPr id="71716" name="Text Box 76"/>
              <p:cNvSpPr txBox="1"/>
              <p:nvPr/>
            </p:nvSpPr>
            <p:spPr>
              <a:xfrm>
                <a:off x="4302" y="1117"/>
                <a:ext cx="574" cy="327"/>
              </a:xfrm>
              <a:prstGeom prst="rect">
                <a:avLst/>
              </a:prstGeom>
              <a:noFill/>
              <a:ln w="28575">
                <a:noFill/>
              </a:ln>
            </p:spPr>
            <p:txBody>
              <a:bodyPr wrap="none" anchor="ctr" anchorCtr="0">
                <a:spAutoFit/>
              </a:bodyPr>
              <a:p>
                <a:pPr algn="ctr"/>
                <a:r>
                  <a:rPr lang="en-US" altLang="zh-CN" b="0" dirty="0">
                    <a:solidFill>
                      <a:schemeClr val="bg1"/>
                    </a:solidFill>
                    <a:latin typeface="Times New Roman" panose="02020603050405020304" pitchFamily="18" charset="0"/>
                    <a:ea typeface="宋体" panose="02010600030101010101" pitchFamily="2" charset="-122"/>
                  </a:rPr>
                  <a:t>j25</a:t>
                </a:r>
                <a:r>
                  <a:rPr lang="en-US" altLang="zh-CN" b="0" dirty="0">
                    <a:solidFill>
                      <a:schemeClr val="bg1"/>
                    </a:solidFill>
                    <a:latin typeface="Symbol" panose="05050102010706020507" pitchFamily="18" charset="2"/>
                    <a:ea typeface="宋体" panose="02010600030101010101" pitchFamily="2" charset="-122"/>
                  </a:rPr>
                  <a:t>W</a:t>
                </a:r>
                <a:endParaRPr lang="en-US" altLang="zh-CN" b="0" dirty="0">
                  <a:solidFill>
                    <a:schemeClr val="bg1"/>
                  </a:solidFill>
                  <a:latin typeface="Times New Roman" panose="02020603050405020304" pitchFamily="18" charset="0"/>
                  <a:ea typeface="宋体" panose="02010600030101010101" pitchFamily="2" charset="-122"/>
                </a:endParaRPr>
              </a:p>
            </p:txBody>
          </p:sp>
          <p:sp>
            <p:nvSpPr>
              <p:cNvPr id="71717" name="Text Box 77"/>
              <p:cNvSpPr txBox="1"/>
              <p:nvPr/>
            </p:nvSpPr>
            <p:spPr>
              <a:xfrm rot="-5400000">
                <a:off x="5139" y="607"/>
                <a:ext cx="400" cy="327"/>
              </a:xfrm>
              <a:prstGeom prst="rect">
                <a:avLst/>
              </a:prstGeom>
              <a:noFill/>
              <a:ln w="28575">
                <a:noFill/>
              </a:ln>
            </p:spPr>
            <p:txBody>
              <a:bodyPr wrap="none" anchor="ctr" anchorCtr="0">
                <a:spAutoFit/>
              </a:bodyPr>
              <a:p>
                <a:pPr algn="ctr"/>
                <a:r>
                  <a:rPr lang="en-US" altLang="zh-CN" b="0" dirty="0">
                    <a:solidFill>
                      <a:schemeClr val="bg1"/>
                    </a:solidFill>
                    <a:latin typeface="Times New Roman" panose="02020603050405020304" pitchFamily="18" charset="0"/>
                    <a:ea typeface="宋体" panose="02010600030101010101" pitchFamily="2" charset="-122"/>
                  </a:rPr>
                  <a:t>5</a:t>
                </a:r>
                <a:r>
                  <a:rPr lang="en-US" altLang="zh-CN" b="0" dirty="0">
                    <a:solidFill>
                      <a:schemeClr val="bg1"/>
                    </a:solidFill>
                    <a:latin typeface="Symbol" panose="05050102010706020507" pitchFamily="18" charset="2"/>
                    <a:ea typeface="宋体" panose="02010600030101010101" pitchFamily="2" charset="-122"/>
                  </a:rPr>
                  <a:t>W</a:t>
                </a:r>
                <a:endParaRPr lang="en-US" altLang="zh-CN" b="0" dirty="0">
                  <a:solidFill>
                    <a:schemeClr val="bg1"/>
                  </a:solidFill>
                  <a:latin typeface="Times New Roman" panose="02020603050405020304" pitchFamily="18" charset="0"/>
                  <a:ea typeface="宋体" panose="02010600030101010101" pitchFamily="2" charset="-122"/>
                </a:endParaRPr>
              </a:p>
            </p:txBody>
          </p:sp>
          <p:sp>
            <p:nvSpPr>
              <p:cNvPr id="71718" name="Text Box 78"/>
              <p:cNvSpPr txBox="1"/>
              <p:nvPr/>
            </p:nvSpPr>
            <p:spPr>
              <a:xfrm rot="-5400000">
                <a:off x="5041" y="1159"/>
                <a:ext cx="686" cy="327"/>
              </a:xfrm>
              <a:prstGeom prst="rect">
                <a:avLst/>
              </a:prstGeom>
              <a:noFill/>
              <a:ln w="28575">
                <a:noFill/>
              </a:ln>
            </p:spPr>
            <p:txBody>
              <a:bodyPr wrap="none" anchor="ctr" anchorCtr="0">
                <a:spAutoFit/>
              </a:bodyPr>
              <a:p>
                <a:pPr algn="ctr"/>
                <a:r>
                  <a:rPr lang="en-US" altLang="zh-CN" b="0" dirty="0">
                    <a:solidFill>
                      <a:schemeClr val="bg1"/>
                    </a:solidFill>
                    <a:latin typeface="宋体" panose="02010600030101010101" pitchFamily="2" charset="-122"/>
                    <a:ea typeface="宋体" panose="02010600030101010101" pitchFamily="2" charset="-122"/>
                  </a:rPr>
                  <a:t>-</a:t>
                </a:r>
                <a:r>
                  <a:rPr lang="en-US" altLang="zh-CN" b="0" dirty="0">
                    <a:solidFill>
                      <a:schemeClr val="bg1"/>
                    </a:solidFill>
                    <a:latin typeface="Times New Roman" panose="02020603050405020304" pitchFamily="18" charset="0"/>
                    <a:ea typeface="宋体" panose="02010600030101010101" pitchFamily="2" charset="-122"/>
                  </a:rPr>
                  <a:t>j15</a:t>
                </a:r>
                <a:r>
                  <a:rPr lang="en-US" altLang="zh-CN" b="0" dirty="0">
                    <a:solidFill>
                      <a:schemeClr val="bg1"/>
                    </a:solidFill>
                    <a:latin typeface="Symbol" panose="05050102010706020507" pitchFamily="18" charset="2"/>
                    <a:ea typeface="宋体" panose="02010600030101010101" pitchFamily="2" charset="-122"/>
                  </a:rPr>
                  <a:t>W</a:t>
                </a:r>
                <a:endParaRPr lang="en-US" altLang="zh-CN" b="0" dirty="0">
                  <a:solidFill>
                    <a:schemeClr val="bg1"/>
                  </a:solidFill>
                  <a:latin typeface="Times New Roman" panose="02020603050405020304" pitchFamily="18" charset="0"/>
                  <a:ea typeface="宋体" panose="02010600030101010101" pitchFamily="2" charset="-122"/>
                </a:endParaRPr>
              </a:p>
            </p:txBody>
          </p:sp>
          <p:sp>
            <p:nvSpPr>
              <p:cNvPr id="71719" name="Line 79"/>
              <p:cNvSpPr/>
              <p:nvPr/>
            </p:nvSpPr>
            <p:spPr>
              <a:xfrm>
                <a:off x="4214" y="500"/>
                <a:ext cx="0" cy="181"/>
              </a:xfrm>
              <a:prstGeom prst="line">
                <a:avLst/>
              </a:prstGeom>
              <a:ln w="28575" cap="flat" cmpd="sng">
                <a:solidFill>
                  <a:srgbClr val="66FFFF"/>
                </a:solidFill>
                <a:prstDash val="solid"/>
                <a:headEnd type="none" w="med" len="med"/>
                <a:tailEnd type="triangle" w="med" len="med"/>
              </a:ln>
            </p:spPr>
          </p:sp>
          <p:sp>
            <p:nvSpPr>
              <p:cNvPr id="71720" name="Line 80"/>
              <p:cNvSpPr/>
              <p:nvPr/>
            </p:nvSpPr>
            <p:spPr>
              <a:xfrm>
                <a:off x="4558" y="482"/>
                <a:ext cx="240" cy="0"/>
              </a:xfrm>
              <a:prstGeom prst="line">
                <a:avLst/>
              </a:prstGeom>
              <a:ln w="28575" cap="flat" cmpd="sng">
                <a:solidFill>
                  <a:srgbClr val="66FFFF"/>
                </a:solidFill>
                <a:prstDash val="solid"/>
                <a:headEnd type="none" w="med" len="med"/>
                <a:tailEnd type="triangle" w="med" len="med"/>
              </a:ln>
            </p:spPr>
          </p:sp>
          <p:graphicFrame>
            <p:nvGraphicFramePr>
              <p:cNvPr id="71687" name="Object 81"/>
              <p:cNvGraphicFramePr/>
              <p:nvPr/>
            </p:nvGraphicFramePr>
            <p:xfrm>
              <a:off x="3977" y="473"/>
              <a:ext cx="186" cy="328"/>
            </p:xfrm>
            <a:graphic>
              <a:graphicData uri="http://schemas.openxmlformats.org/presentationml/2006/ole">
                <mc:AlternateContent xmlns:mc="http://schemas.openxmlformats.org/markup-compatibility/2006">
                  <mc:Choice xmlns:v="urn:schemas-microsoft-com:vml" Requires="v">
                    <p:oleObj spid="_x0000_s3529" name="" r:id="rId16" imgW="152400" imgH="266065" progId="Equation.3">
                      <p:embed/>
                    </p:oleObj>
                  </mc:Choice>
                  <mc:Fallback>
                    <p:oleObj name="" r:id="rId16" imgW="152400" imgH="266065" progId="Equation.3">
                      <p:embed/>
                      <p:pic>
                        <p:nvPicPr>
                          <p:cNvPr id="0" name="图片 3528"/>
                          <p:cNvPicPr/>
                          <p:nvPr/>
                        </p:nvPicPr>
                        <p:blipFill>
                          <a:blip r:embed="rId17">
                            <a:clrChange>
                              <a:clrFrom>
                                <a:srgbClr val="000000"/>
                              </a:clrFrom>
                              <a:clrTo>
                                <a:srgbClr val="FFFFFF"/>
                              </a:clrTo>
                            </a:clrChange>
                          </a:blip>
                          <a:stretch>
                            <a:fillRect/>
                          </a:stretch>
                        </p:blipFill>
                        <p:spPr>
                          <a:xfrm>
                            <a:off x="3977" y="473"/>
                            <a:ext cx="186" cy="328"/>
                          </a:xfrm>
                          <a:prstGeom prst="rect">
                            <a:avLst/>
                          </a:prstGeom>
                          <a:noFill/>
                          <a:ln w="38100">
                            <a:noFill/>
                            <a:miter/>
                          </a:ln>
                        </p:spPr>
                      </p:pic>
                    </p:oleObj>
                  </mc:Fallback>
                </mc:AlternateContent>
              </a:graphicData>
            </a:graphic>
          </p:graphicFrame>
          <p:graphicFrame>
            <p:nvGraphicFramePr>
              <p:cNvPr id="71688" name="Object 82"/>
              <p:cNvGraphicFramePr/>
              <p:nvPr/>
            </p:nvGraphicFramePr>
            <p:xfrm>
              <a:off x="4676" y="464"/>
              <a:ext cx="212" cy="345"/>
            </p:xfrm>
            <a:graphic>
              <a:graphicData uri="http://schemas.openxmlformats.org/presentationml/2006/ole">
                <mc:AlternateContent xmlns:mc="http://schemas.openxmlformats.org/markup-compatibility/2006">
                  <mc:Choice xmlns:v="urn:schemas-microsoft-com:vml" Requires="v">
                    <p:oleObj spid="_x0000_s3530" name="" r:id="rId18" imgW="165100" imgH="266065" progId="Equation.3">
                      <p:embed/>
                    </p:oleObj>
                  </mc:Choice>
                  <mc:Fallback>
                    <p:oleObj name="" r:id="rId18" imgW="165100" imgH="266065" progId="Equation.3">
                      <p:embed/>
                      <p:pic>
                        <p:nvPicPr>
                          <p:cNvPr id="0" name="图片 3529"/>
                          <p:cNvPicPr/>
                          <p:nvPr/>
                        </p:nvPicPr>
                        <p:blipFill>
                          <a:blip r:embed="rId19">
                            <a:clrChange>
                              <a:clrFrom>
                                <a:srgbClr val="000000"/>
                              </a:clrFrom>
                              <a:clrTo>
                                <a:srgbClr val="FFFFFF"/>
                              </a:clrTo>
                            </a:clrChange>
                          </a:blip>
                          <a:stretch>
                            <a:fillRect/>
                          </a:stretch>
                        </p:blipFill>
                        <p:spPr>
                          <a:xfrm>
                            <a:off x="4676" y="464"/>
                            <a:ext cx="212" cy="345"/>
                          </a:xfrm>
                          <a:prstGeom prst="rect">
                            <a:avLst/>
                          </a:prstGeom>
                          <a:noFill/>
                          <a:ln w="38100">
                            <a:noFill/>
                            <a:miter/>
                          </a:ln>
                        </p:spPr>
                      </p:pic>
                    </p:oleObj>
                  </mc:Fallback>
                </mc:AlternateContent>
              </a:graphicData>
            </a:graphic>
          </p:graphicFrame>
          <p:sp>
            <p:nvSpPr>
              <p:cNvPr id="71721" name="Rectangle 83"/>
              <p:cNvSpPr/>
              <p:nvPr/>
            </p:nvSpPr>
            <p:spPr>
              <a:xfrm>
                <a:off x="5072" y="663"/>
                <a:ext cx="127" cy="318"/>
              </a:xfrm>
              <a:prstGeom prst="rect">
                <a:avLst/>
              </a:prstGeom>
              <a:gradFill rotWithShape="1">
                <a:gsLst>
                  <a:gs pos="0">
                    <a:srgbClr val="764700"/>
                  </a:gs>
                  <a:gs pos="50000">
                    <a:srgbClr val="FF9900"/>
                  </a:gs>
                  <a:gs pos="100000">
                    <a:srgbClr val="764700"/>
                  </a:gs>
                </a:gsLst>
                <a:lin ang="0" scaled="1"/>
                <a:tileRect/>
              </a:gradFill>
              <a:ln w="28575">
                <a:noFill/>
              </a:ln>
            </p:spPr>
            <p:txBody>
              <a:bodyPr wrap="none" anchor="ctr" anchorCtr="0"/>
              <a:p>
                <a:endParaRPr lang="zh-CN" altLang="en-US" dirty="0">
                  <a:latin typeface="楷体_GB2312" pitchFamily="49" charset="-122"/>
                </a:endParaRPr>
              </a:p>
            </p:txBody>
          </p:sp>
          <p:sp>
            <p:nvSpPr>
              <p:cNvPr id="71722" name="Rectangle 84"/>
              <p:cNvSpPr/>
              <p:nvPr/>
            </p:nvSpPr>
            <p:spPr>
              <a:xfrm>
                <a:off x="4148" y="717"/>
                <a:ext cx="127" cy="318"/>
              </a:xfrm>
              <a:prstGeom prst="rect">
                <a:avLst/>
              </a:prstGeom>
              <a:gradFill rotWithShape="1">
                <a:gsLst>
                  <a:gs pos="0">
                    <a:srgbClr val="764700"/>
                  </a:gs>
                  <a:gs pos="50000">
                    <a:srgbClr val="FF9900"/>
                  </a:gs>
                  <a:gs pos="100000">
                    <a:srgbClr val="764700"/>
                  </a:gs>
                </a:gsLst>
                <a:lin ang="0" scaled="1"/>
                <a:tileRect/>
              </a:gradFill>
              <a:ln w="28575">
                <a:noFill/>
              </a:ln>
            </p:spPr>
            <p:txBody>
              <a:bodyPr wrap="none" anchor="ctr" anchorCtr="0"/>
              <a:p>
                <a:endParaRPr lang="zh-CN" altLang="en-US" dirty="0">
                  <a:latin typeface="楷体_GB2312" pitchFamily="49" charset="-122"/>
                </a:endParaRPr>
              </a:p>
            </p:txBody>
          </p:sp>
          <p:grpSp>
            <p:nvGrpSpPr>
              <p:cNvPr id="71723" name="Group 89"/>
              <p:cNvGrpSpPr/>
              <p:nvPr/>
            </p:nvGrpSpPr>
            <p:grpSpPr>
              <a:xfrm>
                <a:off x="4999" y="1208"/>
                <a:ext cx="240" cy="93"/>
                <a:chOff x="3787" y="2478"/>
                <a:chExt cx="240" cy="93"/>
              </a:xfrm>
            </p:grpSpPr>
            <p:sp>
              <p:nvSpPr>
                <p:cNvPr id="71732" name="Line 90"/>
                <p:cNvSpPr/>
                <p:nvPr/>
              </p:nvSpPr>
              <p:spPr>
                <a:xfrm flipV="1">
                  <a:off x="3787" y="2568"/>
                  <a:ext cx="240" cy="3"/>
                </a:xfrm>
                <a:prstGeom prst="line">
                  <a:avLst/>
                </a:prstGeom>
                <a:ln w="57150" cap="flat" cmpd="sng">
                  <a:solidFill>
                    <a:srgbClr val="FF9900"/>
                  </a:solidFill>
                  <a:prstDash val="solid"/>
                  <a:headEnd type="none" w="med" len="med"/>
                  <a:tailEnd type="none" w="med" len="med"/>
                </a:ln>
              </p:spPr>
            </p:sp>
            <p:sp>
              <p:nvSpPr>
                <p:cNvPr id="71733" name="Line 91"/>
                <p:cNvSpPr/>
                <p:nvPr/>
              </p:nvSpPr>
              <p:spPr>
                <a:xfrm>
                  <a:off x="3787" y="2478"/>
                  <a:ext cx="240" cy="1"/>
                </a:xfrm>
                <a:prstGeom prst="line">
                  <a:avLst/>
                </a:prstGeom>
                <a:ln w="57150" cap="flat" cmpd="sng">
                  <a:solidFill>
                    <a:srgbClr val="FF9900"/>
                  </a:solidFill>
                  <a:prstDash val="solid"/>
                  <a:headEnd type="none" w="med" len="med"/>
                  <a:tailEnd type="none" w="med" len="med"/>
                </a:ln>
              </p:spPr>
            </p:sp>
          </p:grpSp>
          <p:grpSp>
            <p:nvGrpSpPr>
              <p:cNvPr id="71724" name="Group 96"/>
              <p:cNvGrpSpPr/>
              <p:nvPr/>
            </p:nvGrpSpPr>
            <p:grpSpPr>
              <a:xfrm>
                <a:off x="3243" y="935"/>
                <a:ext cx="363" cy="363"/>
                <a:chOff x="3243" y="935"/>
                <a:chExt cx="363" cy="363"/>
              </a:xfrm>
            </p:grpSpPr>
            <p:sp>
              <p:nvSpPr>
                <p:cNvPr id="71730" name="Oval 62"/>
                <p:cNvSpPr/>
                <p:nvPr/>
              </p:nvSpPr>
              <p:spPr>
                <a:xfrm>
                  <a:off x="3243" y="935"/>
                  <a:ext cx="363" cy="363"/>
                </a:xfrm>
                <a:prstGeom prst="ellipse">
                  <a:avLst/>
                </a:prstGeom>
                <a:gradFill rotWithShape="1">
                  <a:gsLst>
                    <a:gs pos="0">
                      <a:srgbClr val="0099FF"/>
                    </a:gs>
                    <a:gs pos="100000">
                      <a:srgbClr val="004776"/>
                    </a:gs>
                  </a:gsLst>
                  <a:path path="shape">
                    <a:fillToRect l="50000" t="50000" r="50000" b="50000"/>
                  </a:path>
                  <a:tileRect/>
                </a:gradFill>
                <a:ln w="38100" cap="flat" cmpd="sng">
                  <a:solidFill>
                    <a:srgbClr val="FF9900"/>
                  </a:solidFill>
                  <a:prstDash val="solid"/>
                  <a:headEnd type="none" w="med" len="med"/>
                  <a:tailEnd type="none" w="med" len="med"/>
                </a:ln>
              </p:spPr>
              <p:txBody>
                <a:bodyPr wrap="none" anchor="ctr" anchorCtr="0"/>
                <a:p>
                  <a:endParaRPr lang="zh-CN" altLang="en-US" dirty="0">
                    <a:latin typeface="楷体_GB2312" pitchFamily="49" charset="-122"/>
                  </a:endParaRPr>
                </a:p>
              </p:txBody>
            </p:sp>
            <p:sp>
              <p:nvSpPr>
                <p:cNvPr id="71731" name="Line 72"/>
                <p:cNvSpPr/>
                <p:nvPr/>
              </p:nvSpPr>
              <p:spPr>
                <a:xfrm>
                  <a:off x="3243" y="1117"/>
                  <a:ext cx="363" cy="0"/>
                </a:xfrm>
                <a:prstGeom prst="line">
                  <a:avLst/>
                </a:prstGeom>
                <a:ln w="38100" cap="flat" cmpd="sng">
                  <a:solidFill>
                    <a:srgbClr val="FF9900"/>
                  </a:solidFill>
                  <a:prstDash val="solid"/>
                  <a:headEnd type="none" w="med" len="med"/>
                  <a:tailEnd type="none" w="med" len="med"/>
                </a:ln>
              </p:spPr>
            </p:sp>
          </p:grpSp>
          <p:grpSp>
            <p:nvGrpSpPr>
              <p:cNvPr id="71725" name="Group 101"/>
              <p:cNvGrpSpPr/>
              <p:nvPr/>
            </p:nvGrpSpPr>
            <p:grpSpPr>
              <a:xfrm rot="10800000">
                <a:off x="4195" y="1117"/>
                <a:ext cx="90" cy="363"/>
                <a:chOff x="1565" y="2614"/>
                <a:chExt cx="90" cy="486"/>
              </a:xfrm>
            </p:grpSpPr>
            <p:sp>
              <p:nvSpPr>
                <p:cNvPr id="71726" name="Arc 102"/>
                <p:cNvSpPr/>
                <p:nvPr/>
              </p:nvSpPr>
              <p:spPr>
                <a:xfrm flipH="1" flipV="1">
                  <a:off x="1565" y="2860"/>
                  <a:ext cx="90" cy="116"/>
                </a:xfrm>
                <a:custGeom>
                  <a:avLst/>
                  <a:gdLst>
                    <a:gd name="txL" fmla="*/ 0 w 22723"/>
                    <a:gd name="txT" fmla="*/ 0 h 43200"/>
                    <a:gd name="txR" fmla="*/ 22723 w 22723"/>
                    <a:gd name="txB" fmla="*/ 43200 h 43200"/>
                  </a:gdLst>
                  <a:ahLst/>
                  <a:cxnLst>
                    <a:cxn ang="0">
                      <a:pos x="1122" y="0"/>
                    </a:cxn>
                    <a:cxn ang="0">
                      <a:pos x="22723" y="21600"/>
                    </a:cxn>
                    <a:cxn ang="0">
                      <a:pos x="1123" y="43200"/>
                    </a:cxn>
                    <a:cxn ang="0">
                      <a:pos x="0" y="43170"/>
                    </a:cxn>
                    <a:cxn ang="0">
                      <a:pos x="1122" y="0"/>
                    </a:cxn>
                    <a:cxn ang="0">
                      <a:pos x="22723" y="21600"/>
                    </a:cxn>
                    <a:cxn ang="0">
                      <a:pos x="1123" y="43200"/>
                    </a:cxn>
                    <a:cxn ang="0">
                      <a:pos x="0" y="43170"/>
                    </a:cxn>
                    <a:cxn ang="0">
                      <a:pos x="1123" y="21600"/>
                    </a:cxn>
                  </a:cxnLst>
                  <a:rect l="txL" t="txT" r="txR" b="txB"/>
                  <a:pathLst>
                    <a:path w="22723" h="43200" fill="none">
                      <a:moveTo>
                        <a:pt x="1122" y="0"/>
                      </a:moveTo>
                      <a:cubicBezTo>
                        <a:pt x="13052" y="0"/>
                        <a:pt x="22723" y="9670"/>
                        <a:pt x="22723" y="21600"/>
                      </a:cubicBezTo>
                      <a:cubicBezTo>
                        <a:pt x="22723" y="33529"/>
                        <a:pt x="13052" y="43200"/>
                        <a:pt x="1123" y="43200"/>
                      </a:cubicBezTo>
                      <a:cubicBezTo>
                        <a:pt x="748" y="43200"/>
                        <a:pt x="374" y="43190"/>
                        <a:pt x="0" y="43170"/>
                      </a:cubicBezTo>
                    </a:path>
                    <a:path w="22723" h="43200" stroke="0">
                      <a:moveTo>
                        <a:pt x="1122" y="0"/>
                      </a:moveTo>
                      <a:cubicBezTo>
                        <a:pt x="13052" y="0"/>
                        <a:pt x="22723" y="9670"/>
                        <a:pt x="22723" y="21600"/>
                      </a:cubicBezTo>
                      <a:cubicBezTo>
                        <a:pt x="22723" y="33529"/>
                        <a:pt x="13052" y="43200"/>
                        <a:pt x="1123" y="43200"/>
                      </a:cubicBezTo>
                      <a:cubicBezTo>
                        <a:pt x="748" y="43200"/>
                        <a:pt x="374" y="43190"/>
                        <a:pt x="0" y="43170"/>
                      </a:cubicBezTo>
                      <a:lnTo>
                        <a:pt x="1123" y="21600"/>
                      </a:lnTo>
                      <a:close/>
                    </a:path>
                  </a:pathLst>
                </a:custGeom>
                <a:noFill/>
                <a:ln w="28575" cap="flat" cmpd="sng">
                  <a:solidFill>
                    <a:srgbClr val="FF9900"/>
                  </a:solidFill>
                  <a:prstDash val="solid"/>
                  <a:round/>
                  <a:headEnd type="none" w="med" len="med"/>
                  <a:tailEnd type="none" w="med" len="med"/>
                </a:ln>
              </p:spPr>
              <p:txBody>
                <a:bodyPr wrap="none" anchor="ctr" anchorCtr="0"/>
                <a:p>
                  <a:endParaRPr lang="zh-CN" altLang="en-US" dirty="0">
                    <a:latin typeface="楷体_GB2312" pitchFamily="49" charset="-122"/>
                  </a:endParaRPr>
                </a:p>
              </p:txBody>
            </p:sp>
            <p:sp>
              <p:nvSpPr>
                <p:cNvPr id="71727" name="Arc 103"/>
                <p:cNvSpPr/>
                <p:nvPr/>
              </p:nvSpPr>
              <p:spPr>
                <a:xfrm flipH="1" flipV="1">
                  <a:off x="1565" y="2737"/>
                  <a:ext cx="90" cy="116"/>
                </a:xfrm>
                <a:custGeom>
                  <a:avLst/>
                  <a:gdLst>
                    <a:gd name="txL" fmla="*/ 0 w 22723"/>
                    <a:gd name="txT" fmla="*/ 0 h 43200"/>
                    <a:gd name="txR" fmla="*/ 22723 w 22723"/>
                    <a:gd name="txB" fmla="*/ 43200 h 43200"/>
                  </a:gdLst>
                  <a:ahLst/>
                  <a:cxnLst>
                    <a:cxn ang="0">
                      <a:pos x="1122" y="0"/>
                    </a:cxn>
                    <a:cxn ang="0">
                      <a:pos x="22723" y="21600"/>
                    </a:cxn>
                    <a:cxn ang="0">
                      <a:pos x="1123" y="43200"/>
                    </a:cxn>
                    <a:cxn ang="0">
                      <a:pos x="0" y="43170"/>
                    </a:cxn>
                    <a:cxn ang="0">
                      <a:pos x="1122" y="0"/>
                    </a:cxn>
                    <a:cxn ang="0">
                      <a:pos x="22723" y="21600"/>
                    </a:cxn>
                    <a:cxn ang="0">
                      <a:pos x="1123" y="43200"/>
                    </a:cxn>
                    <a:cxn ang="0">
                      <a:pos x="0" y="43170"/>
                    </a:cxn>
                    <a:cxn ang="0">
                      <a:pos x="1123" y="21600"/>
                    </a:cxn>
                  </a:cxnLst>
                  <a:rect l="txL" t="txT" r="txR" b="txB"/>
                  <a:pathLst>
                    <a:path w="22723" h="43200" fill="none">
                      <a:moveTo>
                        <a:pt x="1122" y="0"/>
                      </a:moveTo>
                      <a:cubicBezTo>
                        <a:pt x="13052" y="0"/>
                        <a:pt x="22723" y="9670"/>
                        <a:pt x="22723" y="21600"/>
                      </a:cubicBezTo>
                      <a:cubicBezTo>
                        <a:pt x="22723" y="33529"/>
                        <a:pt x="13052" y="43200"/>
                        <a:pt x="1123" y="43200"/>
                      </a:cubicBezTo>
                      <a:cubicBezTo>
                        <a:pt x="748" y="43200"/>
                        <a:pt x="374" y="43190"/>
                        <a:pt x="0" y="43170"/>
                      </a:cubicBezTo>
                    </a:path>
                    <a:path w="22723" h="43200" stroke="0">
                      <a:moveTo>
                        <a:pt x="1122" y="0"/>
                      </a:moveTo>
                      <a:cubicBezTo>
                        <a:pt x="13052" y="0"/>
                        <a:pt x="22723" y="9670"/>
                        <a:pt x="22723" y="21600"/>
                      </a:cubicBezTo>
                      <a:cubicBezTo>
                        <a:pt x="22723" y="33529"/>
                        <a:pt x="13052" y="43200"/>
                        <a:pt x="1123" y="43200"/>
                      </a:cubicBezTo>
                      <a:cubicBezTo>
                        <a:pt x="748" y="43200"/>
                        <a:pt x="374" y="43190"/>
                        <a:pt x="0" y="43170"/>
                      </a:cubicBezTo>
                      <a:lnTo>
                        <a:pt x="1123" y="21600"/>
                      </a:lnTo>
                      <a:close/>
                    </a:path>
                  </a:pathLst>
                </a:custGeom>
                <a:noFill/>
                <a:ln w="28575" cap="flat" cmpd="sng">
                  <a:solidFill>
                    <a:srgbClr val="FF9900"/>
                  </a:solidFill>
                  <a:prstDash val="solid"/>
                  <a:round/>
                  <a:headEnd type="none" w="med" len="med"/>
                  <a:tailEnd type="none" w="med" len="med"/>
                </a:ln>
              </p:spPr>
              <p:txBody>
                <a:bodyPr wrap="none" anchor="ctr" anchorCtr="0"/>
                <a:p>
                  <a:endParaRPr lang="zh-CN" altLang="en-US" dirty="0">
                    <a:latin typeface="楷体_GB2312" pitchFamily="49" charset="-122"/>
                  </a:endParaRPr>
                </a:p>
              </p:txBody>
            </p:sp>
            <p:sp>
              <p:nvSpPr>
                <p:cNvPr id="71728" name="Arc 104"/>
                <p:cNvSpPr/>
                <p:nvPr/>
              </p:nvSpPr>
              <p:spPr>
                <a:xfrm flipH="1" flipV="1">
                  <a:off x="1565" y="2614"/>
                  <a:ext cx="90" cy="116"/>
                </a:xfrm>
                <a:custGeom>
                  <a:avLst/>
                  <a:gdLst>
                    <a:gd name="txL" fmla="*/ 0 w 22723"/>
                    <a:gd name="txT" fmla="*/ 0 h 43200"/>
                    <a:gd name="txR" fmla="*/ 22723 w 22723"/>
                    <a:gd name="txB" fmla="*/ 43200 h 43200"/>
                  </a:gdLst>
                  <a:ahLst/>
                  <a:cxnLst>
                    <a:cxn ang="0">
                      <a:pos x="1122" y="0"/>
                    </a:cxn>
                    <a:cxn ang="0">
                      <a:pos x="22723" y="21600"/>
                    </a:cxn>
                    <a:cxn ang="0">
                      <a:pos x="1123" y="43200"/>
                    </a:cxn>
                    <a:cxn ang="0">
                      <a:pos x="0" y="43170"/>
                    </a:cxn>
                    <a:cxn ang="0">
                      <a:pos x="1122" y="0"/>
                    </a:cxn>
                    <a:cxn ang="0">
                      <a:pos x="22723" y="21600"/>
                    </a:cxn>
                    <a:cxn ang="0">
                      <a:pos x="1123" y="43200"/>
                    </a:cxn>
                    <a:cxn ang="0">
                      <a:pos x="0" y="43170"/>
                    </a:cxn>
                    <a:cxn ang="0">
                      <a:pos x="1123" y="21600"/>
                    </a:cxn>
                  </a:cxnLst>
                  <a:rect l="txL" t="txT" r="txR" b="txB"/>
                  <a:pathLst>
                    <a:path w="22723" h="43200" fill="none">
                      <a:moveTo>
                        <a:pt x="1122" y="0"/>
                      </a:moveTo>
                      <a:cubicBezTo>
                        <a:pt x="13052" y="0"/>
                        <a:pt x="22723" y="9670"/>
                        <a:pt x="22723" y="21600"/>
                      </a:cubicBezTo>
                      <a:cubicBezTo>
                        <a:pt x="22723" y="33529"/>
                        <a:pt x="13052" y="43200"/>
                        <a:pt x="1123" y="43200"/>
                      </a:cubicBezTo>
                      <a:cubicBezTo>
                        <a:pt x="748" y="43200"/>
                        <a:pt x="374" y="43190"/>
                        <a:pt x="0" y="43170"/>
                      </a:cubicBezTo>
                    </a:path>
                    <a:path w="22723" h="43200" stroke="0">
                      <a:moveTo>
                        <a:pt x="1122" y="0"/>
                      </a:moveTo>
                      <a:cubicBezTo>
                        <a:pt x="13052" y="0"/>
                        <a:pt x="22723" y="9670"/>
                        <a:pt x="22723" y="21600"/>
                      </a:cubicBezTo>
                      <a:cubicBezTo>
                        <a:pt x="22723" y="33529"/>
                        <a:pt x="13052" y="43200"/>
                        <a:pt x="1123" y="43200"/>
                      </a:cubicBezTo>
                      <a:cubicBezTo>
                        <a:pt x="748" y="43200"/>
                        <a:pt x="374" y="43190"/>
                        <a:pt x="0" y="43170"/>
                      </a:cubicBezTo>
                      <a:lnTo>
                        <a:pt x="1123" y="21600"/>
                      </a:lnTo>
                      <a:close/>
                    </a:path>
                  </a:pathLst>
                </a:custGeom>
                <a:noFill/>
                <a:ln w="28575" cap="flat" cmpd="sng">
                  <a:solidFill>
                    <a:srgbClr val="FF9900"/>
                  </a:solidFill>
                  <a:prstDash val="solid"/>
                  <a:round/>
                  <a:headEnd type="none" w="med" len="med"/>
                  <a:tailEnd type="none" w="med" len="med"/>
                </a:ln>
              </p:spPr>
              <p:txBody>
                <a:bodyPr wrap="none" anchor="ctr" anchorCtr="0"/>
                <a:p>
                  <a:endParaRPr lang="zh-CN" altLang="en-US" dirty="0">
                    <a:latin typeface="楷体_GB2312" pitchFamily="49" charset="-122"/>
                  </a:endParaRPr>
                </a:p>
              </p:txBody>
            </p:sp>
            <p:sp>
              <p:nvSpPr>
                <p:cNvPr id="71729" name="Arc 105"/>
                <p:cNvSpPr/>
                <p:nvPr/>
              </p:nvSpPr>
              <p:spPr>
                <a:xfrm flipH="1" flipV="1">
                  <a:off x="1565" y="2984"/>
                  <a:ext cx="90" cy="116"/>
                </a:xfrm>
                <a:custGeom>
                  <a:avLst/>
                  <a:gdLst>
                    <a:gd name="txL" fmla="*/ 0 w 22723"/>
                    <a:gd name="txT" fmla="*/ 0 h 43200"/>
                    <a:gd name="txR" fmla="*/ 22723 w 22723"/>
                    <a:gd name="txB" fmla="*/ 43200 h 43200"/>
                  </a:gdLst>
                  <a:ahLst/>
                  <a:cxnLst>
                    <a:cxn ang="0">
                      <a:pos x="1122" y="0"/>
                    </a:cxn>
                    <a:cxn ang="0">
                      <a:pos x="22723" y="21600"/>
                    </a:cxn>
                    <a:cxn ang="0">
                      <a:pos x="1123" y="43200"/>
                    </a:cxn>
                    <a:cxn ang="0">
                      <a:pos x="0" y="43170"/>
                    </a:cxn>
                    <a:cxn ang="0">
                      <a:pos x="1122" y="0"/>
                    </a:cxn>
                    <a:cxn ang="0">
                      <a:pos x="22723" y="21600"/>
                    </a:cxn>
                    <a:cxn ang="0">
                      <a:pos x="1123" y="43200"/>
                    </a:cxn>
                    <a:cxn ang="0">
                      <a:pos x="0" y="43170"/>
                    </a:cxn>
                    <a:cxn ang="0">
                      <a:pos x="1123" y="21600"/>
                    </a:cxn>
                  </a:cxnLst>
                  <a:rect l="txL" t="txT" r="txR" b="txB"/>
                  <a:pathLst>
                    <a:path w="22723" h="43200" fill="none">
                      <a:moveTo>
                        <a:pt x="1122" y="0"/>
                      </a:moveTo>
                      <a:cubicBezTo>
                        <a:pt x="13052" y="0"/>
                        <a:pt x="22723" y="9670"/>
                        <a:pt x="22723" y="21600"/>
                      </a:cubicBezTo>
                      <a:cubicBezTo>
                        <a:pt x="22723" y="33529"/>
                        <a:pt x="13052" y="43200"/>
                        <a:pt x="1123" y="43200"/>
                      </a:cubicBezTo>
                      <a:cubicBezTo>
                        <a:pt x="748" y="43200"/>
                        <a:pt x="374" y="43190"/>
                        <a:pt x="0" y="43170"/>
                      </a:cubicBezTo>
                    </a:path>
                    <a:path w="22723" h="43200" stroke="0">
                      <a:moveTo>
                        <a:pt x="1122" y="0"/>
                      </a:moveTo>
                      <a:cubicBezTo>
                        <a:pt x="13052" y="0"/>
                        <a:pt x="22723" y="9670"/>
                        <a:pt x="22723" y="21600"/>
                      </a:cubicBezTo>
                      <a:cubicBezTo>
                        <a:pt x="22723" y="33529"/>
                        <a:pt x="13052" y="43200"/>
                        <a:pt x="1123" y="43200"/>
                      </a:cubicBezTo>
                      <a:cubicBezTo>
                        <a:pt x="748" y="43200"/>
                        <a:pt x="374" y="43190"/>
                        <a:pt x="0" y="43170"/>
                      </a:cubicBezTo>
                      <a:lnTo>
                        <a:pt x="1123" y="21600"/>
                      </a:lnTo>
                      <a:close/>
                    </a:path>
                  </a:pathLst>
                </a:custGeom>
                <a:noFill/>
                <a:ln w="28575" cap="flat" cmpd="sng">
                  <a:solidFill>
                    <a:srgbClr val="FF9900"/>
                  </a:solidFill>
                  <a:prstDash val="solid"/>
                  <a:round/>
                  <a:headEnd type="none" w="med" len="med"/>
                  <a:tailEnd type="none" w="med" len="med"/>
                </a:ln>
              </p:spPr>
              <p:txBody>
                <a:bodyPr wrap="none" anchor="ctr" anchorCtr="0"/>
                <a:p>
                  <a:endParaRPr lang="zh-CN" altLang="en-US" dirty="0">
                    <a:latin typeface="楷体_GB2312" pitchFamily="49" charset="-122"/>
                  </a:endParaRPr>
                </a:p>
              </p:txBody>
            </p:sp>
          </p:grpSp>
        </p:grpSp>
        <p:grpSp>
          <p:nvGrpSpPr>
            <p:cNvPr id="71701" name="Group 112"/>
            <p:cNvGrpSpPr/>
            <p:nvPr/>
          </p:nvGrpSpPr>
          <p:grpSpPr>
            <a:xfrm rot="-5400000">
              <a:off x="3582" y="957"/>
              <a:ext cx="273" cy="227"/>
              <a:chOff x="1156" y="1842"/>
              <a:chExt cx="273" cy="227"/>
            </a:xfrm>
          </p:grpSpPr>
          <p:sp>
            <p:nvSpPr>
              <p:cNvPr id="71702" name="Line 113"/>
              <p:cNvSpPr/>
              <p:nvPr/>
            </p:nvSpPr>
            <p:spPr>
              <a:xfrm flipH="1">
                <a:off x="1156" y="1842"/>
                <a:ext cx="91" cy="227"/>
              </a:xfrm>
              <a:prstGeom prst="line">
                <a:avLst/>
              </a:prstGeom>
              <a:ln w="19050" cap="flat" cmpd="sng">
                <a:solidFill>
                  <a:schemeClr val="bg1"/>
                </a:solidFill>
                <a:prstDash val="solid"/>
                <a:headEnd type="none" w="med" len="med"/>
                <a:tailEnd type="none" w="med" len="med"/>
              </a:ln>
            </p:spPr>
          </p:sp>
          <p:sp>
            <p:nvSpPr>
              <p:cNvPr id="71703" name="Line 114"/>
              <p:cNvSpPr/>
              <p:nvPr/>
            </p:nvSpPr>
            <p:spPr>
              <a:xfrm>
                <a:off x="1156" y="2069"/>
                <a:ext cx="273" cy="0"/>
              </a:xfrm>
              <a:prstGeom prst="line">
                <a:avLst/>
              </a:prstGeom>
              <a:ln w="19050" cap="flat" cmpd="sng">
                <a:solidFill>
                  <a:schemeClr val="bg1"/>
                </a:solidFill>
                <a:prstDash val="solid"/>
                <a:headEnd type="none" w="med" len="med"/>
                <a:tailEnd type="none" w="med" len="med"/>
              </a:ln>
            </p:spPr>
          </p:sp>
        </p:gr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5" presetClass="entr" presetSubtype="0" fill="hold" grpId="0" nodeType="withEffect">
                                  <p:stCondLst>
                                    <p:cond delay="0"/>
                                  </p:stCondLst>
                                  <p:childTnLst>
                                    <p:set>
                                      <p:cBhvr>
                                        <p:cTn id="6" dur="1" fill="hold">
                                          <p:stCondLst>
                                            <p:cond delay="0"/>
                                          </p:stCondLst>
                                        </p:cTn>
                                        <p:tgtEl>
                                          <p:spTgt spid="12292"/>
                                        </p:tgtEl>
                                        <p:attrNameLst>
                                          <p:attrName>style.visibility</p:attrName>
                                        </p:attrNameLst>
                                      </p:cBhvr>
                                      <p:to>
                                        <p:strVal val="visible"/>
                                      </p:to>
                                    </p:set>
                                    <p:anim calcmode="lin" valueType="num">
                                      <p:cBhvr>
                                        <p:cTn id="7" dur="1000" fill="hold"/>
                                        <p:tgtEl>
                                          <p:spTgt spid="12292"/>
                                        </p:tgtEl>
                                        <p:attrNameLst>
                                          <p:attrName>ppt_w</p:attrName>
                                        </p:attrNameLst>
                                      </p:cBhvr>
                                      <p:tavLst>
                                        <p:tav tm="0">
                                          <p:val>
                                            <p:fltVal val="0.000000"/>
                                          </p:val>
                                        </p:tav>
                                        <p:tav tm="100000">
                                          <p:val>
                                            <p:strVal val="#ppt_w"/>
                                          </p:val>
                                        </p:tav>
                                      </p:tavLst>
                                    </p:anim>
                                    <p:anim calcmode="lin" valueType="num">
                                      <p:cBhvr>
                                        <p:cTn id="8" dur="1000" fill="hold"/>
                                        <p:tgtEl>
                                          <p:spTgt spid="12292"/>
                                        </p:tgtEl>
                                        <p:attrNameLst>
                                          <p:attrName>ppt_h</p:attrName>
                                        </p:attrNameLst>
                                      </p:cBhvr>
                                      <p:tavLst>
                                        <p:tav tm="0">
                                          <p:val>
                                            <p:fltVal val="0.000000"/>
                                          </p:val>
                                        </p:tav>
                                        <p:tav tm="100000">
                                          <p:val>
                                            <p:strVal val="#ppt_h"/>
                                          </p:val>
                                        </p:tav>
                                      </p:tavLst>
                                    </p:anim>
                                    <p:anim calcmode="lin" valueType="num">
                                      <p:cBhvr>
                                        <p:cTn id="9" dur="1000" fill="hold"/>
                                        <p:tgtEl>
                                          <p:spTgt spid="12292"/>
                                        </p:tgtEl>
                                        <p:attrNameLst>
                                          <p:attrName>ppt_x</p:attrName>
                                        </p:attrNameLst>
                                      </p:cBhvr>
                                      <p:tavLst>
                                        <p:tav tm="0" fmla="#ppt_x+(cos(-2*pi*(1-$))*-#ppt_x-sin(-2*pi*(1-$))*(1-#ppt_y))*(1-$)">
                                          <p:val>
                                            <p:fltVal val="0.000000"/>
                                          </p:val>
                                        </p:tav>
                                        <p:tav tm="100000">
                                          <p:val>
                                            <p:fltVal val="1.000000"/>
                                          </p:val>
                                        </p:tav>
                                      </p:tavLst>
                                    </p:anim>
                                    <p:anim calcmode="lin" valueType="num">
                                      <p:cBhvr>
                                        <p:cTn id="10" dur="1000" fill="hold"/>
                                        <p:tgtEl>
                                          <p:spTgt spid="12292"/>
                                        </p:tgtEl>
                                        <p:attrNameLst>
                                          <p:attrName>ppt_y</p:attrName>
                                        </p:attrNameLst>
                                      </p:cBhvr>
                                      <p:tavLst>
                                        <p:tav tm="0" fmla="#ppt_y+(sin(-2*pi*(1-$))*-#ppt_x+cos(-2*pi*(1-$))*(1-#ppt_y))*(1-$)">
                                          <p:val>
                                            <p:fltVal val="0.000000"/>
                                          </p:val>
                                        </p:tav>
                                        <p:tav tm="100000">
                                          <p:val>
                                            <p:fltVal val="1.000000"/>
                                          </p:val>
                                        </p:tav>
                                      </p:tavLst>
                                    </p:anim>
                                  </p:childTnLst>
                                </p:cTn>
                              </p:par>
                            </p:childTnLst>
                          </p:cTn>
                        </p:par>
                        <p:par>
                          <p:cTn id="11" fill="hold">
                            <p:stCondLst>
                              <p:cond delay="1000"/>
                            </p:stCondLst>
                            <p:childTnLst>
                              <p:par>
                                <p:cTn id="12" presetID="3" presetClass="entr" presetSubtype="10" fill="hold" nodeType="afterEffect">
                                  <p:stCondLst>
                                    <p:cond delay="0"/>
                                  </p:stCondLst>
                                  <p:childTnLst>
                                    <p:set>
                                      <p:cBhvr>
                                        <p:cTn id="13" dur="1" fill="hold">
                                          <p:stCondLst>
                                            <p:cond delay="0"/>
                                          </p:stCondLst>
                                        </p:cTn>
                                        <p:tgtEl>
                                          <p:spTgt spid="7"/>
                                        </p:tgtEl>
                                        <p:attrNameLst>
                                          <p:attrName>style.visibility</p:attrName>
                                        </p:attrNameLst>
                                      </p:cBhvr>
                                      <p:to>
                                        <p:strVal val="visible"/>
                                      </p:to>
                                    </p:set>
                                    <p:animEffect transition="in" filter="blinds(horizontal)">
                                      <p:cBhvr>
                                        <p:cTn id="14" dur="500"/>
                                        <p:tgtEl>
                                          <p:spTgt spid="7"/>
                                        </p:tgtEl>
                                      </p:cBhvr>
                                    </p:animEffect>
                                  </p:childTnLst>
                                </p:cTn>
                              </p:par>
                            </p:childTnLst>
                          </p:cTn>
                        </p:par>
                        <p:par>
                          <p:cTn id="15" fill="hold">
                            <p:stCondLst>
                              <p:cond delay="1500"/>
                            </p:stCondLst>
                            <p:childTnLst>
                              <p:par>
                                <p:cTn id="16" presetID="12" presetClass="entr" presetSubtype="4" fill="hold" grpId="0" nodeType="afterEffect">
                                  <p:stCondLst>
                                    <p:cond delay="0"/>
                                  </p:stCondLst>
                                  <p:childTnLst>
                                    <p:set>
                                      <p:cBhvr>
                                        <p:cTn id="17" dur="1" fill="hold">
                                          <p:stCondLst>
                                            <p:cond delay="0"/>
                                          </p:stCondLst>
                                        </p:cTn>
                                        <p:tgtEl>
                                          <p:spTgt spid="12290"/>
                                        </p:tgtEl>
                                        <p:attrNameLst>
                                          <p:attrName>style.visibility</p:attrName>
                                        </p:attrNameLst>
                                      </p:cBhvr>
                                      <p:to>
                                        <p:strVal val="visible"/>
                                      </p:to>
                                    </p:set>
                                    <p:animEffect transition="in" filter="slide(fromBottom)">
                                      <p:cBhvr>
                                        <p:cTn id="18" dur="500"/>
                                        <p:tgtEl>
                                          <p:spTgt spid="12290"/>
                                        </p:tgtEl>
                                      </p:cBhvr>
                                    </p:animEffect>
                                  </p:childTnLst>
                                </p:cTn>
                              </p:par>
                            </p:childTnLst>
                          </p:cTn>
                        </p:par>
                      </p:childTnLst>
                    </p:cTn>
                  </p:par>
                  <p:par>
                    <p:cTn id="19" fill="hold">
                      <p:stCondLst>
                        <p:cond delay="indefinite"/>
                      </p:stCondLst>
                      <p:childTnLst>
                        <p:par>
                          <p:cTn id="20" fill="hold">
                            <p:stCondLst>
                              <p:cond delay="0"/>
                            </p:stCondLst>
                            <p:childTnLst>
                              <p:par>
                                <p:cTn id="21" presetID="15" presetClass="entr" presetSubtype="0" fill="hold" grpId="0" nodeType="clickEffect">
                                  <p:stCondLst>
                                    <p:cond delay="0"/>
                                  </p:stCondLst>
                                  <p:childTnLst>
                                    <p:set>
                                      <p:cBhvr>
                                        <p:cTn id="22" dur="1" fill="hold">
                                          <p:stCondLst>
                                            <p:cond delay="0"/>
                                          </p:stCondLst>
                                        </p:cTn>
                                        <p:tgtEl>
                                          <p:spTgt spid="12326"/>
                                        </p:tgtEl>
                                        <p:attrNameLst>
                                          <p:attrName>style.visibility</p:attrName>
                                        </p:attrNameLst>
                                      </p:cBhvr>
                                      <p:to>
                                        <p:strVal val="visible"/>
                                      </p:to>
                                    </p:set>
                                    <p:anim calcmode="lin" valueType="num">
                                      <p:cBhvr>
                                        <p:cTn id="23" dur="1000" fill="hold"/>
                                        <p:tgtEl>
                                          <p:spTgt spid="12326"/>
                                        </p:tgtEl>
                                        <p:attrNameLst>
                                          <p:attrName>ppt_w</p:attrName>
                                        </p:attrNameLst>
                                      </p:cBhvr>
                                      <p:tavLst>
                                        <p:tav tm="0">
                                          <p:val>
                                            <p:fltVal val="0.000000"/>
                                          </p:val>
                                        </p:tav>
                                        <p:tav tm="100000">
                                          <p:val>
                                            <p:strVal val="#ppt_w"/>
                                          </p:val>
                                        </p:tav>
                                      </p:tavLst>
                                    </p:anim>
                                    <p:anim calcmode="lin" valueType="num">
                                      <p:cBhvr>
                                        <p:cTn id="24" dur="1000" fill="hold"/>
                                        <p:tgtEl>
                                          <p:spTgt spid="12326"/>
                                        </p:tgtEl>
                                        <p:attrNameLst>
                                          <p:attrName>ppt_h</p:attrName>
                                        </p:attrNameLst>
                                      </p:cBhvr>
                                      <p:tavLst>
                                        <p:tav tm="0">
                                          <p:val>
                                            <p:fltVal val="0.000000"/>
                                          </p:val>
                                        </p:tav>
                                        <p:tav tm="100000">
                                          <p:val>
                                            <p:strVal val="#ppt_h"/>
                                          </p:val>
                                        </p:tav>
                                      </p:tavLst>
                                    </p:anim>
                                    <p:anim calcmode="lin" valueType="num">
                                      <p:cBhvr>
                                        <p:cTn id="25" dur="1000" fill="hold"/>
                                        <p:tgtEl>
                                          <p:spTgt spid="12326"/>
                                        </p:tgtEl>
                                        <p:attrNameLst>
                                          <p:attrName>ppt_x</p:attrName>
                                        </p:attrNameLst>
                                      </p:cBhvr>
                                      <p:tavLst>
                                        <p:tav tm="0" fmla="#ppt_x+(cos(-2*pi*(1-$))*-#ppt_x-sin(-2*pi*(1-$))*(1-#ppt_y))*(1-$)">
                                          <p:val>
                                            <p:fltVal val="0.000000"/>
                                          </p:val>
                                        </p:tav>
                                        <p:tav tm="100000">
                                          <p:val>
                                            <p:fltVal val="1.000000"/>
                                          </p:val>
                                        </p:tav>
                                      </p:tavLst>
                                    </p:anim>
                                    <p:anim calcmode="lin" valueType="num">
                                      <p:cBhvr>
                                        <p:cTn id="26" dur="1000" fill="hold"/>
                                        <p:tgtEl>
                                          <p:spTgt spid="12326"/>
                                        </p:tgtEl>
                                        <p:attrNameLst>
                                          <p:attrName>ppt_y</p:attrName>
                                        </p:attrNameLst>
                                      </p:cBhvr>
                                      <p:tavLst>
                                        <p:tav tm="0" fmla="#ppt_y+(sin(-2*pi*(1-$))*-#ppt_x+cos(-2*pi*(1-$))*(1-#ppt_y))*(1-$)">
                                          <p:val>
                                            <p:fltVal val="0.000000"/>
                                          </p:val>
                                        </p:tav>
                                        <p:tav tm="100000">
                                          <p:val>
                                            <p:fltVal val="1.000000"/>
                                          </p:val>
                                        </p:tav>
                                      </p:tavLst>
                                    </p:anim>
                                  </p:childTnLst>
                                </p:cTn>
                              </p:par>
                            </p:childTnLst>
                          </p:cTn>
                        </p:par>
                      </p:childTnLst>
                    </p:cTn>
                  </p:par>
                  <p:par>
                    <p:cTn id="27" fill="hold">
                      <p:stCondLst>
                        <p:cond delay="indefinite"/>
                      </p:stCondLst>
                      <p:childTnLst>
                        <p:par>
                          <p:cTn id="28" fill="hold">
                            <p:stCondLst>
                              <p:cond delay="0"/>
                            </p:stCondLst>
                            <p:childTnLst>
                              <p:par>
                                <p:cTn id="29" presetID="14" presetClass="entr" presetSubtype="10" fill="hold" nodeType="clickEffect">
                                  <p:stCondLst>
                                    <p:cond delay="0"/>
                                  </p:stCondLst>
                                  <p:childTnLst>
                                    <p:set>
                                      <p:cBhvr>
                                        <p:cTn id="30" dur="1" fill="hold">
                                          <p:stCondLst>
                                            <p:cond delay="0"/>
                                          </p:stCondLst>
                                        </p:cTn>
                                        <p:tgtEl>
                                          <p:spTgt spid="12328"/>
                                        </p:tgtEl>
                                        <p:attrNameLst>
                                          <p:attrName>style.visibility</p:attrName>
                                        </p:attrNameLst>
                                      </p:cBhvr>
                                      <p:to>
                                        <p:strVal val="visible"/>
                                      </p:to>
                                    </p:set>
                                    <p:animEffect transition="in" filter="randombar(horizontal)">
                                      <p:cBhvr>
                                        <p:cTn id="31" dur="500"/>
                                        <p:tgtEl>
                                          <p:spTgt spid="12328"/>
                                        </p:tgtEl>
                                      </p:cBhvr>
                                    </p:animEffect>
                                  </p:childTnLst>
                                </p:cTn>
                              </p:par>
                            </p:childTnLst>
                          </p:cTn>
                        </p:par>
                      </p:childTnLst>
                    </p:cTn>
                  </p:par>
                  <p:par>
                    <p:cTn id="32" fill="hold">
                      <p:stCondLst>
                        <p:cond delay="indefinite"/>
                      </p:stCondLst>
                      <p:childTnLst>
                        <p:par>
                          <p:cTn id="33" fill="hold">
                            <p:stCondLst>
                              <p:cond delay="0"/>
                            </p:stCondLst>
                            <p:childTnLst>
                              <p:par>
                                <p:cTn id="34" presetID="55" presetClass="entr" presetSubtype="0" fill="hold" nodeType="clickEffect">
                                  <p:stCondLst>
                                    <p:cond delay="0"/>
                                  </p:stCondLst>
                                  <p:childTnLst>
                                    <p:set>
                                      <p:cBhvr>
                                        <p:cTn id="35" dur="1" fill="hold">
                                          <p:stCondLst>
                                            <p:cond delay="0"/>
                                          </p:stCondLst>
                                        </p:cTn>
                                        <p:tgtEl>
                                          <p:spTgt spid="6"/>
                                        </p:tgtEl>
                                        <p:attrNameLst>
                                          <p:attrName>style.visibility</p:attrName>
                                        </p:attrNameLst>
                                      </p:cBhvr>
                                      <p:to>
                                        <p:strVal val="visible"/>
                                      </p:to>
                                    </p:set>
                                    <p:anim calcmode="lin" valueType="num">
                                      <p:cBhvr>
                                        <p:cTn id="36" dur="1000" fill="hold"/>
                                        <p:tgtEl>
                                          <p:spTgt spid="6"/>
                                        </p:tgtEl>
                                        <p:attrNameLst>
                                          <p:attrName>ppt_w</p:attrName>
                                        </p:attrNameLst>
                                      </p:cBhvr>
                                      <p:tavLst>
                                        <p:tav tm="0">
                                          <p:val>
                                            <p:strVal val="#ppt_w*0.70"/>
                                          </p:val>
                                        </p:tav>
                                        <p:tav tm="100000">
                                          <p:val>
                                            <p:strVal val="#ppt_w"/>
                                          </p:val>
                                        </p:tav>
                                      </p:tavLst>
                                    </p:anim>
                                    <p:anim calcmode="lin" valueType="num">
                                      <p:cBhvr>
                                        <p:cTn id="37" dur="1000" fill="hold"/>
                                        <p:tgtEl>
                                          <p:spTgt spid="6"/>
                                        </p:tgtEl>
                                        <p:attrNameLst>
                                          <p:attrName>ppt_h</p:attrName>
                                        </p:attrNameLst>
                                      </p:cBhvr>
                                      <p:tavLst>
                                        <p:tav tm="0">
                                          <p:val>
                                            <p:strVal val="#ppt_h"/>
                                          </p:val>
                                        </p:tav>
                                        <p:tav tm="100000">
                                          <p:val>
                                            <p:strVal val="#ppt_h"/>
                                          </p:val>
                                        </p:tav>
                                      </p:tavLst>
                                    </p:anim>
                                    <p:animEffect transition="in" filter="fade">
                                      <p:cBhvr>
                                        <p:cTn id="38" dur="1000"/>
                                        <p:tgtEl>
                                          <p:spTgt spid="6"/>
                                        </p:tgtEl>
                                      </p:cBhvr>
                                    </p:animEffect>
                                  </p:childTnLst>
                                </p:cTn>
                              </p:par>
                            </p:childTnLst>
                          </p:cTn>
                        </p:par>
                      </p:childTnLst>
                    </p:cTn>
                  </p:par>
                  <p:par>
                    <p:cTn id="39" fill="hold">
                      <p:stCondLst>
                        <p:cond delay="indefinite"/>
                      </p:stCondLst>
                      <p:childTnLst>
                        <p:par>
                          <p:cTn id="40" fill="hold">
                            <p:stCondLst>
                              <p:cond delay="0"/>
                            </p:stCondLst>
                            <p:childTnLst>
                              <p:par>
                                <p:cTn id="41" presetID="55" presetClass="entr" presetSubtype="0" fill="hold" nodeType="clickEffect">
                                  <p:stCondLst>
                                    <p:cond delay="0"/>
                                  </p:stCondLst>
                                  <p:childTnLst>
                                    <p:set>
                                      <p:cBhvr>
                                        <p:cTn id="42" dur="1" fill="hold">
                                          <p:stCondLst>
                                            <p:cond delay="0"/>
                                          </p:stCondLst>
                                        </p:cTn>
                                        <p:tgtEl>
                                          <p:spTgt spid="5"/>
                                        </p:tgtEl>
                                        <p:attrNameLst>
                                          <p:attrName>style.visibility</p:attrName>
                                        </p:attrNameLst>
                                      </p:cBhvr>
                                      <p:to>
                                        <p:strVal val="visible"/>
                                      </p:to>
                                    </p:set>
                                    <p:anim calcmode="lin" valueType="num">
                                      <p:cBhvr>
                                        <p:cTn id="43" dur="1000" fill="hold"/>
                                        <p:tgtEl>
                                          <p:spTgt spid="5"/>
                                        </p:tgtEl>
                                        <p:attrNameLst>
                                          <p:attrName>ppt_w</p:attrName>
                                        </p:attrNameLst>
                                      </p:cBhvr>
                                      <p:tavLst>
                                        <p:tav tm="0">
                                          <p:val>
                                            <p:strVal val="#ppt_w*0.70"/>
                                          </p:val>
                                        </p:tav>
                                        <p:tav tm="100000">
                                          <p:val>
                                            <p:strVal val="#ppt_w"/>
                                          </p:val>
                                        </p:tav>
                                      </p:tavLst>
                                    </p:anim>
                                    <p:anim calcmode="lin" valueType="num">
                                      <p:cBhvr>
                                        <p:cTn id="44" dur="1000" fill="hold"/>
                                        <p:tgtEl>
                                          <p:spTgt spid="5"/>
                                        </p:tgtEl>
                                        <p:attrNameLst>
                                          <p:attrName>ppt_h</p:attrName>
                                        </p:attrNameLst>
                                      </p:cBhvr>
                                      <p:tavLst>
                                        <p:tav tm="0">
                                          <p:val>
                                            <p:strVal val="#ppt_h"/>
                                          </p:val>
                                        </p:tav>
                                        <p:tav tm="100000">
                                          <p:val>
                                            <p:strVal val="#ppt_h"/>
                                          </p:val>
                                        </p:tav>
                                      </p:tavLst>
                                    </p:anim>
                                    <p:animEffect transition="in" filter="fade">
                                      <p:cBhvr>
                                        <p:cTn id="45" dur="1000"/>
                                        <p:tgtEl>
                                          <p:spTgt spid="5"/>
                                        </p:tgtEl>
                                      </p:cBhvr>
                                    </p:animEffect>
                                  </p:childTnLst>
                                </p:cTn>
                              </p:par>
                            </p:childTnLst>
                          </p:cTn>
                        </p:par>
                      </p:childTnLst>
                    </p:cTn>
                  </p:par>
                  <p:par>
                    <p:cTn id="46" fill="hold">
                      <p:stCondLst>
                        <p:cond delay="indefinite"/>
                      </p:stCondLst>
                      <p:childTnLst>
                        <p:par>
                          <p:cTn id="47" fill="hold">
                            <p:stCondLst>
                              <p:cond delay="0"/>
                            </p:stCondLst>
                            <p:childTnLst>
                              <p:par>
                                <p:cTn id="48" presetID="14" presetClass="entr" presetSubtype="10" fill="hold" nodeType="clickEffect">
                                  <p:stCondLst>
                                    <p:cond delay="0"/>
                                  </p:stCondLst>
                                  <p:childTnLst>
                                    <p:set>
                                      <p:cBhvr>
                                        <p:cTn id="49" dur="1" fill="hold">
                                          <p:stCondLst>
                                            <p:cond delay="0"/>
                                          </p:stCondLst>
                                        </p:cTn>
                                        <p:tgtEl>
                                          <p:spTgt spid="12330"/>
                                        </p:tgtEl>
                                        <p:attrNameLst>
                                          <p:attrName>style.visibility</p:attrName>
                                        </p:attrNameLst>
                                      </p:cBhvr>
                                      <p:to>
                                        <p:strVal val="visible"/>
                                      </p:to>
                                    </p:set>
                                    <p:animEffect transition="in" filter="randombar(horizontal)">
                                      <p:cBhvr>
                                        <p:cTn id="50" dur="500"/>
                                        <p:tgtEl>
                                          <p:spTgt spid="12330"/>
                                        </p:tgtEl>
                                      </p:cBhvr>
                                    </p:animEffect>
                                  </p:childTnLst>
                                </p:cTn>
                              </p:par>
                            </p:childTnLst>
                          </p:cTn>
                        </p:par>
                      </p:childTnLst>
                    </p:cTn>
                  </p:par>
                  <p:par>
                    <p:cTn id="51" fill="hold">
                      <p:stCondLst>
                        <p:cond delay="indefinite"/>
                      </p:stCondLst>
                      <p:childTnLst>
                        <p:par>
                          <p:cTn id="52" fill="hold">
                            <p:stCondLst>
                              <p:cond delay="0"/>
                            </p:stCondLst>
                            <p:childTnLst>
                              <p:par>
                                <p:cTn id="53" presetID="14" presetClass="entr" presetSubtype="10" fill="hold" nodeType="clickEffect">
                                  <p:stCondLst>
                                    <p:cond delay="0"/>
                                  </p:stCondLst>
                                  <p:childTnLst>
                                    <p:set>
                                      <p:cBhvr>
                                        <p:cTn id="54" dur="1" fill="hold">
                                          <p:stCondLst>
                                            <p:cond delay="0"/>
                                          </p:stCondLst>
                                        </p:cTn>
                                        <p:tgtEl>
                                          <p:spTgt spid="12331"/>
                                        </p:tgtEl>
                                        <p:attrNameLst>
                                          <p:attrName>style.visibility</p:attrName>
                                        </p:attrNameLst>
                                      </p:cBhvr>
                                      <p:to>
                                        <p:strVal val="visible"/>
                                      </p:to>
                                    </p:set>
                                    <p:animEffect transition="in" filter="randombar(horizontal)">
                                      <p:cBhvr>
                                        <p:cTn id="55" dur="500"/>
                                        <p:tgtEl>
                                          <p:spTgt spid="12331"/>
                                        </p:tgtEl>
                                      </p:cBhvr>
                                    </p:animEffect>
                                  </p:childTnLst>
                                </p:cTn>
                              </p:par>
                            </p:childTnLst>
                          </p:cTn>
                        </p:par>
                      </p:childTnLst>
                    </p:cTn>
                  </p:par>
                  <p:par>
                    <p:cTn id="56" fill="hold">
                      <p:stCondLst>
                        <p:cond delay="indefinite"/>
                      </p:stCondLst>
                      <p:childTnLst>
                        <p:par>
                          <p:cTn id="57" fill="hold">
                            <p:stCondLst>
                              <p:cond delay="0"/>
                            </p:stCondLst>
                            <p:childTnLst>
                              <p:par>
                                <p:cTn id="58" presetID="3" presetClass="entr" presetSubtype="10" fill="hold" nodeType="clickEffect">
                                  <p:stCondLst>
                                    <p:cond delay="0"/>
                                  </p:stCondLst>
                                  <p:childTnLst>
                                    <p:set>
                                      <p:cBhvr>
                                        <p:cTn id="59" dur="1" fill="hold">
                                          <p:stCondLst>
                                            <p:cond delay="0"/>
                                          </p:stCondLst>
                                        </p:cTn>
                                        <p:tgtEl>
                                          <p:spTgt spid="12334"/>
                                        </p:tgtEl>
                                        <p:attrNameLst>
                                          <p:attrName>style.visibility</p:attrName>
                                        </p:attrNameLst>
                                      </p:cBhvr>
                                      <p:to>
                                        <p:strVal val="visible"/>
                                      </p:to>
                                    </p:set>
                                    <p:animEffect transition="in" filter="blinds(horizontal)">
                                      <p:cBhvr>
                                        <p:cTn id="60" dur="500"/>
                                        <p:tgtEl>
                                          <p:spTgt spid="1233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290" grpId="0"/>
      <p:bldP spid="12292" grpId="0"/>
      <p:bldP spid="12326" grpId="0" animBg="1"/>
    </p:bldLst>
  </p:timing>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1267" name="Text Box 3"/>
          <p:cNvSpPr txBox="1"/>
          <p:nvPr/>
        </p:nvSpPr>
        <p:spPr>
          <a:xfrm>
            <a:off x="611188" y="549275"/>
            <a:ext cx="931862" cy="519113"/>
          </a:xfrm>
          <a:prstGeom prst="rect">
            <a:avLst/>
          </a:prstGeom>
          <a:solidFill>
            <a:srgbClr val="990033"/>
          </a:solidFill>
          <a:ln w="9525">
            <a:noFill/>
          </a:ln>
        </p:spPr>
        <p:txBody>
          <a:bodyPr wrap="none" lIns="198000" rIns="198000" anchor="ctr" anchorCtr="1">
            <a:spAutoFit/>
          </a:bodyPr>
          <a:p>
            <a:pPr>
              <a:spcBef>
                <a:spcPct val="50000"/>
              </a:spcBef>
            </a:pPr>
            <a:r>
              <a:rPr lang="zh-CN" altLang="en-US" dirty="0">
                <a:solidFill>
                  <a:schemeClr val="bg1"/>
                </a:solidFill>
                <a:latin typeface="Times New Roman" panose="02020603050405020304" pitchFamily="18" charset="0"/>
                <a:ea typeface="宋体" panose="02010600030101010101" pitchFamily="2" charset="-122"/>
              </a:rPr>
              <a:t>解</a:t>
            </a:r>
            <a:r>
              <a:rPr lang="en-US" altLang="zh-CN" b="0" dirty="0">
                <a:solidFill>
                  <a:schemeClr val="bg1"/>
                </a:solidFill>
                <a:latin typeface="Times New Roman" panose="02020603050405020304" pitchFamily="18" charset="0"/>
                <a:ea typeface="宋体" panose="02010600030101010101" pitchFamily="2" charset="-122"/>
              </a:rPr>
              <a:t>2</a:t>
            </a:r>
            <a:endParaRPr lang="en-US" altLang="zh-CN" b="0" dirty="0">
              <a:solidFill>
                <a:schemeClr val="bg1"/>
              </a:solidFill>
              <a:latin typeface="Times New Roman" panose="02020603050405020304" pitchFamily="18" charset="0"/>
              <a:ea typeface="宋体" panose="02010600030101010101" pitchFamily="2" charset="-122"/>
            </a:endParaRPr>
          </a:p>
        </p:txBody>
      </p:sp>
      <p:graphicFrame>
        <p:nvGraphicFramePr>
          <p:cNvPr id="11269" name="Object 5"/>
          <p:cNvGraphicFramePr/>
          <p:nvPr/>
        </p:nvGraphicFramePr>
        <p:xfrm>
          <a:off x="468313" y="2924175"/>
          <a:ext cx="8407400" cy="619125"/>
        </p:xfrm>
        <a:graphic>
          <a:graphicData uri="http://schemas.openxmlformats.org/presentationml/2006/ole">
            <mc:AlternateContent xmlns:mc="http://schemas.openxmlformats.org/markup-compatibility/2006">
              <mc:Choice xmlns:v="urn:schemas-microsoft-com:vml" Requires="v">
                <p:oleObj spid="_x0000_s3532" name="" r:id="rId1" imgW="4064000" imgH="279400" progId="Equation.3">
                  <p:embed/>
                </p:oleObj>
              </mc:Choice>
              <mc:Fallback>
                <p:oleObj name="" r:id="rId1" imgW="4064000" imgH="279400" progId="Equation.3">
                  <p:embed/>
                  <p:pic>
                    <p:nvPicPr>
                      <p:cNvPr id="0" name="图片 3531"/>
                      <p:cNvPicPr/>
                      <p:nvPr/>
                    </p:nvPicPr>
                    <p:blipFill>
                      <a:blip r:embed="rId2">
                        <a:clrChange>
                          <a:clrFrom>
                            <a:srgbClr val="000000"/>
                          </a:clrFrom>
                          <a:clrTo>
                            <a:srgbClr val="FFFFFF"/>
                          </a:clrTo>
                        </a:clrChange>
                      </a:blip>
                      <a:stretch>
                        <a:fillRect/>
                      </a:stretch>
                    </p:blipFill>
                    <p:spPr>
                      <a:xfrm>
                        <a:off x="468313" y="2924175"/>
                        <a:ext cx="8407400" cy="619125"/>
                      </a:xfrm>
                      <a:prstGeom prst="rect">
                        <a:avLst/>
                      </a:prstGeom>
                      <a:noFill/>
                      <a:ln w="38100">
                        <a:noFill/>
                        <a:miter/>
                      </a:ln>
                    </p:spPr>
                  </p:pic>
                </p:oleObj>
              </mc:Fallback>
            </mc:AlternateContent>
          </a:graphicData>
        </a:graphic>
      </p:graphicFrame>
      <p:graphicFrame>
        <p:nvGraphicFramePr>
          <p:cNvPr id="11270" name="Object 6"/>
          <p:cNvGraphicFramePr/>
          <p:nvPr/>
        </p:nvGraphicFramePr>
        <p:xfrm>
          <a:off x="468313" y="3716338"/>
          <a:ext cx="8462962" cy="593725"/>
        </p:xfrm>
        <a:graphic>
          <a:graphicData uri="http://schemas.openxmlformats.org/presentationml/2006/ole">
            <mc:AlternateContent xmlns:mc="http://schemas.openxmlformats.org/markup-compatibility/2006">
              <mc:Choice xmlns:v="urn:schemas-microsoft-com:vml" Requires="v">
                <p:oleObj spid="_x0000_s3534" name="" r:id="rId3" imgW="4254500" imgH="279400" progId="Equation.3">
                  <p:embed/>
                </p:oleObj>
              </mc:Choice>
              <mc:Fallback>
                <p:oleObj name="" r:id="rId3" imgW="4254500" imgH="279400" progId="Equation.3">
                  <p:embed/>
                  <p:pic>
                    <p:nvPicPr>
                      <p:cNvPr id="0" name="图片 3533"/>
                      <p:cNvPicPr/>
                      <p:nvPr/>
                    </p:nvPicPr>
                    <p:blipFill>
                      <a:blip r:embed="rId4">
                        <a:clrChange>
                          <a:clrFrom>
                            <a:srgbClr val="000000"/>
                          </a:clrFrom>
                          <a:clrTo>
                            <a:srgbClr val="FFFFFF"/>
                          </a:clrTo>
                        </a:clrChange>
                      </a:blip>
                      <a:stretch>
                        <a:fillRect/>
                      </a:stretch>
                    </p:blipFill>
                    <p:spPr>
                      <a:xfrm>
                        <a:off x="468313" y="3716338"/>
                        <a:ext cx="8462962" cy="593725"/>
                      </a:xfrm>
                      <a:prstGeom prst="rect">
                        <a:avLst/>
                      </a:prstGeom>
                      <a:noFill/>
                      <a:ln w="38100">
                        <a:noFill/>
                        <a:miter/>
                      </a:ln>
                    </p:spPr>
                  </p:pic>
                </p:oleObj>
              </mc:Fallback>
            </mc:AlternateContent>
          </a:graphicData>
        </a:graphic>
      </p:graphicFrame>
      <p:grpSp>
        <p:nvGrpSpPr>
          <p:cNvPr id="72712" name="Group 12"/>
          <p:cNvGrpSpPr/>
          <p:nvPr/>
        </p:nvGrpSpPr>
        <p:grpSpPr>
          <a:xfrm>
            <a:off x="8316913" y="6446838"/>
            <a:ext cx="792162" cy="366712"/>
            <a:chOff x="5193" y="4020"/>
            <a:chExt cx="499" cy="231"/>
          </a:xfrm>
        </p:grpSpPr>
        <p:pic>
          <p:nvPicPr>
            <p:cNvPr id="72726" name="Picture 13" descr="78900"/>
            <p:cNvPicPr>
              <a:picLocks noChangeAspect="1"/>
            </p:cNvPicPr>
            <p:nvPr/>
          </p:nvPicPr>
          <p:blipFill>
            <a:blip r:embed="rId5"/>
            <a:stretch>
              <a:fillRect/>
            </a:stretch>
          </p:blipFill>
          <p:spPr>
            <a:xfrm>
              <a:off x="5193" y="4066"/>
              <a:ext cx="499" cy="181"/>
            </a:xfrm>
            <a:prstGeom prst="rect">
              <a:avLst/>
            </a:prstGeom>
            <a:noFill/>
            <a:ln w="9525">
              <a:noFill/>
            </a:ln>
          </p:spPr>
        </p:pic>
        <p:sp>
          <p:nvSpPr>
            <p:cNvPr id="72727" name="Text Box 14">
              <a:hlinkClick r:id="" action="ppaction://hlinkshowjump?jump=nextslide"/>
            </p:cNvPr>
            <p:cNvSpPr txBox="1"/>
            <p:nvPr/>
          </p:nvSpPr>
          <p:spPr>
            <a:xfrm>
              <a:off x="5216" y="4020"/>
              <a:ext cx="476" cy="231"/>
            </a:xfrm>
            <a:prstGeom prst="rect">
              <a:avLst/>
            </a:prstGeom>
            <a:noFill/>
            <a:ln w="9525">
              <a:noFill/>
            </a:ln>
          </p:spPr>
          <p:txBody>
            <a:bodyPr wrap="none">
              <a:spAutoFit/>
            </a:bodyPr>
            <a:p>
              <a:pPr>
                <a:spcBef>
                  <a:spcPct val="50000"/>
                </a:spcBef>
              </a:pPr>
              <a:r>
                <a:rPr lang="zh-CN" altLang="en-US" sz="1800" b="0" dirty="0">
                  <a:solidFill>
                    <a:schemeClr val="bg1"/>
                  </a:solidFill>
                  <a:latin typeface="隶书" panose="02010509060101010101" pitchFamily="49" charset="-122"/>
                  <a:ea typeface="隶书" panose="02010509060101010101" pitchFamily="49" charset="-122"/>
                </a:rPr>
                <a:t>下 页</a:t>
              </a:r>
              <a:endParaRPr lang="zh-CN" altLang="en-US" sz="1800" b="0" dirty="0">
                <a:solidFill>
                  <a:schemeClr val="bg1"/>
                </a:solidFill>
                <a:latin typeface="隶书" panose="02010509060101010101" pitchFamily="49" charset="-122"/>
                <a:ea typeface="隶书" panose="02010509060101010101" pitchFamily="49" charset="-122"/>
              </a:endParaRPr>
            </a:p>
          </p:txBody>
        </p:sp>
      </p:grpSp>
      <p:grpSp>
        <p:nvGrpSpPr>
          <p:cNvPr id="72713" name="Group 15"/>
          <p:cNvGrpSpPr/>
          <p:nvPr/>
        </p:nvGrpSpPr>
        <p:grpSpPr>
          <a:xfrm>
            <a:off x="7453313" y="6446838"/>
            <a:ext cx="792162" cy="366712"/>
            <a:chOff x="4649" y="4020"/>
            <a:chExt cx="499" cy="231"/>
          </a:xfrm>
        </p:grpSpPr>
        <p:pic>
          <p:nvPicPr>
            <p:cNvPr id="72724" name="Picture 16" descr="78900"/>
            <p:cNvPicPr>
              <a:picLocks noChangeAspect="1"/>
            </p:cNvPicPr>
            <p:nvPr/>
          </p:nvPicPr>
          <p:blipFill>
            <a:blip r:embed="rId5"/>
            <a:stretch>
              <a:fillRect/>
            </a:stretch>
          </p:blipFill>
          <p:spPr>
            <a:xfrm>
              <a:off x="4649" y="4066"/>
              <a:ext cx="499" cy="181"/>
            </a:xfrm>
            <a:prstGeom prst="rect">
              <a:avLst/>
            </a:prstGeom>
            <a:noFill/>
            <a:ln w="9525">
              <a:noFill/>
            </a:ln>
          </p:spPr>
        </p:pic>
        <p:sp>
          <p:nvSpPr>
            <p:cNvPr id="72725" name="Text Box 17">
              <a:hlinkClick r:id="" action="ppaction://hlinkshowjump?jump=previousslide"/>
            </p:cNvPr>
            <p:cNvSpPr txBox="1"/>
            <p:nvPr/>
          </p:nvSpPr>
          <p:spPr>
            <a:xfrm>
              <a:off x="4672" y="4020"/>
              <a:ext cx="476" cy="231"/>
            </a:xfrm>
            <a:prstGeom prst="rect">
              <a:avLst/>
            </a:prstGeom>
            <a:noFill/>
            <a:ln w="9525">
              <a:noFill/>
            </a:ln>
          </p:spPr>
          <p:txBody>
            <a:bodyPr wrap="none">
              <a:spAutoFit/>
            </a:bodyPr>
            <a:p>
              <a:pPr>
                <a:spcBef>
                  <a:spcPct val="50000"/>
                </a:spcBef>
              </a:pPr>
              <a:r>
                <a:rPr lang="zh-CN" altLang="en-US" sz="1800" b="0" dirty="0">
                  <a:solidFill>
                    <a:schemeClr val="bg1"/>
                  </a:solidFill>
                  <a:latin typeface="隶书" panose="02010509060101010101" pitchFamily="49" charset="-122"/>
                  <a:ea typeface="隶书" panose="02010509060101010101" pitchFamily="49" charset="-122"/>
                </a:rPr>
                <a:t>上 页</a:t>
              </a:r>
              <a:endParaRPr lang="zh-CN" altLang="en-US" sz="1800" b="0" dirty="0">
                <a:solidFill>
                  <a:schemeClr val="bg1"/>
                </a:solidFill>
                <a:latin typeface="隶书" panose="02010509060101010101" pitchFamily="49" charset="-122"/>
                <a:ea typeface="隶书" panose="02010509060101010101" pitchFamily="49" charset="-122"/>
              </a:endParaRPr>
            </a:p>
          </p:txBody>
        </p:sp>
      </p:grpSp>
      <p:grpSp>
        <p:nvGrpSpPr>
          <p:cNvPr id="72714" name="Group 24"/>
          <p:cNvGrpSpPr/>
          <p:nvPr/>
        </p:nvGrpSpPr>
        <p:grpSpPr>
          <a:xfrm>
            <a:off x="6588125" y="6446838"/>
            <a:ext cx="792163" cy="366712"/>
            <a:chOff x="4649" y="4020"/>
            <a:chExt cx="499" cy="231"/>
          </a:xfrm>
        </p:grpSpPr>
        <p:pic>
          <p:nvPicPr>
            <p:cNvPr id="72722" name="Picture 25" descr="78900"/>
            <p:cNvPicPr>
              <a:picLocks noChangeAspect="1"/>
            </p:cNvPicPr>
            <p:nvPr/>
          </p:nvPicPr>
          <p:blipFill>
            <a:blip r:embed="rId5"/>
            <a:stretch>
              <a:fillRect/>
            </a:stretch>
          </p:blipFill>
          <p:spPr>
            <a:xfrm>
              <a:off x="4649" y="4066"/>
              <a:ext cx="499" cy="181"/>
            </a:xfrm>
            <a:prstGeom prst="rect">
              <a:avLst/>
            </a:prstGeom>
            <a:noFill/>
            <a:ln w="9525">
              <a:noFill/>
            </a:ln>
          </p:spPr>
        </p:pic>
        <p:sp>
          <p:nvSpPr>
            <p:cNvPr id="72723" name="Text Box 26">
              <a:hlinkClick r:id="" action="ppaction://hlinkshowjump?jump=firstslide"/>
            </p:cNvPr>
            <p:cNvSpPr txBox="1"/>
            <p:nvPr/>
          </p:nvSpPr>
          <p:spPr>
            <a:xfrm>
              <a:off x="4672" y="4020"/>
              <a:ext cx="476" cy="231"/>
            </a:xfrm>
            <a:prstGeom prst="rect">
              <a:avLst/>
            </a:prstGeom>
            <a:noFill/>
            <a:ln w="9525">
              <a:noFill/>
            </a:ln>
          </p:spPr>
          <p:txBody>
            <a:bodyPr wrap="none">
              <a:spAutoFit/>
            </a:bodyPr>
            <a:p>
              <a:pPr>
                <a:spcBef>
                  <a:spcPct val="50000"/>
                </a:spcBef>
              </a:pPr>
              <a:r>
                <a:rPr lang="zh-CN" altLang="en-US" sz="1800" b="0" dirty="0">
                  <a:solidFill>
                    <a:schemeClr val="bg1"/>
                  </a:solidFill>
                  <a:latin typeface="隶书" panose="02010509060101010101" pitchFamily="49" charset="-122"/>
                  <a:ea typeface="隶书" panose="02010509060101010101" pitchFamily="49" charset="-122"/>
                </a:rPr>
                <a:t>返 回</a:t>
              </a:r>
              <a:endParaRPr lang="zh-CN" altLang="en-US" sz="1800" b="0" dirty="0">
                <a:solidFill>
                  <a:schemeClr val="bg1"/>
                </a:solidFill>
                <a:latin typeface="隶书" panose="02010509060101010101" pitchFamily="49" charset="-122"/>
                <a:ea typeface="隶书" panose="02010509060101010101" pitchFamily="49" charset="-122"/>
              </a:endParaRPr>
            </a:p>
          </p:txBody>
        </p:sp>
      </p:grpSp>
      <p:grpSp>
        <p:nvGrpSpPr>
          <p:cNvPr id="5" name="Group 35"/>
          <p:cNvGrpSpPr/>
          <p:nvPr/>
        </p:nvGrpSpPr>
        <p:grpSpPr>
          <a:xfrm>
            <a:off x="971550" y="1647825"/>
            <a:ext cx="4105275" cy="1092200"/>
            <a:chOff x="657" y="1038"/>
            <a:chExt cx="2586" cy="688"/>
          </a:xfrm>
        </p:grpSpPr>
        <p:graphicFrame>
          <p:nvGraphicFramePr>
            <p:cNvPr id="72710" name="Object 4"/>
            <p:cNvGraphicFramePr/>
            <p:nvPr/>
          </p:nvGraphicFramePr>
          <p:xfrm>
            <a:off x="657" y="1038"/>
            <a:ext cx="2586" cy="688"/>
          </p:xfrm>
          <a:graphic>
            <a:graphicData uri="http://schemas.openxmlformats.org/presentationml/2006/ole">
              <mc:AlternateContent xmlns:mc="http://schemas.openxmlformats.org/markup-compatibility/2006">
                <mc:Choice xmlns:v="urn:schemas-microsoft-com:vml" Requires="v">
                  <p:oleObj spid="_x0000_s3536" name="" r:id="rId6" imgW="1802765" imgH="431800" progId="Equation.3">
                    <p:embed/>
                  </p:oleObj>
                </mc:Choice>
                <mc:Fallback>
                  <p:oleObj name="" r:id="rId6" imgW="1802765" imgH="431800" progId="Equation.3">
                    <p:embed/>
                    <p:pic>
                      <p:nvPicPr>
                        <p:cNvPr id="0" name="图片 3535"/>
                        <p:cNvPicPr/>
                        <p:nvPr/>
                      </p:nvPicPr>
                      <p:blipFill>
                        <a:blip r:embed="rId7">
                          <a:clrChange>
                            <a:clrFrom>
                              <a:srgbClr val="000000"/>
                            </a:clrFrom>
                            <a:clrTo>
                              <a:srgbClr val="FFFFFF"/>
                            </a:clrTo>
                          </a:clrChange>
                        </a:blip>
                        <a:stretch>
                          <a:fillRect/>
                        </a:stretch>
                      </p:blipFill>
                      <p:spPr>
                        <a:xfrm>
                          <a:off x="657" y="1038"/>
                          <a:ext cx="2586" cy="688"/>
                        </a:xfrm>
                        <a:prstGeom prst="rect">
                          <a:avLst/>
                        </a:prstGeom>
                        <a:noFill/>
                        <a:ln w="38100">
                          <a:noFill/>
                          <a:miter/>
                        </a:ln>
                      </p:spPr>
                    </p:pic>
                  </p:oleObj>
                </mc:Fallback>
              </mc:AlternateContent>
            </a:graphicData>
          </a:graphic>
        </p:graphicFrame>
        <p:sp>
          <p:nvSpPr>
            <p:cNvPr id="72721" name="Line 28"/>
            <p:cNvSpPr/>
            <p:nvPr/>
          </p:nvSpPr>
          <p:spPr>
            <a:xfrm>
              <a:off x="2415" y="1661"/>
              <a:ext cx="511" cy="0"/>
            </a:xfrm>
            <a:prstGeom prst="line">
              <a:avLst/>
            </a:prstGeom>
            <a:ln w="9525" cap="flat" cmpd="sng">
              <a:solidFill>
                <a:schemeClr val="bg1"/>
              </a:solidFill>
              <a:prstDash val="solid"/>
              <a:headEnd type="none" w="med" len="med"/>
              <a:tailEnd type="none" w="med" len="med"/>
            </a:ln>
          </p:spPr>
        </p:sp>
      </p:grpSp>
      <p:grpSp>
        <p:nvGrpSpPr>
          <p:cNvPr id="6" name="Group 34"/>
          <p:cNvGrpSpPr/>
          <p:nvPr/>
        </p:nvGrpSpPr>
        <p:grpSpPr>
          <a:xfrm>
            <a:off x="1103313" y="1052513"/>
            <a:ext cx="7091362" cy="962025"/>
            <a:chOff x="695" y="663"/>
            <a:chExt cx="4467" cy="606"/>
          </a:xfrm>
        </p:grpSpPr>
        <p:graphicFrame>
          <p:nvGraphicFramePr>
            <p:cNvPr id="72709" name="Object 2"/>
            <p:cNvGraphicFramePr/>
            <p:nvPr/>
          </p:nvGraphicFramePr>
          <p:xfrm>
            <a:off x="695" y="663"/>
            <a:ext cx="4467" cy="606"/>
          </p:xfrm>
          <a:graphic>
            <a:graphicData uri="http://schemas.openxmlformats.org/presentationml/2006/ole">
              <mc:AlternateContent xmlns:mc="http://schemas.openxmlformats.org/markup-compatibility/2006">
                <mc:Choice xmlns:v="urn:schemas-microsoft-com:vml" Requires="v">
                  <p:oleObj spid="_x0000_s3533" name="" r:id="rId8" imgW="3542030" imgH="444500" progId="Equation.3">
                    <p:embed/>
                  </p:oleObj>
                </mc:Choice>
                <mc:Fallback>
                  <p:oleObj name="" r:id="rId8" imgW="3542030" imgH="444500" progId="Equation.3">
                    <p:embed/>
                    <p:pic>
                      <p:nvPicPr>
                        <p:cNvPr id="0" name="图片 3532"/>
                        <p:cNvPicPr/>
                        <p:nvPr/>
                      </p:nvPicPr>
                      <p:blipFill>
                        <a:blip r:embed="rId9">
                          <a:clrChange>
                            <a:clrFrom>
                              <a:srgbClr val="000000"/>
                            </a:clrFrom>
                            <a:clrTo>
                              <a:srgbClr val="FFFFFF"/>
                            </a:clrTo>
                          </a:clrChange>
                        </a:blip>
                        <a:stretch>
                          <a:fillRect/>
                        </a:stretch>
                      </p:blipFill>
                      <p:spPr>
                        <a:xfrm>
                          <a:off x="695" y="663"/>
                          <a:ext cx="4467" cy="606"/>
                        </a:xfrm>
                        <a:prstGeom prst="rect">
                          <a:avLst/>
                        </a:prstGeom>
                        <a:noFill/>
                        <a:ln w="38100">
                          <a:noFill/>
                          <a:miter/>
                        </a:ln>
                      </p:spPr>
                    </p:pic>
                  </p:oleObj>
                </mc:Fallback>
              </mc:AlternateContent>
            </a:graphicData>
          </a:graphic>
        </p:graphicFrame>
        <p:sp>
          <p:nvSpPr>
            <p:cNvPr id="72719" name="Line 27"/>
            <p:cNvSpPr/>
            <p:nvPr/>
          </p:nvSpPr>
          <p:spPr>
            <a:xfrm>
              <a:off x="4141" y="1071"/>
              <a:ext cx="726" cy="0"/>
            </a:xfrm>
            <a:prstGeom prst="line">
              <a:avLst/>
            </a:prstGeom>
            <a:ln w="9525" cap="flat" cmpd="sng">
              <a:solidFill>
                <a:schemeClr val="bg1"/>
              </a:solidFill>
              <a:prstDash val="solid"/>
              <a:headEnd type="none" w="med" len="med"/>
              <a:tailEnd type="none" w="med" len="med"/>
            </a:ln>
          </p:spPr>
        </p:sp>
        <p:sp>
          <p:nvSpPr>
            <p:cNvPr id="72720" name="Line 29"/>
            <p:cNvSpPr/>
            <p:nvPr/>
          </p:nvSpPr>
          <p:spPr>
            <a:xfrm>
              <a:off x="1356" y="1080"/>
              <a:ext cx="272" cy="0"/>
            </a:xfrm>
            <a:prstGeom prst="line">
              <a:avLst/>
            </a:prstGeom>
            <a:ln w="9525" cap="flat" cmpd="sng">
              <a:solidFill>
                <a:schemeClr val="bg1"/>
              </a:solidFill>
              <a:prstDash val="solid"/>
              <a:headEnd type="none" w="med" len="med"/>
              <a:tailEnd type="none" w="med" len="med"/>
            </a:ln>
          </p:spPr>
        </p:sp>
      </p:grpSp>
      <p:grpSp>
        <p:nvGrpSpPr>
          <p:cNvPr id="7" name="Group 33"/>
          <p:cNvGrpSpPr/>
          <p:nvPr/>
        </p:nvGrpSpPr>
        <p:grpSpPr>
          <a:xfrm>
            <a:off x="468313" y="4437063"/>
            <a:ext cx="7867650" cy="1214437"/>
            <a:chOff x="295" y="2795"/>
            <a:chExt cx="4956" cy="765"/>
          </a:xfrm>
        </p:grpSpPr>
        <p:graphicFrame>
          <p:nvGraphicFramePr>
            <p:cNvPr id="72708" name="Object 7"/>
            <p:cNvGraphicFramePr/>
            <p:nvPr/>
          </p:nvGraphicFramePr>
          <p:xfrm>
            <a:off x="295" y="2795"/>
            <a:ext cx="4956" cy="765"/>
          </p:xfrm>
          <a:graphic>
            <a:graphicData uri="http://schemas.openxmlformats.org/presentationml/2006/ole">
              <mc:AlternateContent xmlns:mc="http://schemas.openxmlformats.org/markup-compatibility/2006">
                <mc:Choice xmlns:v="urn:schemas-microsoft-com:vml" Requires="v">
                  <p:oleObj spid="_x0000_s3535" name="" r:id="rId10" imgW="3503930" imgH="546100" progId="Equation.3">
                    <p:embed/>
                  </p:oleObj>
                </mc:Choice>
                <mc:Fallback>
                  <p:oleObj name="" r:id="rId10" imgW="3503930" imgH="546100" progId="Equation.3">
                    <p:embed/>
                    <p:pic>
                      <p:nvPicPr>
                        <p:cNvPr id="0" name="图片 3534"/>
                        <p:cNvPicPr/>
                        <p:nvPr/>
                      </p:nvPicPr>
                      <p:blipFill>
                        <a:blip r:embed="rId11">
                          <a:clrChange>
                            <a:clrFrom>
                              <a:srgbClr val="000000"/>
                            </a:clrFrom>
                            <a:clrTo>
                              <a:srgbClr val="FFFFFF"/>
                            </a:clrTo>
                          </a:clrChange>
                        </a:blip>
                        <a:stretch>
                          <a:fillRect/>
                        </a:stretch>
                      </p:blipFill>
                      <p:spPr>
                        <a:xfrm>
                          <a:off x="295" y="2795"/>
                          <a:ext cx="4956" cy="765"/>
                        </a:xfrm>
                        <a:prstGeom prst="rect">
                          <a:avLst/>
                        </a:prstGeom>
                        <a:noFill/>
                        <a:ln w="38100">
                          <a:noFill/>
                          <a:miter/>
                        </a:ln>
                      </p:spPr>
                    </p:pic>
                  </p:oleObj>
                </mc:Fallback>
              </mc:AlternateContent>
            </a:graphicData>
          </a:graphic>
        </p:graphicFrame>
        <p:sp>
          <p:nvSpPr>
            <p:cNvPr id="72718" name="Line 30"/>
            <p:cNvSpPr/>
            <p:nvPr/>
          </p:nvSpPr>
          <p:spPr>
            <a:xfrm>
              <a:off x="2817" y="3122"/>
              <a:ext cx="816" cy="0"/>
            </a:xfrm>
            <a:prstGeom prst="line">
              <a:avLst/>
            </a:prstGeom>
            <a:ln w="9525" cap="flat" cmpd="sng">
              <a:solidFill>
                <a:schemeClr val="bg1"/>
              </a:solidFill>
              <a:prstDash val="solid"/>
              <a:headEnd type="none" w="med" len="med"/>
              <a:tailEnd type="none" w="med" len="med"/>
            </a:ln>
          </p:spPr>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5" presetClass="entr" presetSubtype="0" fill="hold" grpId="0" nodeType="withEffect">
                                  <p:stCondLst>
                                    <p:cond delay="0"/>
                                  </p:stCondLst>
                                  <p:childTnLst>
                                    <p:set>
                                      <p:cBhvr>
                                        <p:cTn id="6" dur="1" fill="hold">
                                          <p:stCondLst>
                                            <p:cond delay="0"/>
                                          </p:stCondLst>
                                        </p:cTn>
                                        <p:tgtEl>
                                          <p:spTgt spid="11267"/>
                                        </p:tgtEl>
                                        <p:attrNameLst>
                                          <p:attrName>style.visibility</p:attrName>
                                        </p:attrNameLst>
                                      </p:cBhvr>
                                      <p:to>
                                        <p:strVal val="visible"/>
                                      </p:to>
                                    </p:set>
                                    <p:anim calcmode="lin" valueType="num">
                                      <p:cBhvr>
                                        <p:cTn id="7" dur="1000" fill="hold"/>
                                        <p:tgtEl>
                                          <p:spTgt spid="11267"/>
                                        </p:tgtEl>
                                        <p:attrNameLst>
                                          <p:attrName>ppt_w</p:attrName>
                                        </p:attrNameLst>
                                      </p:cBhvr>
                                      <p:tavLst>
                                        <p:tav tm="0">
                                          <p:val>
                                            <p:fltVal val="0.000000"/>
                                          </p:val>
                                        </p:tav>
                                        <p:tav tm="100000">
                                          <p:val>
                                            <p:strVal val="#ppt_w"/>
                                          </p:val>
                                        </p:tav>
                                      </p:tavLst>
                                    </p:anim>
                                    <p:anim calcmode="lin" valueType="num">
                                      <p:cBhvr>
                                        <p:cTn id="8" dur="1000" fill="hold"/>
                                        <p:tgtEl>
                                          <p:spTgt spid="11267"/>
                                        </p:tgtEl>
                                        <p:attrNameLst>
                                          <p:attrName>ppt_h</p:attrName>
                                        </p:attrNameLst>
                                      </p:cBhvr>
                                      <p:tavLst>
                                        <p:tav tm="0">
                                          <p:val>
                                            <p:fltVal val="0.000000"/>
                                          </p:val>
                                        </p:tav>
                                        <p:tav tm="100000">
                                          <p:val>
                                            <p:strVal val="#ppt_h"/>
                                          </p:val>
                                        </p:tav>
                                      </p:tavLst>
                                    </p:anim>
                                    <p:anim calcmode="lin" valueType="num">
                                      <p:cBhvr>
                                        <p:cTn id="9" dur="1000" fill="hold"/>
                                        <p:tgtEl>
                                          <p:spTgt spid="11267"/>
                                        </p:tgtEl>
                                        <p:attrNameLst>
                                          <p:attrName>ppt_x</p:attrName>
                                        </p:attrNameLst>
                                      </p:cBhvr>
                                      <p:tavLst>
                                        <p:tav tm="0" fmla="#ppt_x+(cos(-2*pi*(1-$))*-#ppt_x-sin(-2*pi*(1-$))*(1-#ppt_y))*(1-$)">
                                          <p:val>
                                            <p:fltVal val="0.000000"/>
                                          </p:val>
                                        </p:tav>
                                        <p:tav tm="100000">
                                          <p:val>
                                            <p:fltVal val="1.000000"/>
                                          </p:val>
                                        </p:tav>
                                      </p:tavLst>
                                    </p:anim>
                                    <p:anim calcmode="lin" valueType="num">
                                      <p:cBhvr>
                                        <p:cTn id="10" dur="1000" fill="hold"/>
                                        <p:tgtEl>
                                          <p:spTgt spid="11267"/>
                                        </p:tgtEl>
                                        <p:attrNameLst>
                                          <p:attrName>ppt_y</p:attrName>
                                        </p:attrNameLst>
                                      </p:cBhvr>
                                      <p:tavLst>
                                        <p:tav tm="0" fmla="#ppt_y+(sin(-2*pi*(1-$))*-#ppt_x+cos(-2*pi*(1-$))*(1-#ppt_y))*(1-$)">
                                          <p:val>
                                            <p:fltVal val="0.000000"/>
                                          </p:val>
                                        </p:tav>
                                        <p:tav tm="100000">
                                          <p:val>
                                            <p:fltVal val="1.000000"/>
                                          </p:val>
                                        </p:tav>
                                      </p:tavLst>
                                    </p:anim>
                                  </p:childTnLst>
                                </p:cTn>
                              </p:par>
                            </p:childTnLst>
                          </p:cTn>
                        </p:par>
                      </p:childTnLst>
                    </p:cTn>
                  </p:par>
                  <p:par>
                    <p:cTn id="11" fill="hold">
                      <p:stCondLst>
                        <p:cond delay="indefinite"/>
                      </p:stCondLst>
                      <p:childTnLst>
                        <p:par>
                          <p:cTn id="12" fill="hold">
                            <p:stCondLst>
                              <p:cond delay="0"/>
                            </p:stCondLst>
                            <p:childTnLst>
                              <p:par>
                                <p:cTn id="13" presetID="3" presetClass="entr" presetSubtype="10" fill="hold" nodeType="clickEffect">
                                  <p:stCondLst>
                                    <p:cond delay="0"/>
                                  </p:stCondLst>
                                  <p:childTnLst>
                                    <p:set>
                                      <p:cBhvr>
                                        <p:cTn id="14" dur="1" fill="hold">
                                          <p:stCondLst>
                                            <p:cond delay="0"/>
                                          </p:stCondLst>
                                        </p:cTn>
                                        <p:tgtEl>
                                          <p:spTgt spid="6"/>
                                        </p:tgtEl>
                                        <p:attrNameLst>
                                          <p:attrName>style.visibility</p:attrName>
                                        </p:attrNameLst>
                                      </p:cBhvr>
                                      <p:to>
                                        <p:strVal val="visible"/>
                                      </p:to>
                                    </p:set>
                                    <p:animEffect transition="in" filter="blinds(horizontal)">
                                      <p:cBhvr>
                                        <p:cTn id="15" dur="500"/>
                                        <p:tgtEl>
                                          <p:spTgt spid="6"/>
                                        </p:tgtEl>
                                      </p:cBhvr>
                                    </p:animEffect>
                                  </p:childTnLst>
                                </p:cTn>
                              </p:par>
                            </p:childTnLst>
                          </p:cTn>
                        </p:par>
                      </p:childTnLst>
                    </p:cTn>
                  </p:par>
                  <p:par>
                    <p:cTn id="16" fill="hold">
                      <p:stCondLst>
                        <p:cond delay="indefinite"/>
                      </p:stCondLst>
                      <p:childTnLst>
                        <p:par>
                          <p:cTn id="17" fill="hold">
                            <p:stCondLst>
                              <p:cond delay="0"/>
                            </p:stCondLst>
                            <p:childTnLst>
                              <p:par>
                                <p:cTn id="18" presetID="22" presetClass="entr" presetSubtype="8" fill="hold" nodeType="clickEffect">
                                  <p:stCondLst>
                                    <p:cond delay="0"/>
                                  </p:stCondLst>
                                  <p:childTnLst>
                                    <p:set>
                                      <p:cBhvr>
                                        <p:cTn id="19" dur="1" fill="hold">
                                          <p:stCondLst>
                                            <p:cond delay="0"/>
                                          </p:stCondLst>
                                        </p:cTn>
                                        <p:tgtEl>
                                          <p:spTgt spid="5"/>
                                        </p:tgtEl>
                                        <p:attrNameLst>
                                          <p:attrName>style.visibility</p:attrName>
                                        </p:attrNameLst>
                                      </p:cBhvr>
                                      <p:to>
                                        <p:strVal val="visible"/>
                                      </p:to>
                                    </p:set>
                                    <p:animEffect transition="in" filter="wipe(left)">
                                      <p:cBhvr>
                                        <p:cTn id="20" dur="1000"/>
                                        <p:tgtEl>
                                          <p:spTgt spid="5"/>
                                        </p:tgtEl>
                                      </p:cBhvr>
                                    </p:animEffect>
                                  </p:childTnLst>
                                </p:cTn>
                              </p:par>
                            </p:childTnLst>
                          </p:cTn>
                        </p:par>
                      </p:childTnLst>
                    </p:cTn>
                  </p:par>
                  <p:par>
                    <p:cTn id="21" fill="hold">
                      <p:stCondLst>
                        <p:cond delay="indefinite"/>
                      </p:stCondLst>
                      <p:childTnLst>
                        <p:par>
                          <p:cTn id="22" fill="hold">
                            <p:stCondLst>
                              <p:cond delay="0"/>
                            </p:stCondLst>
                            <p:childTnLst>
                              <p:par>
                                <p:cTn id="23" presetID="3" presetClass="entr" presetSubtype="10" fill="hold" nodeType="clickEffect">
                                  <p:stCondLst>
                                    <p:cond delay="0"/>
                                  </p:stCondLst>
                                  <p:childTnLst>
                                    <p:set>
                                      <p:cBhvr>
                                        <p:cTn id="24" dur="1" fill="hold">
                                          <p:stCondLst>
                                            <p:cond delay="0"/>
                                          </p:stCondLst>
                                        </p:cTn>
                                        <p:tgtEl>
                                          <p:spTgt spid="11269"/>
                                        </p:tgtEl>
                                        <p:attrNameLst>
                                          <p:attrName>style.visibility</p:attrName>
                                        </p:attrNameLst>
                                      </p:cBhvr>
                                      <p:to>
                                        <p:strVal val="visible"/>
                                      </p:to>
                                    </p:set>
                                    <p:animEffect transition="in" filter="blinds(horizontal)">
                                      <p:cBhvr>
                                        <p:cTn id="25" dur="500"/>
                                        <p:tgtEl>
                                          <p:spTgt spid="11269"/>
                                        </p:tgtEl>
                                      </p:cBhvr>
                                    </p:animEffect>
                                  </p:childTnLst>
                                </p:cTn>
                              </p:par>
                            </p:childTnLst>
                          </p:cTn>
                        </p:par>
                      </p:childTnLst>
                    </p:cTn>
                  </p:par>
                  <p:par>
                    <p:cTn id="26" fill="hold">
                      <p:stCondLst>
                        <p:cond delay="indefinite"/>
                      </p:stCondLst>
                      <p:childTnLst>
                        <p:par>
                          <p:cTn id="27" fill="hold">
                            <p:stCondLst>
                              <p:cond delay="0"/>
                            </p:stCondLst>
                            <p:childTnLst>
                              <p:par>
                                <p:cTn id="28" presetID="3" presetClass="entr" presetSubtype="10" fill="hold" nodeType="clickEffect">
                                  <p:stCondLst>
                                    <p:cond delay="0"/>
                                  </p:stCondLst>
                                  <p:childTnLst>
                                    <p:set>
                                      <p:cBhvr>
                                        <p:cTn id="29" dur="1" fill="hold">
                                          <p:stCondLst>
                                            <p:cond delay="0"/>
                                          </p:stCondLst>
                                        </p:cTn>
                                        <p:tgtEl>
                                          <p:spTgt spid="11270"/>
                                        </p:tgtEl>
                                        <p:attrNameLst>
                                          <p:attrName>style.visibility</p:attrName>
                                        </p:attrNameLst>
                                      </p:cBhvr>
                                      <p:to>
                                        <p:strVal val="visible"/>
                                      </p:to>
                                    </p:set>
                                    <p:animEffect transition="in" filter="blinds(horizontal)">
                                      <p:cBhvr>
                                        <p:cTn id="30" dur="500"/>
                                        <p:tgtEl>
                                          <p:spTgt spid="11270"/>
                                        </p:tgtEl>
                                      </p:cBhvr>
                                    </p:animEffect>
                                  </p:childTnLst>
                                </p:cTn>
                              </p:par>
                            </p:childTnLst>
                          </p:cTn>
                        </p:par>
                      </p:childTnLst>
                    </p:cTn>
                  </p:par>
                  <p:par>
                    <p:cTn id="31" fill="hold">
                      <p:stCondLst>
                        <p:cond delay="indefinite"/>
                      </p:stCondLst>
                      <p:childTnLst>
                        <p:par>
                          <p:cTn id="32" fill="hold">
                            <p:stCondLst>
                              <p:cond delay="0"/>
                            </p:stCondLst>
                            <p:childTnLst>
                              <p:par>
                                <p:cTn id="33" presetID="22" presetClass="entr" presetSubtype="1" fill="hold" nodeType="clickEffect">
                                  <p:stCondLst>
                                    <p:cond delay="0"/>
                                  </p:stCondLst>
                                  <p:childTnLst>
                                    <p:set>
                                      <p:cBhvr>
                                        <p:cTn id="34" dur="1" fill="hold">
                                          <p:stCondLst>
                                            <p:cond delay="0"/>
                                          </p:stCondLst>
                                        </p:cTn>
                                        <p:tgtEl>
                                          <p:spTgt spid="7"/>
                                        </p:tgtEl>
                                        <p:attrNameLst>
                                          <p:attrName>style.visibility</p:attrName>
                                        </p:attrNameLst>
                                      </p:cBhvr>
                                      <p:to>
                                        <p:strVal val="visible"/>
                                      </p:to>
                                    </p:set>
                                    <p:animEffect transition="in" filter="wipe(up)">
                                      <p:cBhvr>
                                        <p:cTn id="35" dur="20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267" grpId="0" animBg="1"/>
    </p:bldLst>
  </p:timing>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242" name="Text Box 2"/>
          <p:cNvSpPr txBox="1"/>
          <p:nvPr/>
        </p:nvSpPr>
        <p:spPr>
          <a:xfrm>
            <a:off x="1908175" y="374650"/>
            <a:ext cx="5111750" cy="762000"/>
          </a:xfrm>
          <a:prstGeom prst="rect">
            <a:avLst/>
          </a:prstGeom>
          <a:noFill/>
          <a:ln w="12700">
            <a:noFill/>
          </a:ln>
          <a:effectLst>
            <a:prstShdw prst="shdw17" dist="17961" dir="2699999">
              <a:srgbClr val="7A8E99"/>
            </a:prstShdw>
          </a:effectLst>
        </p:spPr>
        <p:txBody>
          <a:bodyPr lIns="198000" rIns="198000" anchor="ctr" anchorCtr="0">
            <a:spAutoFit/>
          </a:bodyPr>
          <a:p>
            <a:r>
              <a:rPr lang="en-US" altLang="zh-CN" sz="4400" b="0" dirty="0">
                <a:solidFill>
                  <a:schemeClr val="bg1"/>
                </a:solidFill>
                <a:latin typeface="Times New Roman" panose="02020603050405020304" pitchFamily="18" charset="0"/>
              </a:rPr>
              <a:t>9-6</a:t>
            </a:r>
            <a:r>
              <a:rPr lang="en-US" altLang="zh-CN" sz="4400" dirty="0">
                <a:solidFill>
                  <a:schemeClr val="bg1"/>
                </a:solidFill>
                <a:latin typeface="楷体_GB2312" pitchFamily="49" charset="-122"/>
              </a:rPr>
              <a:t> </a:t>
            </a:r>
            <a:r>
              <a:rPr lang="zh-CN" altLang="en-US" sz="4400" dirty="0">
                <a:solidFill>
                  <a:schemeClr val="bg1"/>
                </a:solidFill>
                <a:latin typeface="楷体_GB2312" pitchFamily="49" charset="-122"/>
              </a:rPr>
              <a:t>最大功率传输</a:t>
            </a:r>
            <a:endParaRPr lang="zh-CN" altLang="en-US" sz="4400" dirty="0">
              <a:solidFill>
                <a:schemeClr val="bg1"/>
              </a:solidFill>
              <a:latin typeface="楷体_GB2312" pitchFamily="49" charset="-122"/>
            </a:endParaRPr>
          </a:p>
        </p:txBody>
      </p:sp>
      <p:sp>
        <p:nvSpPr>
          <p:cNvPr id="10260" name="Text Box 20"/>
          <p:cNvSpPr txBox="1"/>
          <p:nvPr/>
        </p:nvSpPr>
        <p:spPr>
          <a:xfrm>
            <a:off x="1187450" y="3429000"/>
            <a:ext cx="5256213" cy="579438"/>
          </a:xfrm>
          <a:prstGeom prst="rect">
            <a:avLst/>
          </a:prstGeom>
          <a:noFill/>
          <a:ln w="9525">
            <a:noFill/>
          </a:ln>
        </p:spPr>
        <p:txBody>
          <a:bodyPr lIns="198000" rIns="198000">
            <a:spAutoFit/>
          </a:bodyPr>
          <a:p>
            <a:pPr>
              <a:spcBef>
                <a:spcPct val="50000"/>
              </a:spcBef>
            </a:pPr>
            <a:r>
              <a:rPr lang="en-US" altLang="zh-CN" sz="3200" b="0" i="1" dirty="0">
                <a:solidFill>
                  <a:schemeClr val="bg1"/>
                </a:solidFill>
                <a:latin typeface="Times New Roman" panose="02020603050405020304" pitchFamily="18" charset="0"/>
                <a:ea typeface="宋体" panose="02010600030101010101" pitchFamily="2" charset="-122"/>
              </a:rPr>
              <a:t>Z</a:t>
            </a:r>
            <a:r>
              <a:rPr lang="en-US" altLang="zh-CN" sz="3200" b="0" baseline="-25000" dirty="0">
                <a:solidFill>
                  <a:schemeClr val="bg1"/>
                </a:solidFill>
                <a:latin typeface="Times New Roman" panose="02020603050405020304" pitchFamily="18" charset="0"/>
                <a:ea typeface="宋体" panose="02010600030101010101" pitchFamily="2" charset="-122"/>
              </a:rPr>
              <a:t>i</a:t>
            </a:r>
            <a:r>
              <a:rPr lang="en-US" altLang="zh-CN" sz="3200" b="0" dirty="0">
                <a:solidFill>
                  <a:schemeClr val="bg1"/>
                </a:solidFill>
                <a:latin typeface="Times New Roman" panose="02020603050405020304" pitchFamily="18" charset="0"/>
                <a:ea typeface="宋体" panose="02010600030101010101" pitchFamily="2" charset="-122"/>
              </a:rPr>
              <a:t>= </a:t>
            </a:r>
            <a:r>
              <a:rPr lang="en-US" altLang="zh-CN" sz="3200" b="0" i="1" dirty="0">
                <a:solidFill>
                  <a:schemeClr val="bg1"/>
                </a:solidFill>
                <a:latin typeface="Times New Roman" panose="02020603050405020304" pitchFamily="18" charset="0"/>
                <a:ea typeface="宋体" panose="02010600030101010101" pitchFamily="2" charset="-122"/>
              </a:rPr>
              <a:t>R</a:t>
            </a:r>
            <a:r>
              <a:rPr lang="en-US" altLang="zh-CN" sz="3200" b="0" baseline="-25000" dirty="0">
                <a:solidFill>
                  <a:schemeClr val="bg1"/>
                </a:solidFill>
                <a:latin typeface="Times New Roman" panose="02020603050405020304" pitchFamily="18" charset="0"/>
                <a:ea typeface="宋体" panose="02010600030101010101" pitchFamily="2" charset="-122"/>
              </a:rPr>
              <a:t>i</a:t>
            </a:r>
            <a:r>
              <a:rPr lang="en-US" altLang="zh-CN" sz="3200" b="0" dirty="0">
                <a:solidFill>
                  <a:schemeClr val="bg1"/>
                </a:solidFill>
                <a:latin typeface="Times New Roman" panose="02020603050405020304" pitchFamily="18" charset="0"/>
                <a:ea typeface="宋体" panose="02010600030101010101" pitchFamily="2" charset="-122"/>
              </a:rPr>
              <a:t> + j</a:t>
            </a:r>
            <a:r>
              <a:rPr lang="en-US" altLang="zh-CN" sz="3200" b="0" i="1" dirty="0">
                <a:solidFill>
                  <a:schemeClr val="bg1"/>
                </a:solidFill>
                <a:latin typeface="Times New Roman" panose="02020603050405020304" pitchFamily="18" charset="0"/>
                <a:ea typeface="宋体" panose="02010600030101010101" pitchFamily="2" charset="-122"/>
              </a:rPr>
              <a:t>X</a:t>
            </a:r>
            <a:r>
              <a:rPr lang="en-US" altLang="zh-CN" sz="3200" b="0" baseline="-25000" dirty="0">
                <a:solidFill>
                  <a:schemeClr val="bg1"/>
                </a:solidFill>
                <a:latin typeface="Times New Roman" panose="02020603050405020304" pitchFamily="18" charset="0"/>
                <a:ea typeface="宋体" panose="02010600030101010101" pitchFamily="2" charset="-122"/>
              </a:rPr>
              <a:t>i</a:t>
            </a:r>
            <a:r>
              <a:rPr lang="zh-CN" altLang="en-US" sz="3200" b="0" dirty="0">
                <a:solidFill>
                  <a:schemeClr val="bg1"/>
                </a:solidFill>
                <a:latin typeface="Times New Roman" panose="02020603050405020304" pitchFamily="18" charset="0"/>
                <a:ea typeface="宋体" panose="02010600030101010101" pitchFamily="2" charset="-122"/>
              </a:rPr>
              <a:t>， </a:t>
            </a:r>
            <a:r>
              <a:rPr lang="en-US" altLang="zh-CN" sz="3200" b="0" i="1" dirty="0">
                <a:solidFill>
                  <a:schemeClr val="bg1"/>
                </a:solidFill>
                <a:latin typeface="Times New Roman" panose="02020603050405020304" pitchFamily="18" charset="0"/>
                <a:ea typeface="宋体" panose="02010600030101010101" pitchFamily="2" charset="-122"/>
              </a:rPr>
              <a:t>Z</a:t>
            </a:r>
            <a:r>
              <a:rPr lang="en-US" altLang="zh-CN" sz="3200" b="0" baseline="-25000" dirty="0">
                <a:solidFill>
                  <a:schemeClr val="bg1"/>
                </a:solidFill>
                <a:latin typeface="Times New Roman" panose="02020603050405020304" pitchFamily="18" charset="0"/>
                <a:ea typeface="宋体" panose="02010600030101010101" pitchFamily="2" charset="-122"/>
              </a:rPr>
              <a:t>L</a:t>
            </a:r>
            <a:r>
              <a:rPr lang="en-US" altLang="zh-CN" sz="3200" b="0" dirty="0">
                <a:solidFill>
                  <a:schemeClr val="bg1"/>
                </a:solidFill>
                <a:latin typeface="Times New Roman" panose="02020603050405020304" pitchFamily="18" charset="0"/>
                <a:ea typeface="宋体" panose="02010600030101010101" pitchFamily="2" charset="-122"/>
              </a:rPr>
              <a:t>= </a:t>
            </a:r>
            <a:r>
              <a:rPr lang="en-US" altLang="zh-CN" sz="3200" b="0" i="1" dirty="0">
                <a:solidFill>
                  <a:schemeClr val="bg1"/>
                </a:solidFill>
                <a:latin typeface="Times New Roman" panose="02020603050405020304" pitchFamily="18" charset="0"/>
                <a:ea typeface="宋体" panose="02010600030101010101" pitchFamily="2" charset="-122"/>
              </a:rPr>
              <a:t>R</a:t>
            </a:r>
            <a:r>
              <a:rPr lang="en-US" altLang="zh-CN" sz="3200" b="0" baseline="-25000" dirty="0">
                <a:solidFill>
                  <a:schemeClr val="bg1"/>
                </a:solidFill>
                <a:latin typeface="Times New Roman" panose="02020603050405020304" pitchFamily="18" charset="0"/>
                <a:ea typeface="宋体" panose="02010600030101010101" pitchFamily="2" charset="-122"/>
              </a:rPr>
              <a:t>L</a:t>
            </a:r>
            <a:r>
              <a:rPr lang="en-US" altLang="zh-CN" sz="3200" b="0" dirty="0">
                <a:solidFill>
                  <a:schemeClr val="bg1"/>
                </a:solidFill>
                <a:latin typeface="Times New Roman" panose="02020603050405020304" pitchFamily="18" charset="0"/>
                <a:ea typeface="宋体" panose="02010600030101010101" pitchFamily="2" charset="-122"/>
              </a:rPr>
              <a:t> + j</a:t>
            </a:r>
            <a:r>
              <a:rPr lang="en-US" altLang="zh-CN" sz="3200" b="0" i="1" dirty="0">
                <a:solidFill>
                  <a:schemeClr val="bg1"/>
                </a:solidFill>
                <a:latin typeface="Times New Roman" panose="02020603050405020304" pitchFamily="18" charset="0"/>
                <a:ea typeface="宋体" panose="02010600030101010101" pitchFamily="2" charset="-122"/>
              </a:rPr>
              <a:t>X</a:t>
            </a:r>
            <a:r>
              <a:rPr lang="en-US" altLang="zh-CN" sz="3200" b="0" baseline="-25000" dirty="0">
                <a:solidFill>
                  <a:schemeClr val="bg1"/>
                </a:solidFill>
                <a:latin typeface="Times New Roman" panose="02020603050405020304" pitchFamily="18" charset="0"/>
                <a:ea typeface="宋体" panose="02010600030101010101" pitchFamily="2" charset="-122"/>
              </a:rPr>
              <a:t>L</a:t>
            </a:r>
            <a:endParaRPr lang="en-US" altLang="zh-CN" sz="3200" b="0" baseline="-25000" dirty="0">
              <a:solidFill>
                <a:schemeClr val="bg1"/>
              </a:solidFill>
              <a:latin typeface="Times New Roman" panose="02020603050405020304" pitchFamily="18" charset="0"/>
              <a:ea typeface="宋体" panose="02010600030101010101" pitchFamily="2" charset="-122"/>
            </a:endParaRPr>
          </a:p>
        </p:txBody>
      </p:sp>
      <p:graphicFrame>
        <p:nvGraphicFramePr>
          <p:cNvPr id="10261" name="Object 21"/>
          <p:cNvGraphicFramePr/>
          <p:nvPr/>
        </p:nvGraphicFramePr>
        <p:xfrm>
          <a:off x="1258888" y="3946525"/>
          <a:ext cx="6624637" cy="1343025"/>
        </p:xfrm>
        <a:graphic>
          <a:graphicData uri="http://schemas.openxmlformats.org/presentationml/2006/ole">
            <mc:AlternateContent xmlns:mc="http://schemas.openxmlformats.org/markup-compatibility/2006">
              <mc:Choice xmlns:v="urn:schemas-microsoft-com:vml" Requires="v">
                <p:oleObj spid="_x0000_s3537" name="" r:id="rId1" imgW="2997200" imgH="609600" progId="Equation.3">
                  <p:embed/>
                </p:oleObj>
              </mc:Choice>
              <mc:Fallback>
                <p:oleObj name="" r:id="rId1" imgW="2997200" imgH="609600" progId="Equation.3">
                  <p:embed/>
                  <p:pic>
                    <p:nvPicPr>
                      <p:cNvPr id="0" name="图片 3536"/>
                      <p:cNvPicPr/>
                      <p:nvPr/>
                    </p:nvPicPr>
                    <p:blipFill>
                      <a:blip r:embed="rId2">
                        <a:clrChange>
                          <a:clrFrom>
                            <a:srgbClr val="000000"/>
                          </a:clrFrom>
                          <a:clrTo>
                            <a:srgbClr val="FFFFFF"/>
                          </a:clrTo>
                        </a:clrChange>
                      </a:blip>
                      <a:stretch>
                        <a:fillRect/>
                      </a:stretch>
                    </p:blipFill>
                    <p:spPr>
                      <a:xfrm>
                        <a:off x="1258888" y="3946525"/>
                        <a:ext cx="6624637" cy="1343025"/>
                      </a:xfrm>
                      <a:prstGeom prst="rect">
                        <a:avLst/>
                      </a:prstGeom>
                      <a:noFill/>
                      <a:ln w="38100">
                        <a:noFill/>
                        <a:miter/>
                      </a:ln>
                    </p:spPr>
                  </p:pic>
                </p:oleObj>
              </mc:Fallback>
            </mc:AlternateContent>
          </a:graphicData>
        </a:graphic>
      </p:graphicFrame>
      <p:graphicFrame>
        <p:nvGraphicFramePr>
          <p:cNvPr id="10263" name="Object 23"/>
          <p:cNvGraphicFramePr/>
          <p:nvPr/>
        </p:nvGraphicFramePr>
        <p:xfrm>
          <a:off x="1116013" y="5229225"/>
          <a:ext cx="6913562" cy="1049338"/>
        </p:xfrm>
        <a:graphic>
          <a:graphicData uri="http://schemas.openxmlformats.org/presentationml/2006/ole">
            <mc:AlternateContent xmlns:mc="http://schemas.openxmlformats.org/markup-compatibility/2006">
              <mc:Choice xmlns:v="urn:schemas-microsoft-com:vml" Requires="v">
                <p:oleObj spid="_x0000_s3539" name="" r:id="rId3" imgW="3352800" imgH="508000" progId="Equation.3">
                  <p:embed/>
                </p:oleObj>
              </mc:Choice>
              <mc:Fallback>
                <p:oleObj name="" r:id="rId3" imgW="3352800" imgH="508000" progId="Equation.3">
                  <p:embed/>
                  <p:pic>
                    <p:nvPicPr>
                      <p:cNvPr id="0" name="图片 3538"/>
                      <p:cNvPicPr/>
                      <p:nvPr/>
                    </p:nvPicPr>
                    <p:blipFill>
                      <a:blip r:embed="rId4">
                        <a:clrChange>
                          <a:clrFrom>
                            <a:srgbClr val="000000"/>
                          </a:clrFrom>
                          <a:clrTo>
                            <a:srgbClr val="FFFFFF"/>
                          </a:clrTo>
                        </a:clrChange>
                      </a:blip>
                      <a:stretch>
                        <a:fillRect/>
                      </a:stretch>
                    </p:blipFill>
                    <p:spPr>
                      <a:xfrm>
                        <a:off x="1116013" y="5229225"/>
                        <a:ext cx="6913562" cy="1049338"/>
                      </a:xfrm>
                      <a:prstGeom prst="rect">
                        <a:avLst/>
                      </a:prstGeom>
                      <a:noFill/>
                      <a:ln w="38100">
                        <a:noFill/>
                        <a:miter/>
                      </a:ln>
                    </p:spPr>
                  </p:pic>
                </p:oleObj>
              </mc:Fallback>
            </mc:AlternateContent>
          </a:graphicData>
        </a:graphic>
      </p:graphicFrame>
      <p:grpSp>
        <p:nvGrpSpPr>
          <p:cNvPr id="2" name="Group 36"/>
          <p:cNvGrpSpPr/>
          <p:nvPr/>
        </p:nvGrpSpPr>
        <p:grpSpPr>
          <a:xfrm>
            <a:off x="1258888" y="1341438"/>
            <a:ext cx="2376487" cy="1871662"/>
            <a:chOff x="839" y="1298"/>
            <a:chExt cx="1397" cy="1043"/>
          </a:xfrm>
        </p:grpSpPr>
        <p:sp>
          <p:nvSpPr>
            <p:cNvPr id="73762" name="Rectangle 27"/>
            <p:cNvSpPr/>
            <p:nvPr/>
          </p:nvSpPr>
          <p:spPr>
            <a:xfrm>
              <a:off x="1804" y="1493"/>
              <a:ext cx="432" cy="720"/>
            </a:xfrm>
            <a:prstGeom prst="rect">
              <a:avLst/>
            </a:prstGeom>
            <a:gradFill rotWithShape="1">
              <a:gsLst>
                <a:gs pos="0">
                  <a:srgbClr val="FF9900"/>
                </a:gs>
                <a:gs pos="100000">
                  <a:srgbClr val="764700"/>
                </a:gs>
              </a:gsLst>
              <a:path path="shape">
                <a:fillToRect l="50000" t="50000" r="50000" b="50000"/>
              </a:path>
              <a:tileRect/>
            </a:gradFill>
            <a:ln w="28575">
              <a:noFill/>
            </a:ln>
          </p:spPr>
          <p:txBody>
            <a:bodyPr wrap="none" anchor="ctr" anchorCtr="0"/>
            <a:p>
              <a:pPr algn="ctr"/>
              <a:r>
                <a:rPr lang="zh-CN" altLang="en-US" sz="2400" dirty="0">
                  <a:solidFill>
                    <a:schemeClr val="bg1"/>
                  </a:solidFill>
                  <a:latin typeface="Times New Roman" panose="02020603050405020304" pitchFamily="18" charset="0"/>
                  <a:ea typeface="宋体" panose="02010600030101010101" pitchFamily="2" charset="-122"/>
                </a:rPr>
                <a:t>负</a:t>
              </a:r>
              <a:endParaRPr lang="zh-CN" altLang="en-US" sz="2400" dirty="0">
                <a:solidFill>
                  <a:schemeClr val="bg1"/>
                </a:solidFill>
                <a:latin typeface="Times New Roman" panose="02020603050405020304" pitchFamily="18" charset="0"/>
                <a:ea typeface="宋体" panose="02010600030101010101" pitchFamily="2" charset="-122"/>
              </a:endParaRPr>
            </a:p>
            <a:p>
              <a:pPr algn="ctr"/>
              <a:r>
                <a:rPr lang="zh-CN" altLang="en-US" sz="2400" dirty="0">
                  <a:solidFill>
                    <a:schemeClr val="bg1"/>
                  </a:solidFill>
                  <a:latin typeface="Times New Roman" panose="02020603050405020304" pitchFamily="18" charset="0"/>
                  <a:ea typeface="宋体" panose="02010600030101010101" pitchFamily="2" charset="-122"/>
                </a:rPr>
                <a:t>载</a:t>
              </a:r>
              <a:endParaRPr lang="zh-CN" altLang="en-US" sz="2400" dirty="0">
                <a:solidFill>
                  <a:schemeClr val="bg1"/>
                </a:solidFill>
                <a:latin typeface="Times New Roman" panose="02020603050405020304" pitchFamily="18" charset="0"/>
                <a:ea typeface="宋体" panose="02010600030101010101" pitchFamily="2" charset="-122"/>
              </a:endParaRPr>
            </a:p>
          </p:txBody>
        </p:sp>
        <p:sp>
          <p:nvSpPr>
            <p:cNvPr id="73763" name="Freeform 28"/>
            <p:cNvSpPr/>
            <p:nvPr/>
          </p:nvSpPr>
          <p:spPr>
            <a:xfrm>
              <a:off x="1262" y="2093"/>
              <a:ext cx="540" cy="2"/>
            </a:xfrm>
            <a:custGeom>
              <a:avLst/>
              <a:gdLst>
                <a:gd name="txL" fmla="*/ 0 w 540"/>
                <a:gd name="txT" fmla="*/ 0 h 2"/>
                <a:gd name="txR" fmla="*/ 540 w 540"/>
                <a:gd name="txB" fmla="*/ 2 h 2"/>
              </a:gdLst>
              <a:ahLst/>
              <a:cxnLst>
                <a:cxn ang="0">
                  <a:pos x="0" y="2"/>
                </a:cxn>
                <a:cxn ang="0">
                  <a:pos x="540" y="0"/>
                </a:cxn>
              </a:cxnLst>
              <a:rect l="txL" t="txT" r="txR" b="txB"/>
              <a:pathLst>
                <a:path w="540" h="2">
                  <a:moveTo>
                    <a:pt x="0" y="2"/>
                  </a:moveTo>
                  <a:lnTo>
                    <a:pt x="540" y="0"/>
                  </a:lnTo>
                </a:path>
              </a:pathLst>
            </a:custGeom>
            <a:noFill/>
            <a:ln w="38100" cap="flat" cmpd="sng">
              <a:solidFill>
                <a:srgbClr val="FFCC00"/>
              </a:solidFill>
              <a:prstDash val="solid"/>
              <a:round/>
              <a:headEnd type="none" w="med" len="med"/>
              <a:tailEnd type="none" w="med" len="med"/>
            </a:ln>
          </p:spPr>
          <p:txBody>
            <a:bodyPr wrap="none" anchor="ctr" anchorCtr="0"/>
            <a:p>
              <a:endParaRPr lang="zh-CN" altLang="en-US" dirty="0">
                <a:latin typeface="楷体_GB2312" pitchFamily="49" charset="-122"/>
              </a:endParaRPr>
            </a:p>
          </p:txBody>
        </p:sp>
        <p:sp>
          <p:nvSpPr>
            <p:cNvPr id="73764" name="Freeform 33"/>
            <p:cNvSpPr/>
            <p:nvPr/>
          </p:nvSpPr>
          <p:spPr>
            <a:xfrm>
              <a:off x="1262" y="1613"/>
              <a:ext cx="540" cy="2"/>
            </a:xfrm>
            <a:custGeom>
              <a:avLst/>
              <a:gdLst>
                <a:gd name="txL" fmla="*/ 0 w 540"/>
                <a:gd name="txT" fmla="*/ 0 h 2"/>
                <a:gd name="txR" fmla="*/ 540 w 540"/>
                <a:gd name="txB" fmla="*/ 2 h 2"/>
              </a:gdLst>
              <a:ahLst/>
              <a:cxnLst>
                <a:cxn ang="0">
                  <a:pos x="0" y="2"/>
                </a:cxn>
                <a:cxn ang="0">
                  <a:pos x="540" y="0"/>
                </a:cxn>
              </a:cxnLst>
              <a:rect l="txL" t="txT" r="txR" b="txB"/>
              <a:pathLst>
                <a:path w="540" h="2">
                  <a:moveTo>
                    <a:pt x="0" y="2"/>
                  </a:moveTo>
                  <a:lnTo>
                    <a:pt x="540" y="0"/>
                  </a:lnTo>
                </a:path>
              </a:pathLst>
            </a:custGeom>
            <a:noFill/>
            <a:ln w="38100" cap="flat" cmpd="sng">
              <a:solidFill>
                <a:srgbClr val="FFCC00"/>
              </a:solidFill>
              <a:prstDash val="solid"/>
              <a:round/>
              <a:headEnd type="none" w="med" len="med"/>
              <a:tailEnd type="none" w="med" len="med"/>
            </a:ln>
          </p:spPr>
          <p:txBody>
            <a:bodyPr wrap="none" anchor="ctr" anchorCtr="0"/>
            <a:p>
              <a:endParaRPr lang="zh-CN" altLang="en-US" dirty="0">
                <a:latin typeface="楷体_GB2312" pitchFamily="49" charset="-122"/>
              </a:endParaRPr>
            </a:p>
          </p:txBody>
        </p:sp>
        <p:sp>
          <p:nvSpPr>
            <p:cNvPr id="10275" name="Rectangle 35"/>
            <p:cNvSpPr>
              <a:spLocks noChangeArrowheads="1"/>
            </p:cNvSpPr>
            <p:nvPr/>
          </p:nvSpPr>
          <p:spPr bwMode="auto">
            <a:xfrm>
              <a:off x="839" y="1298"/>
              <a:ext cx="453" cy="1043"/>
            </a:xfrm>
            <a:prstGeom prst="rect">
              <a:avLst/>
            </a:prstGeom>
            <a:gradFill rotWithShape="1">
              <a:gsLst>
                <a:gs pos="0">
                  <a:schemeClr val="accent1"/>
                </a:gs>
                <a:gs pos="100000">
                  <a:schemeClr val="accent1">
                    <a:gamma/>
                    <a:shade val="46275"/>
                    <a:invGamma/>
                  </a:schemeClr>
                </a:gs>
              </a:gsLst>
              <a:path path="shape">
                <a:fillToRect l="50000" t="50000" r="50000" b="50000"/>
              </a:path>
            </a:gradFill>
            <a:ln w="9525">
              <a:noFill/>
              <a:miter lim="800000"/>
            </a:ln>
            <a:effectLst/>
          </p:spPr>
          <p:txBody>
            <a:bodyPr wrap="none" anchor="ct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zh-CN" altLang="en-US" sz="2800" b="1" i="0" u="none" strike="noStrike" kern="1200" cap="none" spc="0" normalizeH="0" baseline="0" noProof="0">
                  <a:ln>
                    <a:noFill/>
                  </a:ln>
                  <a:solidFill>
                    <a:srgbClr val="FF9900"/>
                  </a:solidFill>
                  <a:effectLst/>
                  <a:uLnTx/>
                  <a:uFillTx/>
                  <a:latin typeface="Arial" panose="020B0604020202020204" pitchFamily="34" charset="0"/>
                  <a:ea typeface="楷体_GB2312" pitchFamily="49" charset="-122"/>
                  <a:cs typeface="+mn-cs"/>
                </a:rPr>
                <a:t>含</a:t>
              </a:r>
              <a:endParaRPr kumimoji="0" lang="zh-CN" altLang="en-US" sz="2800" b="1" i="0" u="none" strike="noStrike" kern="1200" cap="none" spc="0" normalizeH="0" baseline="0" noProof="0">
                <a:ln>
                  <a:noFill/>
                </a:ln>
                <a:solidFill>
                  <a:srgbClr val="FF9900"/>
                </a:solidFill>
                <a:effectLst/>
                <a:uLnTx/>
                <a:uFillTx/>
                <a:latin typeface="Arial" panose="020B0604020202020204" pitchFamily="34" charset="0"/>
                <a:ea typeface="楷体_GB2312" pitchFamily="49" charset="-122"/>
                <a:cs typeface="+mn-cs"/>
              </a:endParaRPr>
            </a:p>
            <a:p>
              <a:pPr marL="0" marR="0" lvl="0" indent="0" algn="ctr" defTabSz="914400" rtl="0" eaLnBrk="1" fontAlgn="base" latinLnBrk="0" hangingPunct="1">
                <a:lnSpc>
                  <a:spcPct val="100000"/>
                </a:lnSpc>
                <a:spcBef>
                  <a:spcPct val="0"/>
                </a:spcBef>
                <a:spcAft>
                  <a:spcPct val="0"/>
                </a:spcAft>
                <a:buClrTx/>
                <a:buSzTx/>
                <a:buFontTx/>
                <a:buNone/>
                <a:defRPr/>
              </a:pPr>
              <a:r>
                <a:rPr kumimoji="0" lang="zh-CN" altLang="en-US" sz="2800" b="1" i="0" u="none" strike="noStrike" kern="1200" cap="none" spc="0" normalizeH="0" baseline="0" noProof="0">
                  <a:ln>
                    <a:noFill/>
                  </a:ln>
                  <a:solidFill>
                    <a:srgbClr val="FF9900"/>
                  </a:solidFill>
                  <a:effectLst/>
                  <a:uLnTx/>
                  <a:uFillTx/>
                  <a:latin typeface="Arial" panose="020B0604020202020204" pitchFamily="34" charset="0"/>
                  <a:ea typeface="楷体_GB2312" pitchFamily="49" charset="-122"/>
                  <a:cs typeface="+mn-cs"/>
                </a:rPr>
                <a:t>源</a:t>
              </a:r>
              <a:endParaRPr kumimoji="0" lang="zh-CN" altLang="en-US" sz="2800" b="1" i="0" u="none" strike="noStrike" kern="1200" cap="none" spc="0" normalizeH="0" baseline="0" noProof="0">
                <a:ln>
                  <a:noFill/>
                </a:ln>
                <a:solidFill>
                  <a:srgbClr val="FF9900"/>
                </a:solidFill>
                <a:effectLst/>
                <a:uLnTx/>
                <a:uFillTx/>
                <a:latin typeface="Arial" panose="020B0604020202020204" pitchFamily="34" charset="0"/>
                <a:ea typeface="楷体_GB2312" pitchFamily="49" charset="-122"/>
                <a:cs typeface="+mn-cs"/>
              </a:endParaRPr>
            </a:p>
            <a:p>
              <a:pPr marL="0" marR="0" lvl="0" indent="0" algn="ctr" defTabSz="914400" rtl="0" eaLnBrk="1" fontAlgn="base" latinLnBrk="0" hangingPunct="1">
                <a:lnSpc>
                  <a:spcPct val="100000"/>
                </a:lnSpc>
                <a:spcBef>
                  <a:spcPct val="0"/>
                </a:spcBef>
                <a:spcAft>
                  <a:spcPct val="0"/>
                </a:spcAft>
                <a:buClrTx/>
                <a:buSzTx/>
                <a:buFontTx/>
                <a:buNone/>
                <a:defRPr/>
              </a:pPr>
              <a:r>
                <a:rPr kumimoji="0" lang="zh-CN" altLang="en-US" sz="2800" b="1" i="0" u="none" strike="noStrike" kern="1200" cap="none" spc="0" normalizeH="0" baseline="0" noProof="0">
                  <a:ln>
                    <a:noFill/>
                  </a:ln>
                  <a:solidFill>
                    <a:srgbClr val="FF9900"/>
                  </a:solidFill>
                  <a:effectLst/>
                  <a:uLnTx/>
                  <a:uFillTx/>
                  <a:latin typeface="Arial" panose="020B0604020202020204" pitchFamily="34" charset="0"/>
                  <a:ea typeface="楷体_GB2312" pitchFamily="49" charset="-122"/>
                  <a:cs typeface="+mn-cs"/>
                </a:rPr>
                <a:t>网</a:t>
              </a:r>
              <a:endParaRPr kumimoji="0" lang="zh-CN" altLang="en-US" sz="2800" b="1" i="0" u="none" strike="noStrike" kern="1200" cap="none" spc="0" normalizeH="0" baseline="0" noProof="0">
                <a:ln>
                  <a:noFill/>
                </a:ln>
                <a:solidFill>
                  <a:srgbClr val="FF9900"/>
                </a:solidFill>
                <a:effectLst/>
                <a:uLnTx/>
                <a:uFillTx/>
                <a:latin typeface="Arial" panose="020B0604020202020204" pitchFamily="34" charset="0"/>
                <a:ea typeface="楷体_GB2312" pitchFamily="49" charset="-122"/>
                <a:cs typeface="+mn-cs"/>
              </a:endParaRPr>
            </a:p>
            <a:p>
              <a:pPr marL="0" marR="0" lvl="0" indent="0" algn="ctr" defTabSz="914400" rtl="0" eaLnBrk="1" fontAlgn="base" latinLnBrk="0" hangingPunct="1">
                <a:lnSpc>
                  <a:spcPct val="100000"/>
                </a:lnSpc>
                <a:spcBef>
                  <a:spcPct val="0"/>
                </a:spcBef>
                <a:spcAft>
                  <a:spcPct val="0"/>
                </a:spcAft>
                <a:buClrTx/>
                <a:buSzTx/>
                <a:buFontTx/>
                <a:buNone/>
                <a:defRPr/>
              </a:pPr>
              <a:r>
                <a:rPr kumimoji="0" lang="zh-CN" altLang="en-US" sz="2800" b="1" i="0" u="none" strike="noStrike" kern="1200" cap="none" spc="0" normalizeH="0" baseline="0" noProof="0">
                  <a:ln>
                    <a:noFill/>
                  </a:ln>
                  <a:solidFill>
                    <a:srgbClr val="FF9900"/>
                  </a:solidFill>
                  <a:effectLst/>
                  <a:uLnTx/>
                  <a:uFillTx/>
                  <a:latin typeface="Arial" panose="020B0604020202020204" pitchFamily="34" charset="0"/>
                  <a:ea typeface="楷体_GB2312" pitchFamily="49" charset="-122"/>
                  <a:cs typeface="+mn-cs"/>
                </a:rPr>
                <a:t>络</a:t>
              </a:r>
              <a:endParaRPr kumimoji="0" lang="zh-CN" altLang="en-US" sz="2800" b="1" i="0" u="none" strike="noStrike" kern="1200" cap="none" spc="0" normalizeH="0" baseline="0" noProof="0">
                <a:ln>
                  <a:noFill/>
                </a:ln>
                <a:solidFill>
                  <a:srgbClr val="FF9900"/>
                </a:solidFill>
                <a:effectLst/>
                <a:uLnTx/>
                <a:uFillTx/>
                <a:latin typeface="Arial" panose="020B0604020202020204" pitchFamily="34" charset="0"/>
                <a:ea typeface="楷体_GB2312" pitchFamily="49" charset="-122"/>
                <a:cs typeface="+mn-cs"/>
              </a:endParaRPr>
            </a:p>
          </p:txBody>
        </p:sp>
      </p:grpSp>
      <p:grpSp>
        <p:nvGrpSpPr>
          <p:cNvPr id="3" name="Group 39"/>
          <p:cNvGrpSpPr/>
          <p:nvPr/>
        </p:nvGrpSpPr>
        <p:grpSpPr>
          <a:xfrm>
            <a:off x="3924300" y="1916113"/>
            <a:ext cx="1512888" cy="546100"/>
            <a:chOff x="2154" y="1071"/>
            <a:chExt cx="953" cy="273"/>
          </a:xfrm>
        </p:grpSpPr>
        <p:sp>
          <p:nvSpPr>
            <p:cNvPr id="73760" name="Line 37"/>
            <p:cNvSpPr/>
            <p:nvPr/>
          </p:nvSpPr>
          <p:spPr>
            <a:xfrm>
              <a:off x="2200" y="1344"/>
              <a:ext cx="816" cy="0"/>
            </a:xfrm>
            <a:prstGeom prst="line">
              <a:avLst/>
            </a:prstGeom>
            <a:ln w="76200" cap="flat" cmpd="sng">
              <a:solidFill>
                <a:srgbClr val="0066FF"/>
              </a:solidFill>
              <a:prstDash val="solid"/>
              <a:headEnd type="none" w="med" len="med"/>
              <a:tailEnd type="triangle" w="med" len="med"/>
            </a:ln>
          </p:spPr>
        </p:sp>
        <p:sp>
          <p:nvSpPr>
            <p:cNvPr id="73761" name="Text Box 38"/>
            <p:cNvSpPr txBox="1"/>
            <p:nvPr/>
          </p:nvSpPr>
          <p:spPr>
            <a:xfrm>
              <a:off x="2154" y="1071"/>
              <a:ext cx="953" cy="229"/>
            </a:xfrm>
            <a:prstGeom prst="rect">
              <a:avLst/>
            </a:prstGeom>
            <a:noFill/>
            <a:ln w="9525">
              <a:noFill/>
            </a:ln>
          </p:spPr>
          <p:txBody>
            <a:bodyPr>
              <a:spAutoFit/>
            </a:bodyPr>
            <a:p>
              <a:pPr>
                <a:spcBef>
                  <a:spcPct val="50000"/>
                </a:spcBef>
              </a:pPr>
              <a:r>
                <a:rPr lang="zh-CN" altLang="en-US" sz="2400" dirty="0">
                  <a:solidFill>
                    <a:schemeClr val="bg1"/>
                  </a:solidFill>
                  <a:latin typeface="Arial" panose="020B0604020202020204" pitchFamily="34" charset="0"/>
                </a:rPr>
                <a:t>等效电路</a:t>
              </a:r>
              <a:endParaRPr lang="zh-CN" altLang="en-US" sz="2400" dirty="0">
                <a:solidFill>
                  <a:schemeClr val="bg1"/>
                </a:solidFill>
                <a:latin typeface="Arial" panose="020B0604020202020204" pitchFamily="34" charset="0"/>
              </a:endParaRPr>
            </a:p>
          </p:txBody>
        </p:sp>
      </p:grpSp>
      <p:grpSp>
        <p:nvGrpSpPr>
          <p:cNvPr id="73738" name="Group 44"/>
          <p:cNvGrpSpPr/>
          <p:nvPr/>
        </p:nvGrpSpPr>
        <p:grpSpPr>
          <a:xfrm>
            <a:off x="8316913" y="6446838"/>
            <a:ext cx="792162" cy="366712"/>
            <a:chOff x="5193" y="4020"/>
            <a:chExt cx="499" cy="231"/>
          </a:xfrm>
        </p:grpSpPr>
        <p:pic>
          <p:nvPicPr>
            <p:cNvPr id="73758" name="Picture 45" descr="78900"/>
            <p:cNvPicPr>
              <a:picLocks noChangeAspect="1"/>
            </p:cNvPicPr>
            <p:nvPr/>
          </p:nvPicPr>
          <p:blipFill>
            <a:blip r:embed="rId5"/>
            <a:stretch>
              <a:fillRect/>
            </a:stretch>
          </p:blipFill>
          <p:spPr>
            <a:xfrm>
              <a:off x="5193" y="4066"/>
              <a:ext cx="499" cy="181"/>
            </a:xfrm>
            <a:prstGeom prst="rect">
              <a:avLst/>
            </a:prstGeom>
            <a:noFill/>
            <a:ln w="9525">
              <a:noFill/>
            </a:ln>
          </p:spPr>
        </p:pic>
        <p:sp>
          <p:nvSpPr>
            <p:cNvPr id="73759" name="Text Box 46">
              <a:hlinkClick r:id="" action="ppaction://hlinkshowjump?jump=nextslide"/>
            </p:cNvPr>
            <p:cNvSpPr txBox="1"/>
            <p:nvPr/>
          </p:nvSpPr>
          <p:spPr>
            <a:xfrm>
              <a:off x="5216" y="4020"/>
              <a:ext cx="476" cy="231"/>
            </a:xfrm>
            <a:prstGeom prst="rect">
              <a:avLst/>
            </a:prstGeom>
            <a:noFill/>
            <a:ln w="9525">
              <a:noFill/>
            </a:ln>
          </p:spPr>
          <p:txBody>
            <a:bodyPr wrap="none">
              <a:spAutoFit/>
            </a:bodyPr>
            <a:p>
              <a:pPr>
                <a:spcBef>
                  <a:spcPct val="50000"/>
                </a:spcBef>
              </a:pPr>
              <a:r>
                <a:rPr lang="zh-CN" altLang="en-US" sz="1800" b="0" dirty="0">
                  <a:solidFill>
                    <a:schemeClr val="bg1"/>
                  </a:solidFill>
                  <a:latin typeface="隶书" panose="02010509060101010101" pitchFamily="49" charset="-122"/>
                  <a:ea typeface="隶书" panose="02010509060101010101" pitchFamily="49" charset="-122"/>
                </a:rPr>
                <a:t>下 页</a:t>
              </a:r>
              <a:endParaRPr lang="zh-CN" altLang="en-US" sz="1800" b="0" dirty="0">
                <a:solidFill>
                  <a:schemeClr val="bg1"/>
                </a:solidFill>
                <a:latin typeface="隶书" panose="02010509060101010101" pitchFamily="49" charset="-122"/>
                <a:ea typeface="隶书" panose="02010509060101010101" pitchFamily="49" charset="-122"/>
              </a:endParaRPr>
            </a:p>
          </p:txBody>
        </p:sp>
      </p:grpSp>
      <p:grpSp>
        <p:nvGrpSpPr>
          <p:cNvPr id="73739" name="Group 47"/>
          <p:cNvGrpSpPr/>
          <p:nvPr/>
        </p:nvGrpSpPr>
        <p:grpSpPr>
          <a:xfrm>
            <a:off x="7453313" y="6446838"/>
            <a:ext cx="792162" cy="366712"/>
            <a:chOff x="4649" y="4020"/>
            <a:chExt cx="499" cy="231"/>
          </a:xfrm>
        </p:grpSpPr>
        <p:pic>
          <p:nvPicPr>
            <p:cNvPr id="73756" name="Picture 48" descr="78900"/>
            <p:cNvPicPr>
              <a:picLocks noChangeAspect="1"/>
            </p:cNvPicPr>
            <p:nvPr/>
          </p:nvPicPr>
          <p:blipFill>
            <a:blip r:embed="rId5"/>
            <a:stretch>
              <a:fillRect/>
            </a:stretch>
          </p:blipFill>
          <p:spPr>
            <a:xfrm>
              <a:off x="4649" y="4066"/>
              <a:ext cx="499" cy="181"/>
            </a:xfrm>
            <a:prstGeom prst="rect">
              <a:avLst/>
            </a:prstGeom>
            <a:noFill/>
            <a:ln w="9525">
              <a:noFill/>
            </a:ln>
          </p:spPr>
        </p:pic>
        <p:sp>
          <p:nvSpPr>
            <p:cNvPr id="73757" name="Text Box 49">
              <a:hlinkClick r:id="" action="ppaction://hlinkshowjump?jump=previousslide"/>
            </p:cNvPr>
            <p:cNvSpPr txBox="1"/>
            <p:nvPr/>
          </p:nvSpPr>
          <p:spPr>
            <a:xfrm>
              <a:off x="4672" y="4020"/>
              <a:ext cx="476" cy="231"/>
            </a:xfrm>
            <a:prstGeom prst="rect">
              <a:avLst/>
            </a:prstGeom>
            <a:noFill/>
            <a:ln w="9525">
              <a:noFill/>
            </a:ln>
          </p:spPr>
          <p:txBody>
            <a:bodyPr wrap="none">
              <a:spAutoFit/>
            </a:bodyPr>
            <a:p>
              <a:pPr>
                <a:spcBef>
                  <a:spcPct val="50000"/>
                </a:spcBef>
              </a:pPr>
              <a:r>
                <a:rPr lang="zh-CN" altLang="en-US" sz="1800" b="0" dirty="0">
                  <a:solidFill>
                    <a:schemeClr val="bg1"/>
                  </a:solidFill>
                  <a:latin typeface="隶书" panose="02010509060101010101" pitchFamily="49" charset="-122"/>
                  <a:ea typeface="隶书" panose="02010509060101010101" pitchFamily="49" charset="-122"/>
                </a:rPr>
                <a:t>上 页</a:t>
              </a:r>
              <a:endParaRPr lang="zh-CN" altLang="en-US" sz="1800" b="0" dirty="0">
                <a:solidFill>
                  <a:schemeClr val="bg1"/>
                </a:solidFill>
                <a:latin typeface="隶书" panose="02010509060101010101" pitchFamily="49" charset="-122"/>
                <a:ea typeface="隶书" panose="02010509060101010101" pitchFamily="49" charset="-122"/>
              </a:endParaRPr>
            </a:p>
          </p:txBody>
        </p:sp>
      </p:grpSp>
      <p:grpSp>
        <p:nvGrpSpPr>
          <p:cNvPr id="6" name="Group 74"/>
          <p:cNvGrpSpPr/>
          <p:nvPr/>
        </p:nvGrpSpPr>
        <p:grpSpPr>
          <a:xfrm>
            <a:off x="5651500" y="981075"/>
            <a:ext cx="2033588" cy="2419350"/>
            <a:chOff x="3560" y="618"/>
            <a:chExt cx="1281" cy="1524"/>
          </a:xfrm>
        </p:grpSpPr>
        <p:sp>
          <p:nvSpPr>
            <p:cNvPr id="73744" name="Oval 54"/>
            <p:cNvSpPr/>
            <p:nvPr/>
          </p:nvSpPr>
          <p:spPr>
            <a:xfrm>
              <a:off x="3560" y="1543"/>
              <a:ext cx="363" cy="363"/>
            </a:xfrm>
            <a:prstGeom prst="ellipse">
              <a:avLst/>
            </a:prstGeom>
            <a:gradFill rotWithShape="1">
              <a:gsLst>
                <a:gs pos="0">
                  <a:srgbClr val="0099FF"/>
                </a:gs>
                <a:gs pos="100000">
                  <a:srgbClr val="004776"/>
                </a:gs>
              </a:gsLst>
              <a:path path="shape">
                <a:fillToRect l="50000" t="50000" r="50000" b="50000"/>
              </a:path>
              <a:tileRect/>
            </a:gradFill>
            <a:ln w="38100" cap="flat" cmpd="sng">
              <a:solidFill>
                <a:srgbClr val="FF9900"/>
              </a:solidFill>
              <a:prstDash val="solid"/>
              <a:headEnd type="none" w="med" len="med"/>
              <a:tailEnd type="none" w="med" len="med"/>
            </a:ln>
          </p:spPr>
          <p:txBody>
            <a:bodyPr wrap="none" anchor="ctr" anchorCtr="0"/>
            <a:p>
              <a:endParaRPr lang="zh-CN" altLang="en-US" dirty="0">
                <a:latin typeface="楷体_GB2312" pitchFamily="49" charset="-122"/>
              </a:endParaRPr>
            </a:p>
          </p:txBody>
        </p:sp>
        <p:sp>
          <p:nvSpPr>
            <p:cNvPr id="73745" name="Freeform 55"/>
            <p:cNvSpPr/>
            <p:nvPr/>
          </p:nvSpPr>
          <p:spPr>
            <a:xfrm>
              <a:off x="3762" y="924"/>
              <a:ext cx="990" cy="1"/>
            </a:xfrm>
            <a:custGeom>
              <a:avLst/>
              <a:gdLst>
                <a:gd name="txL" fmla="*/ 0 w 990"/>
                <a:gd name="txT" fmla="*/ 0 h 1"/>
                <a:gd name="txR" fmla="*/ 990 w 990"/>
                <a:gd name="txB" fmla="*/ 1 h 1"/>
              </a:gdLst>
              <a:ahLst/>
              <a:cxnLst>
                <a:cxn ang="0">
                  <a:pos x="0" y="0"/>
                </a:cxn>
                <a:cxn ang="0">
                  <a:pos x="990" y="0"/>
                </a:cxn>
              </a:cxnLst>
              <a:rect l="txL" t="txT" r="txR" b="txB"/>
              <a:pathLst>
                <a:path w="990" h="1">
                  <a:moveTo>
                    <a:pt x="0" y="0"/>
                  </a:moveTo>
                  <a:lnTo>
                    <a:pt x="990" y="0"/>
                  </a:lnTo>
                </a:path>
              </a:pathLst>
            </a:custGeom>
            <a:noFill/>
            <a:ln w="28575" cap="flat" cmpd="sng">
              <a:solidFill>
                <a:srgbClr val="FFCC00"/>
              </a:solidFill>
              <a:prstDash val="solid"/>
              <a:round/>
              <a:headEnd type="none" w="med" len="med"/>
              <a:tailEnd type="none" w="med" len="med"/>
            </a:ln>
          </p:spPr>
          <p:txBody>
            <a:bodyPr wrap="none" anchor="ctr" anchorCtr="0"/>
            <a:p>
              <a:endParaRPr lang="zh-CN" altLang="en-US" dirty="0">
                <a:latin typeface="楷体_GB2312" pitchFamily="49" charset="-122"/>
              </a:endParaRPr>
            </a:p>
          </p:txBody>
        </p:sp>
        <p:sp>
          <p:nvSpPr>
            <p:cNvPr id="73746" name="Line 56"/>
            <p:cNvSpPr/>
            <p:nvPr/>
          </p:nvSpPr>
          <p:spPr>
            <a:xfrm flipH="1">
              <a:off x="3741" y="924"/>
              <a:ext cx="21" cy="1208"/>
            </a:xfrm>
            <a:prstGeom prst="line">
              <a:avLst/>
            </a:prstGeom>
            <a:ln w="28575" cap="flat" cmpd="sng">
              <a:solidFill>
                <a:srgbClr val="FFCC00"/>
              </a:solidFill>
              <a:prstDash val="solid"/>
              <a:headEnd type="none" w="med" len="med"/>
              <a:tailEnd type="none" w="med" len="med"/>
            </a:ln>
          </p:spPr>
        </p:sp>
        <p:sp>
          <p:nvSpPr>
            <p:cNvPr id="73747" name="Freeform 57"/>
            <p:cNvSpPr/>
            <p:nvPr/>
          </p:nvSpPr>
          <p:spPr>
            <a:xfrm>
              <a:off x="4752" y="918"/>
              <a:ext cx="44" cy="1214"/>
            </a:xfrm>
            <a:custGeom>
              <a:avLst/>
              <a:gdLst>
                <a:gd name="txL" fmla="*/ 0 w 1"/>
                <a:gd name="txT" fmla="*/ 0 h 1026"/>
                <a:gd name="txR" fmla="*/ 1 w 1"/>
                <a:gd name="txB" fmla="*/ 1026 h 1026"/>
              </a:gdLst>
              <a:ahLst/>
              <a:cxnLst>
                <a:cxn ang="0">
                  <a:pos x="0" y="0"/>
                </a:cxn>
                <a:cxn ang="0">
                  <a:pos x="0" y="1026"/>
                </a:cxn>
              </a:cxnLst>
              <a:rect l="txL" t="txT" r="txR" b="txB"/>
              <a:pathLst>
                <a:path w="1" h="1026">
                  <a:moveTo>
                    <a:pt x="0" y="0"/>
                  </a:moveTo>
                  <a:lnTo>
                    <a:pt x="0" y="1026"/>
                  </a:lnTo>
                </a:path>
              </a:pathLst>
            </a:custGeom>
            <a:noFill/>
            <a:ln w="28575" cap="flat" cmpd="sng">
              <a:solidFill>
                <a:srgbClr val="FFCC00"/>
              </a:solidFill>
              <a:prstDash val="solid"/>
              <a:round/>
              <a:headEnd type="none" w="med" len="med"/>
              <a:tailEnd type="none" w="med" len="med"/>
            </a:ln>
          </p:spPr>
          <p:txBody>
            <a:bodyPr wrap="none" anchor="ctr" anchorCtr="0"/>
            <a:p>
              <a:endParaRPr lang="zh-CN" altLang="en-US" dirty="0">
                <a:latin typeface="楷体_GB2312" pitchFamily="49" charset="-122"/>
              </a:endParaRPr>
            </a:p>
          </p:txBody>
        </p:sp>
        <p:graphicFrame>
          <p:nvGraphicFramePr>
            <p:cNvPr id="73732" name="Object 58"/>
            <p:cNvGraphicFramePr/>
            <p:nvPr/>
          </p:nvGraphicFramePr>
          <p:xfrm>
            <a:off x="3968" y="1505"/>
            <a:ext cx="306" cy="391"/>
          </p:xfrm>
          <a:graphic>
            <a:graphicData uri="http://schemas.openxmlformats.org/presentationml/2006/ole">
              <mc:AlternateContent xmlns:mc="http://schemas.openxmlformats.org/markup-compatibility/2006">
                <mc:Choice xmlns:v="urn:schemas-microsoft-com:vml" Requires="v">
                  <p:oleObj spid="_x0000_s3538" name="" r:id="rId6" imgW="228600" imgH="292100" progId="Equation.3">
                    <p:embed/>
                  </p:oleObj>
                </mc:Choice>
                <mc:Fallback>
                  <p:oleObj name="" r:id="rId6" imgW="228600" imgH="292100" progId="Equation.3">
                    <p:embed/>
                    <p:pic>
                      <p:nvPicPr>
                        <p:cNvPr id="0" name="图片 3537"/>
                        <p:cNvPicPr/>
                        <p:nvPr/>
                      </p:nvPicPr>
                      <p:blipFill>
                        <a:blip r:embed="rId7">
                          <a:clrChange>
                            <a:clrFrom>
                              <a:srgbClr val="000000"/>
                            </a:clrFrom>
                            <a:clrTo>
                              <a:srgbClr val="FFFFFF"/>
                            </a:clrTo>
                          </a:clrChange>
                        </a:blip>
                        <a:stretch>
                          <a:fillRect/>
                        </a:stretch>
                      </p:blipFill>
                      <p:spPr>
                        <a:xfrm>
                          <a:off x="3968" y="1505"/>
                          <a:ext cx="306" cy="391"/>
                        </a:xfrm>
                        <a:prstGeom prst="rect">
                          <a:avLst/>
                        </a:prstGeom>
                        <a:noFill/>
                        <a:ln w="38100">
                          <a:noFill/>
                          <a:miter/>
                        </a:ln>
                      </p:spPr>
                    </p:pic>
                  </p:oleObj>
                </mc:Fallback>
              </mc:AlternateContent>
            </a:graphicData>
          </a:graphic>
        </p:graphicFrame>
        <p:sp>
          <p:nvSpPr>
            <p:cNvPr id="73748" name="Text Box 59"/>
            <p:cNvSpPr txBox="1"/>
            <p:nvPr/>
          </p:nvSpPr>
          <p:spPr>
            <a:xfrm>
              <a:off x="4376" y="1271"/>
              <a:ext cx="465" cy="327"/>
            </a:xfrm>
            <a:prstGeom prst="rect">
              <a:avLst/>
            </a:prstGeom>
            <a:noFill/>
            <a:ln w="9525">
              <a:noFill/>
            </a:ln>
          </p:spPr>
          <p:txBody>
            <a:bodyPr>
              <a:spAutoFit/>
            </a:bodyPr>
            <a:p>
              <a:r>
                <a:rPr lang="en-US" altLang="zh-CN" b="0" i="1" dirty="0">
                  <a:solidFill>
                    <a:schemeClr val="bg1"/>
                  </a:solidFill>
                  <a:latin typeface="Times New Roman" panose="02020603050405020304" pitchFamily="18" charset="0"/>
                  <a:ea typeface="宋体" panose="02010600030101010101" pitchFamily="2" charset="-122"/>
                </a:rPr>
                <a:t>Z</a:t>
              </a:r>
              <a:r>
                <a:rPr lang="en-US" altLang="zh-CN" b="0" i="1" baseline="-25000" dirty="0">
                  <a:solidFill>
                    <a:schemeClr val="bg1"/>
                  </a:solidFill>
                  <a:latin typeface="Times New Roman" panose="02020603050405020304" pitchFamily="18" charset="0"/>
                  <a:ea typeface="宋体" panose="02010600030101010101" pitchFamily="2" charset="-122"/>
                </a:rPr>
                <a:t>L</a:t>
              </a:r>
              <a:endParaRPr lang="en-US" altLang="zh-CN" b="0" i="1" dirty="0">
                <a:solidFill>
                  <a:schemeClr val="bg1"/>
                </a:solidFill>
                <a:latin typeface="Times New Roman" panose="02020603050405020304" pitchFamily="18" charset="0"/>
                <a:ea typeface="宋体" panose="02010600030101010101" pitchFamily="2" charset="-122"/>
              </a:endParaRPr>
            </a:p>
          </p:txBody>
        </p:sp>
        <p:sp>
          <p:nvSpPr>
            <p:cNvPr id="73749" name="Text Box 60"/>
            <p:cNvSpPr txBox="1"/>
            <p:nvPr/>
          </p:nvSpPr>
          <p:spPr>
            <a:xfrm>
              <a:off x="3877" y="998"/>
              <a:ext cx="283" cy="327"/>
            </a:xfrm>
            <a:prstGeom prst="rect">
              <a:avLst/>
            </a:prstGeom>
            <a:noFill/>
            <a:ln w="9525">
              <a:noFill/>
            </a:ln>
          </p:spPr>
          <p:txBody>
            <a:bodyPr wrap="none">
              <a:spAutoFit/>
            </a:bodyPr>
            <a:p>
              <a:r>
                <a:rPr lang="en-US" altLang="zh-CN" b="0" i="1" dirty="0">
                  <a:solidFill>
                    <a:schemeClr val="bg1"/>
                  </a:solidFill>
                  <a:latin typeface="Times New Roman" panose="02020603050405020304" pitchFamily="18" charset="0"/>
                  <a:ea typeface="宋体" panose="02010600030101010101" pitchFamily="2" charset="-122"/>
                </a:rPr>
                <a:t>Z</a:t>
              </a:r>
              <a:r>
                <a:rPr lang="en-US" altLang="zh-CN" b="0" baseline="-25000" dirty="0">
                  <a:solidFill>
                    <a:schemeClr val="bg1"/>
                  </a:solidFill>
                  <a:latin typeface="Times New Roman" panose="02020603050405020304" pitchFamily="18" charset="0"/>
                  <a:ea typeface="宋体" panose="02010600030101010101" pitchFamily="2" charset="-122"/>
                </a:rPr>
                <a:t>i</a:t>
              </a:r>
              <a:endParaRPr lang="en-US" altLang="zh-CN" b="0" dirty="0">
                <a:solidFill>
                  <a:schemeClr val="bg1"/>
                </a:solidFill>
                <a:latin typeface="Times New Roman" panose="02020603050405020304" pitchFamily="18" charset="0"/>
                <a:ea typeface="宋体" panose="02010600030101010101" pitchFamily="2" charset="-122"/>
              </a:endParaRPr>
            </a:p>
          </p:txBody>
        </p:sp>
        <p:sp>
          <p:nvSpPr>
            <p:cNvPr id="73750" name="Line 61"/>
            <p:cNvSpPr/>
            <p:nvPr/>
          </p:nvSpPr>
          <p:spPr>
            <a:xfrm rot="-5400000" flipH="1">
              <a:off x="4203" y="782"/>
              <a:ext cx="0" cy="288"/>
            </a:xfrm>
            <a:prstGeom prst="line">
              <a:avLst/>
            </a:prstGeom>
            <a:ln w="28575" cap="flat" cmpd="sng">
              <a:solidFill>
                <a:srgbClr val="66FFFF"/>
              </a:solidFill>
              <a:prstDash val="solid"/>
              <a:headEnd type="none" w="med" len="med"/>
              <a:tailEnd type="triangle" w="med" len="med"/>
            </a:ln>
          </p:spPr>
        </p:sp>
        <p:graphicFrame>
          <p:nvGraphicFramePr>
            <p:cNvPr id="73733" name="Object 62"/>
            <p:cNvGraphicFramePr/>
            <p:nvPr/>
          </p:nvGraphicFramePr>
          <p:xfrm>
            <a:off x="4386" y="618"/>
            <a:ext cx="177" cy="305"/>
          </p:xfrm>
          <a:graphic>
            <a:graphicData uri="http://schemas.openxmlformats.org/presentationml/2006/ole">
              <mc:AlternateContent xmlns:mc="http://schemas.openxmlformats.org/markup-compatibility/2006">
                <mc:Choice xmlns:v="urn:schemas-microsoft-com:vml" Requires="v">
                  <p:oleObj spid="_x0000_s3540" name="" r:id="rId8" imgW="127000" imgH="215265" progId="Equation.3">
                    <p:embed/>
                  </p:oleObj>
                </mc:Choice>
                <mc:Fallback>
                  <p:oleObj name="" r:id="rId8" imgW="127000" imgH="215265" progId="Equation.3">
                    <p:embed/>
                    <p:pic>
                      <p:nvPicPr>
                        <p:cNvPr id="0" name="图片 3539"/>
                        <p:cNvPicPr/>
                        <p:nvPr/>
                      </p:nvPicPr>
                      <p:blipFill>
                        <a:blip r:embed="rId9">
                          <a:clrChange>
                            <a:clrFrom>
                              <a:srgbClr val="000000"/>
                            </a:clrFrom>
                            <a:clrTo>
                              <a:srgbClr val="FFFFFF"/>
                            </a:clrTo>
                          </a:clrChange>
                        </a:blip>
                        <a:stretch>
                          <a:fillRect/>
                        </a:stretch>
                      </p:blipFill>
                      <p:spPr>
                        <a:xfrm>
                          <a:off x="4386" y="618"/>
                          <a:ext cx="177" cy="305"/>
                        </a:xfrm>
                        <a:prstGeom prst="rect">
                          <a:avLst/>
                        </a:prstGeom>
                        <a:noFill/>
                        <a:ln w="38100">
                          <a:noFill/>
                          <a:miter/>
                        </a:ln>
                      </p:spPr>
                    </p:pic>
                  </p:oleObj>
                </mc:Fallback>
              </mc:AlternateContent>
            </a:graphicData>
          </a:graphic>
        </p:graphicFrame>
        <p:sp>
          <p:nvSpPr>
            <p:cNvPr id="73751" name="Text Box 63"/>
            <p:cNvSpPr txBox="1"/>
            <p:nvPr/>
          </p:nvSpPr>
          <p:spPr>
            <a:xfrm>
              <a:off x="3832" y="1271"/>
              <a:ext cx="242" cy="327"/>
            </a:xfrm>
            <a:prstGeom prst="rect">
              <a:avLst/>
            </a:prstGeom>
            <a:noFill/>
            <a:ln w="9525">
              <a:noFill/>
            </a:ln>
          </p:spPr>
          <p:txBody>
            <a:bodyPr wrap="none">
              <a:spAutoFit/>
            </a:bodyPr>
            <a:p>
              <a:pPr>
                <a:spcBef>
                  <a:spcPct val="50000"/>
                </a:spcBef>
              </a:pPr>
              <a:r>
                <a:rPr lang="en-US" altLang="zh-CN" b="0" dirty="0">
                  <a:solidFill>
                    <a:schemeClr val="bg1"/>
                  </a:solidFill>
                  <a:latin typeface="Times New Roman" panose="02020603050405020304" pitchFamily="18" charset="0"/>
                  <a:ea typeface="宋体" panose="02010600030101010101" pitchFamily="2" charset="-122"/>
                </a:rPr>
                <a:t>+</a:t>
              </a:r>
              <a:endParaRPr lang="en-US" altLang="zh-CN" b="0" dirty="0">
                <a:solidFill>
                  <a:schemeClr val="bg1"/>
                </a:solidFill>
                <a:latin typeface="Times New Roman" panose="02020603050405020304" pitchFamily="18" charset="0"/>
                <a:ea typeface="宋体" panose="02010600030101010101" pitchFamily="2" charset="-122"/>
              </a:endParaRPr>
            </a:p>
          </p:txBody>
        </p:sp>
        <p:sp>
          <p:nvSpPr>
            <p:cNvPr id="73752" name="Text Box 64"/>
            <p:cNvSpPr txBox="1"/>
            <p:nvPr/>
          </p:nvSpPr>
          <p:spPr>
            <a:xfrm>
              <a:off x="3832" y="1815"/>
              <a:ext cx="229" cy="327"/>
            </a:xfrm>
            <a:prstGeom prst="rect">
              <a:avLst/>
            </a:prstGeom>
            <a:noFill/>
            <a:ln w="9525">
              <a:noFill/>
            </a:ln>
          </p:spPr>
          <p:txBody>
            <a:bodyPr wrap="none">
              <a:spAutoFit/>
            </a:bodyPr>
            <a:p>
              <a:pPr>
                <a:spcBef>
                  <a:spcPct val="50000"/>
                </a:spcBef>
              </a:pPr>
              <a:r>
                <a:rPr lang="en-US" altLang="zh-CN" b="0" dirty="0">
                  <a:solidFill>
                    <a:schemeClr val="bg1"/>
                  </a:solidFill>
                  <a:latin typeface="宋体" panose="02010600030101010101" pitchFamily="2" charset="-122"/>
                  <a:ea typeface="宋体" panose="02010600030101010101" pitchFamily="2" charset="-122"/>
                </a:rPr>
                <a:t>-</a:t>
              </a:r>
              <a:endParaRPr lang="en-US" altLang="zh-CN" b="0" dirty="0">
                <a:solidFill>
                  <a:schemeClr val="bg1"/>
                </a:solidFill>
                <a:latin typeface="Times New Roman" panose="02020603050405020304" pitchFamily="18" charset="0"/>
                <a:ea typeface="宋体" panose="02010600030101010101" pitchFamily="2" charset="-122"/>
              </a:endParaRPr>
            </a:p>
          </p:txBody>
        </p:sp>
        <p:sp>
          <p:nvSpPr>
            <p:cNvPr id="73753" name="Rectangle 65"/>
            <p:cNvSpPr/>
            <p:nvPr/>
          </p:nvSpPr>
          <p:spPr>
            <a:xfrm>
              <a:off x="3696" y="1043"/>
              <a:ext cx="127" cy="318"/>
            </a:xfrm>
            <a:prstGeom prst="rect">
              <a:avLst/>
            </a:prstGeom>
            <a:gradFill rotWithShape="1">
              <a:gsLst>
                <a:gs pos="0">
                  <a:srgbClr val="764700"/>
                </a:gs>
                <a:gs pos="50000">
                  <a:srgbClr val="FF9900"/>
                </a:gs>
                <a:gs pos="100000">
                  <a:srgbClr val="764700"/>
                </a:gs>
              </a:gsLst>
              <a:lin ang="0" scaled="1"/>
              <a:tileRect/>
            </a:gradFill>
            <a:ln w="28575">
              <a:noFill/>
            </a:ln>
          </p:spPr>
          <p:txBody>
            <a:bodyPr wrap="none" anchor="ctr" anchorCtr="0"/>
            <a:p>
              <a:endParaRPr lang="zh-CN" altLang="en-US" dirty="0">
                <a:latin typeface="楷体_GB2312" pitchFamily="49" charset="-122"/>
              </a:endParaRPr>
            </a:p>
          </p:txBody>
        </p:sp>
        <p:sp>
          <p:nvSpPr>
            <p:cNvPr id="73754" name="Rectangle 66"/>
            <p:cNvSpPr/>
            <p:nvPr/>
          </p:nvSpPr>
          <p:spPr>
            <a:xfrm>
              <a:off x="4676" y="1270"/>
              <a:ext cx="127" cy="318"/>
            </a:xfrm>
            <a:prstGeom prst="rect">
              <a:avLst/>
            </a:prstGeom>
            <a:gradFill rotWithShape="1">
              <a:gsLst>
                <a:gs pos="0">
                  <a:srgbClr val="764700"/>
                </a:gs>
                <a:gs pos="50000">
                  <a:srgbClr val="FF9900"/>
                </a:gs>
                <a:gs pos="100000">
                  <a:srgbClr val="764700"/>
                </a:gs>
              </a:gsLst>
              <a:lin ang="0" scaled="1"/>
              <a:tileRect/>
            </a:gradFill>
            <a:ln w="28575">
              <a:noFill/>
            </a:ln>
          </p:spPr>
          <p:txBody>
            <a:bodyPr wrap="none" anchor="ctr" anchorCtr="0"/>
            <a:p>
              <a:endParaRPr lang="zh-CN" altLang="en-US" dirty="0">
                <a:latin typeface="楷体_GB2312" pitchFamily="49" charset="-122"/>
              </a:endParaRPr>
            </a:p>
          </p:txBody>
        </p:sp>
        <p:sp>
          <p:nvSpPr>
            <p:cNvPr id="73755" name="Line 67"/>
            <p:cNvSpPr/>
            <p:nvPr/>
          </p:nvSpPr>
          <p:spPr>
            <a:xfrm>
              <a:off x="3741" y="2132"/>
              <a:ext cx="998" cy="0"/>
            </a:xfrm>
            <a:prstGeom prst="line">
              <a:avLst/>
            </a:prstGeom>
            <a:ln w="28575" cap="flat" cmpd="sng">
              <a:solidFill>
                <a:srgbClr val="FFCC00"/>
              </a:solidFill>
              <a:prstDash val="solid"/>
              <a:headEnd type="none" w="med" len="med"/>
              <a:tailEnd type="none" w="med" len="med"/>
            </a:ln>
          </p:spPr>
        </p:sp>
      </p:grpSp>
      <p:grpSp>
        <p:nvGrpSpPr>
          <p:cNvPr id="73741" name="Group 71"/>
          <p:cNvGrpSpPr/>
          <p:nvPr/>
        </p:nvGrpSpPr>
        <p:grpSpPr>
          <a:xfrm>
            <a:off x="6588125" y="6446838"/>
            <a:ext cx="792163" cy="366712"/>
            <a:chOff x="4649" y="4020"/>
            <a:chExt cx="499" cy="231"/>
          </a:xfrm>
        </p:grpSpPr>
        <p:pic>
          <p:nvPicPr>
            <p:cNvPr id="73742" name="Picture 72" descr="78900"/>
            <p:cNvPicPr>
              <a:picLocks noChangeAspect="1"/>
            </p:cNvPicPr>
            <p:nvPr/>
          </p:nvPicPr>
          <p:blipFill>
            <a:blip r:embed="rId5"/>
            <a:stretch>
              <a:fillRect/>
            </a:stretch>
          </p:blipFill>
          <p:spPr>
            <a:xfrm>
              <a:off x="4649" y="4066"/>
              <a:ext cx="499" cy="181"/>
            </a:xfrm>
            <a:prstGeom prst="rect">
              <a:avLst/>
            </a:prstGeom>
            <a:noFill/>
            <a:ln w="9525">
              <a:noFill/>
            </a:ln>
          </p:spPr>
        </p:pic>
        <p:sp>
          <p:nvSpPr>
            <p:cNvPr id="73743" name="Text Box 73">
              <a:hlinkClick r:id="" action="ppaction://hlinkshowjump?jump=firstslide"/>
            </p:cNvPr>
            <p:cNvSpPr txBox="1"/>
            <p:nvPr/>
          </p:nvSpPr>
          <p:spPr>
            <a:xfrm>
              <a:off x="4672" y="4020"/>
              <a:ext cx="476" cy="231"/>
            </a:xfrm>
            <a:prstGeom prst="rect">
              <a:avLst/>
            </a:prstGeom>
            <a:noFill/>
            <a:ln w="9525">
              <a:noFill/>
            </a:ln>
          </p:spPr>
          <p:txBody>
            <a:bodyPr wrap="none">
              <a:spAutoFit/>
            </a:bodyPr>
            <a:p>
              <a:pPr>
                <a:spcBef>
                  <a:spcPct val="50000"/>
                </a:spcBef>
              </a:pPr>
              <a:r>
                <a:rPr lang="zh-CN" altLang="en-US" sz="1800" b="0" dirty="0">
                  <a:solidFill>
                    <a:schemeClr val="bg1"/>
                  </a:solidFill>
                  <a:latin typeface="隶书" panose="02010509060101010101" pitchFamily="49" charset="-122"/>
                  <a:ea typeface="隶书" panose="02010509060101010101" pitchFamily="49" charset="-122"/>
                </a:rPr>
                <a:t>返 回</a:t>
              </a:r>
              <a:endParaRPr lang="zh-CN" altLang="en-US" sz="1800" b="0" dirty="0">
                <a:solidFill>
                  <a:schemeClr val="bg1"/>
                </a:solidFill>
                <a:latin typeface="隶书" panose="02010509060101010101" pitchFamily="49" charset="-122"/>
                <a:ea typeface="隶书" panose="02010509060101010101" pitchFamily="49" charset="-122"/>
              </a:endParaRP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9" fill="hold" grpId="0" nodeType="withEffect">
                                  <p:stCondLst>
                                    <p:cond delay="0"/>
                                  </p:stCondLst>
                                  <p:childTnLst>
                                    <p:set>
                                      <p:cBhvr>
                                        <p:cTn id="6" dur="1" fill="hold">
                                          <p:stCondLst>
                                            <p:cond delay="0"/>
                                          </p:stCondLst>
                                        </p:cTn>
                                        <p:tgtEl>
                                          <p:spTgt spid="10242"/>
                                        </p:tgtEl>
                                        <p:attrNameLst>
                                          <p:attrName>style.visibility</p:attrName>
                                        </p:attrNameLst>
                                      </p:cBhvr>
                                      <p:to>
                                        <p:strVal val="visible"/>
                                      </p:to>
                                    </p:set>
                                    <p:anim calcmode="lin" valueType="num">
                                      <p:cBhvr additive="base">
                                        <p:cTn id="7" dur="500" fill="hold"/>
                                        <p:tgtEl>
                                          <p:spTgt spid="10242"/>
                                        </p:tgtEl>
                                        <p:attrNameLst>
                                          <p:attrName>ppt_x</p:attrName>
                                        </p:attrNameLst>
                                      </p:cBhvr>
                                      <p:tavLst>
                                        <p:tav tm="0">
                                          <p:val>
                                            <p:strVal val="0-#ppt_w/2"/>
                                          </p:val>
                                        </p:tav>
                                        <p:tav tm="100000">
                                          <p:val>
                                            <p:strVal val="#ppt_x"/>
                                          </p:val>
                                        </p:tav>
                                      </p:tavLst>
                                    </p:anim>
                                    <p:anim calcmode="lin" valueType="num">
                                      <p:cBhvr additive="base">
                                        <p:cTn id="8" dur="500" fill="hold"/>
                                        <p:tgtEl>
                                          <p:spTgt spid="10242"/>
                                        </p:tgtEl>
                                        <p:attrNameLst>
                                          <p:attrName>ppt_y</p:attrName>
                                        </p:attrNameLst>
                                      </p:cBhvr>
                                      <p:tavLst>
                                        <p:tav tm="0">
                                          <p:val>
                                            <p:strVal val="0-#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2" presetClass="entr" presetSubtype="8" fill="hold" nodeType="clickEffect">
                                  <p:stCondLst>
                                    <p:cond delay="0"/>
                                  </p:stCondLst>
                                  <p:childTnLst>
                                    <p:set>
                                      <p:cBhvr>
                                        <p:cTn id="12" dur="1" fill="hold">
                                          <p:stCondLst>
                                            <p:cond delay="0"/>
                                          </p:stCondLst>
                                        </p:cTn>
                                        <p:tgtEl>
                                          <p:spTgt spid="2"/>
                                        </p:tgtEl>
                                        <p:attrNameLst>
                                          <p:attrName>style.visibility</p:attrName>
                                        </p:attrNameLst>
                                      </p:cBhvr>
                                      <p:to>
                                        <p:strVal val="visible"/>
                                      </p:to>
                                    </p:set>
                                    <p:animEffect transition="in" filter="wipe(left)">
                                      <p:cBhvr>
                                        <p:cTn id="13" dur="2000"/>
                                        <p:tgtEl>
                                          <p:spTgt spid="2"/>
                                        </p:tgtEl>
                                      </p:cBhvr>
                                    </p:animEffect>
                                  </p:childTnLst>
                                </p:cTn>
                              </p:par>
                            </p:childTnLst>
                          </p:cTn>
                        </p:par>
                      </p:childTnLst>
                    </p:cTn>
                  </p:par>
                  <p:par>
                    <p:cTn id="14" fill="hold">
                      <p:stCondLst>
                        <p:cond delay="indefinite"/>
                      </p:stCondLst>
                      <p:childTnLst>
                        <p:par>
                          <p:cTn id="15" fill="hold">
                            <p:stCondLst>
                              <p:cond delay="0"/>
                            </p:stCondLst>
                            <p:childTnLst>
                              <p:par>
                                <p:cTn id="16" presetID="12" presetClass="entr" presetSubtype="8" fill="hold" nodeType="clickEffect">
                                  <p:stCondLst>
                                    <p:cond delay="0"/>
                                  </p:stCondLst>
                                  <p:childTnLst>
                                    <p:set>
                                      <p:cBhvr>
                                        <p:cTn id="17" dur="1" fill="hold">
                                          <p:stCondLst>
                                            <p:cond delay="0"/>
                                          </p:stCondLst>
                                        </p:cTn>
                                        <p:tgtEl>
                                          <p:spTgt spid="3"/>
                                        </p:tgtEl>
                                        <p:attrNameLst>
                                          <p:attrName>style.visibility</p:attrName>
                                        </p:attrNameLst>
                                      </p:cBhvr>
                                      <p:to>
                                        <p:strVal val="visible"/>
                                      </p:to>
                                    </p:set>
                                    <p:animEffect transition="in" filter="slide(fromLeft)">
                                      <p:cBhvr>
                                        <p:cTn id="18" dur="500"/>
                                        <p:tgtEl>
                                          <p:spTgt spid="3"/>
                                        </p:tgtEl>
                                      </p:cBhvr>
                                    </p:animEffect>
                                  </p:childTnLst>
                                </p:cTn>
                              </p:par>
                            </p:childTnLst>
                          </p:cTn>
                        </p:par>
                        <p:par>
                          <p:cTn id="19" fill="hold">
                            <p:stCondLst>
                              <p:cond delay="500"/>
                            </p:stCondLst>
                            <p:childTnLst>
                              <p:par>
                                <p:cTn id="20" presetID="3" presetClass="entr" presetSubtype="10" fill="hold" nodeType="afterEffect">
                                  <p:stCondLst>
                                    <p:cond delay="0"/>
                                  </p:stCondLst>
                                  <p:childTnLst>
                                    <p:set>
                                      <p:cBhvr>
                                        <p:cTn id="21" dur="1" fill="hold">
                                          <p:stCondLst>
                                            <p:cond delay="0"/>
                                          </p:stCondLst>
                                        </p:cTn>
                                        <p:tgtEl>
                                          <p:spTgt spid="6"/>
                                        </p:tgtEl>
                                        <p:attrNameLst>
                                          <p:attrName>style.visibility</p:attrName>
                                        </p:attrNameLst>
                                      </p:cBhvr>
                                      <p:to>
                                        <p:strVal val="visible"/>
                                      </p:to>
                                    </p:set>
                                    <p:animEffect transition="in" filter="blinds(horizontal)">
                                      <p:cBhvr>
                                        <p:cTn id="22" dur="500"/>
                                        <p:tgtEl>
                                          <p:spTgt spid="6"/>
                                        </p:tgtEl>
                                      </p:cBhvr>
                                    </p:animEffect>
                                  </p:childTnLst>
                                </p:cTn>
                              </p:par>
                            </p:childTnLst>
                          </p:cTn>
                        </p:par>
                      </p:childTnLst>
                    </p:cTn>
                  </p:par>
                  <p:par>
                    <p:cTn id="23" fill="hold">
                      <p:stCondLst>
                        <p:cond delay="indefinite"/>
                      </p:stCondLst>
                      <p:childTnLst>
                        <p:par>
                          <p:cTn id="24" fill="hold">
                            <p:stCondLst>
                              <p:cond delay="0"/>
                            </p:stCondLst>
                            <p:childTnLst>
                              <p:par>
                                <p:cTn id="25" presetID="12" presetClass="entr" presetSubtype="4" fill="hold" grpId="0" nodeType="clickEffect">
                                  <p:stCondLst>
                                    <p:cond delay="0"/>
                                  </p:stCondLst>
                                  <p:childTnLst>
                                    <p:set>
                                      <p:cBhvr>
                                        <p:cTn id="26" dur="1" fill="hold">
                                          <p:stCondLst>
                                            <p:cond delay="0"/>
                                          </p:stCondLst>
                                        </p:cTn>
                                        <p:tgtEl>
                                          <p:spTgt spid="10260"/>
                                        </p:tgtEl>
                                        <p:attrNameLst>
                                          <p:attrName>style.visibility</p:attrName>
                                        </p:attrNameLst>
                                      </p:cBhvr>
                                      <p:to>
                                        <p:strVal val="visible"/>
                                      </p:to>
                                    </p:set>
                                    <p:animEffect transition="in" filter="slide(fromBottom)">
                                      <p:cBhvr>
                                        <p:cTn id="27" dur="500"/>
                                        <p:tgtEl>
                                          <p:spTgt spid="10260"/>
                                        </p:tgtEl>
                                      </p:cBhvr>
                                    </p:animEffect>
                                  </p:childTnLst>
                                </p:cTn>
                              </p:par>
                            </p:childTnLst>
                          </p:cTn>
                        </p:par>
                      </p:childTnLst>
                    </p:cTn>
                  </p:par>
                  <p:par>
                    <p:cTn id="28" fill="hold">
                      <p:stCondLst>
                        <p:cond delay="indefinite"/>
                      </p:stCondLst>
                      <p:childTnLst>
                        <p:par>
                          <p:cTn id="29" fill="hold">
                            <p:stCondLst>
                              <p:cond delay="0"/>
                            </p:stCondLst>
                            <p:childTnLst>
                              <p:par>
                                <p:cTn id="30" presetID="18" presetClass="entr" presetSubtype="6" fill="hold" nodeType="clickEffect">
                                  <p:stCondLst>
                                    <p:cond delay="0"/>
                                  </p:stCondLst>
                                  <p:childTnLst>
                                    <p:set>
                                      <p:cBhvr>
                                        <p:cTn id="31" dur="1" fill="hold">
                                          <p:stCondLst>
                                            <p:cond delay="0"/>
                                          </p:stCondLst>
                                        </p:cTn>
                                        <p:tgtEl>
                                          <p:spTgt spid="10261"/>
                                        </p:tgtEl>
                                        <p:attrNameLst>
                                          <p:attrName>style.visibility</p:attrName>
                                        </p:attrNameLst>
                                      </p:cBhvr>
                                      <p:to>
                                        <p:strVal val="visible"/>
                                      </p:to>
                                    </p:set>
                                    <p:animEffect transition="in" filter="strips(downRight)">
                                      <p:cBhvr>
                                        <p:cTn id="32" dur="2000"/>
                                        <p:tgtEl>
                                          <p:spTgt spid="10261"/>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8" fill="hold" nodeType="clickEffect">
                                  <p:stCondLst>
                                    <p:cond delay="0"/>
                                  </p:stCondLst>
                                  <p:childTnLst>
                                    <p:set>
                                      <p:cBhvr>
                                        <p:cTn id="36" dur="1" fill="hold">
                                          <p:stCondLst>
                                            <p:cond delay="0"/>
                                          </p:stCondLst>
                                        </p:cTn>
                                        <p:tgtEl>
                                          <p:spTgt spid="10263"/>
                                        </p:tgtEl>
                                        <p:attrNameLst>
                                          <p:attrName>style.visibility</p:attrName>
                                        </p:attrNameLst>
                                      </p:cBhvr>
                                      <p:to>
                                        <p:strVal val="visible"/>
                                      </p:to>
                                    </p:set>
                                    <p:animEffect transition="in" filter="wipe(left)">
                                      <p:cBhvr>
                                        <p:cTn id="37" dur="2000"/>
                                        <p:tgtEl>
                                          <p:spTgt spid="1026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242" grpId="0"/>
      <p:bldP spid="10260" grpId="0"/>
    </p:bldLst>
  </p:timing>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9218" name="Text Box 2"/>
          <p:cNvSpPr txBox="1"/>
          <p:nvPr/>
        </p:nvSpPr>
        <p:spPr>
          <a:xfrm>
            <a:off x="1763713" y="549275"/>
            <a:ext cx="7272337" cy="519113"/>
          </a:xfrm>
          <a:prstGeom prst="rect">
            <a:avLst/>
          </a:prstGeom>
          <a:noFill/>
          <a:ln w="9525">
            <a:noFill/>
          </a:ln>
        </p:spPr>
        <p:txBody>
          <a:bodyPr lIns="198000" rIns="198000">
            <a:spAutoFit/>
          </a:bodyPr>
          <a:p>
            <a:pPr>
              <a:spcBef>
                <a:spcPct val="50000"/>
              </a:spcBef>
            </a:pPr>
            <a:r>
              <a:rPr lang="zh-CN" altLang="en-US" dirty="0">
                <a:latin typeface="楷体_GB2312" pitchFamily="49" charset="-122"/>
              </a:rPr>
              <a:t>正弦电路中负载获得最大功率</a:t>
            </a:r>
            <a:r>
              <a:rPr lang="en-US" altLang="zh-CN" b="0" i="1" dirty="0">
                <a:solidFill>
                  <a:schemeClr val="bg1"/>
                </a:solidFill>
                <a:latin typeface="Times New Roman" panose="02020603050405020304" pitchFamily="18" charset="0"/>
              </a:rPr>
              <a:t>P</a:t>
            </a:r>
            <a:r>
              <a:rPr lang="en-US" altLang="zh-CN" b="0" baseline="-25000" dirty="0">
                <a:solidFill>
                  <a:schemeClr val="bg1"/>
                </a:solidFill>
                <a:latin typeface="Times New Roman" panose="02020603050405020304" pitchFamily="18" charset="0"/>
              </a:rPr>
              <a:t>max</a:t>
            </a:r>
            <a:r>
              <a:rPr lang="zh-CN" altLang="en-US" dirty="0">
                <a:latin typeface="楷体_GB2312" pitchFamily="49" charset="-122"/>
              </a:rPr>
              <a:t>的条件。</a:t>
            </a:r>
            <a:endParaRPr lang="zh-CN" altLang="en-US" dirty="0">
              <a:latin typeface="楷体_GB2312" pitchFamily="49" charset="-122"/>
            </a:endParaRPr>
          </a:p>
        </p:txBody>
      </p:sp>
      <p:sp>
        <p:nvSpPr>
          <p:cNvPr id="9219" name="Text Box 3"/>
          <p:cNvSpPr txBox="1"/>
          <p:nvPr/>
        </p:nvSpPr>
        <p:spPr>
          <a:xfrm>
            <a:off x="827088" y="2276475"/>
            <a:ext cx="5041900" cy="579438"/>
          </a:xfrm>
          <a:prstGeom prst="rect">
            <a:avLst/>
          </a:prstGeom>
          <a:noFill/>
          <a:ln w="9525">
            <a:noFill/>
          </a:ln>
        </p:spPr>
        <p:txBody>
          <a:bodyPr>
            <a:spAutoFit/>
          </a:bodyPr>
          <a:p>
            <a:pPr marL="342900" indent="-342900">
              <a:spcBef>
                <a:spcPct val="50000"/>
              </a:spcBef>
              <a:buAutoNum type="circleNumDbPlain"/>
            </a:pPr>
            <a:r>
              <a:rPr lang="zh-CN" altLang="en-US" dirty="0">
                <a:latin typeface="Times New Roman" panose="02020603050405020304" pitchFamily="18" charset="0"/>
              </a:rPr>
              <a:t>若</a:t>
            </a:r>
            <a:r>
              <a:rPr lang="en-US" altLang="zh-CN" sz="3200" b="0" i="1" dirty="0">
                <a:solidFill>
                  <a:schemeClr val="bg1"/>
                </a:solidFill>
                <a:latin typeface="Times New Roman" panose="02020603050405020304" pitchFamily="18" charset="0"/>
                <a:ea typeface="宋体" panose="02010600030101010101" pitchFamily="2" charset="-122"/>
              </a:rPr>
              <a:t>Z</a:t>
            </a:r>
            <a:r>
              <a:rPr lang="en-US" altLang="zh-CN" sz="3200" b="0" baseline="-25000" dirty="0">
                <a:solidFill>
                  <a:schemeClr val="bg1"/>
                </a:solidFill>
                <a:latin typeface="Times New Roman" panose="02020603050405020304" pitchFamily="18" charset="0"/>
                <a:ea typeface="宋体" panose="02010600030101010101" pitchFamily="2" charset="-122"/>
              </a:rPr>
              <a:t>L</a:t>
            </a:r>
            <a:r>
              <a:rPr lang="en-US" altLang="zh-CN" sz="3200" b="0" dirty="0">
                <a:solidFill>
                  <a:schemeClr val="bg1"/>
                </a:solidFill>
                <a:latin typeface="Times New Roman" panose="02020603050405020304" pitchFamily="18" charset="0"/>
                <a:ea typeface="宋体" panose="02010600030101010101" pitchFamily="2" charset="-122"/>
              </a:rPr>
              <a:t>= </a:t>
            </a:r>
            <a:r>
              <a:rPr lang="en-US" altLang="zh-CN" sz="3200" b="0" i="1" dirty="0">
                <a:solidFill>
                  <a:schemeClr val="bg1"/>
                </a:solidFill>
                <a:latin typeface="Times New Roman" panose="02020603050405020304" pitchFamily="18" charset="0"/>
                <a:ea typeface="宋体" panose="02010600030101010101" pitchFamily="2" charset="-122"/>
              </a:rPr>
              <a:t>R</a:t>
            </a:r>
            <a:r>
              <a:rPr lang="en-US" altLang="zh-CN" sz="3200" b="0" baseline="-25000" dirty="0">
                <a:solidFill>
                  <a:schemeClr val="bg1"/>
                </a:solidFill>
                <a:latin typeface="Times New Roman" panose="02020603050405020304" pitchFamily="18" charset="0"/>
                <a:ea typeface="宋体" panose="02010600030101010101" pitchFamily="2" charset="-122"/>
              </a:rPr>
              <a:t>L</a:t>
            </a:r>
            <a:r>
              <a:rPr lang="en-US" altLang="zh-CN" sz="3200" b="0" dirty="0">
                <a:solidFill>
                  <a:schemeClr val="bg1"/>
                </a:solidFill>
                <a:latin typeface="Times New Roman" panose="02020603050405020304" pitchFamily="18" charset="0"/>
                <a:ea typeface="宋体" panose="02010600030101010101" pitchFamily="2" charset="-122"/>
              </a:rPr>
              <a:t> + j</a:t>
            </a:r>
            <a:r>
              <a:rPr lang="en-US" altLang="zh-CN" sz="3200" b="0" i="1" dirty="0">
                <a:solidFill>
                  <a:schemeClr val="bg1"/>
                </a:solidFill>
                <a:latin typeface="Times New Roman" panose="02020603050405020304" pitchFamily="18" charset="0"/>
                <a:ea typeface="宋体" panose="02010600030101010101" pitchFamily="2" charset="-122"/>
              </a:rPr>
              <a:t>X</a:t>
            </a:r>
            <a:r>
              <a:rPr lang="en-US" altLang="zh-CN" sz="3200" b="0" baseline="-25000" dirty="0">
                <a:solidFill>
                  <a:schemeClr val="bg1"/>
                </a:solidFill>
                <a:latin typeface="Times New Roman" panose="02020603050405020304" pitchFamily="18" charset="0"/>
                <a:ea typeface="宋体" panose="02010600030101010101" pitchFamily="2" charset="-122"/>
              </a:rPr>
              <a:t>L</a:t>
            </a:r>
            <a:r>
              <a:rPr lang="zh-CN" altLang="en-US" dirty="0">
                <a:latin typeface="Times New Roman" panose="02020603050405020304" pitchFamily="18" charset="0"/>
              </a:rPr>
              <a:t>可任意改变</a:t>
            </a:r>
            <a:r>
              <a:rPr lang="zh-CN" altLang="en-US" sz="2400" dirty="0">
                <a:solidFill>
                  <a:schemeClr val="bg1"/>
                </a:solidFill>
                <a:latin typeface="Times New Roman" panose="02020603050405020304" pitchFamily="18" charset="0"/>
                <a:ea typeface="宋体" panose="02010600030101010101" pitchFamily="2" charset="-122"/>
              </a:rPr>
              <a:t> </a:t>
            </a:r>
            <a:endParaRPr lang="zh-CN" altLang="en-US" sz="2400" dirty="0">
              <a:solidFill>
                <a:schemeClr val="bg1"/>
              </a:solidFill>
              <a:latin typeface="Times New Roman" panose="02020603050405020304" pitchFamily="18" charset="0"/>
              <a:ea typeface="宋体" panose="02010600030101010101" pitchFamily="2" charset="-122"/>
            </a:endParaRPr>
          </a:p>
        </p:txBody>
      </p:sp>
      <p:sp>
        <p:nvSpPr>
          <p:cNvPr id="9220" name="Text Box 4"/>
          <p:cNvSpPr txBox="1"/>
          <p:nvPr/>
        </p:nvSpPr>
        <p:spPr>
          <a:xfrm>
            <a:off x="900113" y="2924175"/>
            <a:ext cx="4460875" cy="519113"/>
          </a:xfrm>
          <a:prstGeom prst="rect">
            <a:avLst/>
          </a:prstGeom>
          <a:noFill/>
          <a:ln w="9525">
            <a:noFill/>
          </a:ln>
        </p:spPr>
        <p:txBody>
          <a:bodyPr wrap="none" lIns="198000" rIns="198000">
            <a:spAutoFit/>
          </a:bodyPr>
          <a:p>
            <a:pPr marL="342900" indent="-342900">
              <a:spcBef>
                <a:spcPct val="50000"/>
              </a:spcBef>
            </a:pPr>
            <a:r>
              <a:rPr lang="en-US" altLang="zh-CN" b="0" dirty="0">
                <a:latin typeface="楷体_GB2312" pitchFamily="49" charset="-122"/>
              </a:rPr>
              <a:t>(a)</a:t>
            </a:r>
            <a:r>
              <a:rPr lang="zh-CN" altLang="zh-CN" dirty="0">
                <a:latin typeface="楷体_GB2312" pitchFamily="49" charset="-122"/>
              </a:rPr>
              <a:t>先</a:t>
            </a:r>
            <a:r>
              <a:rPr lang="zh-CN" altLang="en-US" dirty="0">
                <a:latin typeface="楷体_GB2312" pitchFamily="49" charset="-122"/>
              </a:rPr>
              <a:t>设 </a:t>
            </a:r>
            <a:r>
              <a:rPr lang="en-US" altLang="zh-CN" b="0" i="1" dirty="0">
                <a:solidFill>
                  <a:schemeClr val="bg1"/>
                </a:solidFill>
                <a:latin typeface="Times New Roman" panose="02020603050405020304" pitchFamily="18" charset="0"/>
              </a:rPr>
              <a:t>R</a:t>
            </a:r>
            <a:r>
              <a:rPr lang="en-US" altLang="zh-CN" b="0" baseline="-25000" dirty="0">
                <a:solidFill>
                  <a:schemeClr val="bg1"/>
                </a:solidFill>
                <a:latin typeface="Times New Roman" panose="02020603050405020304" pitchFamily="18" charset="0"/>
              </a:rPr>
              <a:t>L </a:t>
            </a:r>
            <a:r>
              <a:rPr lang="zh-CN" altLang="en-US" dirty="0">
                <a:latin typeface="楷体_GB2312" pitchFamily="49" charset="-122"/>
              </a:rPr>
              <a:t>不变，</a:t>
            </a:r>
            <a:r>
              <a:rPr lang="en-US" altLang="zh-CN" b="0" i="1" dirty="0">
                <a:solidFill>
                  <a:schemeClr val="bg1"/>
                </a:solidFill>
                <a:latin typeface="Times New Roman" panose="02020603050405020304" pitchFamily="18" charset="0"/>
              </a:rPr>
              <a:t>X</a:t>
            </a:r>
            <a:r>
              <a:rPr lang="en-US" altLang="zh-CN" b="0" baseline="-25000" dirty="0">
                <a:solidFill>
                  <a:schemeClr val="bg1"/>
                </a:solidFill>
                <a:latin typeface="Times New Roman" panose="02020603050405020304" pitchFamily="18" charset="0"/>
              </a:rPr>
              <a:t>L </a:t>
            </a:r>
            <a:r>
              <a:rPr lang="zh-CN" altLang="zh-CN" dirty="0">
                <a:latin typeface="楷体_GB2312" pitchFamily="49" charset="-122"/>
              </a:rPr>
              <a:t>改变</a:t>
            </a:r>
            <a:endParaRPr lang="zh-CN" altLang="en-US" dirty="0">
              <a:latin typeface="楷体_GB2312" pitchFamily="49" charset="-122"/>
            </a:endParaRPr>
          </a:p>
        </p:txBody>
      </p:sp>
      <p:sp>
        <p:nvSpPr>
          <p:cNvPr id="9221" name="Text Box 5"/>
          <p:cNvSpPr txBox="1"/>
          <p:nvPr/>
        </p:nvSpPr>
        <p:spPr>
          <a:xfrm>
            <a:off x="539750" y="3500438"/>
            <a:ext cx="8281988" cy="519112"/>
          </a:xfrm>
          <a:prstGeom prst="rect">
            <a:avLst/>
          </a:prstGeom>
          <a:noFill/>
          <a:ln w="9525">
            <a:noFill/>
          </a:ln>
        </p:spPr>
        <p:txBody>
          <a:bodyPr lIns="198000" rIns="198000">
            <a:spAutoFit/>
          </a:bodyPr>
          <a:p>
            <a:pPr>
              <a:spcBef>
                <a:spcPct val="50000"/>
              </a:spcBef>
            </a:pPr>
            <a:r>
              <a:rPr lang="zh-CN" altLang="en-US" dirty="0">
                <a:latin typeface="Times New Roman" panose="02020603050405020304" pitchFamily="18" charset="0"/>
              </a:rPr>
              <a:t>显然，当</a:t>
            </a:r>
            <a:r>
              <a:rPr lang="en-US" altLang="zh-CN" b="0" i="1" dirty="0">
                <a:solidFill>
                  <a:schemeClr val="bg1"/>
                </a:solidFill>
                <a:latin typeface="Times New Roman" panose="02020603050405020304" pitchFamily="18" charset="0"/>
                <a:ea typeface="宋体" panose="02010600030101010101" pitchFamily="2" charset="-122"/>
              </a:rPr>
              <a:t>X</a:t>
            </a:r>
            <a:r>
              <a:rPr lang="en-US" altLang="zh-CN" b="0" baseline="-25000" dirty="0">
                <a:solidFill>
                  <a:schemeClr val="bg1"/>
                </a:solidFill>
                <a:latin typeface="Times New Roman" panose="02020603050405020304" pitchFamily="18" charset="0"/>
                <a:ea typeface="宋体" panose="02010600030101010101" pitchFamily="2" charset="-122"/>
              </a:rPr>
              <a:t>i</a:t>
            </a:r>
            <a:r>
              <a:rPr lang="en-US" altLang="zh-CN" b="0" dirty="0">
                <a:solidFill>
                  <a:schemeClr val="bg1"/>
                </a:solidFill>
                <a:latin typeface="Times New Roman" panose="02020603050405020304" pitchFamily="18" charset="0"/>
                <a:ea typeface="宋体" panose="02010600030101010101" pitchFamily="2" charset="-122"/>
              </a:rPr>
              <a:t> + </a:t>
            </a:r>
            <a:r>
              <a:rPr lang="en-US" altLang="zh-CN" b="0" i="1" dirty="0">
                <a:solidFill>
                  <a:schemeClr val="bg1"/>
                </a:solidFill>
                <a:latin typeface="Times New Roman" panose="02020603050405020304" pitchFamily="18" charset="0"/>
                <a:ea typeface="宋体" panose="02010600030101010101" pitchFamily="2" charset="-122"/>
              </a:rPr>
              <a:t>X</a:t>
            </a:r>
            <a:r>
              <a:rPr lang="en-US" altLang="zh-CN" b="0" baseline="-25000" dirty="0">
                <a:solidFill>
                  <a:schemeClr val="bg1"/>
                </a:solidFill>
                <a:latin typeface="Times New Roman" panose="02020603050405020304" pitchFamily="18" charset="0"/>
                <a:ea typeface="宋体" panose="02010600030101010101" pitchFamily="2" charset="-122"/>
              </a:rPr>
              <a:t>L</a:t>
            </a:r>
            <a:r>
              <a:rPr lang="en-US" altLang="zh-CN" b="0" dirty="0">
                <a:solidFill>
                  <a:schemeClr val="bg1"/>
                </a:solidFill>
                <a:latin typeface="Times New Roman" panose="02020603050405020304" pitchFamily="18" charset="0"/>
                <a:ea typeface="宋体" panose="02010600030101010101" pitchFamily="2" charset="-122"/>
              </a:rPr>
              <a:t>=0</a:t>
            </a:r>
            <a:r>
              <a:rPr lang="zh-CN" altLang="en-US" dirty="0">
                <a:latin typeface="Times New Roman" panose="02020603050405020304" pitchFamily="18" charset="0"/>
                <a:ea typeface="宋体" panose="02010600030101010101" pitchFamily="2" charset="-122"/>
              </a:rPr>
              <a:t>，</a:t>
            </a:r>
            <a:r>
              <a:rPr lang="zh-CN" altLang="en-US" dirty="0">
                <a:latin typeface="Times New Roman" panose="02020603050405020304" pitchFamily="18" charset="0"/>
              </a:rPr>
              <a:t>即</a:t>
            </a:r>
            <a:r>
              <a:rPr lang="en-US" altLang="zh-CN" b="0" i="1" dirty="0">
                <a:solidFill>
                  <a:schemeClr val="bg1"/>
                </a:solidFill>
                <a:latin typeface="Times New Roman" panose="02020603050405020304" pitchFamily="18" charset="0"/>
                <a:ea typeface="宋体" panose="02010600030101010101" pitchFamily="2" charset="-122"/>
              </a:rPr>
              <a:t>X</a:t>
            </a:r>
            <a:r>
              <a:rPr lang="en-US" altLang="zh-CN" b="0" baseline="-25000" dirty="0">
                <a:solidFill>
                  <a:schemeClr val="bg1"/>
                </a:solidFill>
                <a:latin typeface="Times New Roman" panose="02020603050405020304" pitchFamily="18" charset="0"/>
                <a:ea typeface="宋体" panose="02010600030101010101" pitchFamily="2" charset="-122"/>
              </a:rPr>
              <a:t>L</a:t>
            </a:r>
            <a:r>
              <a:rPr lang="en-US" altLang="zh-CN" b="0" dirty="0">
                <a:solidFill>
                  <a:schemeClr val="bg1"/>
                </a:solidFill>
                <a:latin typeface="Times New Roman" panose="02020603050405020304" pitchFamily="18" charset="0"/>
                <a:ea typeface="宋体" panose="02010600030101010101" pitchFamily="2" charset="-122"/>
              </a:rPr>
              <a:t> =</a:t>
            </a:r>
            <a:r>
              <a:rPr lang="en-US" altLang="zh-CN" b="0" dirty="0">
                <a:solidFill>
                  <a:schemeClr val="bg1"/>
                </a:solidFill>
                <a:latin typeface="宋体" panose="02010600030101010101" pitchFamily="2" charset="-122"/>
                <a:ea typeface="宋体" panose="02010600030101010101" pitchFamily="2" charset="-122"/>
              </a:rPr>
              <a:t>-</a:t>
            </a:r>
            <a:r>
              <a:rPr lang="en-US" altLang="zh-CN" b="0" i="1" dirty="0">
                <a:solidFill>
                  <a:schemeClr val="bg1"/>
                </a:solidFill>
                <a:latin typeface="Times New Roman" panose="02020603050405020304" pitchFamily="18" charset="0"/>
                <a:ea typeface="宋体" panose="02010600030101010101" pitchFamily="2" charset="-122"/>
              </a:rPr>
              <a:t>X</a:t>
            </a:r>
            <a:r>
              <a:rPr lang="en-US" altLang="zh-CN" b="0" baseline="-25000" dirty="0">
                <a:solidFill>
                  <a:schemeClr val="bg1"/>
                </a:solidFill>
                <a:latin typeface="Times New Roman" panose="02020603050405020304" pitchFamily="18" charset="0"/>
                <a:ea typeface="宋体" panose="02010600030101010101" pitchFamily="2" charset="-122"/>
              </a:rPr>
              <a:t>i</a:t>
            </a:r>
            <a:r>
              <a:rPr lang="zh-CN" altLang="zh-CN" dirty="0">
                <a:latin typeface="Times New Roman" panose="02020603050405020304" pitchFamily="18" charset="0"/>
              </a:rPr>
              <a:t>时</a:t>
            </a:r>
            <a:r>
              <a:rPr lang="zh-CN" altLang="zh-CN" dirty="0">
                <a:latin typeface="Times New Roman" panose="02020603050405020304" pitchFamily="18" charset="0"/>
                <a:ea typeface="宋体" panose="02010600030101010101" pitchFamily="2" charset="-122"/>
              </a:rPr>
              <a:t>，</a:t>
            </a:r>
            <a:r>
              <a:rPr lang="en-US" altLang="zh-CN" b="0" i="1" dirty="0">
                <a:solidFill>
                  <a:schemeClr val="bg1"/>
                </a:solidFill>
                <a:latin typeface="Times New Roman" panose="02020603050405020304" pitchFamily="18" charset="0"/>
                <a:ea typeface="宋体" panose="02010600030101010101" pitchFamily="2" charset="-122"/>
              </a:rPr>
              <a:t>P </a:t>
            </a:r>
            <a:r>
              <a:rPr lang="zh-CN" altLang="zh-CN" dirty="0">
                <a:latin typeface="Times New Roman" panose="02020603050405020304" pitchFamily="18" charset="0"/>
              </a:rPr>
              <a:t>获得最大值。</a:t>
            </a:r>
            <a:endParaRPr lang="zh-CN" altLang="en-US" baseline="-25000" dirty="0">
              <a:latin typeface="Times New Roman" panose="02020603050405020304" pitchFamily="18" charset="0"/>
            </a:endParaRPr>
          </a:p>
        </p:txBody>
      </p:sp>
      <p:graphicFrame>
        <p:nvGraphicFramePr>
          <p:cNvPr id="9222" name="Object 6"/>
          <p:cNvGraphicFramePr/>
          <p:nvPr/>
        </p:nvGraphicFramePr>
        <p:xfrm>
          <a:off x="5940425" y="1139825"/>
          <a:ext cx="2592388" cy="1220788"/>
        </p:xfrm>
        <a:graphic>
          <a:graphicData uri="http://schemas.openxmlformats.org/presentationml/2006/ole">
            <mc:AlternateContent xmlns:mc="http://schemas.openxmlformats.org/markup-compatibility/2006">
              <mc:Choice xmlns:v="urn:schemas-microsoft-com:vml" Requires="v">
                <p:oleObj spid="_x0000_s3541" name="" r:id="rId1" imgW="1053465" imgH="495300" progId="Equation.3">
                  <p:embed/>
                </p:oleObj>
              </mc:Choice>
              <mc:Fallback>
                <p:oleObj name="" r:id="rId1" imgW="1053465" imgH="495300" progId="Equation.3">
                  <p:embed/>
                  <p:pic>
                    <p:nvPicPr>
                      <p:cNvPr id="0" name="图片 3540"/>
                      <p:cNvPicPr/>
                      <p:nvPr/>
                    </p:nvPicPr>
                    <p:blipFill>
                      <a:blip r:embed="rId2">
                        <a:clrChange>
                          <a:clrFrom>
                            <a:srgbClr val="000000"/>
                          </a:clrFrom>
                          <a:clrTo>
                            <a:srgbClr val="FFFFFF"/>
                          </a:clrTo>
                        </a:clrChange>
                      </a:blip>
                      <a:stretch>
                        <a:fillRect/>
                      </a:stretch>
                    </p:blipFill>
                    <p:spPr>
                      <a:xfrm>
                        <a:off x="5940425" y="1139825"/>
                        <a:ext cx="2592388" cy="1220788"/>
                      </a:xfrm>
                      <a:prstGeom prst="rect">
                        <a:avLst/>
                      </a:prstGeom>
                      <a:noFill/>
                      <a:ln w="38100">
                        <a:noFill/>
                        <a:miter/>
                      </a:ln>
                    </p:spPr>
                  </p:pic>
                </p:oleObj>
              </mc:Fallback>
            </mc:AlternateContent>
          </a:graphicData>
        </a:graphic>
      </p:graphicFrame>
      <p:sp>
        <p:nvSpPr>
          <p:cNvPr id="9223" name="Text Box 7"/>
          <p:cNvSpPr txBox="1"/>
          <p:nvPr/>
        </p:nvSpPr>
        <p:spPr>
          <a:xfrm>
            <a:off x="684213" y="4149725"/>
            <a:ext cx="6192837" cy="519113"/>
          </a:xfrm>
          <a:prstGeom prst="rect">
            <a:avLst/>
          </a:prstGeom>
          <a:noFill/>
          <a:ln w="9525">
            <a:noFill/>
          </a:ln>
        </p:spPr>
        <p:txBody>
          <a:bodyPr lIns="198000" rIns="198000">
            <a:spAutoFit/>
          </a:bodyPr>
          <a:p>
            <a:pPr marL="342900" indent="-342900">
              <a:spcBef>
                <a:spcPct val="50000"/>
              </a:spcBef>
            </a:pPr>
            <a:r>
              <a:rPr lang="en-US" altLang="zh-CN" b="0" dirty="0">
                <a:latin typeface="楷体_GB2312" pitchFamily="49" charset="-122"/>
              </a:rPr>
              <a:t>(b)</a:t>
            </a:r>
            <a:r>
              <a:rPr lang="zh-CN" altLang="zh-CN" dirty="0">
                <a:latin typeface="楷体_GB2312" pitchFamily="49" charset="-122"/>
              </a:rPr>
              <a:t>再讨论</a:t>
            </a:r>
            <a:r>
              <a:rPr lang="zh-CN" altLang="en-US" dirty="0">
                <a:latin typeface="楷体_GB2312" pitchFamily="49" charset="-122"/>
              </a:rPr>
              <a:t> </a:t>
            </a:r>
            <a:r>
              <a:rPr lang="en-US" altLang="zh-CN" b="0" i="1" dirty="0">
                <a:solidFill>
                  <a:schemeClr val="bg1"/>
                </a:solidFill>
                <a:latin typeface="Times New Roman" panose="02020603050405020304" pitchFamily="18" charset="0"/>
              </a:rPr>
              <a:t>R</a:t>
            </a:r>
            <a:r>
              <a:rPr lang="en-US" altLang="zh-CN" b="0" baseline="-25000" dirty="0">
                <a:solidFill>
                  <a:schemeClr val="bg1"/>
                </a:solidFill>
                <a:latin typeface="Times New Roman" panose="02020603050405020304" pitchFamily="18" charset="0"/>
              </a:rPr>
              <a:t>L </a:t>
            </a:r>
            <a:r>
              <a:rPr lang="zh-CN" altLang="zh-CN" dirty="0">
                <a:latin typeface="楷体_GB2312" pitchFamily="49" charset="-122"/>
              </a:rPr>
              <a:t>改变时，</a:t>
            </a:r>
            <a:r>
              <a:rPr lang="en-US" altLang="zh-CN" b="0" i="1" dirty="0">
                <a:solidFill>
                  <a:schemeClr val="bg1"/>
                </a:solidFill>
                <a:latin typeface="Times New Roman" panose="02020603050405020304" pitchFamily="18" charset="0"/>
              </a:rPr>
              <a:t>P </a:t>
            </a:r>
            <a:r>
              <a:rPr lang="zh-CN" altLang="zh-CN" dirty="0">
                <a:latin typeface="楷体_GB2312" pitchFamily="49" charset="-122"/>
              </a:rPr>
              <a:t>的最大值</a:t>
            </a:r>
            <a:r>
              <a:rPr lang="zh-CN" altLang="en-US" dirty="0">
                <a:latin typeface="楷体_GB2312" pitchFamily="49" charset="-122"/>
              </a:rPr>
              <a:t>。</a:t>
            </a:r>
            <a:endParaRPr lang="zh-CN" altLang="en-US" dirty="0">
              <a:latin typeface="楷体_GB2312" pitchFamily="49" charset="-122"/>
            </a:endParaRPr>
          </a:p>
        </p:txBody>
      </p:sp>
      <p:graphicFrame>
        <p:nvGraphicFramePr>
          <p:cNvPr id="9225" name="Object 9"/>
          <p:cNvGraphicFramePr/>
          <p:nvPr/>
        </p:nvGraphicFramePr>
        <p:xfrm>
          <a:off x="6011863" y="1196975"/>
          <a:ext cx="2520950" cy="1600200"/>
        </p:xfrm>
        <a:graphic>
          <a:graphicData uri="http://schemas.openxmlformats.org/presentationml/2006/ole">
            <mc:AlternateContent xmlns:mc="http://schemas.openxmlformats.org/markup-compatibility/2006">
              <mc:Choice xmlns:v="urn:schemas-microsoft-com:vml" Requires="v">
                <p:oleObj spid="_x0000_s3542" name="" r:id="rId3" imgW="799465" imgH="508000" progId="Equation.3">
                  <p:embed/>
                </p:oleObj>
              </mc:Choice>
              <mc:Fallback>
                <p:oleObj name="" r:id="rId3" imgW="799465" imgH="508000" progId="Equation.3">
                  <p:embed/>
                  <p:pic>
                    <p:nvPicPr>
                      <p:cNvPr id="0" name="图片 3541"/>
                      <p:cNvPicPr/>
                      <p:nvPr/>
                    </p:nvPicPr>
                    <p:blipFill>
                      <a:blip r:embed="rId4"/>
                      <a:stretch>
                        <a:fillRect/>
                      </a:stretch>
                    </p:blipFill>
                    <p:spPr>
                      <a:xfrm>
                        <a:off x="6011863" y="1196975"/>
                        <a:ext cx="2520950" cy="1600200"/>
                      </a:xfrm>
                      <a:prstGeom prst="rect">
                        <a:avLst/>
                      </a:prstGeom>
                      <a:gradFill rotWithShape="1">
                        <a:gsLst>
                          <a:gs pos="0">
                            <a:srgbClr val="FFCC99"/>
                          </a:gs>
                          <a:gs pos="100000">
                            <a:schemeClr val="bg1"/>
                          </a:gs>
                        </a:gsLst>
                        <a:lin ang="5400000" scaled="1"/>
                        <a:tileRect/>
                      </a:gradFill>
                      <a:ln w="38100">
                        <a:noFill/>
                        <a:miter/>
                      </a:ln>
                    </p:spPr>
                  </p:pic>
                </p:oleObj>
              </mc:Fallback>
            </mc:AlternateContent>
          </a:graphicData>
        </a:graphic>
      </p:graphicFrame>
      <p:graphicFrame>
        <p:nvGraphicFramePr>
          <p:cNvPr id="9233" name="Object 17"/>
          <p:cNvGraphicFramePr/>
          <p:nvPr/>
        </p:nvGraphicFramePr>
        <p:xfrm>
          <a:off x="1187450" y="1052513"/>
          <a:ext cx="4392613" cy="1125537"/>
        </p:xfrm>
        <a:graphic>
          <a:graphicData uri="http://schemas.openxmlformats.org/presentationml/2006/ole">
            <mc:AlternateContent xmlns:mc="http://schemas.openxmlformats.org/markup-compatibility/2006">
              <mc:Choice xmlns:v="urn:schemas-microsoft-com:vml" Requires="v">
                <p:oleObj spid="_x0000_s3546" name="" r:id="rId5" imgW="1981200" imgH="508000" progId="Equation.3">
                  <p:embed/>
                </p:oleObj>
              </mc:Choice>
              <mc:Fallback>
                <p:oleObj name="" r:id="rId5" imgW="1981200" imgH="508000" progId="Equation.3">
                  <p:embed/>
                  <p:pic>
                    <p:nvPicPr>
                      <p:cNvPr id="0" name="图片 3545"/>
                      <p:cNvPicPr/>
                      <p:nvPr/>
                    </p:nvPicPr>
                    <p:blipFill>
                      <a:blip r:embed="rId6">
                        <a:clrChange>
                          <a:clrFrom>
                            <a:srgbClr val="000000"/>
                          </a:clrFrom>
                          <a:clrTo>
                            <a:srgbClr val="FFFFFF"/>
                          </a:clrTo>
                        </a:clrChange>
                      </a:blip>
                      <a:stretch>
                        <a:fillRect/>
                      </a:stretch>
                    </p:blipFill>
                    <p:spPr>
                      <a:xfrm>
                        <a:off x="1187450" y="1052513"/>
                        <a:ext cx="4392613" cy="1125537"/>
                      </a:xfrm>
                      <a:prstGeom prst="rect">
                        <a:avLst/>
                      </a:prstGeom>
                      <a:noFill/>
                      <a:ln w="38100">
                        <a:noFill/>
                        <a:miter/>
                      </a:ln>
                    </p:spPr>
                  </p:pic>
                </p:oleObj>
              </mc:Fallback>
            </mc:AlternateContent>
          </a:graphicData>
        </a:graphic>
      </p:graphicFrame>
      <p:grpSp>
        <p:nvGrpSpPr>
          <p:cNvPr id="74762" name="Group 26"/>
          <p:cNvGrpSpPr/>
          <p:nvPr/>
        </p:nvGrpSpPr>
        <p:grpSpPr>
          <a:xfrm>
            <a:off x="8316913" y="6446838"/>
            <a:ext cx="792162" cy="366712"/>
            <a:chOff x="5193" y="4020"/>
            <a:chExt cx="499" cy="231"/>
          </a:xfrm>
        </p:grpSpPr>
        <p:pic>
          <p:nvPicPr>
            <p:cNvPr id="74779" name="Picture 27" descr="78900"/>
            <p:cNvPicPr>
              <a:picLocks noChangeAspect="1"/>
            </p:cNvPicPr>
            <p:nvPr/>
          </p:nvPicPr>
          <p:blipFill>
            <a:blip r:embed="rId7"/>
            <a:stretch>
              <a:fillRect/>
            </a:stretch>
          </p:blipFill>
          <p:spPr>
            <a:xfrm>
              <a:off x="5193" y="4066"/>
              <a:ext cx="499" cy="181"/>
            </a:xfrm>
            <a:prstGeom prst="rect">
              <a:avLst/>
            </a:prstGeom>
            <a:noFill/>
            <a:ln w="9525">
              <a:noFill/>
            </a:ln>
          </p:spPr>
        </p:pic>
        <p:sp>
          <p:nvSpPr>
            <p:cNvPr id="74780" name="Text Box 28">
              <a:hlinkClick r:id="" action="ppaction://hlinkshowjump?jump=nextslide"/>
            </p:cNvPr>
            <p:cNvSpPr txBox="1"/>
            <p:nvPr/>
          </p:nvSpPr>
          <p:spPr>
            <a:xfrm>
              <a:off x="5216" y="4020"/>
              <a:ext cx="476" cy="231"/>
            </a:xfrm>
            <a:prstGeom prst="rect">
              <a:avLst/>
            </a:prstGeom>
            <a:noFill/>
            <a:ln w="9525">
              <a:noFill/>
            </a:ln>
          </p:spPr>
          <p:txBody>
            <a:bodyPr wrap="none">
              <a:spAutoFit/>
            </a:bodyPr>
            <a:p>
              <a:pPr>
                <a:spcBef>
                  <a:spcPct val="50000"/>
                </a:spcBef>
              </a:pPr>
              <a:r>
                <a:rPr lang="zh-CN" altLang="en-US" sz="1800" b="0" dirty="0">
                  <a:solidFill>
                    <a:schemeClr val="bg1"/>
                  </a:solidFill>
                  <a:latin typeface="隶书" panose="02010509060101010101" pitchFamily="49" charset="-122"/>
                  <a:ea typeface="隶书" panose="02010509060101010101" pitchFamily="49" charset="-122"/>
                </a:rPr>
                <a:t>下 页</a:t>
              </a:r>
              <a:endParaRPr lang="zh-CN" altLang="en-US" sz="1800" b="0" dirty="0">
                <a:solidFill>
                  <a:schemeClr val="bg1"/>
                </a:solidFill>
                <a:latin typeface="隶书" panose="02010509060101010101" pitchFamily="49" charset="-122"/>
                <a:ea typeface="隶书" panose="02010509060101010101" pitchFamily="49" charset="-122"/>
              </a:endParaRPr>
            </a:p>
          </p:txBody>
        </p:sp>
      </p:grpSp>
      <p:grpSp>
        <p:nvGrpSpPr>
          <p:cNvPr id="74763" name="Group 29"/>
          <p:cNvGrpSpPr/>
          <p:nvPr/>
        </p:nvGrpSpPr>
        <p:grpSpPr>
          <a:xfrm>
            <a:off x="7453313" y="6446838"/>
            <a:ext cx="792162" cy="366712"/>
            <a:chOff x="4649" y="4020"/>
            <a:chExt cx="499" cy="231"/>
          </a:xfrm>
        </p:grpSpPr>
        <p:pic>
          <p:nvPicPr>
            <p:cNvPr id="74777" name="Picture 30" descr="78900"/>
            <p:cNvPicPr>
              <a:picLocks noChangeAspect="1"/>
            </p:cNvPicPr>
            <p:nvPr/>
          </p:nvPicPr>
          <p:blipFill>
            <a:blip r:embed="rId7"/>
            <a:stretch>
              <a:fillRect/>
            </a:stretch>
          </p:blipFill>
          <p:spPr>
            <a:xfrm>
              <a:off x="4649" y="4066"/>
              <a:ext cx="499" cy="181"/>
            </a:xfrm>
            <a:prstGeom prst="rect">
              <a:avLst/>
            </a:prstGeom>
            <a:noFill/>
            <a:ln w="9525">
              <a:noFill/>
            </a:ln>
          </p:spPr>
        </p:pic>
        <p:sp>
          <p:nvSpPr>
            <p:cNvPr id="74778" name="Text Box 31">
              <a:hlinkClick r:id="" action="ppaction://hlinkshowjump?jump=previousslide"/>
            </p:cNvPr>
            <p:cNvSpPr txBox="1"/>
            <p:nvPr/>
          </p:nvSpPr>
          <p:spPr>
            <a:xfrm>
              <a:off x="4672" y="4020"/>
              <a:ext cx="476" cy="231"/>
            </a:xfrm>
            <a:prstGeom prst="rect">
              <a:avLst/>
            </a:prstGeom>
            <a:noFill/>
            <a:ln w="9525">
              <a:noFill/>
            </a:ln>
          </p:spPr>
          <p:txBody>
            <a:bodyPr wrap="none">
              <a:spAutoFit/>
            </a:bodyPr>
            <a:p>
              <a:pPr>
                <a:spcBef>
                  <a:spcPct val="50000"/>
                </a:spcBef>
              </a:pPr>
              <a:r>
                <a:rPr lang="zh-CN" altLang="en-US" sz="1800" b="0" dirty="0">
                  <a:solidFill>
                    <a:schemeClr val="bg1"/>
                  </a:solidFill>
                  <a:latin typeface="隶书" panose="02010509060101010101" pitchFamily="49" charset="-122"/>
                  <a:ea typeface="隶书" panose="02010509060101010101" pitchFamily="49" charset="-122"/>
                </a:rPr>
                <a:t>上 页</a:t>
              </a:r>
              <a:endParaRPr lang="zh-CN" altLang="en-US" sz="1800" b="0" dirty="0">
                <a:solidFill>
                  <a:schemeClr val="bg1"/>
                </a:solidFill>
                <a:latin typeface="隶书" panose="02010509060101010101" pitchFamily="49" charset="-122"/>
                <a:ea typeface="隶书" panose="02010509060101010101" pitchFamily="49" charset="-122"/>
              </a:endParaRPr>
            </a:p>
          </p:txBody>
        </p:sp>
      </p:grpSp>
      <p:grpSp>
        <p:nvGrpSpPr>
          <p:cNvPr id="4" name="Group 35"/>
          <p:cNvGrpSpPr/>
          <p:nvPr/>
        </p:nvGrpSpPr>
        <p:grpSpPr>
          <a:xfrm>
            <a:off x="250825" y="404813"/>
            <a:ext cx="1847850" cy="850900"/>
            <a:chOff x="385" y="3022"/>
            <a:chExt cx="1164" cy="536"/>
          </a:xfrm>
        </p:grpSpPr>
        <p:pic>
          <p:nvPicPr>
            <p:cNvPr id="74775" name="Picture 36" descr="123"/>
            <p:cNvPicPr>
              <a:picLocks noChangeAspect="1"/>
            </p:cNvPicPr>
            <p:nvPr/>
          </p:nvPicPr>
          <p:blipFill>
            <a:blip r:embed="rId8"/>
            <a:stretch>
              <a:fillRect/>
            </a:stretch>
          </p:blipFill>
          <p:spPr>
            <a:xfrm>
              <a:off x="385" y="3022"/>
              <a:ext cx="590" cy="536"/>
            </a:xfrm>
            <a:prstGeom prst="rect">
              <a:avLst/>
            </a:prstGeom>
            <a:noFill/>
            <a:ln w="9525">
              <a:noFill/>
            </a:ln>
          </p:spPr>
        </p:pic>
        <p:sp>
          <p:nvSpPr>
            <p:cNvPr id="74776" name="Text Box 37"/>
            <p:cNvSpPr txBox="1"/>
            <p:nvPr/>
          </p:nvSpPr>
          <p:spPr>
            <a:xfrm>
              <a:off x="793" y="3116"/>
              <a:ext cx="756" cy="365"/>
            </a:xfrm>
            <a:prstGeom prst="rect">
              <a:avLst/>
            </a:prstGeom>
            <a:noFill/>
            <a:ln w="9525">
              <a:noFill/>
            </a:ln>
          </p:spPr>
          <p:txBody>
            <a:bodyPr wrap="none">
              <a:spAutoFit/>
            </a:bodyPr>
            <a:p>
              <a:r>
                <a:rPr lang="zh-CN" altLang="en-US" sz="3200" b="0" dirty="0">
                  <a:solidFill>
                    <a:srgbClr val="FA7748"/>
                  </a:solidFill>
                  <a:latin typeface="Times New Roman" panose="02020603050405020304" pitchFamily="18" charset="0"/>
                  <a:ea typeface="华文行楷" panose="02010800040101010101" pitchFamily="2" charset="-122"/>
                </a:rPr>
                <a:t>讨论  </a:t>
              </a:r>
              <a:endParaRPr lang="zh-CN" altLang="en-US" sz="3200" b="0" dirty="0">
                <a:solidFill>
                  <a:srgbClr val="FA7748"/>
                </a:solidFill>
                <a:latin typeface="Times New Roman" panose="02020603050405020304" pitchFamily="18" charset="0"/>
                <a:ea typeface="华文行楷" panose="02010800040101010101" pitchFamily="2" charset="-122"/>
              </a:endParaRPr>
            </a:p>
          </p:txBody>
        </p:sp>
      </p:grpSp>
      <p:sp>
        <p:nvSpPr>
          <p:cNvPr id="9254" name="Text Box 38"/>
          <p:cNvSpPr txBox="1"/>
          <p:nvPr/>
        </p:nvSpPr>
        <p:spPr>
          <a:xfrm>
            <a:off x="539750" y="4797425"/>
            <a:ext cx="4897438" cy="519113"/>
          </a:xfrm>
          <a:prstGeom prst="rect">
            <a:avLst/>
          </a:prstGeom>
          <a:noFill/>
          <a:ln w="9525">
            <a:noFill/>
          </a:ln>
        </p:spPr>
        <p:txBody>
          <a:bodyPr lIns="198000" rIns="198000">
            <a:spAutoFit/>
          </a:bodyPr>
          <a:p>
            <a:pPr>
              <a:spcBef>
                <a:spcPct val="50000"/>
              </a:spcBef>
            </a:pPr>
            <a:r>
              <a:rPr lang="zh-CN" altLang="en-US" dirty="0">
                <a:latin typeface="楷体_GB2312" pitchFamily="49" charset="-122"/>
              </a:rPr>
              <a:t>当</a:t>
            </a:r>
            <a:r>
              <a:rPr lang="en-US" altLang="zh-CN" b="0" i="1" dirty="0">
                <a:solidFill>
                  <a:schemeClr val="bg1"/>
                </a:solidFill>
                <a:latin typeface="Times New Roman" panose="02020603050405020304" pitchFamily="18" charset="0"/>
              </a:rPr>
              <a:t>R</a:t>
            </a:r>
            <a:r>
              <a:rPr lang="en-US" altLang="zh-CN" b="0" baseline="-25000" dirty="0">
                <a:solidFill>
                  <a:schemeClr val="bg1"/>
                </a:solidFill>
                <a:latin typeface="Times New Roman" panose="02020603050405020304" pitchFamily="18" charset="0"/>
              </a:rPr>
              <a:t>L</a:t>
            </a:r>
            <a:r>
              <a:rPr lang="en-US" altLang="zh-CN" b="0" dirty="0">
                <a:solidFill>
                  <a:schemeClr val="bg1"/>
                </a:solidFill>
                <a:latin typeface="Times New Roman" panose="02020603050405020304" pitchFamily="18" charset="0"/>
              </a:rPr>
              <a:t>= </a:t>
            </a:r>
            <a:r>
              <a:rPr lang="en-US" altLang="zh-CN" b="0" i="1" dirty="0">
                <a:solidFill>
                  <a:schemeClr val="bg1"/>
                </a:solidFill>
                <a:latin typeface="Times New Roman" panose="02020603050405020304" pitchFamily="18" charset="0"/>
              </a:rPr>
              <a:t>R</a:t>
            </a:r>
            <a:r>
              <a:rPr lang="en-US" altLang="zh-CN" b="0" baseline="-25000" dirty="0">
                <a:solidFill>
                  <a:schemeClr val="bg1"/>
                </a:solidFill>
                <a:latin typeface="Times New Roman" panose="02020603050405020304" pitchFamily="18" charset="0"/>
              </a:rPr>
              <a:t>i</a:t>
            </a:r>
            <a:r>
              <a:rPr lang="en-US" altLang="zh-CN" baseline="-25000" dirty="0">
                <a:solidFill>
                  <a:schemeClr val="bg1"/>
                </a:solidFill>
                <a:latin typeface="楷体_GB2312" pitchFamily="49" charset="-122"/>
              </a:rPr>
              <a:t> </a:t>
            </a:r>
            <a:r>
              <a:rPr lang="zh-CN" altLang="zh-CN" dirty="0">
                <a:latin typeface="楷体_GB2312" pitchFamily="49" charset="-122"/>
              </a:rPr>
              <a:t>时，</a:t>
            </a:r>
            <a:r>
              <a:rPr lang="en-US" altLang="zh-CN" b="0" i="1" dirty="0">
                <a:solidFill>
                  <a:schemeClr val="bg1"/>
                </a:solidFill>
                <a:latin typeface="Times New Roman" panose="02020603050405020304" pitchFamily="18" charset="0"/>
              </a:rPr>
              <a:t>P </a:t>
            </a:r>
            <a:r>
              <a:rPr lang="zh-CN" altLang="zh-CN" dirty="0">
                <a:latin typeface="楷体_GB2312" pitchFamily="49" charset="-122"/>
              </a:rPr>
              <a:t>获得最大值</a:t>
            </a:r>
            <a:endParaRPr lang="zh-CN" altLang="en-US" baseline="-25000" dirty="0">
              <a:latin typeface="楷体_GB2312" pitchFamily="49" charset="-122"/>
            </a:endParaRPr>
          </a:p>
        </p:txBody>
      </p:sp>
      <p:grpSp>
        <p:nvGrpSpPr>
          <p:cNvPr id="5" name="Group 46"/>
          <p:cNvGrpSpPr/>
          <p:nvPr/>
        </p:nvGrpSpPr>
        <p:grpSpPr>
          <a:xfrm>
            <a:off x="1116013" y="5445125"/>
            <a:ext cx="3514725" cy="579438"/>
            <a:chOff x="703" y="3521"/>
            <a:chExt cx="2214" cy="365"/>
          </a:xfrm>
        </p:grpSpPr>
        <p:sp>
          <p:nvSpPr>
            <p:cNvPr id="74773" name="Text Box 40"/>
            <p:cNvSpPr txBox="1"/>
            <p:nvPr/>
          </p:nvSpPr>
          <p:spPr>
            <a:xfrm>
              <a:off x="703" y="3521"/>
              <a:ext cx="786" cy="365"/>
            </a:xfrm>
            <a:prstGeom prst="rect">
              <a:avLst/>
            </a:prstGeom>
            <a:noFill/>
            <a:ln w="9525">
              <a:noFill/>
            </a:ln>
          </p:spPr>
          <p:txBody>
            <a:bodyPr wrap="none">
              <a:spAutoFit/>
            </a:bodyPr>
            <a:p>
              <a:pPr>
                <a:spcBef>
                  <a:spcPct val="50000"/>
                </a:spcBef>
              </a:pPr>
              <a:r>
                <a:rPr lang="en-US" altLang="zh-CN" sz="3200" b="0" i="1" dirty="0">
                  <a:solidFill>
                    <a:schemeClr val="bg1"/>
                  </a:solidFill>
                  <a:latin typeface="Times New Roman" panose="02020603050405020304" pitchFamily="18" charset="0"/>
                  <a:ea typeface="宋体" panose="02010600030101010101" pitchFamily="2" charset="-122"/>
                </a:rPr>
                <a:t>R</a:t>
              </a:r>
              <a:r>
                <a:rPr lang="en-US" altLang="zh-CN" sz="3200" b="0" baseline="-25000" dirty="0">
                  <a:solidFill>
                    <a:schemeClr val="bg1"/>
                  </a:solidFill>
                  <a:latin typeface="Times New Roman" panose="02020603050405020304" pitchFamily="18" charset="0"/>
                  <a:ea typeface="宋体" panose="02010600030101010101" pitchFamily="2" charset="-122"/>
                </a:rPr>
                <a:t>L</a:t>
              </a:r>
              <a:r>
                <a:rPr lang="en-US" altLang="zh-CN" sz="3200" b="0" dirty="0">
                  <a:solidFill>
                    <a:schemeClr val="bg1"/>
                  </a:solidFill>
                  <a:latin typeface="Times New Roman" panose="02020603050405020304" pitchFamily="18" charset="0"/>
                  <a:ea typeface="宋体" panose="02010600030101010101" pitchFamily="2" charset="-122"/>
                </a:rPr>
                <a:t>= </a:t>
              </a:r>
              <a:r>
                <a:rPr lang="en-US" altLang="zh-CN" sz="3200" b="0" i="1" dirty="0">
                  <a:solidFill>
                    <a:schemeClr val="bg1"/>
                  </a:solidFill>
                  <a:latin typeface="Times New Roman" panose="02020603050405020304" pitchFamily="18" charset="0"/>
                  <a:ea typeface="宋体" panose="02010600030101010101" pitchFamily="2" charset="-122"/>
                </a:rPr>
                <a:t>R</a:t>
              </a:r>
              <a:r>
                <a:rPr lang="en-US" altLang="zh-CN" sz="3200" b="0" baseline="-25000" dirty="0">
                  <a:solidFill>
                    <a:schemeClr val="bg1"/>
                  </a:solidFill>
                  <a:latin typeface="Times New Roman" panose="02020603050405020304" pitchFamily="18" charset="0"/>
                  <a:ea typeface="宋体" panose="02010600030101010101" pitchFamily="2" charset="-122"/>
                </a:rPr>
                <a:t>i</a:t>
              </a:r>
              <a:endParaRPr lang="en-US" altLang="zh-CN" sz="3200" b="0" baseline="-25000" dirty="0">
                <a:solidFill>
                  <a:schemeClr val="bg1"/>
                </a:solidFill>
                <a:latin typeface="Times New Roman" panose="02020603050405020304" pitchFamily="18" charset="0"/>
                <a:ea typeface="宋体" panose="02010600030101010101" pitchFamily="2" charset="-122"/>
              </a:endParaRPr>
            </a:p>
          </p:txBody>
        </p:sp>
        <p:sp>
          <p:nvSpPr>
            <p:cNvPr id="74774" name="Text Box 41"/>
            <p:cNvSpPr txBox="1"/>
            <p:nvPr/>
          </p:nvSpPr>
          <p:spPr>
            <a:xfrm>
              <a:off x="1565" y="3521"/>
              <a:ext cx="1352" cy="365"/>
            </a:xfrm>
            <a:prstGeom prst="rect">
              <a:avLst/>
            </a:prstGeom>
            <a:noFill/>
            <a:ln w="9525">
              <a:noFill/>
            </a:ln>
          </p:spPr>
          <p:txBody>
            <a:bodyPr>
              <a:spAutoFit/>
            </a:bodyPr>
            <a:p>
              <a:pPr>
                <a:spcBef>
                  <a:spcPct val="50000"/>
                </a:spcBef>
              </a:pPr>
              <a:r>
                <a:rPr lang="en-US" altLang="zh-CN" sz="3200" b="0" i="1" dirty="0">
                  <a:solidFill>
                    <a:schemeClr val="bg1"/>
                  </a:solidFill>
                  <a:latin typeface="Times New Roman" panose="02020603050405020304" pitchFamily="18" charset="0"/>
                  <a:ea typeface="宋体" panose="02010600030101010101" pitchFamily="2" charset="-122"/>
                </a:rPr>
                <a:t>X</a:t>
              </a:r>
              <a:r>
                <a:rPr lang="en-US" altLang="zh-CN" sz="3200" b="0" baseline="-25000" dirty="0">
                  <a:solidFill>
                    <a:schemeClr val="bg1"/>
                  </a:solidFill>
                  <a:latin typeface="Times New Roman" panose="02020603050405020304" pitchFamily="18" charset="0"/>
                  <a:ea typeface="宋体" panose="02010600030101010101" pitchFamily="2" charset="-122"/>
                </a:rPr>
                <a:t>L</a:t>
              </a:r>
              <a:r>
                <a:rPr lang="en-US" altLang="zh-CN" sz="3200" b="0" dirty="0">
                  <a:solidFill>
                    <a:schemeClr val="bg1"/>
                  </a:solidFill>
                  <a:latin typeface="Times New Roman" panose="02020603050405020304" pitchFamily="18" charset="0"/>
                  <a:ea typeface="宋体" panose="02010600030101010101" pitchFamily="2" charset="-122"/>
                </a:rPr>
                <a:t> =</a:t>
              </a:r>
              <a:r>
                <a:rPr lang="en-US" altLang="zh-CN" sz="3200" b="0" dirty="0">
                  <a:solidFill>
                    <a:schemeClr val="bg1"/>
                  </a:solidFill>
                  <a:latin typeface="宋体" panose="02010600030101010101" pitchFamily="2" charset="-122"/>
                  <a:ea typeface="宋体" panose="02010600030101010101" pitchFamily="2" charset="-122"/>
                </a:rPr>
                <a:t>-</a:t>
              </a:r>
              <a:r>
                <a:rPr lang="en-US" altLang="zh-CN" sz="3200" b="0" i="1" dirty="0">
                  <a:solidFill>
                    <a:schemeClr val="bg1"/>
                  </a:solidFill>
                  <a:latin typeface="Times New Roman" panose="02020603050405020304" pitchFamily="18" charset="0"/>
                  <a:ea typeface="宋体" panose="02010600030101010101" pitchFamily="2" charset="-122"/>
                </a:rPr>
                <a:t>X</a:t>
              </a:r>
              <a:r>
                <a:rPr lang="en-US" altLang="zh-CN" sz="3200" b="0" baseline="-25000" dirty="0">
                  <a:solidFill>
                    <a:schemeClr val="bg1"/>
                  </a:solidFill>
                  <a:latin typeface="Times New Roman" panose="02020603050405020304" pitchFamily="18" charset="0"/>
                  <a:ea typeface="宋体" panose="02010600030101010101" pitchFamily="2" charset="-122"/>
                </a:rPr>
                <a:t>i</a:t>
              </a:r>
              <a:endParaRPr lang="en-US" altLang="zh-CN" sz="3200" b="0" baseline="-25000" dirty="0">
                <a:solidFill>
                  <a:schemeClr val="bg1"/>
                </a:solidFill>
                <a:latin typeface="Times New Roman" panose="02020603050405020304" pitchFamily="18" charset="0"/>
                <a:ea typeface="宋体" panose="02010600030101010101" pitchFamily="2" charset="-122"/>
              </a:endParaRPr>
            </a:p>
          </p:txBody>
        </p:sp>
      </p:grpSp>
      <p:sp>
        <p:nvSpPr>
          <p:cNvPr id="9259" name="Text Box 43"/>
          <p:cNvSpPr txBox="1"/>
          <p:nvPr/>
        </p:nvSpPr>
        <p:spPr>
          <a:xfrm>
            <a:off x="5219700" y="5445125"/>
            <a:ext cx="1944688" cy="641350"/>
          </a:xfrm>
          <a:prstGeom prst="rect">
            <a:avLst/>
          </a:prstGeom>
          <a:gradFill rotWithShape="1">
            <a:gsLst>
              <a:gs pos="0">
                <a:srgbClr val="FFCCFF"/>
              </a:gs>
              <a:gs pos="100000">
                <a:schemeClr val="bg1"/>
              </a:gs>
            </a:gsLst>
            <a:lin ang="5400000" scaled="1"/>
            <a:tileRect/>
          </a:gradFill>
          <a:ln w="9525">
            <a:noFill/>
          </a:ln>
        </p:spPr>
        <p:txBody>
          <a:bodyPr>
            <a:spAutoFit/>
          </a:bodyPr>
          <a:p>
            <a:pPr>
              <a:spcBef>
                <a:spcPct val="50000"/>
              </a:spcBef>
            </a:pPr>
            <a:r>
              <a:rPr lang="en-US" altLang="zh-CN" sz="3600" b="0" i="1" dirty="0">
                <a:solidFill>
                  <a:schemeClr val="tx2"/>
                </a:solidFill>
                <a:latin typeface="Times New Roman" panose="02020603050405020304" pitchFamily="18" charset="0"/>
                <a:ea typeface="宋体" panose="02010600030101010101" pitchFamily="2" charset="-122"/>
              </a:rPr>
              <a:t>Z</a:t>
            </a:r>
            <a:r>
              <a:rPr lang="en-US" altLang="zh-CN" sz="3600" b="0" baseline="-25000" dirty="0">
                <a:solidFill>
                  <a:schemeClr val="tx2"/>
                </a:solidFill>
                <a:latin typeface="Times New Roman" panose="02020603050405020304" pitchFamily="18" charset="0"/>
                <a:ea typeface="宋体" panose="02010600030101010101" pitchFamily="2" charset="-122"/>
              </a:rPr>
              <a:t>L</a:t>
            </a:r>
            <a:r>
              <a:rPr lang="en-US" altLang="zh-CN" sz="3600" b="0" dirty="0">
                <a:solidFill>
                  <a:schemeClr val="tx2"/>
                </a:solidFill>
                <a:latin typeface="Times New Roman" panose="02020603050405020304" pitchFamily="18" charset="0"/>
                <a:ea typeface="宋体" panose="02010600030101010101" pitchFamily="2" charset="-122"/>
              </a:rPr>
              <a:t>= </a:t>
            </a:r>
            <a:r>
              <a:rPr lang="en-US" altLang="zh-CN" sz="3600" b="0" i="1" dirty="0">
                <a:solidFill>
                  <a:schemeClr val="tx2"/>
                </a:solidFill>
                <a:latin typeface="Times New Roman" panose="02020603050405020304" pitchFamily="18" charset="0"/>
                <a:ea typeface="宋体" panose="02010600030101010101" pitchFamily="2" charset="-122"/>
              </a:rPr>
              <a:t>Z</a:t>
            </a:r>
            <a:r>
              <a:rPr lang="en-US" altLang="zh-CN" sz="3600" b="0" baseline="-25000" dirty="0">
                <a:solidFill>
                  <a:schemeClr val="tx2"/>
                </a:solidFill>
                <a:latin typeface="Times New Roman" panose="02020603050405020304" pitchFamily="18" charset="0"/>
                <a:ea typeface="宋体" panose="02010600030101010101" pitchFamily="2" charset="-122"/>
              </a:rPr>
              <a:t>i</a:t>
            </a:r>
            <a:r>
              <a:rPr lang="en-US" altLang="zh-CN" sz="3600" b="0" baseline="30000" dirty="0">
                <a:solidFill>
                  <a:schemeClr val="tx2"/>
                </a:solidFill>
                <a:latin typeface="Times New Roman" panose="02020603050405020304" pitchFamily="18" charset="0"/>
                <a:ea typeface="宋体" panose="02010600030101010101" pitchFamily="2" charset="-122"/>
              </a:rPr>
              <a:t>*</a:t>
            </a:r>
            <a:endParaRPr lang="en-US" altLang="zh-CN" sz="3600" b="0" baseline="-25000" dirty="0">
              <a:solidFill>
                <a:schemeClr val="tx2"/>
              </a:solidFill>
              <a:latin typeface="Times New Roman" panose="02020603050405020304" pitchFamily="18" charset="0"/>
              <a:ea typeface="宋体" panose="02010600030101010101" pitchFamily="2" charset="-122"/>
            </a:endParaRPr>
          </a:p>
        </p:txBody>
      </p:sp>
      <p:sp>
        <p:nvSpPr>
          <p:cNvPr id="9260" name="Line 44"/>
          <p:cNvSpPr/>
          <p:nvPr/>
        </p:nvSpPr>
        <p:spPr>
          <a:xfrm>
            <a:off x="4284663" y="5734050"/>
            <a:ext cx="574675" cy="0"/>
          </a:xfrm>
          <a:prstGeom prst="line">
            <a:avLst/>
          </a:prstGeom>
          <a:ln w="76200" cap="flat" cmpd="sng">
            <a:solidFill>
              <a:srgbClr val="0066FF"/>
            </a:solidFill>
            <a:prstDash val="solid"/>
            <a:headEnd type="none" w="med" len="med"/>
            <a:tailEnd type="triangle" w="med" len="med"/>
          </a:ln>
        </p:spPr>
      </p:sp>
      <p:sp>
        <p:nvSpPr>
          <p:cNvPr id="9261" name="AutoShape 45"/>
          <p:cNvSpPr/>
          <p:nvPr/>
        </p:nvSpPr>
        <p:spPr>
          <a:xfrm>
            <a:off x="7524750" y="4365625"/>
            <a:ext cx="1079500" cy="1295400"/>
          </a:xfrm>
          <a:prstGeom prst="wedgeRoundRectCallout">
            <a:avLst>
              <a:gd name="adj1" fmla="val -91472"/>
              <a:gd name="adj2" fmla="val 44977"/>
              <a:gd name="adj3" fmla="val 16667"/>
            </a:avLst>
          </a:prstGeom>
          <a:solidFill>
            <a:schemeClr val="accent1"/>
          </a:solidFill>
          <a:ln w="9525">
            <a:noFill/>
          </a:ln>
        </p:spPr>
        <p:txBody>
          <a:bodyPr/>
          <a:p>
            <a:pPr algn="ctr"/>
            <a:r>
              <a:rPr lang="zh-CN" altLang="en-US" sz="2400" dirty="0">
                <a:solidFill>
                  <a:schemeClr val="tx2"/>
                </a:solidFill>
                <a:latin typeface="Arial" panose="020B0604020202020204" pitchFamily="34" charset="0"/>
              </a:rPr>
              <a:t>最佳匹配条件</a:t>
            </a:r>
            <a:endParaRPr lang="zh-CN" altLang="en-US" sz="2400" dirty="0">
              <a:solidFill>
                <a:schemeClr val="tx2"/>
              </a:solidFill>
              <a:latin typeface="Arial" panose="020B0604020202020204" pitchFamily="34" charset="0"/>
            </a:endParaRPr>
          </a:p>
        </p:txBody>
      </p:sp>
      <p:grpSp>
        <p:nvGrpSpPr>
          <p:cNvPr id="74770" name="Group 50"/>
          <p:cNvGrpSpPr/>
          <p:nvPr/>
        </p:nvGrpSpPr>
        <p:grpSpPr>
          <a:xfrm>
            <a:off x="6588125" y="6446838"/>
            <a:ext cx="792163" cy="366712"/>
            <a:chOff x="4649" y="4020"/>
            <a:chExt cx="499" cy="231"/>
          </a:xfrm>
        </p:grpSpPr>
        <p:pic>
          <p:nvPicPr>
            <p:cNvPr id="74771" name="Picture 51" descr="78900"/>
            <p:cNvPicPr>
              <a:picLocks noChangeAspect="1"/>
            </p:cNvPicPr>
            <p:nvPr/>
          </p:nvPicPr>
          <p:blipFill>
            <a:blip r:embed="rId7"/>
            <a:stretch>
              <a:fillRect/>
            </a:stretch>
          </p:blipFill>
          <p:spPr>
            <a:xfrm>
              <a:off x="4649" y="4066"/>
              <a:ext cx="499" cy="181"/>
            </a:xfrm>
            <a:prstGeom prst="rect">
              <a:avLst/>
            </a:prstGeom>
            <a:noFill/>
            <a:ln w="9525">
              <a:noFill/>
            </a:ln>
          </p:spPr>
        </p:pic>
        <p:sp>
          <p:nvSpPr>
            <p:cNvPr id="74772" name="Text Box 52">
              <a:hlinkClick r:id="" action="ppaction://hlinkshowjump?jump=firstslide"/>
            </p:cNvPr>
            <p:cNvSpPr txBox="1"/>
            <p:nvPr/>
          </p:nvSpPr>
          <p:spPr>
            <a:xfrm>
              <a:off x="4672" y="4020"/>
              <a:ext cx="476" cy="231"/>
            </a:xfrm>
            <a:prstGeom prst="rect">
              <a:avLst/>
            </a:prstGeom>
            <a:noFill/>
            <a:ln w="9525">
              <a:noFill/>
            </a:ln>
          </p:spPr>
          <p:txBody>
            <a:bodyPr wrap="none">
              <a:spAutoFit/>
            </a:bodyPr>
            <a:p>
              <a:pPr>
                <a:spcBef>
                  <a:spcPct val="50000"/>
                </a:spcBef>
              </a:pPr>
              <a:r>
                <a:rPr lang="zh-CN" altLang="en-US" sz="1800" b="0" dirty="0">
                  <a:solidFill>
                    <a:schemeClr val="bg1"/>
                  </a:solidFill>
                  <a:latin typeface="隶书" panose="02010509060101010101" pitchFamily="49" charset="-122"/>
                  <a:ea typeface="隶书" panose="02010509060101010101" pitchFamily="49" charset="-122"/>
                </a:rPr>
                <a:t>返 回</a:t>
              </a:r>
              <a:endParaRPr lang="zh-CN" altLang="en-US" sz="1800" b="0" dirty="0">
                <a:solidFill>
                  <a:schemeClr val="bg1"/>
                </a:solidFill>
                <a:latin typeface="隶书" panose="02010509060101010101" pitchFamily="49" charset="-122"/>
                <a:ea typeface="隶书" panose="02010509060101010101" pitchFamily="49" charset="-122"/>
              </a:endParaRP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 presetClass="entr" presetSubtype="10" fill="hold" nodeType="with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blinds(horizontal)">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1" fill="hold" grpId="0" nodeType="clickEffect">
                                  <p:stCondLst>
                                    <p:cond delay="0"/>
                                  </p:stCondLst>
                                  <p:childTnLst>
                                    <p:set>
                                      <p:cBhvr>
                                        <p:cTn id="11" dur="1" fill="hold">
                                          <p:stCondLst>
                                            <p:cond delay="0"/>
                                          </p:stCondLst>
                                        </p:cTn>
                                        <p:tgtEl>
                                          <p:spTgt spid="9218"/>
                                        </p:tgtEl>
                                        <p:attrNameLst>
                                          <p:attrName>style.visibility</p:attrName>
                                        </p:attrNameLst>
                                      </p:cBhvr>
                                      <p:to>
                                        <p:strVal val="visible"/>
                                      </p:to>
                                    </p:set>
                                    <p:animEffect transition="in" filter="wipe(up)">
                                      <p:cBhvr>
                                        <p:cTn id="12" dur="500"/>
                                        <p:tgtEl>
                                          <p:spTgt spid="9218"/>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9233"/>
                                        </p:tgtEl>
                                        <p:attrNameLst>
                                          <p:attrName>style.visibility</p:attrName>
                                        </p:attrNameLst>
                                      </p:cBhvr>
                                      <p:to>
                                        <p:strVal val="visible"/>
                                      </p:to>
                                    </p:set>
                                    <p:animEffect transition="in" filter="wipe(left)">
                                      <p:cBhvr>
                                        <p:cTn id="17" dur="2000"/>
                                        <p:tgtEl>
                                          <p:spTgt spid="9233"/>
                                        </p:tgtEl>
                                      </p:cBhvr>
                                    </p:animEffect>
                                  </p:childTnLst>
                                </p:cTn>
                              </p:par>
                            </p:childTnLst>
                          </p:cTn>
                        </p:par>
                      </p:childTnLst>
                    </p:cTn>
                  </p:par>
                  <p:par>
                    <p:cTn id="18" fill="hold">
                      <p:stCondLst>
                        <p:cond delay="indefinite"/>
                      </p:stCondLst>
                      <p:childTnLst>
                        <p:par>
                          <p:cTn id="19" fill="hold">
                            <p:stCondLst>
                              <p:cond delay="0"/>
                            </p:stCondLst>
                            <p:childTnLst>
                              <p:par>
                                <p:cTn id="20" presetID="17" presetClass="entr" presetSubtype="1" fill="hold" nodeType="clickEffect">
                                  <p:stCondLst>
                                    <p:cond delay="0"/>
                                  </p:stCondLst>
                                  <p:childTnLst>
                                    <p:set>
                                      <p:cBhvr>
                                        <p:cTn id="21" dur="1" fill="hold">
                                          <p:stCondLst>
                                            <p:cond delay="0"/>
                                          </p:stCondLst>
                                        </p:cTn>
                                        <p:tgtEl>
                                          <p:spTgt spid="9219"/>
                                        </p:tgtEl>
                                        <p:attrNameLst>
                                          <p:attrName>style.visibility</p:attrName>
                                        </p:attrNameLst>
                                      </p:cBhvr>
                                      <p:to>
                                        <p:strVal val="visible"/>
                                      </p:to>
                                    </p:set>
                                    <p:anim calcmode="lin" valueType="num">
                                      <p:cBhvr>
                                        <p:cTn id="22" dur="500" fill="hold"/>
                                        <p:tgtEl>
                                          <p:spTgt spid="9219"/>
                                        </p:tgtEl>
                                        <p:attrNameLst>
                                          <p:attrName>ppt_x</p:attrName>
                                        </p:attrNameLst>
                                      </p:cBhvr>
                                      <p:tavLst>
                                        <p:tav tm="0">
                                          <p:val>
                                            <p:strVal val="#ppt_x"/>
                                          </p:val>
                                        </p:tav>
                                        <p:tav tm="100000">
                                          <p:val>
                                            <p:strVal val="#ppt_x"/>
                                          </p:val>
                                        </p:tav>
                                      </p:tavLst>
                                    </p:anim>
                                    <p:anim calcmode="lin" valueType="num">
                                      <p:cBhvr>
                                        <p:cTn id="23" dur="500" fill="hold"/>
                                        <p:tgtEl>
                                          <p:spTgt spid="9219"/>
                                        </p:tgtEl>
                                        <p:attrNameLst>
                                          <p:attrName>ppt_y</p:attrName>
                                        </p:attrNameLst>
                                      </p:cBhvr>
                                      <p:tavLst>
                                        <p:tav tm="0">
                                          <p:val>
                                            <p:strVal val="#ppt_y-#ppt_h/2"/>
                                          </p:val>
                                        </p:tav>
                                        <p:tav tm="100000">
                                          <p:val>
                                            <p:strVal val="#ppt_y"/>
                                          </p:val>
                                        </p:tav>
                                      </p:tavLst>
                                    </p:anim>
                                    <p:anim calcmode="lin" valueType="num">
                                      <p:cBhvr>
                                        <p:cTn id="24" dur="500" fill="hold"/>
                                        <p:tgtEl>
                                          <p:spTgt spid="9219"/>
                                        </p:tgtEl>
                                        <p:attrNameLst>
                                          <p:attrName>ppt_w</p:attrName>
                                        </p:attrNameLst>
                                      </p:cBhvr>
                                      <p:tavLst>
                                        <p:tav tm="0">
                                          <p:val>
                                            <p:strVal val="#ppt_w"/>
                                          </p:val>
                                        </p:tav>
                                        <p:tav tm="100000">
                                          <p:val>
                                            <p:strVal val="#ppt_w"/>
                                          </p:val>
                                        </p:tav>
                                      </p:tavLst>
                                    </p:anim>
                                    <p:anim calcmode="lin" valueType="num">
                                      <p:cBhvr>
                                        <p:cTn id="25" dur="500" fill="hold"/>
                                        <p:tgtEl>
                                          <p:spTgt spid="9219"/>
                                        </p:tgtEl>
                                        <p:attrNameLst>
                                          <p:attrName>ppt_h</p:attrName>
                                        </p:attrNameLst>
                                      </p:cBhvr>
                                      <p:tavLst>
                                        <p:tav tm="0">
                                          <p:val>
                                            <p:fltVal val="0.000000"/>
                                          </p:val>
                                        </p:tav>
                                        <p:tav tm="100000">
                                          <p:val>
                                            <p:strVal val="#ppt_h"/>
                                          </p:val>
                                        </p:tav>
                                      </p:tavLst>
                                    </p:anim>
                                  </p:childTnLst>
                                </p:cTn>
                              </p:par>
                            </p:childTnLst>
                          </p:cTn>
                        </p:par>
                      </p:childTnLst>
                    </p:cTn>
                  </p:par>
                  <p:par>
                    <p:cTn id="26" fill="hold">
                      <p:stCondLst>
                        <p:cond delay="indefinite"/>
                      </p:stCondLst>
                      <p:childTnLst>
                        <p:par>
                          <p:cTn id="27" fill="hold">
                            <p:stCondLst>
                              <p:cond delay="0"/>
                            </p:stCondLst>
                            <p:childTnLst>
                              <p:par>
                                <p:cTn id="28" presetID="3" presetClass="entr" presetSubtype="10" fill="hold" grpId="0" nodeType="clickEffect">
                                  <p:stCondLst>
                                    <p:cond delay="0"/>
                                  </p:stCondLst>
                                  <p:childTnLst>
                                    <p:set>
                                      <p:cBhvr>
                                        <p:cTn id="29" dur="1" fill="hold">
                                          <p:stCondLst>
                                            <p:cond delay="0"/>
                                          </p:stCondLst>
                                        </p:cTn>
                                        <p:tgtEl>
                                          <p:spTgt spid="9220"/>
                                        </p:tgtEl>
                                        <p:attrNameLst>
                                          <p:attrName>style.visibility</p:attrName>
                                        </p:attrNameLst>
                                      </p:cBhvr>
                                      <p:to>
                                        <p:strVal val="visible"/>
                                      </p:to>
                                    </p:set>
                                    <p:animEffect transition="in" filter="blinds(horizontal)">
                                      <p:cBhvr>
                                        <p:cTn id="30" dur="500"/>
                                        <p:tgtEl>
                                          <p:spTgt spid="9220"/>
                                        </p:tgtEl>
                                      </p:cBhvr>
                                    </p:animEffect>
                                  </p:childTnLst>
                                </p:cTn>
                              </p:par>
                            </p:childTnLst>
                          </p:cTn>
                        </p:par>
                      </p:childTnLst>
                    </p:cTn>
                  </p:par>
                  <p:par>
                    <p:cTn id="31" fill="hold">
                      <p:stCondLst>
                        <p:cond delay="indefinite"/>
                      </p:stCondLst>
                      <p:childTnLst>
                        <p:par>
                          <p:cTn id="32" fill="hold">
                            <p:stCondLst>
                              <p:cond delay="0"/>
                            </p:stCondLst>
                            <p:childTnLst>
                              <p:par>
                                <p:cTn id="33" presetID="22" presetClass="entr" presetSubtype="8" fill="hold" grpId="0" nodeType="clickEffect">
                                  <p:stCondLst>
                                    <p:cond delay="0"/>
                                  </p:stCondLst>
                                  <p:childTnLst>
                                    <p:set>
                                      <p:cBhvr>
                                        <p:cTn id="34" dur="1" fill="hold">
                                          <p:stCondLst>
                                            <p:cond delay="0"/>
                                          </p:stCondLst>
                                        </p:cTn>
                                        <p:tgtEl>
                                          <p:spTgt spid="9221"/>
                                        </p:tgtEl>
                                        <p:attrNameLst>
                                          <p:attrName>style.visibility</p:attrName>
                                        </p:attrNameLst>
                                      </p:cBhvr>
                                      <p:to>
                                        <p:strVal val="visible"/>
                                      </p:to>
                                    </p:set>
                                    <p:animEffect transition="in" filter="wipe(left)">
                                      <p:cBhvr>
                                        <p:cTn id="35" dur="2000"/>
                                        <p:tgtEl>
                                          <p:spTgt spid="9221"/>
                                        </p:tgtEl>
                                      </p:cBhvr>
                                    </p:animEffect>
                                  </p:childTnLst>
                                </p:cTn>
                              </p:par>
                            </p:childTnLst>
                          </p:cTn>
                        </p:par>
                        <p:par>
                          <p:cTn id="36" fill="hold">
                            <p:stCondLst>
                              <p:cond delay="2000"/>
                            </p:stCondLst>
                            <p:childTnLst>
                              <p:par>
                                <p:cTn id="37" presetID="9" presetClass="entr" presetSubtype="0" fill="hold" nodeType="afterEffect">
                                  <p:stCondLst>
                                    <p:cond delay="0"/>
                                  </p:stCondLst>
                                  <p:childTnLst>
                                    <p:set>
                                      <p:cBhvr>
                                        <p:cTn id="38" dur="1" fill="hold">
                                          <p:stCondLst>
                                            <p:cond delay="0"/>
                                          </p:stCondLst>
                                        </p:cTn>
                                        <p:tgtEl>
                                          <p:spTgt spid="9222"/>
                                        </p:tgtEl>
                                        <p:attrNameLst>
                                          <p:attrName>style.visibility</p:attrName>
                                        </p:attrNameLst>
                                      </p:cBhvr>
                                      <p:to>
                                        <p:strVal val="visible"/>
                                      </p:to>
                                    </p:set>
                                    <p:animEffect transition="in" filter="dissolve">
                                      <p:cBhvr>
                                        <p:cTn id="39" dur="500"/>
                                        <p:tgtEl>
                                          <p:spTgt spid="9222"/>
                                        </p:tgtEl>
                                      </p:cBhvr>
                                    </p:animEffect>
                                  </p:childTnLst>
                                </p:cTn>
                              </p:par>
                            </p:childTnLst>
                          </p:cTn>
                        </p:par>
                      </p:childTnLst>
                    </p:cTn>
                  </p:par>
                  <p:par>
                    <p:cTn id="40" fill="hold">
                      <p:stCondLst>
                        <p:cond delay="indefinite"/>
                      </p:stCondLst>
                      <p:childTnLst>
                        <p:par>
                          <p:cTn id="41" fill="hold">
                            <p:stCondLst>
                              <p:cond delay="0"/>
                            </p:stCondLst>
                            <p:childTnLst>
                              <p:par>
                                <p:cTn id="42" presetID="3" presetClass="entr" presetSubtype="10" fill="hold" grpId="0" nodeType="clickEffect">
                                  <p:stCondLst>
                                    <p:cond delay="0"/>
                                  </p:stCondLst>
                                  <p:childTnLst>
                                    <p:set>
                                      <p:cBhvr>
                                        <p:cTn id="43" dur="1" fill="hold">
                                          <p:stCondLst>
                                            <p:cond delay="0"/>
                                          </p:stCondLst>
                                        </p:cTn>
                                        <p:tgtEl>
                                          <p:spTgt spid="9223"/>
                                        </p:tgtEl>
                                        <p:attrNameLst>
                                          <p:attrName>style.visibility</p:attrName>
                                        </p:attrNameLst>
                                      </p:cBhvr>
                                      <p:to>
                                        <p:strVal val="visible"/>
                                      </p:to>
                                    </p:set>
                                    <p:animEffect transition="in" filter="blinds(horizontal)">
                                      <p:cBhvr>
                                        <p:cTn id="44" dur="500"/>
                                        <p:tgtEl>
                                          <p:spTgt spid="9223"/>
                                        </p:tgtEl>
                                      </p:cBhvr>
                                    </p:animEffect>
                                  </p:childTnLst>
                                </p:cTn>
                              </p:par>
                            </p:childTnLst>
                          </p:cTn>
                        </p:par>
                      </p:childTnLst>
                    </p:cTn>
                  </p:par>
                  <p:par>
                    <p:cTn id="45" fill="hold">
                      <p:stCondLst>
                        <p:cond delay="indefinite"/>
                      </p:stCondLst>
                      <p:childTnLst>
                        <p:par>
                          <p:cTn id="46" fill="hold">
                            <p:stCondLst>
                              <p:cond delay="0"/>
                            </p:stCondLst>
                            <p:childTnLst>
                              <p:par>
                                <p:cTn id="47" presetID="22" presetClass="entr" presetSubtype="8" fill="hold" grpId="0" nodeType="clickEffect">
                                  <p:stCondLst>
                                    <p:cond delay="0"/>
                                  </p:stCondLst>
                                  <p:childTnLst>
                                    <p:set>
                                      <p:cBhvr>
                                        <p:cTn id="48" dur="1" fill="hold">
                                          <p:stCondLst>
                                            <p:cond delay="0"/>
                                          </p:stCondLst>
                                        </p:cTn>
                                        <p:tgtEl>
                                          <p:spTgt spid="9254"/>
                                        </p:tgtEl>
                                        <p:attrNameLst>
                                          <p:attrName>style.visibility</p:attrName>
                                        </p:attrNameLst>
                                      </p:cBhvr>
                                      <p:to>
                                        <p:strVal val="visible"/>
                                      </p:to>
                                    </p:set>
                                    <p:animEffect transition="in" filter="wipe(left)">
                                      <p:cBhvr>
                                        <p:cTn id="49" dur="500"/>
                                        <p:tgtEl>
                                          <p:spTgt spid="9254"/>
                                        </p:tgtEl>
                                      </p:cBhvr>
                                    </p:animEffect>
                                  </p:childTnLst>
                                </p:cTn>
                              </p:par>
                            </p:childTnLst>
                          </p:cTn>
                        </p:par>
                      </p:childTnLst>
                    </p:cTn>
                  </p:par>
                  <p:par>
                    <p:cTn id="50" fill="hold">
                      <p:stCondLst>
                        <p:cond delay="indefinite"/>
                      </p:stCondLst>
                      <p:childTnLst>
                        <p:par>
                          <p:cTn id="51" fill="hold">
                            <p:stCondLst>
                              <p:cond delay="0"/>
                            </p:stCondLst>
                            <p:childTnLst>
                              <p:par>
                                <p:cTn id="52" presetID="3" presetClass="entr" presetSubtype="10" fill="hold" nodeType="clickEffect">
                                  <p:stCondLst>
                                    <p:cond delay="0"/>
                                  </p:stCondLst>
                                  <p:childTnLst>
                                    <p:set>
                                      <p:cBhvr>
                                        <p:cTn id="53" dur="1" fill="hold">
                                          <p:stCondLst>
                                            <p:cond delay="0"/>
                                          </p:stCondLst>
                                        </p:cTn>
                                        <p:tgtEl>
                                          <p:spTgt spid="5"/>
                                        </p:tgtEl>
                                        <p:attrNameLst>
                                          <p:attrName>style.visibility</p:attrName>
                                        </p:attrNameLst>
                                      </p:cBhvr>
                                      <p:to>
                                        <p:strVal val="visible"/>
                                      </p:to>
                                    </p:set>
                                    <p:animEffect transition="in" filter="blinds(horizontal)">
                                      <p:cBhvr>
                                        <p:cTn id="54" dur="500"/>
                                        <p:tgtEl>
                                          <p:spTgt spid="5"/>
                                        </p:tgtEl>
                                      </p:cBhvr>
                                    </p:animEffect>
                                  </p:childTnLst>
                                </p:cTn>
                              </p:par>
                            </p:childTnLst>
                          </p:cTn>
                        </p:par>
                      </p:childTnLst>
                    </p:cTn>
                  </p:par>
                  <p:par>
                    <p:cTn id="55" fill="hold">
                      <p:stCondLst>
                        <p:cond delay="indefinite"/>
                      </p:stCondLst>
                      <p:childTnLst>
                        <p:par>
                          <p:cTn id="56" fill="hold">
                            <p:stCondLst>
                              <p:cond delay="0"/>
                            </p:stCondLst>
                            <p:childTnLst>
                              <p:par>
                                <p:cTn id="57" presetID="12" presetClass="entr" presetSubtype="8" fill="hold" nodeType="clickEffect">
                                  <p:stCondLst>
                                    <p:cond delay="0"/>
                                  </p:stCondLst>
                                  <p:childTnLst>
                                    <p:set>
                                      <p:cBhvr>
                                        <p:cTn id="58" dur="1" fill="hold">
                                          <p:stCondLst>
                                            <p:cond delay="0"/>
                                          </p:stCondLst>
                                        </p:cTn>
                                        <p:tgtEl>
                                          <p:spTgt spid="9260"/>
                                        </p:tgtEl>
                                        <p:attrNameLst>
                                          <p:attrName>style.visibility</p:attrName>
                                        </p:attrNameLst>
                                      </p:cBhvr>
                                      <p:to>
                                        <p:strVal val="visible"/>
                                      </p:to>
                                    </p:set>
                                    <p:animEffect transition="in" filter="slide(fromLeft)">
                                      <p:cBhvr>
                                        <p:cTn id="59" dur="500"/>
                                        <p:tgtEl>
                                          <p:spTgt spid="9260"/>
                                        </p:tgtEl>
                                      </p:cBhvr>
                                    </p:animEffect>
                                  </p:childTnLst>
                                </p:cTn>
                              </p:par>
                            </p:childTnLst>
                          </p:cTn>
                        </p:par>
                        <p:par>
                          <p:cTn id="60" fill="hold">
                            <p:stCondLst>
                              <p:cond delay="500"/>
                            </p:stCondLst>
                            <p:childTnLst>
                              <p:par>
                                <p:cTn id="61" presetID="55" presetClass="entr" presetSubtype="0" fill="hold" grpId="0" nodeType="afterEffect">
                                  <p:stCondLst>
                                    <p:cond delay="0"/>
                                  </p:stCondLst>
                                  <p:childTnLst>
                                    <p:set>
                                      <p:cBhvr>
                                        <p:cTn id="62" dur="1" fill="hold">
                                          <p:stCondLst>
                                            <p:cond delay="0"/>
                                          </p:stCondLst>
                                        </p:cTn>
                                        <p:tgtEl>
                                          <p:spTgt spid="9259"/>
                                        </p:tgtEl>
                                        <p:attrNameLst>
                                          <p:attrName>style.visibility</p:attrName>
                                        </p:attrNameLst>
                                      </p:cBhvr>
                                      <p:to>
                                        <p:strVal val="visible"/>
                                      </p:to>
                                    </p:set>
                                    <p:anim calcmode="lin" valueType="num">
                                      <p:cBhvr>
                                        <p:cTn id="63" dur="1000" fill="hold"/>
                                        <p:tgtEl>
                                          <p:spTgt spid="9259"/>
                                        </p:tgtEl>
                                        <p:attrNameLst>
                                          <p:attrName>ppt_w</p:attrName>
                                        </p:attrNameLst>
                                      </p:cBhvr>
                                      <p:tavLst>
                                        <p:tav tm="0">
                                          <p:val>
                                            <p:strVal val="#ppt_w*0.70"/>
                                          </p:val>
                                        </p:tav>
                                        <p:tav tm="100000">
                                          <p:val>
                                            <p:strVal val="#ppt_w"/>
                                          </p:val>
                                        </p:tav>
                                      </p:tavLst>
                                    </p:anim>
                                    <p:anim calcmode="lin" valueType="num">
                                      <p:cBhvr>
                                        <p:cTn id="64" dur="1000" fill="hold"/>
                                        <p:tgtEl>
                                          <p:spTgt spid="9259"/>
                                        </p:tgtEl>
                                        <p:attrNameLst>
                                          <p:attrName>ppt_h</p:attrName>
                                        </p:attrNameLst>
                                      </p:cBhvr>
                                      <p:tavLst>
                                        <p:tav tm="0">
                                          <p:val>
                                            <p:strVal val="#ppt_h"/>
                                          </p:val>
                                        </p:tav>
                                        <p:tav tm="100000">
                                          <p:val>
                                            <p:strVal val="#ppt_h"/>
                                          </p:val>
                                        </p:tav>
                                      </p:tavLst>
                                    </p:anim>
                                    <p:animEffect transition="in" filter="fade">
                                      <p:cBhvr>
                                        <p:cTn id="65" dur="1000"/>
                                        <p:tgtEl>
                                          <p:spTgt spid="9259"/>
                                        </p:tgtEl>
                                      </p:cBhvr>
                                    </p:animEffect>
                                  </p:childTnLst>
                                </p:cTn>
                              </p:par>
                            </p:childTnLst>
                          </p:cTn>
                        </p:par>
                        <p:par>
                          <p:cTn id="66" fill="hold">
                            <p:stCondLst>
                              <p:cond delay="1500"/>
                            </p:stCondLst>
                            <p:childTnLst>
                              <p:par>
                                <p:cTn id="67" presetID="20" presetClass="entr" presetSubtype="0" fill="hold" grpId="0" nodeType="afterEffect">
                                  <p:stCondLst>
                                    <p:cond delay="0"/>
                                  </p:stCondLst>
                                  <p:childTnLst>
                                    <p:set>
                                      <p:cBhvr>
                                        <p:cTn id="68" dur="1" fill="hold">
                                          <p:stCondLst>
                                            <p:cond delay="0"/>
                                          </p:stCondLst>
                                        </p:cTn>
                                        <p:tgtEl>
                                          <p:spTgt spid="9261"/>
                                        </p:tgtEl>
                                        <p:attrNameLst>
                                          <p:attrName>style.visibility</p:attrName>
                                        </p:attrNameLst>
                                      </p:cBhvr>
                                      <p:to>
                                        <p:strVal val="visible"/>
                                      </p:to>
                                    </p:set>
                                    <p:animEffect transition="in" filter="wedge">
                                      <p:cBhvr>
                                        <p:cTn id="69" dur="2000"/>
                                        <p:tgtEl>
                                          <p:spTgt spid="9261"/>
                                        </p:tgtEl>
                                      </p:cBhvr>
                                    </p:animEffect>
                                  </p:childTnLst>
                                </p:cTn>
                              </p:par>
                            </p:childTnLst>
                          </p:cTn>
                        </p:par>
                      </p:childTnLst>
                    </p:cTn>
                  </p:par>
                  <p:par>
                    <p:cTn id="70" fill="hold">
                      <p:stCondLst>
                        <p:cond delay="indefinite"/>
                      </p:stCondLst>
                      <p:childTnLst>
                        <p:par>
                          <p:cTn id="71" fill="hold">
                            <p:stCondLst>
                              <p:cond delay="0"/>
                            </p:stCondLst>
                            <p:childTnLst>
                              <p:par>
                                <p:cTn id="72" presetID="9" presetClass="entr" presetSubtype="0" fill="hold" nodeType="clickEffect">
                                  <p:stCondLst>
                                    <p:cond delay="0"/>
                                  </p:stCondLst>
                                  <p:childTnLst>
                                    <p:set>
                                      <p:cBhvr>
                                        <p:cTn id="73" dur="1" fill="hold">
                                          <p:stCondLst>
                                            <p:cond delay="0"/>
                                          </p:stCondLst>
                                        </p:cTn>
                                        <p:tgtEl>
                                          <p:spTgt spid="9225"/>
                                        </p:tgtEl>
                                        <p:attrNameLst>
                                          <p:attrName>style.visibility</p:attrName>
                                        </p:attrNameLst>
                                      </p:cBhvr>
                                      <p:to>
                                        <p:strVal val="visible"/>
                                      </p:to>
                                    </p:set>
                                    <p:animEffect transition="in" filter="dissolve">
                                      <p:cBhvr>
                                        <p:cTn id="74" dur="500"/>
                                        <p:tgtEl>
                                          <p:spTgt spid="922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218" grpId="0"/>
      <p:bldP spid="9220" grpId="0"/>
      <p:bldP spid="9221" grpId="0"/>
      <p:bldP spid="9223" grpId="0"/>
      <p:bldP spid="9254" grpId="0"/>
      <p:bldP spid="9259" grpId="0" animBg="1"/>
      <p:bldP spid="9261" grpId="0" animBg="1"/>
    </p:bldLst>
  </p:timing>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1922" name="Text Box 2"/>
          <p:cNvSpPr txBox="1"/>
          <p:nvPr/>
        </p:nvSpPr>
        <p:spPr>
          <a:xfrm>
            <a:off x="827088" y="476250"/>
            <a:ext cx="5257800" cy="579438"/>
          </a:xfrm>
          <a:prstGeom prst="rect">
            <a:avLst/>
          </a:prstGeom>
          <a:noFill/>
          <a:ln w="9525">
            <a:noFill/>
          </a:ln>
        </p:spPr>
        <p:txBody>
          <a:bodyPr wrap="none">
            <a:spAutoFit/>
          </a:bodyPr>
          <a:p>
            <a:pPr marL="342900" indent="-342900">
              <a:spcBef>
                <a:spcPct val="50000"/>
              </a:spcBef>
              <a:buAutoNum type="circleNumDbPlain" startAt="2"/>
            </a:pPr>
            <a:r>
              <a:rPr lang="zh-CN" altLang="en-US" dirty="0">
                <a:latin typeface="Times New Roman" panose="02020603050405020304" pitchFamily="18" charset="0"/>
              </a:rPr>
              <a:t>若</a:t>
            </a:r>
            <a:r>
              <a:rPr lang="en-US" altLang="zh-CN" sz="3200" b="0" i="1" dirty="0">
                <a:solidFill>
                  <a:schemeClr val="bg1"/>
                </a:solidFill>
                <a:latin typeface="Times New Roman" panose="02020603050405020304" pitchFamily="18" charset="0"/>
                <a:ea typeface="宋体" panose="02010600030101010101" pitchFamily="2" charset="-122"/>
              </a:rPr>
              <a:t>Z</a:t>
            </a:r>
            <a:r>
              <a:rPr lang="en-US" altLang="zh-CN" sz="3200" b="0" baseline="-25000" dirty="0">
                <a:solidFill>
                  <a:schemeClr val="bg1"/>
                </a:solidFill>
                <a:latin typeface="Times New Roman" panose="02020603050405020304" pitchFamily="18" charset="0"/>
                <a:ea typeface="宋体" panose="02010600030101010101" pitchFamily="2" charset="-122"/>
              </a:rPr>
              <a:t>L</a:t>
            </a:r>
            <a:r>
              <a:rPr lang="en-US" altLang="zh-CN" sz="3200" b="0" dirty="0">
                <a:solidFill>
                  <a:schemeClr val="bg1"/>
                </a:solidFill>
                <a:latin typeface="Times New Roman" panose="02020603050405020304" pitchFamily="18" charset="0"/>
                <a:ea typeface="宋体" panose="02010600030101010101" pitchFamily="2" charset="-122"/>
              </a:rPr>
              <a:t>= </a:t>
            </a:r>
            <a:r>
              <a:rPr lang="en-US" altLang="zh-CN" sz="3200" b="0" i="1" dirty="0">
                <a:solidFill>
                  <a:schemeClr val="bg1"/>
                </a:solidFill>
                <a:latin typeface="Times New Roman" panose="02020603050405020304" pitchFamily="18" charset="0"/>
                <a:ea typeface="宋体" panose="02010600030101010101" pitchFamily="2" charset="-122"/>
              </a:rPr>
              <a:t>R</a:t>
            </a:r>
            <a:r>
              <a:rPr lang="en-US" altLang="zh-CN" sz="3200" b="0" baseline="-25000" dirty="0">
                <a:solidFill>
                  <a:schemeClr val="bg1"/>
                </a:solidFill>
                <a:latin typeface="Times New Roman" panose="02020603050405020304" pitchFamily="18" charset="0"/>
                <a:ea typeface="宋体" panose="02010600030101010101" pitchFamily="2" charset="-122"/>
              </a:rPr>
              <a:t>L</a:t>
            </a:r>
            <a:r>
              <a:rPr lang="en-US" altLang="zh-CN" sz="3200" b="0" dirty="0">
                <a:solidFill>
                  <a:schemeClr val="bg1"/>
                </a:solidFill>
                <a:latin typeface="Times New Roman" panose="02020603050405020304" pitchFamily="18" charset="0"/>
                <a:ea typeface="宋体" panose="02010600030101010101" pitchFamily="2" charset="-122"/>
              </a:rPr>
              <a:t> + j</a:t>
            </a:r>
            <a:r>
              <a:rPr lang="en-US" altLang="zh-CN" sz="3200" b="0" i="1" dirty="0">
                <a:solidFill>
                  <a:schemeClr val="bg1"/>
                </a:solidFill>
                <a:latin typeface="Times New Roman" panose="02020603050405020304" pitchFamily="18" charset="0"/>
                <a:ea typeface="宋体" panose="02010600030101010101" pitchFamily="2" charset="-122"/>
              </a:rPr>
              <a:t>X</a:t>
            </a:r>
            <a:r>
              <a:rPr lang="en-US" altLang="zh-CN" sz="3200" b="0" baseline="-25000" dirty="0">
                <a:solidFill>
                  <a:schemeClr val="bg1"/>
                </a:solidFill>
                <a:latin typeface="Times New Roman" panose="02020603050405020304" pitchFamily="18" charset="0"/>
                <a:ea typeface="宋体" panose="02010600030101010101" pitchFamily="2" charset="-122"/>
              </a:rPr>
              <a:t>L</a:t>
            </a:r>
            <a:r>
              <a:rPr lang="zh-CN" altLang="en-US" dirty="0">
                <a:latin typeface="Times New Roman" panose="02020603050405020304" pitchFamily="18" charset="0"/>
              </a:rPr>
              <a:t>只允许</a:t>
            </a:r>
            <a:r>
              <a:rPr lang="en-US" altLang="zh-CN" sz="3200" b="0" i="1" dirty="0">
                <a:solidFill>
                  <a:schemeClr val="bg1"/>
                </a:solidFill>
                <a:latin typeface="Times New Roman" panose="02020603050405020304" pitchFamily="18" charset="0"/>
                <a:ea typeface="宋体" panose="02010600030101010101" pitchFamily="2" charset="-122"/>
              </a:rPr>
              <a:t>X</a:t>
            </a:r>
            <a:r>
              <a:rPr lang="en-US" altLang="zh-CN" sz="3200" b="0" baseline="-25000" dirty="0">
                <a:solidFill>
                  <a:schemeClr val="bg1"/>
                </a:solidFill>
                <a:latin typeface="Times New Roman" panose="02020603050405020304" pitchFamily="18" charset="0"/>
                <a:ea typeface="宋体" panose="02010600030101010101" pitchFamily="2" charset="-122"/>
              </a:rPr>
              <a:t>L</a:t>
            </a:r>
            <a:r>
              <a:rPr lang="zh-CN" altLang="en-US" dirty="0">
                <a:latin typeface="Times New Roman" panose="02020603050405020304" pitchFamily="18" charset="0"/>
              </a:rPr>
              <a:t>改变</a:t>
            </a:r>
            <a:r>
              <a:rPr lang="zh-CN" altLang="en-US" sz="2400" dirty="0">
                <a:latin typeface="Times New Roman" panose="02020603050405020304" pitchFamily="18" charset="0"/>
                <a:ea typeface="宋体" panose="02010600030101010101" pitchFamily="2" charset="-122"/>
              </a:rPr>
              <a:t> </a:t>
            </a:r>
            <a:endParaRPr lang="zh-CN" altLang="en-US" sz="2400" dirty="0">
              <a:latin typeface="Times New Roman" panose="02020603050405020304" pitchFamily="18" charset="0"/>
              <a:ea typeface="宋体" panose="02010600030101010101" pitchFamily="2" charset="-122"/>
            </a:endParaRPr>
          </a:p>
        </p:txBody>
      </p:sp>
      <p:sp>
        <p:nvSpPr>
          <p:cNvPr id="81923" name="Text Box 3"/>
          <p:cNvSpPr txBox="1"/>
          <p:nvPr/>
        </p:nvSpPr>
        <p:spPr>
          <a:xfrm>
            <a:off x="755650" y="1125538"/>
            <a:ext cx="7775575" cy="676275"/>
          </a:xfrm>
          <a:prstGeom prst="rect">
            <a:avLst/>
          </a:prstGeom>
          <a:noFill/>
          <a:ln w="9525">
            <a:noFill/>
          </a:ln>
        </p:spPr>
        <p:txBody>
          <a:bodyPr>
            <a:spAutoFit/>
          </a:bodyPr>
          <a:p>
            <a:pPr>
              <a:lnSpc>
                <a:spcPct val="120000"/>
              </a:lnSpc>
              <a:spcBef>
                <a:spcPct val="50000"/>
              </a:spcBef>
            </a:pPr>
            <a:r>
              <a:rPr lang="zh-CN" altLang="en-US" dirty="0">
                <a:latin typeface="Times New Roman" panose="02020603050405020304" pitchFamily="18" charset="0"/>
              </a:rPr>
              <a:t>获得最大功率的条件是：</a:t>
            </a:r>
            <a:r>
              <a:rPr lang="en-US" altLang="zh-CN" sz="3200" b="0" i="1" dirty="0">
                <a:solidFill>
                  <a:schemeClr val="bg1"/>
                </a:solidFill>
                <a:latin typeface="Times New Roman" panose="02020603050405020304" pitchFamily="18" charset="0"/>
                <a:ea typeface="宋体" panose="02010600030101010101" pitchFamily="2" charset="-122"/>
              </a:rPr>
              <a:t>X</a:t>
            </a:r>
            <a:r>
              <a:rPr lang="en-US" altLang="zh-CN" sz="3200" b="0" baseline="-25000" dirty="0">
                <a:solidFill>
                  <a:schemeClr val="bg1"/>
                </a:solidFill>
                <a:latin typeface="Times New Roman" panose="02020603050405020304" pitchFamily="18" charset="0"/>
                <a:ea typeface="宋体" panose="02010600030101010101" pitchFamily="2" charset="-122"/>
              </a:rPr>
              <a:t>i</a:t>
            </a:r>
            <a:r>
              <a:rPr lang="en-US" altLang="zh-CN" sz="3200" b="0" dirty="0">
                <a:solidFill>
                  <a:schemeClr val="bg1"/>
                </a:solidFill>
                <a:latin typeface="Times New Roman" panose="02020603050405020304" pitchFamily="18" charset="0"/>
                <a:ea typeface="宋体" panose="02010600030101010101" pitchFamily="2" charset="-122"/>
              </a:rPr>
              <a:t> + </a:t>
            </a:r>
            <a:r>
              <a:rPr lang="en-US" altLang="zh-CN" sz="3200" b="0" i="1" dirty="0">
                <a:solidFill>
                  <a:schemeClr val="bg1"/>
                </a:solidFill>
                <a:latin typeface="Times New Roman" panose="02020603050405020304" pitchFamily="18" charset="0"/>
                <a:ea typeface="宋体" panose="02010600030101010101" pitchFamily="2" charset="-122"/>
              </a:rPr>
              <a:t>X</a:t>
            </a:r>
            <a:r>
              <a:rPr lang="en-US" altLang="zh-CN" sz="3200" b="0" baseline="-25000" dirty="0">
                <a:solidFill>
                  <a:schemeClr val="bg1"/>
                </a:solidFill>
                <a:latin typeface="Times New Roman" panose="02020603050405020304" pitchFamily="18" charset="0"/>
                <a:ea typeface="宋体" panose="02010600030101010101" pitchFamily="2" charset="-122"/>
              </a:rPr>
              <a:t>L</a:t>
            </a:r>
            <a:r>
              <a:rPr lang="en-US" altLang="zh-CN" sz="3200" b="0" dirty="0">
                <a:solidFill>
                  <a:schemeClr val="bg1"/>
                </a:solidFill>
                <a:latin typeface="Times New Roman" panose="02020603050405020304" pitchFamily="18" charset="0"/>
                <a:ea typeface="宋体" panose="02010600030101010101" pitchFamily="2" charset="-122"/>
              </a:rPr>
              <a:t>=0</a:t>
            </a:r>
            <a:r>
              <a:rPr lang="zh-CN" altLang="en-US" sz="2400" dirty="0">
                <a:solidFill>
                  <a:schemeClr val="bg1"/>
                </a:solidFill>
                <a:latin typeface="Times New Roman" panose="02020603050405020304" pitchFamily="18" charset="0"/>
                <a:ea typeface="宋体" panose="02010600030101010101" pitchFamily="2" charset="-122"/>
              </a:rPr>
              <a:t>，</a:t>
            </a:r>
            <a:r>
              <a:rPr lang="zh-CN" altLang="en-US" dirty="0">
                <a:latin typeface="Times New Roman" panose="02020603050405020304" pitchFamily="18" charset="0"/>
              </a:rPr>
              <a:t>即</a:t>
            </a:r>
            <a:r>
              <a:rPr lang="zh-CN" altLang="en-US" sz="2400" dirty="0">
                <a:latin typeface="Times New Roman" panose="02020603050405020304" pitchFamily="18" charset="0"/>
                <a:ea typeface="宋体" panose="02010600030101010101" pitchFamily="2" charset="-122"/>
              </a:rPr>
              <a:t> </a:t>
            </a:r>
            <a:r>
              <a:rPr lang="en-US" altLang="zh-CN" sz="3200" b="0" i="1" dirty="0">
                <a:solidFill>
                  <a:schemeClr val="bg1"/>
                </a:solidFill>
                <a:latin typeface="Times New Roman" panose="02020603050405020304" pitchFamily="18" charset="0"/>
                <a:ea typeface="宋体" panose="02010600030101010101" pitchFamily="2" charset="-122"/>
              </a:rPr>
              <a:t>X</a:t>
            </a:r>
            <a:r>
              <a:rPr lang="en-US" altLang="zh-CN" sz="3200" b="0" baseline="-25000" dirty="0">
                <a:solidFill>
                  <a:schemeClr val="bg1"/>
                </a:solidFill>
                <a:latin typeface="Times New Roman" panose="02020603050405020304" pitchFamily="18" charset="0"/>
                <a:ea typeface="宋体" panose="02010600030101010101" pitchFamily="2" charset="-122"/>
              </a:rPr>
              <a:t>L</a:t>
            </a:r>
            <a:r>
              <a:rPr lang="en-US" altLang="zh-CN" sz="3200" b="0" dirty="0">
                <a:solidFill>
                  <a:schemeClr val="bg1"/>
                </a:solidFill>
                <a:latin typeface="Times New Roman" panose="02020603050405020304" pitchFamily="18" charset="0"/>
                <a:ea typeface="宋体" panose="02010600030101010101" pitchFamily="2" charset="-122"/>
              </a:rPr>
              <a:t> =</a:t>
            </a:r>
            <a:r>
              <a:rPr lang="en-US" altLang="zh-CN" sz="3200" b="0" dirty="0">
                <a:solidFill>
                  <a:schemeClr val="bg1"/>
                </a:solidFill>
                <a:latin typeface="宋体" panose="02010600030101010101" pitchFamily="2" charset="-122"/>
                <a:ea typeface="宋体" panose="02010600030101010101" pitchFamily="2" charset="-122"/>
              </a:rPr>
              <a:t>-</a:t>
            </a:r>
            <a:r>
              <a:rPr lang="en-US" altLang="zh-CN" sz="3200" b="0" i="1" dirty="0">
                <a:solidFill>
                  <a:schemeClr val="bg1"/>
                </a:solidFill>
                <a:latin typeface="Times New Roman" panose="02020603050405020304" pitchFamily="18" charset="0"/>
                <a:ea typeface="宋体" panose="02010600030101010101" pitchFamily="2" charset="-122"/>
              </a:rPr>
              <a:t>X</a:t>
            </a:r>
            <a:r>
              <a:rPr lang="en-US" altLang="zh-CN" sz="3200" b="0" baseline="-25000" dirty="0">
                <a:solidFill>
                  <a:schemeClr val="bg1"/>
                </a:solidFill>
                <a:latin typeface="Times New Roman" panose="02020603050405020304" pitchFamily="18" charset="0"/>
                <a:ea typeface="宋体" panose="02010600030101010101" pitchFamily="2" charset="-122"/>
              </a:rPr>
              <a:t>i</a:t>
            </a:r>
            <a:r>
              <a:rPr lang="en-US" altLang="zh-CN" baseline="-25000" dirty="0">
                <a:solidFill>
                  <a:schemeClr val="bg1"/>
                </a:solidFill>
                <a:latin typeface="Times New Roman" panose="02020603050405020304" pitchFamily="18" charset="0"/>
                <a:ea typeface="宋体" panose="02010600030101010101" pitchFamily="2" charset="-122"/>
              </a:rPr>
              <a:t> </a:t>
            </a:r>
            <a:endParaRPr lang="en-US" altLang="zh-CN" baseline="-25000" dirty="0">
              <a:solidFill>
                <a:schemeClr val="bg1"/>
              </a:solidFill>
              <a:latin typeface="Times New Roman" panose="02020603050405020304" pitchFamily="18" charset="0"/>
              <a:ea typeface="宋体" panose="02010600030101010101" pitchFamily="2" charset="-122"/>
            </a:endParaRPr>
          </a:p>
        </p:txBody>
      </p:sp>
      <p:grpSp>
        <p:nvGrpSpPr>
          <p:cNvPr id="2" name="Group 32"/>
          <p:cNvGrpSpPr/>
          <p:nvPr/>
        </p:nvGrpSpPr>
        <p:grpSpPr>
          <a:xfrm>
            <a:off x="900113" y="1844675"/>
            <a:ext cx="4546600" cy="1016000"/>
            <a:chOff x="567" y="1162"/>
            <a:chExt cx="2864" cy="640"/>
          </a:xfrm>
        </p:grpSpPr>
        <p:graphicFrame>
          <p:nvGraphicFramePr>
            <p:cNvPr id="75781" name="Object 5"/>
            <p:cNvGraphicFramePr/>
            <p:nvPr/>
          </p:nvGraphicFramePr>
          <p:xfrm>
            <a:off x="1927" y="1162"/>
            <a:ext cx="1504" cy="640"/>
          </p:xfrm>
          <a:graphic>
            <a:graphicData uri="http://schemas.openxmlformats.org/presentationml/2006/ole">
              <mc:AlternateContent xmlns:mc="http://schemas.openxmlformats.org/markup-compatibility/2006">
                <mc:Choice xmlns:v="urn:schemas-microsoft-com:vml" Requires="v">
                  <p:oleObj spid="_x0000_s3544" name="" r:id="rId1" imgW="1193800" imgH="508000" progId="Equation.3">
                    <p:embed/>
                  </p:oleObj>
                </mc:Choice>
                <mc:Fallback>
                  <p:oleObj name="" r:id="rId1" imgW="1193800" imgH="508000" progId="Equation.3">
                    <p:embed/>
                    <p:pic>
                      <p:nvPicPr>
                        <p:cNvPr id="0" name="图片 3543"/>
                        <p:cNvPicPr/>
                        <p:nvPr/>
                      </p:nvPicPr>
                      <p:blipFill>
                        <a:blip r:embed="rId2">
                          <a:clrChange>
                            <a:clrFrom>
                              <a:srgbClr val="000000"/>
                            </a:clrFrom>
                            <a:clrTo>
                              <a:srgbClr val="FFFFFF"/>
                            </a:clrTo>
                          </a:clrChange>
                        </a:blip>
                        <a:stretch>
                          <a:fillRect/>
                        </a:stretch>
                      </p:blipFill>
                      <p:spPr>
                        <a:xfrm>
                          <a:off x="1927" y="1162"/>
                          <a:ext cx="1504" cy="640"/>
                        </a:xfrm>
                        <a:prstGeom prst="rect">
                          <a:avLst/>
                        </a:prstGeom>
                        <a:noFill/>
                        <a:ln w="38100">
                          <a:noFill/>
                          <a:miter/>
                        </a:ln>
                      </p:spPr>
                    </p:pic>
                  </p:oleObj>
                </mc:Fallback>
              </mc:AlternateContent>
            </a:graphicData>
          </a:graphic>
        </p:graphicFrame>
        <p:sp>
          <p:nvSpPr>
            <p:cNvPr id="75798" name="Text Box 6"/>
            <p:cNvSpPr txBox="1"/>
            <p:nvPr/>
          </p:nvSpPr>
          <p:spPr>
            <a:xfrm>
              <a:off x="567" y="1253"/>
              <a:ext cx="1241" cy="327"/>
            </a:xfrm>
            <a:prstGeom prst="rect">
              <a:avLst/>
            </a:prstGeom>
            <a:noFill/>
            <a:ln w="9525">
              <a:noFill/>
            </a:ln>
          </p:spPr>
          <p:txBody>
            <a:bodyPr wrap="none">
              <a:spAutoFit/>
            </a:bodyPr>
            <a:p>
              <a:pPr>
                <a:spcBef>
                  <a:spcPct val="50000"/>
                </a:spcBef>
              </a:pPr>
              <a:r>
                <a:rPr lang="zh-CN" altLang="en-US" dirty="0">
                  <a:latin typeface="Times New Roman" panose="02020603050405020304" pitchFamily="18" charset="0"/>
                </a:rPr>
                <a:t>最大功率为</a:t>
              </a:r>
              <a:endParaRPr lang="zh-CN" altLang="en-US" dirty="0">
                <a:latin typeface="Times New Roman" panose="02020603050405020304" pitchFamily="18" charset="0"/>
              </a:endParaRPr>
            </a:p>
          </p:txBody>
        </p:sp>
      </p:grpSp>
      <p:sp>
        <p:nvSpPr>
          <p:cNvPr id="81927" name="Text Box 7"/>
          <p:cNvSpPr txBox="1"/>
          <p:nvPr/>
        </p:nvSpPr>
        <p:spPr>
          <a:xfrm>
            <a:off x="900113" y="2852738"/>
            <a:ext cx="4032250" cy="579437"/>
          </a:xfrm>
          <a:prstGeom prst="rect">
            <a:avLst/>
          </a:prstGeom>
          <a:noFill/>
          <a:ln w="9525">
            <a:noFill/>
          </a:ln>
        </p:spPr>
        <p:txBody>
          <a:bodyPr>
            <a:spAutoFit/>
          </a:bodyPr>
          <a:p>
            <a:pPr marL="342900" indent="-342900">
              <a:spcBef>
                <a:spcPct val="50000"/>
              </a:spcBef>
              <a:buAutoNum type="circleNumDbPlain" startAt="3"/>
            </a:pPr>
            <a:r>
              <a:rPr lang="zh-CN" altLang="en-US" dirty="0">
                <a:latin typeface="Times New Roman" panose="02020603050405020304" pitchFamily="18" charset="0"/>
              </a:rPr>
              <a:t>若</a:t>
            </a:r>
            <a:r>
              <a:rPr lang="en-US" altLang="zh-CN" sz="3200" b="0" i="1" dirty="0">
                <a:solidFill>
                  <a:schemeClr val="bg1"/>
                </a:solidFill>
                <a:latin typeface="Times New Roman" panose="02020603050405020304" pitchFamily="18" charset="0"/>
                <a:ea typeface="宋体" panose="02010600030101010101" pitchFamily="2" charset="-122"/>
              </a:rPr>
              <a:t>Z</a:t>
            </a:r>
            <a:r>
              <a:rPr lang="en-US" altLang="zh-CN" sz="3200" b="0" baseline="-25000" dirty="0">
                <a:solidFill>
                  <a:schemeClr val="bg1"/>
                </a:solidFill>
                <a:latin typeface="Times New Roman" panose="02020603050405020304" pitchFamily="18" charset="0"/>
                <a:ea typeface="宋体" panose="02010600030101010101" pitchFamily="2" charset="-122"/>
              </a:rPr>
              <a:t>L</a:t>
            </a:r>
            <a:r>
              <a:rPr lang="en-US" altLang="zh-CN" sz="3200" b="0" dirty="0">
                <a:solidFill>
                  <a:schemeClr val="bg1"/>
                </a:solidFill>
                <a:latin typeface="Times New Roman" panose="02020603050405020304" pitchFamily="18" charset="0"/>
                <a:ea typeface="宋体" panose="02010600030101010101" pitchFamily="2" charset="-122"/>
              </a:rPr>
              <a:t>= </a:t>
            </a:r>
            <a:r>
              <a:rPr lang="en-US" altLang="zh-CN" sz="3200" b="0" i="1" dirty="0">
                <a:solidFill>
                  <a:schemeClr val="bg1"/>
                </a:solidFill>
                <a:latin typeface="Times New Roman" panose="02020603050405020304" pitchFamily="18" charset="0"/>
                <a:ea typeface="宋体" panose="02010600030101010101" pitchFamily="2" charset="-122"/>
              </a:rPr>
              <a:t>R</a:t>
            </a:r>
            <a:r>
              <a:rPr lang="en-US" altLang="zh-CN" sz="3200" b="0" baseline="-25000" dirty="0">
                <a:solidFill>
                  <a:schemeClr val="bg1"/>
                </a:solidFill>
                <a:latin typeface="Times New Roman" panose="02020603050405020304" pitchFamily="18" charset="0"/>
                <a:ea typeface="宋体" panose="02010600030101010101" pitchFamily="2" charset="-122"/>
              </a:rPr>
              <a:t>L</a:t>
            </a:r>
            <a:r>
              <a:rPr lang="zh-CN" altLang="en-US" dirty="0">
                <a:latin typeface="Times New Roman" panose="02020603050405020304" pitchFamily="18" charset="0"/>
              </a:rPr>
              <a:t>为纯电阻</a:t>
            </a:r>
            <a:endParaRPr lang="zh-CN" altLang="en-US" dirty="0">
              <a:latin typeface="Times New Roman" panose="02020603050405020304" pitchFamily="18" charset="0"/>
            </a:endParaRPr>
          </a:p>
        </p:txBody>
      </p:sp>
      <p:sp>
        <p:nvSpPr>
          <p:cNvPr id="81931" name="Text Box 11"/>
          <p:cNvSpPr txBox="1"/>
          <p:nvPr/>
        </p:nvSpPr>
        <p:spPr>
          <a:xfrm>
            <a:off x="395288" y="4652963"/>
            <a:ext cx="3041650" cy="519112"/>
          </a:xfrm>
          <a:prstGeom prst="rect">
            <a:avLst/>
          </a:prstGeom>
          <a:noFill/>
          <a:ln w="9525">
            <a:noFill/>
          </a:ln>
        </p:spPr>
        <p:txBody>
          <a:bodyPr wrap="none">
            <a:spAutoFit/>
          </a:bodyPr>
          <a:p>
            <a:pPr>
              <a:spcBef>
                <a:spcPct val="50000"/>
              </a:spcBef>
            </a:pPr>
            <a:r>
              <a:rPr lang="zh-CN" altLang="en-US" dirty="0">
                <a:latin typeface="Times New Roman" panose="02020603050405020304" pitchFamily="18" charset="0"/>
              </a:rPr>
              <a:t>负载获得的功率为</a:t>
            </a:r>
            <a:endParaRPr lang="zh-CN" altLang="en-US" dirty="0">
              <a:latin typeface="Times New Roman" panose="02020603050405020304" pitchFamily="18" charset="0"/>
            </a:endParaRPr>
          </a:p>
        </p:txBody>
      </p:sp>
      <p:graphicFrame>
        <p:nvGraphicFramePr>
          <p:cNvPr id="81933" name="Object 13"/>
          <p:cNvGraphicFramePr/>
          <p:nvPr/>
        </p:nvGraphicFramePr>
        <p:xfrm>
          <a:off x="3348038" y="3225800"/>
          <a:ext cx="4941887" cy="1239838"/>
        </p:xfrm>
        <a:graphic>
          <a:graphicData uri="http://schemas.openxmlformats.org/presentationml/2006/ole">
            <mc:AlternateContent xmlns:mc="http://schemas.openxmlformats.org/markup-compatibility/2006">
              <mc:Choice xmlns:v="urn:schemas-microsoft-com:vml" Requires="v">
                <p:oleObj spid="_x0000_s3543" name="" r:id="rId3" imgW="2475230" imgH="622300" progId="Equation.3">
                  <p:embed/>
                </p:oleObj>
              </mc:Choice>
              <mc:Fallback>
                <p:oleObj name="" r:id="rId3" imgW="2475230" imgH="622300" progId="Equation.3">
                  <p:embed/>
                  <p:pic>
                    <p:nvPicPr>
                      <p:cNvPr id="0" name="图片 3542"/>
                      <p:cNvPicPr/>
                      <p:nvPr/>
                    </p:nvPicPr>
                    <p:blipFill>
                      <a:blip r:embed="rId4">
                        <a:clrChange>
                          <a:clrFrom>
                            <a:srgbClr val="000000"/>
                          </a:clrFrom>
                          <a:clrTo>
                            <a:srgbClr val="FFFFFF"/>
                          </a:clrTo>
                        </a:clrChange>
                      </a:blip>
                      <a:stretch>
                        <a:fillRect/>
                      </a:stretch>
                    </p:blipFill>
                    <p:spPr>
                      <a:xfrm>
                        <a:off x="3348038" y="3225800"/>
                        <a:ext cx="4941887" cy="1239838"/>
                      </a:xfrm>
                      <a:prstGeom prst="rect">
                        <a:avLst/>
                      </a:prstGeom>
                      <a:noFill/>
                      <a:ln w="38100">
                        <a:noFill/>
                        <a:miter/>
                      </a:ln>
                    </p:spPr>
                  </p:pic>
                </p:oleObj>
              </mc:Fallback>
            </mc:AlternateContent>
          </a:graphicData>
        </a:graphic>
      </p:graphicFrame>
      <p:sp>
        <p:nvSpPr>
          <p:cNvPr id="81934" name="Text Box 14"/>
          <p:cNvSpPr txBox="1"/>
          <p:nvPr/>
        </p:nvSpPr>
        <p:spPr>
          <a:xfrm>
            <a:off x="468313" y="3573463"/>
            <a:ext cx="3167062" cy="519112"/>
          </a:xfrm>
          <a:prstGeom prst="rect">
            <a:avLst/>
          </a:prstGeom>
          <a:noFill/>
          <a:ln w="9525">
            <a:noFill/>
          </a:ln>
        </p:spPr>
        <p:txBody>
          <a:bodyPr>
            <a:spAutoFit/>
          </a:bodyPr>
          <a:p>
            <a:pPr>
              <a:spcBef>
                <a:spcPct val="50000"/>
              </a:spcBef>
            </a:pPr>
            <a:r>
              <a:rPr lang="zh-CN" altLang="en-US" dirty="0">
                <a:latin typeface="Arial" panose="020B0604020202020204" pitchFamily="34" charset="0"/>
              </a:rPr>
              <a:t>电路中的电流为</a:t>
            </a:r>
            <a:endParaRPr lang="zh-CN" altLang="en-US" dirty="0">
              <a:latin typeface="Arial" panose="020B0604020202020204" pitchFamily="34" charset="0"/>
            </a:endParaRPr>
          </a:p>
        </p:txBody>
      </p:sp>
      <p:graphicFrame>
        <p:nvGraphicFramePr>
          <p:cNvPr id="81935" name="Object 15"/>
          <p:cNvGraphicFramePr/>
          <p:nvPr/>
        </p:nvGraphicFramePr>
        <p:xfrm>
          <a:off x="3708400" y="4437063"/>
          <a:ext cx="2909888" cy="1014412"/>
        </p:xfrm>
        <a:graphic>
          <a:graphicData uri="http://schemas.openxmlformats.org/presentationml/2006/ole">
            <mc:AlternateContent xmlns:mc="http://schemas.openxmlformats.org/markup-compatibility/2006">
              <mc:Choice xmlns:v="urn:schemas-microsoft-com:vml" Requires="v">
                <p:oleObj spid="_x0000_s3545" name="" r:id="rId5" imgW="1459865" imgH="508000" progId="Equation.3">
                  <p:embed/>
                </p:oleObj>
              </mc:Choice>
              <mc:Fallback>
                <p:oleObj name="" r:id="rId5" imgW="1459865" imgH="508000" progId="Equation.3">
                  <p:embed/>
                  <p:pic>
                    <p:nvPicPr>
                      <p:cNvPr id="0" name="图片 3544"/>
                      <p:cNvPicPr/>
                      <p:nvPr/>
                    </p:nvPicPr>
                    <p:blipFill>
                      <a:blip r:embed="rId6">
                        <a:clrChange>
                          <a:clrFrom>
                            <a:srgbClr val="000000"/>
                          </a:clrFrom>
                          <a:clrTo>
                            <a:srgbClr val="FFFFFF"/>
                          </a:clrTo>
                        </a:clrChange>
                      </a:blip>
                      <a:stretch>
                        <a:fillRect/>
                      </a:stretch>
                    </p:blipFill>
                    <p:spPr>
                      <a:xfrm>
                        <a:off x="3708400" y="4437063"/>
                        <a:ext cx="2909888" cy="1014412"/>
                      </a:xfrm>
                      <a:prstGeom prst="rect">
                        <a:avLst/>
                      </a:prstGeom>
                      <a:noFill/>
                      <a:ln w="38100">
                        <a:noFill/>
                        <a:miter/>
                      </a:ln>
                    </p:spPr>
                  </p:pic>
                </p:oleObj>
              </mc:Fallback>
            </mc:AlternateContent>
          </a:graphicData>
        </a:graphic>
      </p:graphicFrame>
      <p:graphicFrame>
        <p:nvGraphicFramePr>
          <p:cNvPr id="81937" name="Object 17"/>
          <p:cNvGraphicFramePr/>
          <p:nvPr/>
        </p:nvGraphicFramePr>
        <p:xfrm>
          <a:off x="611188" y="5516563"/>
          <a:ext cx="7861300" cy="871537"/>
        </p:xfrm>
        <a:graphic>
          <a:graphicData uri="http://schemas.openxmlformats.org/presentationml/2006/ole">
            <mc:AlternateContent xmlns:mc="http://schemas.openxmlformats.org/markup-compatibility/2006">
              <mc:Choice xmlns:v="urn:schemas-microsoft-com:vml" Requires="v">
                <p:oleObj spid="_x0000_s3550" name="" r:id="rId7" imgW="3909695" imgH="431800" progId="Equation.3">
                  <p:embed/>
                </p:oleObj>
              </mc:Choice>
              <mc:Fallback>
                <p:oleObj name="" r:id="rId7" imgW="3909695" imgH="431800" progId="Equation.3">
                  <p:embed/>
                  <p:pic>
                    <p:nvPicPr>
                      <p:cNvPr id="0" name="图片 3549"/>
                      <p:cNvPicPr/>
                      <p:nvPr/>
                    </p:nvPicPr>
                    <p:blipFill>
                      <a:blip r:embed="rId8">
                        <a:clrChange>
                          <a:clrFrom>
                            <a:srgbClr val="000000"/>
                          </a:clrFrom>
                          <a:clrTo>
                            <a:srgbClr val="FFFFFF"/>
                          </a:clrTo>
                        </a:clrChange>
                      </a:blip>
                      <a:stretch>
                        <a:fillRect/>
                      </a:stretch>
                    </p:blipFill>
                    <p:spPr>
                      <a:xfrm>
                        <a:off x="611188" y="5516563"/>
                        <a:ext cx="7861300" cy="871537"/>
                      </a:xfrm>
                      <a:prstGeom prst="rect">
                        <a:avLst/>
                      </a:prstGeom>
                      <a:noFill/>
                      <a:ln w="38100">
                        <a:noFill/>
                        <a:miter/>
                      </a:ln>
                    </p:spPr>
                  </p:pic>
                </p:oleObj>
              </mc:Fallback>
            </mc:AlternateContent>
          </a:graphicData>
        </a:graphic>
      </p:graphicFrame>
      <p:sp>
        <p:nvSpPr>
          <p:cNvPr id="81938" name="AutoShape 18"/>
          <p:cNvSpPr/>
          <p:nvPr/>
        </p:nvSpPr>
        <p:spPr>
          <a:xfrm>
            <a:off x="7235825" y="4797425"/>
            <a:ext cx="1584325" cy="504825"/>
          </a:xfrm>
          <a:prstGeom prst="wedgeRoundRectCallout">
            <a:avLst>
              <a:gd name="adj1" fmla="val -45190"/>
              <a:gd name="adj2" fmla="val 126417"/>
              <a:gd name="adj3" fmla="val 16667"/>
            </a:avLst>
          </a:prstGeom>
          <a:solidFill>
            <a:schemeClr val="accent1"/>
          </a:solidFill>
          <a:ln w="9525">
            <a:noFill/>
          </a:ln>
        </p:spPr>
        <p:txBody>
          <a:bodyPr/>
          <a:p>
            <a:pPr algn="ctr"/>
            <a:r>
              <a:rPr lang="zh-CN" altLang="en-US" dirty="0">
                <a:solidFill>
                  <a:schemeClr val="tx1"/>
                </a:solidFill>
                <a:latin typeface="Arial" panose="020B0604020202020204" pitchFamily="34" charset="0"/>
              </a:rPr>
              <a:t>模匹配</a:t>
            </a:r>
            <a:endParaRPr lang="zh-CN" altLang="en-US" dirty="0">
              <a:solidFill>
                <a:schemeClr val="tx1"/>
              </a:solidFill>
              <a:latin typeface="Arial" panose="020B0604020202020204" pitchFamily="34" charset="0"/>
            </a:endParaRPr>
          </a:p>
        </p:txBody>
      </p:sp>
      <p:grpSp>
        <p:nvGrpSpPr>
          <p:cNvPr id="75789" name="Group 23"/>
          <p:cNvGrpSpPr/>
          <p:nvPr/>
        </p:nvGrpSpPr>
        <p:grpSpPr>
          <a:xfrm>
            <a:off x="8316913" y="6446838"/>
            <a:ext cx="792162" cy="366712"/>
            <a:chOff x="5193" y="4020"/>
            <a:chExt cx="499" cy="231"/>
          </a:xfrm>
        </p:grpSpPr>
        <p:pic>
          <p:nvPicPr>
            <p:cNvPr id="75796" name="Picture 24" descr="78900"/>
            <p:cNvPicPr>
              <a:picLocks noChangeAspect="1"/>
            </p:cNvPicPr>
            <p:nvPr/>
          </p:nvPicPr>
          <p:blipFill>
            <a:blip r:embed="rId9"/>
            <a:stretch>
              <a:fillRect/>
            </a:stretch>
          </p:blipFill>
          <p:spPr>
            <a:xfrm>
              <a:off x="5193" y="4066"/>
              <a:ext cx="499" cy="181"/>
            </a:xfrm>
            <a:prstGeom prst="rect">
              <a:avLst/>
            </a:prstGeom>
            <a:noFill/>
            <a:ln w="9525">
              <a:noFill/>
            </a:ln>
          </p:spPr>
        </p:pic>
        <p:sp>
          <p:nvSpPr>
            <p:cNvPr id="75797" name="Text Box 25">
              <a:hlinkClick r:id="" action="ppaction://hlinkshowjump?jump=nextslide"/>
            </p:cNvPr>
            <p:cNvSpPr txBox="1"/>
            <p:nvPr/>
          </p:nvSpPr>
          <p:spPr>
            <a:xfrm>
              <a:off x="5216" y="4020"/>
              <a:ext cx="476" cy="231"/>
            </a:xfrm>
            <a:prstGeom prst="rect">
              <a:avLst/>
            </a:prstGeom>
            <a:noFill/>
            <a:ln w="9525">
              <a:noFill/>
            </a:ln>
          </p:spPr>
          <p:txBody>
            <a:bodyPr wrap="none">
              <a:spAutoFit/>
            </a:bodyPr>
            <a:p>
              <a:pPr>
                <a:spcBef>
                  <a:spcPct val="50000"/>
                </a:spcBef>
              </a:pPr>
              <a:r>
                <a:rPr lang="zh-CN" altLang="en-US" sz="1800" b="0" dirty="0">
                  <a:solidFill>
                    <a:schemeClr val="bg1"/>
                  </a:solidFill>
                  <a:latin typeface="隶书" panose="02010509060101010101" pitchFamily="49" charset="-122"/>
                  <a:ea typeface="隶书" panose="02010509060101010101" pitchFamily="49" charset="-122"/>
                </a:rPr>
                <a:t>下 页</a:t>
              </a:r>
              <a:endParaRPr lang="zh-CN" altLang="en-US" sz="1800" b="0" dirty="0">
                <a:solidFill>
                  <a:schemeClr val="bg1"/>
                </a:solidFill>
                <a:latin typeface="隶书" panose="02010509060101010101" pitchFamily="49" charset="-122"/>
                <a:ea typeface="隶书" panose="02010509060101010101" pitchFamily="49" charset="-122"/>
              </a:endParaRPr>
            </a:p>
          </p:txBody>
        </p:sp>
      </p:grpSp>
      <p:grpSp>
        <p:nvGrpSpPr>
          <p:cNvPr id="75790" name="Group 26"/>
          <p:cNvGrpSpPr/>
          <p:nvPr/>
        </p:nvGrpSpPr>
        <p:grpSpPr>
          <a:xfrm>
            <a:off x="7453313" y="6446838"/>
            <a:ext cx="792162" cy="366712"/>
            <a:chOff x="4649" y="4020"/>
            <a:chExt cx="499" cy="231"/>
          </a:xfrm>
        </p:grpSpPr>
        <p:pic>
          <p:nvPicPr>
            <p:cNvPr id="75794" name="Picture 27" descr="78900"/>
            <p:cNvPicPr>
              <a:picLocks noChangeAspect="1"/>
            </p:cNvPicPr>
            <p:nvPr/>
          </p:nvPicPr>
          <p:blipFill>
            <a:blip r:embed="rId9"/>
            <a:stretch>
              <a:fillRect/>
            </a:stretch>
          </p:blipFill>
          <p:spPr>
            <a:xfrm>
              <a:off x="4649" y="4066"/>
              <a:ext cx="499" cy="181"/>
            </a:xfrm>
            <a:prstGeom prst="rect">
              <a:avLst/>
            </a:prstGeom>
            <a:noFill/>
            <a:ln w="9525">
              <a:noFill/>
            </a:ln>
          </p:spPr>
        </p:pic>
        <p:sp>
          <p:nvSpPr>
            <p:cNvPr id="75795" name="Text Box 28">
              <a:hlinkClick r:id="" action="ppaction://hlinkshowjump?jump=previousslide"/>
            </p:cNvPr>
            <p:cNvSpPr txBox="1"/>
            <p:nvPr/>
          </p:nvSpPr>
          <p:spPr>
            <a:xfrm>
              <a:off x="4672" y="4020"/>
              <a:ext cx="476" cy="231"/>
            </a:xfrm>
            <a:prstGeom prst="rect">
              <a:avLst/>
            </a:prstGeom>
            <a:noFill/>
            <a:ln w="9525">
              <a:noFill/>
            </a:ln>
          </p:spPr>
          <p:txBody>
            <a:bodyPr wrap="none">
              <a:spAutoFit/>
            </a:bodyPr>
            <a:p>
              <a:pPr>
                <a:spcBef>
                  <a:spcPct val="50000"/>
                </a:spcBef>
              </a:pPr>
              <a:r>
                <a:rPr lang="zh-CN" altLang="en-US" sz="1800" b="0" dirty="0">
                  <a:solidFill>
                    <a:schemeClr val="bg1"/>
                  </a:solidFill>
                  <a:latin typeface="隶书" panose="02010509060101010101" pitchFamily="49" charset="-122"/>
                  <a:ea typeface="隶书" panose="02010509060101010101" pitchFamily="49" charset="-122"/>
                </a:rPr>
                <a:t>上 页</a:t>
              </a:r>
              <a:endParaRPr lang="zh-CN" altLang="en-US" sz="1800" b="0" dirty="0">
                <a:solidFill>
                  <a:schemeClr val="bg1"/>
                </a:solidFill>
                <a:latin typeface="隶书" panose="02010509060101010101" pitchFamily="49" charset="-122"/>
                <a:ea typeface="隶书" panose="02010509060101010101" pitchFamily="49" charset="-122"/>
              </a:endParaRPr>
            </a:p>
          </p:txBody>
        </p:sp>
      </p:grpSp>
      <p:grpSp>
        <p:nvGrpSpPr>
          <p:cNvPr id="75791" name="Group 36"/>
          <p:cNvGrpSpPr/>
          <p:nvPr/>
        </p:nvGrpSpPr>
        <p:grpSpPr>
          <a:xfrm>
            <a:off x="6588125" y="6446838"/>
            <a:ext cx="792163" cy="366712"/>
            <a:chOff x="4649" y="4020"/>
            <a:chExt cx="499" cy="231"/>
          </a:xfrm>
        </p:grpSpPr>
        <p:pic>
          <p:nvPicPr>
            <p:cNvPr id="75792" name="Picture 37" descr="78900"/>
            <p:cNvPicPr>
              <a:picLocks noChangeAspect="1"/>
            </p:cNvPicPr>
            <p:nvPr/>
          </p:nvPicPr>
          <p:blipFill>
            <a:blip r:embed="rId9"/>
            <a:stretch>
              <a:fillRect/>
            </a:stretch>
          </p:blipFill>
          <p:spPr>
            <a:xfrm>
              <a:off x="4649" y="4066"/>
              <a:ext cx="499" cy="181"/>
            </a:xfrm>
            <a:prstGeom prst="rect">
              <a:avLst/>
            </a:prstGeom>
            <a:noFill/>
            <a:ln w="9525">
              <a:noFill/>
            </a:ln>
          </p:spPr>
        </p:pic>
        <p:sp>
          <p:nvSpPr>
            <p:cNvPr id="75793" name="Text Box 38">
              <a:hlinkClick r:id="" action="ppaction://hlinkshowjump?jump=firstslide"/>
            </p:cNvPr>
            <p:cNvSpPr txBox="1"/>
            <p:nvPr/>
          </p:nvSpPr>
          <p:spPr>
            <a:xfrm>
              <a:off x="4672" y="4020"/>
              <a:ext cx="476" cy="231"/>
            </a:xfrm>
            <a:prstGeom prst="rect">
              <a:avLst/>
            </a:prstGeom>
            <a:noFill/>
            <a:ln w="9525">
              <a:noFill/>
            </a:ln>
          </p:spPr>
          <p:txBody>
            <a:bodyPr wrap="none">
              <a:spAutoFit/>
            </a:bodyPr>
            <a:p>
              <a:pPr>
                <a:spcBef>
                  <a:spcPct val="50000"/>
                </a:spcBef>
              </a:pPr>
              <a:r>
                <a:rPr lang="zh-CN" altLang="en-US" sz="1800" b="0" dirty="0">
                  <a:solidFill>
                    <a:schemeClr val="bg1"/>
                  </a:solidFill>
                  <a:latin typeface="隶书" panose="02010509060101010101" pitchFamily="49" charset="-122"/>
                  <a:ea typeface="隶书" panose="02010509060101010101" pitchFamily="49" charset="-122"/>
                </a:rPr>
                <a:t>返 回</a:t>
              </a:r>
              <a:endParaRPr lang="zh-CN" altLang="en-US" sz="1800" b="0" dirty="0">
                <a:solidFill>
                  <a:schemeClr val="bg1"/>
                </a:solidFill>
                <a:latin typeface="隶书" panose="02010509060101010101" pitchFamily="49" charset="-122"/>
                <a:ea typeface="隶书" panose="02010509060101010101" pitchFamily="49" charset="-122"/>
              </a:endParaRP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7" presetClass="entr" presetSubtype="1" fill="hold" grpId="0" nodeType="withEffect">
                                  <p:stCondLst>
                                    <p:cond delay="0"/>
                                  </p:stCondLst>
                                  <p:childTnLst>
                                    <p:set>
                                      <p:cBhvr>
                                        <p:cTn id="6" dur="1" fill="hold">
                                          <p:stCondLst>
                                            <p:cond delay="0"/>
                                          </p:stCondLst>
                                        </p:cTn>
                                        <p:tgtEl>
                                          <p:spTgt spid="81922"/>
                                        </p:tgtEl>
                                        <p:attrNameLst>
                                          <p:attrName>style.visibility</p:attrName>
                                        </p:attrNameLst>
                                      </p:cBhvr>
                                      <p:to>
                                        <p:strVal val="visible"/>
                                      </p:to>
                                    </p:set>
                                    <p:anim calcmode="lin" valueType="num">
                                      <p:cBhvr>
                                        <p:cTn id="7" dur="500" fill="hold"/>
                                        <p:tgtEl>
                                          <p:spTgt spid="81922"/>
                                        </p:tgtEl>
                                        <p:attrNameLst>
                                          <p:attrName>ppt_x</p:attrName>
                                        </p:attrNameLst>
                                      </p:cBhvr>
                                      <p:tavLst>
                                        <p:tav tm="0">
                                          <p:val>
                                            <p:strVal val="#ppt_x"/>
                                          </p:val>
                                        </p:tav>
                                        <p:tav tm="100000">
                                          <p:val>
                                            <p:strVal val="#ppt_x"/>
                                          </p:val>
                                        </p:tav>
                                      </p:tavLst>
                                    </p:anim>
                                    <p:anim calcmode="lin" valueType="num">
                                      <p:cBhvr>
                                        <p:cTn id="8" dur="500" fill="hold"/>
                                        <p:tgtEl>
                                          <p:spTgt spid="81922"/>
                                        </p:tgtEl>
                                        <p:attrNameLst>
                                          <p:attrName>ppt_y</p:attrName>
                                        </p:attrNameLst>
                                      </p:cBhvr>
                                      <p:tavLst>
                                        <p:tav tm="0">
                                          <p:val>
                                            <p:strVal val="#ppt_y-#ppt_h/2"/>
                                          </p:val>
                                        </p:tav>
                                        <p:tav tm="100000">
                                          <p:val>
                                            <p:strVal val="#ppt_y"/>
                                          </p:val>
                                        </p:tav>
                                      </p:tavLst>
                                    </p:anim>
                                    <p:anim calcmode="lin" valueType="num">
                                      <p:cBhvr>
                                        <p:cTn id="9" dur="500" fill="hold"/>
                                        <p:tgtEl>
                                          <p:spTgt spid="81922"/>
                                        </p:tgtEl>
                                        <p:attrNameLst>
                                          <p:attrName>ppt_w</p:attrName>
                                        </p:attrNameLst>
                                      </p:cBhvr>
                                      <p:tavLst>
                                        <p:tav tm="0">
                                          <p:val>
                                            <p:strVal val="#ppt_w"/>
                                          </p:val>
                                        </p:tav>
                                        <p:tav tm="100000">
                                          <p:val>
                                            <p:strVal val="#ppt_w"/>
                                          </p:val>
                                        </p:tav>
                                      </p:tavLst>
                                    </p:anim>
                                    <p:anim calcmode="lin" valueType="num">
                                      <p:cBhvr>
                                        <p:cTn id="10" dur="500" fill="hold"/>
                                        <p:tgtEl>
                                          <p:spTgt spid="81922"/>
                                        </p:tgtEl>
                                        <p:attrNameLst>
                                          <p:attrName>ppt_h</p:attrName>
                                        </p:attrNameLst>
                                      </p:cBhvr>
                                      <p:tavLst>
                                        <p:tav tm="0">
                                          <p:val>
                                            <p:fltVal val="0.000000"/>
                                          </p:val>
                                        </p:tav>
                                        <p:tav tm="100000">
                                          <p:val>
                                            <p:strVal val="#ppt_h"/>
                                          </p:val>
                                        </p:tav>
                                      </p:tavLst>
                                    </p:anim>
                                  </p:childTnLst>
                                </p:cTn>
                              </p:par>
                            </p:childTnLst>
                          </p:cTn>
                        </p:par>
                      </p:childTnLst>
                    </p:cTn>
                  </p:par>
                  <p:par>
                    <p:cTn id="11" fill="hold">
                      <p:stCondLst>
                        <p:cond delay="indefinite"/>
                      </p:stCondLst>
                      <p:childTnLst>
                        <p:par>
                          <p:cTn id="12" fill="hold">
                            <p:stCondLst>
                              <p:cond delay="0"/>
                            </p:stCondLst>
                            <p:childTnLst>
                              <p:par>
                                <p:cTn id="13" presetID="22" presetClass="entr" presetSubtype="8" fill="hold" grpId="0" nodeType="clickEffect">
                                  <p:stCondLst>
                                    <p:cond delay="0"/>
                                  </p:stCondLst>
                                  <p:childTnLst>
                                    <p:set>
                                      <p:cBhvr>
                                        <p:cTn id="14" dur="1" fill="hold">
                                          <p:stCondLst>
                                            <p:cond delay="0"/>
                                          </p:stCondLst>
                                        </p:cTn>
                                        <p:tgtEl>
                                          <p:spTgt spid="81923"/>
                                        </p:tgtEl>
                                        <p:attrNameLst>
                                          <p:attrName>style.visibility</p:attrName>
                                        </p:attrNameLst>
                                      </p:cBhvr>
                                      <p:to>
                                        <p:strVal val="visible"/>
                                      </p:to>
                                    </p:set>
                                    <p:animEffect transition="in" filter="wipe(left)">
                                      <p:cBhvr>
                                        <p:cTn id="15" dur="2000"/>
                                        <p:tgtEl>
                                          <p:spTgt spid="81923"/>
                                        </p:tgtEl>
                                      </p:cBhvr>
                                    </p:animEffect>
                                  </p:childTnLst>
                                </p:cTn>
                              </p:par>
                            </p:childTnLst>
                          </p:cTn>
                        </p:par>
                      </p:childTnLst>
                    </p:cTn>
                  </p:par>
                  <p:par>
                    <p:cTn id="16" fill="hold">
                      <p:stCondLst>
                        <p:cond delay="indefinite"/>
                      </p:stCondLst>
                      <p:childTnLst>
                        <p:par>
                          <p:cTn id="17" fill="hold">
                            <p:stCondLst>
                              <p:cond delay="0"/>
                            </p:stCondLst>
                            <p:childTnLst>
                              <p:par>
                                <p:cTn id="18" presetID="22" presetClass="entr" presetSubtype="8" fill="hold" nodeType="clickEffect">
                                  <p:stCondLst>
                                    <p:cond delay="0"/>
                                  </p:stCondLst>
                                  <p:childTnLst>
                                    <p:set>
                                      <p:cBhvr>
                                        <p:cTn id="19" dur="1" fill="hold">
                                          <p:stCondLst>
                                            <p:cond delay="0"/>
                                          </p:stCondLst>
                                        </p:cTn>
                                        <p:tgtEl>
                                          <p:spTgt spid="2"/>
                                        </p:tgtEl>
                                        <p:attrNameLst>
                                          <p:attrName>style.visibility</p:attrName>
                                        </p:attrNameLst>
                                      </p:cBhvr>
                                      <p:to>
                                        <p:strVal val="visible"/>
                                      </p:to>
                                    </p:set>
                                    <p:animEffect transition="in" filter="wipe(left)">
                                      <p:cBhvr>
                                        <p:cTn id="20" dur="1000"/>
                                        <p:tgtEl>
                                          <p:spTgt spid="2"/>
                                        </p:tgtEl>
                                      </p:cBhvr>
                                    </p:animEffect>
                                  </p:childTnLst>
                                </p:cTn>
                              </p:par>
                            </p:childTnLst>
                          </p:cTn>
                        </p:par>
                      </p:childTnLst>
                    </p:cTn>
                  </p:par>
                  <p:par>
                    <p:cTn id="21" fill="hold">
                      <p:stCondLst>
                        <p:cond delay="indefinite"/>
                      </p:stCondLst>
                      <p:childTnLst>
                        <p:par>
                          <p:cTn id="22" fill="hold">
                            <p:stCondLst>
                              <p:cond delay="0"/>
                            </p:stCondLst>
                            <p:childTnLst>
                              <p:par>
                                <p:cTn id="23" presetID="17" presetClass="entr" presetSubtype="1" fill="hold" grpId="0" nodeType="clickEffect">
                                  <p:stCondLst>
                                    <p:cond delay="0"/>
                                  </p:stCondLst>
                                  <p:childTnLst>
                                    <p:set>
                                      <p:cBhvr>
                                        <p:cTn id="24" dur="1" fill="hold">
                                          <p:stCondLst>
                                            <p:cond delay="0"/>
                                          </p:stCondLst>
                                        </p:cTn>
                                        <p:tgtEl>
                                          <p:spTgt spid="81927"/>
                                        </p:tgtEl>
                                        <p:attrNameLst>
                                          <p:attrName>style.visibility</p:attrName>
                                        </p:attrNameLst>
                                      </p:cBhvr>
                                      <p:to>
                                        <p:strVal val="visible"/>
                                      </p:to>
                                    </p:set>
                                    <p:anim calcmode="lin" valueType="num">
                                      <p:cBhvr>
                                        <p:cTn id="25" dur="500" fill="hold"/>
                                        <p:tgtEl>
                                          <p:spTgt spid="81927"/>
                                        </p:tgtEl>
                                        <p:attrNameLst>
                                          <p:attrName>ppt_x</p:attrName>
                                        </p:attrNameLst>
                                      </p:cBhvr>
                                      <p:tavLst>
                                        <p:tav tm="0">
                                          <p:val>
                                            <p:strVal val="#ppt_x"/>
                                          </p:val>
                                        </p:tav>
                                        <p:tav tm="100000">
                                          <p:val>
                                            <p:strVal val="#ppt_x"/>
                                          </p:val>
                                        </p:tav>
                                      </p:tavLst>
                                    </p:anim>
                                    <p:anim calcmode="lin" valueType="num">
                                      <p:cBhvr>
                                        <p:cTn id="26" dur="500" fill="hold"/>
                                        <p:tgtEl>
                                          <p:spTgt spid="81927"/>
                                        </p:tgtEl>
                                        <p:attrNameLst>
                                          <p:attrName>ppt_y</p:attrName>
                                        </p:attrNameLst>
                                      </p:cBhvr>
                                      <p:tavLst>
                                        <p:tav tm="0">
                                          <p:val>
                                            <p:strVal val="#ppt_y-#ppt_h/2"/>
                                          </p:val>
                                        </p:tav>
                                        <p:tav tm="100000">
                                          <p:val>
                                            <p:strVal val="#ppt_y"/>
                                          </p:val>
                                        </p:tav>
                                      </p:tavLst>
                                    </p:anim>
                                    <p:anim calcmode="lin" valueType="num">
                                      <p:cBhvr>
                                        <p:cTn id="27" dur="500" fill="hold"/>
                                        <p:tgtEl>
                                          <p:spTgt spid="81927"/>
                                        </p:tgtEl>
                                        <p:attrNameLst>
                                          <p:attrName>ppt_w</p:attrName>
                                        </p:attrNameLst>
                                      </p:cBhvr>
                                      <p:tavLst>
                                        <p:tav tm="0">
                                          <p:val>
                                            <p:strVal val="#ppt_w"/>
                                          </p:val>
                                        </p:tav>
                                        <p:tav tm="100000">
                                          <p:val>
                                            <p:strVal val="#ppt_w"/>
                                          </p:val>
                                        </p:tav>
                                      </p:tavLst>
                                    </p:anim>
                                    <p:anim calcmode="lin" valueType="num">
                                      <p:cBhvr>
                                        <p:cTn id="28" dur="500" fill="hold"/>
                                        <p:tgtEl>
                                          <p:spTgt spid="81927"/>
                                        </p:tgtEl>
                                        <p:attrNameLst>
                                          <p:attrName>ppt_h</p:attrName>
                                        </p:attrNameLst>
                                      </p:cBhvr>
                                      <p:tavLst>
                                        <p:tav tm="0">
                                          <p:val>
                                            <p:fltVal val="0.000000"/>
                                          </p:val>
                                        </p:tav>
                                        <p:tav tm="100000">
                                          <p:val>
                                            <p:strVal val="#ppt_h"/>
                                          </p:val>
                                        </p:tav>
                                      </p:tavLst>
                                    </p:anim>
                                  </p:childTnLst>
                                </p:cTn>
                              </p:par>
                            </p:childTnLst>
                          </p:cTn>
                        </p:par>
                      </p:childTnLst>
                    </p:cTn>
                  </p:par>
                  <p:par>
                    <p:cTn id="29" fill="hold">
                      <p:stCondLst>
                        <p:cond delay="indefinite"/>
                      </p:stCondLst>
                      <p:childTnLst>
                        <p:par>
                          <p:cTn id="30" fill="hold">
                            <p:stCondLst>
                              <p:cond delay="0"/>
                            </p:stCondLst>
                            <p:childTnLst>
                              <p:par>
                                <p:cTn id="31" presetID="22" presetClass="entr" presetSubtype="8" fill="hold" grpId="0" nodeType="clickEffect">
                                  <p:stCondLst>
                                    <p:cond delay="0"/>
                                  </p:stCondLst>
                                  <p:childTnLst>
                                    <p:set>
                                      <p:cBhvr>
                                        <p:cTn id="32" dur="1" fill="hold">
                                          <p:stCondLst>
                                            <p:cond delay="0"/>
                                          </p:stCondLst>
                                        </p:cTn>
                                        <p:tgtEl>
                                          <p:spTgt spid="81934"/>
                                        </p:tgtEl>
                                        <p:attrNameLst>
                                          <p:attrName>style.visibility</p:attrName>
                                        </p:attrNameLst>
                                      </p:cBhvr>
                                      <p:to>
                                        <p:strVal val="visible"/>
                                      </p:to>
                                    </p:set>
                                    <p:animEffect transition="in" filter="wipe(left)">
                                      <p:cBhvr>
                                        <p:cTn id="33" dur="500"/>
                                        <p:tgtEl>
                                          <p:spTgt spid="81934"/>
                                        </p:tgtEl>
                                      </p:cBhvr>
                                    </p:animEffect>
                                  </p:childTnLst>
                                </p:cTn>
                              </p:par>
                            </p:childTnLst>
                          </p:cTn>
                        </p:par>
                        <p:par>
                          <p:cTn id="34" fill="hold">
                            <p:stCondLst>
                              <p:cond delay="500"/>
                            </p:stCondLst>
                            <p:childTnLst>
                              <p:par>
                                <p:cTn id="35" presetID="18" presetClass="entr" presetSubtype="6" fill="hold" nodeType="afterEffect">
                                  <p:stCondLst>
                                    <p:cond delay="0"/>
                                  </p:stCondLst>
                                  <p:childTnLst>
                                    <p:set>
                                      <p:cBhvr>
                                        <p:cTn id="36" dur="1" fill="hold">
                                          <p:stCondLst>
                                            <p:cond delay="0"/>
                                          </p:stCondLst>
                                        </p:cTn>
                                        <p:tgtEl>
                                          <p:spTgt spid="81933"/>
                                        </p:tgtEl>
                                        <p:attrNameLst>
                                          <p:attrName>style.visibility</p:attrName>
                                        </p:attrNameLst>
                                      </p:cBhvr>
                                      <p:to>
                                        <p:strVal val="visible"/>
                                      </p:to>
                                    </p:set>
                                    <p:animEffect transition="in" filter="strips(downRight)">
                                      <p:cBhvr>
                                        <p:cTn id="37" dur="2000"/>
                                        <p:tgtEl>
                                          <p:spTgt spid="81933"/>
                                        </p:tgtEl>
                                      </p:cBhvr>
                                    </p:animEffect>
                                  </p:childTnLst>
                                </p:cTn>
                              </p:par>
                            </p:childTnLst>
                          </p:cTn>
                        </p:par>
                      </p:childTnLst>
                    </p:cTn>
                  </p:par>
                  <p:par>
                    <p:cTn id="38" fill="hold">
                      <p:stCondLst>
                        <p:cond delay="indefinite"/>
                      </p:stCondLst>
                      <p:childTnLst>
                        <p:par>
                          <p:cTn id="39" fill="hold">
                            <p:stCondLst>
                              <p:cond delay="0"/>
                            </p:stCondLst>
                            <p:childTnLst>
                              <p:par>
                                <p:cTn id="40" presetID="22" presetClass="entr" presetSubtype="8" fill="hold" grpId="0" nodeType="clickEffect">
                                  <p:stCondLst>
                                    <p:cond delay="0"/>
                                  </p:stCondLst>
                                  <p:childTnLst>
                                    <p:set>
                                      <p:cBhvr>
                                        <p:cTn id="41" dur="1" fill="hold">
                                          <p:stCondLst>
                                            <p:cond delay="0"/>
                                          </p:stCondLst>
                                        </p:cTn>
                                        <p:tgtEl>
                                          <p:spTgt spid="81931"/>
                                        </p:tgtEl>
                                        <p:attrNameLst>
                                          <p:attrName>style.visibility</p:attrName>
                                        </p:attrNameLst>
                                      </p:cBhvr>
                                      <p:to>
                                        <p:strVal val="visible"/>
                                      </p:to>
                                    </p:set>
                                    <p:animEffect transition="in" filter="wipe(left)">
                                      <p:cBhvr>
                                        <p:cTn id="42" dur="2000"/>
                                        <p:tgtEl>
                                          <p:spTgt spid="81931"/>
                                        </p:tgtEl>
                                      </p:cBhvr>
                                    </p:animEffect>
                                  </p:childTnLst>
                                </p:cTn>
                              </p:par>
                            </p:childTnLst>
                          </p:cTn>
                        </p:par>
                        <p:par>
                          <p:cTn id="43" fill="hold">
                            <p:stCondLst>
                              <p:cond delay="2000"/>
                            </p:stCondLst>
                            <p:childTnLst>
                              <p:par>
                                <p:cTn id="44" presetID="22" presetClass="entr" presetSubtype="8" fill="hold" nodeType="afterEffect">
                                  <p:stCondLst>
                                    <p:cond delay="0"/>
                                  </p:stCondLst>
                                  <p:childTnLst>
                                    <p:set>
                                      <p:cBhvr>
                                        <p:cTn id="45" dur="1" fill="hold">
                                          <p:stCondLst>
                                            <p:cond delay="0"/>
                                          </p:stCondLst>
                                        </p:cTn>
                                        <p:tgtEl>
                                          <p:spTgt spid="81935"/>
                                        </p:tgtEl>
                                        <p:attrNameLst>
                                          <p:attrName>style.visibility</p:attrName>
                                        </p:attrNameLst>
                                      </p:cBhvr>
                                      <p:to>
                                        <p:strVal val="visible"/>
                                      </p:to>
                                    </p:set>
                                    <p:animEffect transition="in" filter="wipe(left)">
                                      <p:cBhvr>
                                        <p:cTn id="46" dur="2000"/>
                                        <p:tgtEl>
                                          <p:spTgt spid="81935"/>
                                        </p:tgtEl>
                                      </p:cBhvr>
                                    </p:animEffect>
                                  </p:childTnLst>
                                </p:cTn>
                              </p:par>
                            </p:childTnLst>
                          </p:cTn>
                        </p:par>
                      </p:childTnLst>
                    </p:cTn>
                  </p:par>
                  <p:par>
                    <p:cTn id="47" fill="hold">
                      <p:stCondLst>
                        <p:cond delay="indefinite"/>
                      </p:stCondLst>
                      <p:childTnLst>
                        <p:par>
                          <p:cTn id="48" fill="hold">
                            <p:stCondLst>
                              <p:cond delay="0"/>
                            </p:stCondLst>
                            <p:childTnLst>
                              <p:par>
                                <p:cTn id="49" presetID="22" presetClass="entr" presetSubtype="8" fill="hold" nodeType="clickEffect">
                                  <p:stCondLst>
                                    <p:cond delay="0"/>
                                  </p:stCondLst>
                                  <p:childTnLst>
                                    <p:set>
                                      <p:cBhvr>
                                        <p:cTn id="50" dur="1" fill="hold">
                                          <p:stCondLst>
                                            <p:cond delay="0"/>
                                          </p:stCondLst>
                                        </p:cTn>
                                        <p:tgtEl>
                                          <p:spTgt spid="81937"/>
                                        </p:tgtEl>
                                        <p:attrNameLst>
                                          <p:attrName>style.visibility</p:attrName>
                                        </p:attrNameLst>
                                      </p:cBhvr>
                                      <p:to>
                                        <p:strVal val="visible"/>
                                      </p:to>
                                    </p:set>
                                    <p:animEffect transition="in" filter="wipe(left)">
                                      <p:cBhvr>
                                        <p:cTn id="51" dur="2000"/>
                                        <p:tgtEl>
                                          <p:spTgt spid="81937"/>
                                        </p:tgtEl>
                                      </p:cBhvr>
                                    </p:animEffect>
                                  </p:childTnLst>
                                </p:cTn>
                              </p:par>
                            </p:childTnLst>
                          </p:cTn>
                        </p:par>
                        <p:par>
                          <p:cTn id="52" fill="hold">
                            <p:stCondLst>
                              <p:cond delay="2000"/>
                            </p:stCondLst>
                            <p:childTnLst>
                              <p:par>
                                <p:cTn id="53" presetID="20" presetClass="entr" presetSubtype="0" fill="hold" grpId="0" nodeType="afterEffect">
                                  <p:stCondLst>
                                    <p:cond delay="0"/>
                                  </p:stCondLst>
                                  <p:childTnLst>
                                    <p:set>
                                      <p:cBhvr>
                                        <p:cTn id="54" dur="1" fill="hold">
                                          <p:stCondLst>
                                            <p:cond delay="0"/>
                                          </p:stCondLst>
                                        </p:cTn>
                                        <p:tgtEl>
                                          <p:spTgt spid="81938"/>
                                        </p:tgtEl>
                                        <p:attrNameLst>
                                          <p:attrName>style.visibility</p:attrName>
                                        </p:attrNameLst>
                                      </p:cBhvr>
                                      <p:to>
                                        <p:strVal val="visible"/>
                                      </p:to>
                                    </p:set>
                                    <p:animEffect transition="in" filter="wedge">
                                      <p:cBhvr>
                                        <p:cTn id="55" dur="2000"/>
                                        <p:tgtEl>
                                          <p:spTgt spid="8193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1922" grpId="0"/>
      <p:bldP spid="81923" grpId="0"/>
      <p:bldP spid="81927" grpId="0"/>
      <p:bldP spid="81931" grpId="0"/>
      <p:bldP spid="81934" grpId="0"/>
      <p:bldP spid="81938" grpId="0" animBg="1"/>
    </p:bldLst>
  </p:timing>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16738" name="Text Box 2"/>
          <p:cNvSpPr txBox="1"/>
          <p:nvPr/>
        </p:nvSpPr>
        <p:spPr>
          <a:xfrm>
            <a:off x="1204913" y="404813"/>
            <a:ext cx="7543800" cy="1800225"/>
          </a:xfrm>
          <a:prstGeom prst="rect">
            <a:avLst/>
          </a:prstGeom>
          <a:noFill/>
          <a:ln w="12700">
            <a:noFill/>
          </a:ln>
        </p:spPr>
        <p:txBody>
          <a:bodyPr anchor="ctr" anchorCtr="0">
            <a:spAutoFit/>
          </a:bodyPr>
          <a:p>
            <a:r>
              <a:rPr lang="zh-CN" altLang="en-US" dirty="0">
                <a:latin typeface="楷体_GB2312" pitchFamily="49" charset="-122"/>
              </a:rPr>
              <a:t>电路如图。求：</a:t>
            </a:r>
            <a:r>
              <a:rPr lang="en-US" altLang="zh-CN" dirty="0">
                <a:latin typeface="楷体_GB2312" pitchFamily="49" charset="-122"/>
              </a:rPr>
              <a:t>1.</a:t>
            </a:r>
            <a:r>
              <a:rPr lang="en-US" altLang="zh-CN" b="0" i="1" dirty="0">
                <a:solidFill>
                  <a:schemeClr val="bg1"/>
                </a:solidFill>
                <a:latin typeface="Times New Roman" panose="02020603050405020304" pitchFamily="18" charset="0"/>
              </a:rPr>
              <a:t>R</a:t>
            </a:r>
            <a:r>
              <a:rPr lang="en-US" altLang="zh-CN" b="0" baseline="-25000" dirty="0">
                <a:solidFill>
                  <a:schemeClr val="bg1"/>
                </a:solidFill>
                <a:latin typeface="Times New Roman" panose="02020603050405020304" pitchFamily="18" charset="0"/>
              </a:rPr>
              <a:t>L</a:t>
            </a:r>
            <a:r>
              <a:rPr lang="en-US" altLang="zh-CN" b="0" dirty="0">
                <a:solidFill>
                  <a:schemeClr val="bg1"/>
                </a:solidFill>
                <a:latin typeface="Times New Roman" panose="02020603050405020304" pitchFamily="18" charset="0"/>
              </a:rPr>
              <a:t>=5</a:t>
            </a:r>
            <a:r>
              <a:rPr lang="en-US" altLang="zh-CN" b="0" dirty="0">
                <a:solidFill>
                  <a:schemeClr val="bg1"/>
                </a:solidFill>
                <a:latin typeface="Times New Roman" panose="02020603050405020304" pitchFamily="18" charset="0"/>
                <a:sym typeface="Symbol" panose="05050102010706020507" pitchFamily="18" charset="2"/>
              </a:rPr>
              <a:t></a:t>
            </a:r>
            <a:r>
              <a:rPr lang="zh-CN" altLang="en-US" dirty="0">
                <a:latin typeface="楷体_GB2312" pitchFamily="49" charset="-122"/>
              </a:rPr>
              <a:t>时其消耗的功率；</a:t>
            </a:r>
            <a:endParaRPr lang="zh-CN" altLang="en-US" dirty="0">
              <a:latin typeface="楷体_GB2312" pitchFamily="49" charset="-122"/>
            </a:endParaRPr>
          </a:p>
          <a:p>
            <a:r>
              <a:rPr lang="en-US" altLang="zh-CN" dirty="0">
                <a:latin typeface="楷体_GB2312" pitchFamily="49" charset="-122"/>
              </a:rPr>
              <a:t>2.</a:t>
            </a:r>
            <a:r>
              <a:rPr lang="en-US" altLang="zh-CN" b="0" i="1" dirty="0">
                <a:solidFill>
                  <a:schemeClr val="bg1"/>
                </a:solidFill>
                <a:latin typeface="Times New Roman" panose="02020603050405020304" pitchFamily="18" charset="0"/>
              </a:rPr>
              <a:t>R</a:t>
            </a:r>
            <a:r>
              <a:rPr lang="en-US" altLang="zh-CN" b="0" baseline="-25000" dirty="0">
                <a:solidFill>
                  <a:schemeClr val="bg1"/>
                </a:solidFill>
                <a:latin typeface="Times New Roman" panose="02020603050405020304" pitchFamily="18" charset="0"/>
              </a:rPr>
              <a:t>L</a:t>
            </a:r>
            <a:r>
              <a:rPr lang="en-US" altLang="zh-CN" b="0" dirty="0">
                <a:solidFill>
                  <a:schemeClr val="bg1"/>
                </a:solidFill>
                <a:latin typeface="Times New Roman" panose="02020603050405020304" pitchFamily="18" charset="0"/>
              </a:rPr>
              <a:t>=?</a:t>
            </a:r>
            <a:r>
              <a:rPr lang="zh-CN" altLang="en-US" dirty="0">
                <a:latin typeface="楷体_GB2312" pitchFamily="49" charset="-122"/>
              </a:rPr>
              <a:t>能获得最大功率，并求最大功率；</a:t>
            </a:r>
            <a:endParaRPr lang="zh-CN" altLang="en-US" dirty="0">
              <a:latin typeface="楷体_GB2312" pitchFamily="49" charset="-122"/>
            </a:endParaRPr>
          </a:p>
          <a:p>
            <a:r>
              <a:rPr lang="en-US" altLang="zh-CN" dirty="0">
                <a:latin typeface="楷体_GB2312" pitchFamily="49" charset="-122"/>
              </a:rPr>
              <a:t>3.</a:t>
            </a:r>
            <a:r>
              <a:rPr lang="zh-CN" altLang="en-US" dirty="0">
                <a:latin typeface="楷体_GB2312" pitchFamily="49" charset="-122"/>
              </a:rPr>
              <a:t>在</a:t>
            </a:r>
            <a:r>
              <a:rPr lang="en-US" altLang="zh-CN" b="0" i="1" dirty="0">
                <a:solidFill>
                  <a:schemeClr val="bg1"/>
                </a:solidFill>
                <a:latin typeface="Times New Roman" panose="02020603050405020304" pitchFamily="18" charset="0"/>
              </a:rPr>
              <a:t>R</a:t>
            </a:r>
            <a:r>
              <a:rPr lang="en-US" altLang="zh-CN" b="0" baseline="-25000" dirty="0">
                <a:solidFill>
                  <a:schemeClr val="bg1"/>
                </a:solidFill>
                <a:latin typeface="Times New Roman" panose="02020603050405020304" pitchFamily="18" charset="0"/>
              </a:rPr>
              <a:t>L</a:t>
            </a:r>
            <a:r>
              <a:rPr lang="zh-CN" altLang="en-US" dirty="0">
                <a:latin typeface="楷体_GB2312" pitchFamily="49" charset="-122"/>
              </a:rPr>
              <a:t>两端并联一电容，问</a:t>
            </a:r>
            <a:r>
              <a:rPr lang="en-US" altLang="zh-CN" b="0" i="1" dirty="0">
                <a:solidFill>
                  <a:schemeClr val="bg1"/>
                </a:solidFill>
                <a:latin typeface="Times New Roman" panose="02020603050405020304" pitchFamily="18" charset="0"/>
              </a:rPr>
              <a:t>R</a:t>
            </a:r>
            <a:r>
              <a:rPr lang="en-US" altLang="zh-CN" b="0" baseline="-25000" dirty="0">
                <a:solidFill>
                  <a:schemeClr val="bg1"/>
                </a:solidFill>
                <a:latin typeface="Times New Roman" panose="02020603050405020304" pitchFamily="18" charset="0"/>
              </a:rPr>
              <a:t>L</a:t>
            </a:r>
            <a:r>
              <a:rPr lang="zh-CN" altLang="en-US" dirty="0">
                <a:latin typeface="楷体_GB2312" pitchFamily="49" charset="-122"/>
              </a:rPr>
              <a:t>和</a:t>
            </a:r>
            <a:r>
              <a:rPr lang="en-US" altLang="zh-CN" b="0" i="1" dirty="0">
                <a:solidFill>
                  <a:schemeClr val="bg1"/>
                </a:solidFill>
                <a:latin typeface="Times New Roman" panose="02020603050405020304" pitchFamily="18" charset="0"/>
              </a:rPr>
              <a:t>C</a:t>
            </a:r>
            <a:r>
              <a:rPr lang="zh-CN" altLang="en-US" dirty="0">
                <a:latin typeface="楷体_GB2312" pitchFamily="49" charset="-122"/>
              </a:rPr>
              <a:t>为多大时能与内阻抗最佳匹配，并求最大功率。</a:t>
            </a:r>
            <a:endParaRPr lang="zh-CN" altLang="en-US" dirty="0">
              <a:latin typeface="楷体_GB2312" pitchFamily="49" charset="-122"/>
            </a:endParaRPr>
          </a:p>
        </p:txBody>
      </p:sp>
      <p:sp>
        <p:nvSpPr>
          <p:cNvPr id="116740" name="Text Box 4"/>
          <p:cNvSpPr txBox="1"/>
          <p:nvPr/>
        </p:nvSpPr>
        <p:spPr>
          <a:xfrm>
            <a:off x="250825" y="404813"/>
            <a:ext cx="1235075" cy="579437"/>
          </a:xfrm>
          <a:prstGeom prst="rect">
            <a:avLst/>
          </a:prstGeom>
          <a:noFill/>
          <a:ln w="9525">
            <a:noFill/>
          </a:ln>
        </p:spPr>
        <p:txBody>
          <a:bodyPr wrap="none">
            <a:spAutoFit/>
          </a:bodyPr>
          <a:p>
            <a:pPr>
              <a:spcBef>
                <a:spcPct val="50000"/>
              </a:spcBef>
            </a:pPr>
            <a:r>
              <a:rPr lang="zh-CN" altLang="en-US" sz="3200" dirty="0">
                <a:solidFill>
                  <a:schemeClr val="bg1"/>
                </a:solidFill>
                <a:latin typeface="Times New Roman" panose="02020603050405020304" pitchFamily="18" charset="0"/>
                <a:ea typeface="宋体" panose="02010600030101010101" pitchFamily="2" charset="-122"/>
              </a:rPr>
              <a:t>例</a:t>
            </a:r>
            <a:r>
              <a:rPr lang="en-US" altLang="zh-CN" sz="3200" b="0" dirty="0">
                <a:solidFill>
                  <a:schemeClr val="bg1"/>
                </a:solidFill>
                <a:latin typeface="Times New Roman" panose="02020603050405020304" pitchFamily="18" charset="0"/>
                <a:ea typeface="宋体" panose="02010600030101010101" pitchFamily="2" charset="-122"/>
              </a:rPr>
              <a:t>6-1</a:t>
            </a:r>
            <a:r>
              <a:rPr lang="en-US" altLang="zh-CN" sz="3200" dirty="0">
                <a:solidFill>
                  <a:schemeClr val="bg1"/>
                </a:solidFill>
                <a:latin typeface="Times New Roman" panose="02020603050405020304" pitchFamily="18" charset="0"/>
                <a:ea typeface="宋体" panose="02010600030101010101" pitchFamily="2" charset="-122"/>
              </a:rPr>
              <a:t> </a:t>
            </a:r>
            <a:endParaRPr lang="en-US" altLang="zh-CN" sz="3200" dirty="0">
              <a:solidFill>
                <a:schemeClr val="bg1"/>
              </a:solidFill>
              <a:latin typeface="Times New Roman" panose="02020603050405020304" pitchFamily="18" charset="0"/>
              <a:ea typeface="宋体" panose="02010600030101010101" pitchFamily="2" charset="-122"/>
            </a:endParaRPr>
          </a:p>
        </p:txBody>
      </p:sp>
      <p:sp>
        <p:nvSpPr>
          <p:cNvPr id="116741" name="Text Box 5"/>
          <p:cNvSpPr txBox="1"/>
          <p:nvPr/>
        </p:nvSpPr>
        <p:spPr>
          <a:xfrm>
            <a:off x="468313" y="2276475"/>
            <a:ext cx="539750" cy="519113"/>
          </a:xfrm>
          <a:prstGeom prst="rect">
            <a:avLst/>
          </a:prstGeom>
          <a:solidFill>
            <a:srgbClr val="990033"/>
          </a:solidFill>
          <a:ln w="9525">
            <a:noFill/>
          </a:ln>
        </p:spPr>
        <p:txBody>
          <a:bodyPr wrap="none">
            <a:spAutoFit/>
          </a:bodyPr>
          <a:p>
            <a:pPr>
              <a:spcBef>
                <a:spcPct val="50000"/>
              </a:spcBef>
            </a:pPr>
            <a:r>
              <a:rPr lang="zh-CN" altLang="en-US" dirty="0">
                <a:solidFill>
                  <a:schemeClr val="bg1"/>
                </a:solidFill>
                <a:latin typeface="Times New Roman" panose="02020603050405020304" pitchFamily="18" charset="0"/>
                <a:ea typeface="宋体" panose="02010600030101010101" pitchFamily="2" charset="-122"/>
              </a:rPr>
              <a:t>解</a:t>
            </a:r>
            <a:endParaRPr lang="zh-CN" altLang="en-US" dirty="0">
              <a:solidFill>
                <a:schemeClr val="bg1"/>
              </a:solidFill>
              <a:latin typeface="Times New Roman" panose="02020603050405020304" pitchFamily="18" charset="0"/>
              <a:ea typeface="宋体" panose="02010600030101010101" pitchFamily="2" charset="-122"/>
            </a:endParaRPr>
          </a:p>
        </p:txBody>
      </p:sp>
      <p:graphicFrame>
        <p:nvGraphicFramePr>
          <p:cNvPr id="116742" name="Object 6"/>
          <p:cNvGraphicFramePr/>
          <p:nvPr/>
        </p:nvGraphicFramePr>
        <p:xfrm>
          <a:off x="1116013" y="2349500"/>
          <a:ext cx="5038725" cy="1052513"/>
        </p:xfrm>
        <a:graphic>
          <a:graphicData uri="http://schemas.openxmlformats.org/presentationml/2006/ole">
            <mc:AlternateContent xmlns:mc="http://schemas.openxmlformats.org/markup-compatibility/2006">
              <mc:Choice xmlns:v="urn:schemas-microsoft-com:vml" Requires="v">
                <p:oleObj spid="_x0000_s3547" name="" r:id="rId1" imgW="2500630" imgH="520700" progId="Equation.3">
                  <p:embed/>
                </p:oleObj>
              </mc:Choice>
              <mc:Fallback>
                <p:oleObj name="" r:id="rId1" imgW="2500630" imgH="520700" progId="Equation.3">
                  <p:embed/>
                  <p:pic>
                    <p:nvPicPr>
                      <p:cNvPr id="0" name="图片 3546"/>
                      <p:cNvPicPr/>
                      <p:nvPr/>
                    </p:nvPicPr>
                    <p:blipFill>
                      <a:blip r:embed="rId2">
                        <a:clrChange>
                          <a:clrFrom>
                            <a:srgbClr val="000000"/>
                          </a:clrFrom>
                          <a:clrTo>
                            <a:srgbClr val="FFFFFF"/>
                          </a:clrTo>
                        </a:clrChange>
                      </a:blip>
                      <a:stretch>
                        <a:fillRect/>
                      </a:stretch>
                    </p:blipFill>
                    <p:spPr>
                      <a:xfrm>
                        <a:off x="1116013" y="2349500"/>
                        <a:ext cx="5038725" cy="1052513"/>
                      </a:xfrm>
                      <a:prstGeom prst="rect">
                        <a:avLst/>
                      </a:prstGeom>
                      <a:noFill/>
                      <a:ln w="38100">
                        <a:noFill/>
                        <a:miter/>
                      </a:ln>
                    </p:spPr>
                  </p:pic>
                </p:oleObj>
              </mc:Fallback>
            </mc:AlternateContent>
          </a:graphicData>
        </a:graphic>
      </p:graphicFrame>
      <p:graphicFrame>
        <p:nvGraphicFramePr>
          <p:cNvPr id="116767" name="Object 31"/>
          <p:cNvGraphicFramePr/>
          <p:nvPr/>
        </p:nvGraphicFramePr>
        <p:xfrm>
          <a:off x="1116013" y="4581525"/>
          <a:ext cx="4535487" cy="547688"/>
        </p:xfrm>
        <a:graphic>
          <a:graphicData uri="http://schemas.openxmlformats.org/presentationml/2006/ole">
            <mc:AlternateContent xmlns:mc="http://schemas.openxmlformats.org/markup-compatibility/2006">
              <mc:Choice xmlns:v="urn:schemas-microsoft-com:vml" Requires="v">
                <p:oleObj spid="_x0000_s3549" name="" r:id="rId3" imgW="2106295" imgH="254000" progId="Equation.3">
                  <p:embed/>
                </p:oleObj>
              </mc:Choice>
              <mc:Fallback>
                <p:oleObj name="" r:id="rId3" imgW="2106295" imgH="254000" progId="Equation.3">
                  <p:embed/>
                  <p:pic>
                    <p:nvPicPr>
                      <p:cNvPr id="0" name="图片 3548"/>
                      <p:cNvPicPr/>
                      <p:nvPr/>
                    </p:nvPicPr>
                    <p:blipFill>
                      <a:blip r:embed="rId4">
                        <a:clrChange>
                          <a:clrFrom>
                            <a:srgbClr val="000000"/>
                          </a:clrFrom>
                          <a:clrTo>
                            <a:srgbClr val="FFFFFF"/>
                          </a:clrTo>
                        </a:clrChange>
                      </a:blip>
                      <a:stretch>
                        <a:fillRect/>
                      </a:stretch>
                    </p:blipFill>
                    <p:spPr>
                      <a:xfrm>
                        <a:off x="1116013" y="4581525"/>
                        <a:ext cx="4535487" cy="547688"/>
                      </a:xfrm>
                      <a:prstGeom prst="rect">
                        <a:avLst/>
                      </a:prstGeom>
                      <a:noFill/>
                      <a:ln w="38100">
                        <a:noFill/>
                        <a:miter/>
                      </a:ln>
                    </p:spPr>
                  </p:pic>
                </p:oleObj>
              </mc:Fallback>
            </mc:AlternateContent>
          </a:graphicData>
        </a:graphic>
      </p:graphicFrame>
      <p:grpSp>
        <p:nvGrpSpPr>
          <p:cNvPr id="76811" name="Group 35"/>
          <p:cNvGrpSpPr/>
          <p:nvPr/>
        </p:nvGrpSpPr>
        <p:grpSpPr>
          <a:xfrm>
            <a:off x="8316913" y="6446838"/>
            <a:ext cx="792162" cy="366712"/>
            <a:chOff x="5193" y="4020"/>
            <a:chExt cx="499" cy="231"/>
          </a:xfrm>
        </p:grpSpPr>
        <p:pic>
          <p:nvPicPr>
            <p:cNvPr id="76847" name="Picture 36" descr="78900"/>
            <p:cNvPicPr>
              <a:picLocks noChangeAspect="1"/>
            </p:cNvPicPr>
            <p:nvPr/>
          </p:nvPicPr>
          <p:blipFill>
            <a:blip r:embed="rId5"/>
            <a:stretch>
              <a:fillRect/>
            </a:stretch>
          </p:blipFill>
          <p:spPr>
            <a:xfrm>
              <a:off x="5193" y="4066"/>
              <a:ext cx="499" cy="181"/>
            </a:xfrm>
            <a:prstGeom prst="rect">
              <a:avLst/>
            </a:prstGeom>
            <a:noFill/>
            <a:ln w="9525">
              <a:noFill/>
            </a:ln>
          </p:spPr>
        </p:pic>
        <p:sp>
          <p:nvSpPr>
            <p:cNvPr id="76848" name="Text Box 37">
              <a:hlinkClick r:id="" action="ppaction://hlinkshowjump?jump=nextslide"/>
            </p:cNvPr>
            <p:cNvSpPr txBox="1"/>
            <p:nvPr/>
          </p:nvSpPr>
          <p:spPr>
            <a:xfrm>
              <a:off x="5216" y="4020"/>
              <a:ext cx="476" cy="231"/>
            </a:xfrm>
            <a:prstGeom prst="rect">
              <a:avLst/>
            </a:prstGeom>
            <a:noFill/>
            <a:ln w="9525">
              <a:noFill/>
            </a:ln>
          </p:spPr>
          <p:txBody>
            <a:bodyPr wrap="none">
              <a:spAutoFit/>
            </a:bodyPr>
            <a:p>
              <a:pPr>
                <a:spcBef>
                  <a:spcPct val="50000"/>
                </a:spcBef>
              </a:pPr>
              <a:r>
                <a:rPr lang="zh-CN" altLang="en-US" sz="1800" b="0" dirty="0">
                  <a:solidFill>
                    <a:schemeClr val="bg1"/>
                  </a:solidFill>
                  <a:latin typeface="隶书" panose="02010509060101010101" pitchFamily="49" charset="-122"/>
                  <a:ea typeface="隶书" panose="02010509060101010101" pitchFamily="49" charset="-122"/>
                </a:rPr>
                <a:t>下 页</a:t>
              </a:r>
              <a:endParaRPr lang="zh-CN" altLang="en-US" sz="1800" b="0" dirty="0">
                <a:solidFill>
                  <a:schemeClr val="bg1"/>
                </a:solidFill>
                <a:latin typeface="隶书" panose="02010509060101010101" pitchFamily="49" charset="-122"/>
                <a:ea typeface="隶书" panose="02010509060101010101" pitchFamily="49" charset="-122"/>
              </a:endParaRPr>
            </a:p>
          </p:txBody>
        </p:sp>
      </p:grpSp>
      <p:grpSp>
        <p:nvGrpSpPr>
          <p:cNvPr id="76812" name="Group 38"/>
          <p:cNvGrpSpPr/>
          <p:nvPr/>
        </p:nvGrpSpPr>
        <p:grpSpPr>
          <a:xfrm>
            <a:off x="7453313" y="6446838"/>
            <a:ext cx="792162" cy="366712"/>
            <a:chOff x="4649" y="4020"/>
            <a:chExt cx="499" cy="231"/>
          </a:xfrm>
        </p:grpSpPr>
        <p:pic>
          <p:nvPicPr>
            <p:cNvPr id="76845" name="Picture 39" descr="78900"/>
            <p:cNvPicPr>
              <a:picLocks noChangeAspect="1"/>
            </p:cNvPicPr>
            <p:nvPr/>
          </p:nvPicPr>
          <p:blipFill>
            <a:blip r:embed="rId5"/>
            <a:stretch>
              <a:fillRect/>
            </a:stretch>
          </p:blipFill>
          <p:spPr>
            <a:xfrm>
              <a:off x="4649" y="4066"/>
              <a:ext cx="499" cy="181"/>
            </a:xfrm>
            <a:prstGeom prst="rect">
              <a:avLst/>
            </a:prstGeom>
            <a:noFill/>
            <a:ln w="9525">
              <a:noFill/>
            </a:ln>
          </p:spPr>
        </p:pic>
        <p:sp>
          <p:nvSpPr>
            <p:cNvPr id="76846" name="Text Box 40">
              <a:hlinkClick r:id="" action="ppaction://hlinkshowjump?jump=previousslide"/>
            </p:cNvPr>
            <p:cNvSpPr txBox="1"/>
            <p:nvPr/>
          </p:nvSpPr>
          <p:spPr>
            <a:xfrm>
              <a:off x="4672" y="4020"/>
              <a:ext cx="476" cy="231"/>
            </a:xfrm>
            <a:prstGeom prst="rect">
              <a:avLst/>
            </a:prstGeom>
            <a:noFill/>
            <a:ln w="9525">
              <a:noFill/>
            </a:ln>
          </p:spPr>
          <p:txBody>
            <a:bodyPr wrap="none">
              <a:spAutoFit/>
            </a:bodyPr>
            <a:p>
              <a:pPr>
                <a:spcBef>
                  <a:spcPct val="50000"/>
                </a:spcBef>
              </a:pPr>
              <a:r>
                <a:rPr lang="zh-CN" altLang="en-US" sz="1800" b="0" dirty="0">
                  <a:solidFill>
                    <a:schemeClr val="bg1"/>
                  </a:solidFill>
                  <a:latin typeface="隶书" panose="02010509060101010101" pitchFamily="49" charset="-122"/>
                  <a:ea typeface="隶书" panose="02010509060101010101" pitchFamily="49" charset="-122"/>
                </a:rPr>
                <a:t>上 页</a:t>
              </a:r>
              <a:endParaRPr lang="zh-CN" altLang="en-US" sz="1800" b="0" dirty="0">
                <a:solidFill>
                  <a:schemeClr val="bg1"/>
                </a:solidFill>
                <a:latin typeface="隶书" panose="02010509060101010101" pitchFamily="49" charset="-122"/>
                <a:ea typeface="隶书" panose="02010509060101010101" pitchFamily="49" charset="-122"/>
              </a:endParaRPr>
            </a:p>
          </p:txBody>
        </p:sp>
      </p:grpSp>
      <p:graphicFrame>
        <p:nvGraphicFramePr>
          <p:cNvPr id="116800" name="Object 64"/>
          <p:cNvGraphicFramePr/>
          <p:nvPr/>
        </p:nvGraphicFramePr>
        <p:xfrm>
          <a:off x="539750" y="5362575"/>
          <a:ext cx="7561263" cy="587375"/>
        </p:xfrm>
        <a:graphic>
          <a:graphicData uri="http://schemas.openxmlformats.org/presentationml/2006/ole">
            <mc:AlternateContent xmlns:mc="http://schemas.openxmlformats.org/markup-compatibility/2006">
              <mc:Choice xmlns:v="urn:schemas-microsoft-com:vml" Requires="v">
                <p:oleObj spid="_x0000_s3551" name="" r:id="rId6" imgW="3594100" imgH="279400" progId="Equation.3">
                  <p:embed/>
                </p:oleObj>
              </mc:Choice>
              <mc:Fallback>
                <p:oleObj name="" r:id="rId6" imgW="3594100" imgH="279400" progId="Equation.3">
                  <p:embed/>
                  <p:pic>
                    <p:nvPicPr>
                      <p:cNvPr id="0" name="图片 3550"/>
                      <p:cNvPicPr/>
                      <p:nvPr/>
                    </p:nvPicPr>
                    <p:blipFill>
                      <a:blip r:embed="rId7">
                        <a:clrChange>
                          <a:clrFrom>
                            <a:srgbClr val="000000"/>
                          </a:clrFrom>
                          <a:clrTo>
                            <a:srgbClr val="FFFFFF"/>
                          </a:clrTo>
                        </a:clrChange>
                      </a:blip>
                      <a:stretch>
                        <a:fillRect/>
                      </a:stretch>
                    </p:blipFill>
                    <p:spPr>
                      <a:xfrm>
                        <a:off x="539750" y="5362575"/>
                        <a:ext cx="7561263" cy="587375"/>
                      </a:xfrm>
                      <a:prstGeom prst="rect">
                        <a:avLst/>
                      </a:prstGeom>
                      <a:noFill/>
                      <a:ln w="38100">
                        <a:noFill/>
                        <a:miter/>
                      </a:ln>
                    </p:spPr>
                  </p:pic>
                </p:oleObj>
              </mc:Fallback>
            </mc:AlternateContent>
          </a:graphicData>
        </a:graphic>
      </p:graphicFrame>
      <p:grpSp>
        <p:nvGrpSpPr>
          <p:cNvPr id="76813" name="Group 69"/>
          <p:cNvGrpSpPr/>
          <p:nvPr/>
        </p:nvGrpSpPr>
        <p:grpSpPr>
          <a:xfrm>
            <a:off x="6588125" y="6446838"/>
            <a:ext cx="792163" cy="366712"/>
            <a:chOff x="4649" y="4020"/>
            <a:chExt cx="499" cy="231"/>
          </a:xfrm>
        </p:grpSpPr>
        <p:pic>
          <p:nvPicPr>
            <p:cNvPr id="76843" name="Picture 70" descr="78900"/>
            <p:cNvPicPr>
              <a:picLocks noChangeAspect="1"/>
            </p:cNvPicPr>
            <p:nvPr/>
          </p:nvPicPr>
          <p:blipFill>
            <a:blip r:embed="rId5"/>
            <a:stretch>
              <a:fillRect/>
            </a:stretch>
          </p:blipFill>
          <p:spPr>
            <a:xfrm>
              <a:off x="4649" y="4066"/>
              <a:ext cx="499" cy="181"/>
            </a:xfrm>
            <a:prstGeom prst="rect">
              <a:avLst/>
            </a:prstGeom>
            <a:noFill/>
            <a:ln w="9525">
              <a:noFill/>
            </a:ln>
          </p:spPr>
        </p:pic>
        <p:sp>
          <p:nvSpPr>
            <p:cNvPr id="76844" name="Text Box 71">
              <a:hlinkClick r:id="" action="ppaction://hlinkshowjump?jump=firstslide"/>
            </p:cNvPr>
            <p:cNvSpPr txBox="1"/>
            <p:nvPr/>
          </p:nvSpPr>
          <p:spPr>
            <a:xfrm>
              <a:off x="4672" y="4020"/>
              <a:ext cx="476" cy="231"/>
            </a:xfrm>
            <a:prstGeom prst="rect">
              <a:avLst/>
            </a:prstGeom>
            <a:noFill/>
            <a:ln w="9525">
              <a:noFill/>
            </a:ln>
          </p:spPr>
          <p:txBody>
            <a:bodyPr wrap="none">
              <a:spAutoFit/>
            </a:bodyPr>
            <a:p>
              <a:pPr>
                <a:spcBef>
                  <a:spcPct val="50000"/>
                </a:spcBef>
              </a:pPr>
              <a:r>
                <a:rPr lang="zh-CN" altLang="en-US" sz="1800" b="0" dirty="0">
                  <a:solidFill>
                    <a:schemeClr val="bg1"/>
                  </a:solidFill>
                  <a:latin typeface="隶书" panose="02010509060101010101" pitchFamily="49" charset="-122"/>
                  <a:ea typeface="隶书" panose="02010509060101010101" pitchFamily="49" charset="-122"/>
                </a:rPr>
                <a:t>返 回</a:t>
              </a:r>
              <a:endParaRPr lang="zh-CN" altLang="en-US" sz="1800" b="0" dirty="0">
                <a:solidFill>
                  <a:schemeClr val="bg1"/>
                </a:solidFill>
                <a:latin typeface="隶书" panose="02010509060101010101" pitchFamily="49" charset="-122"/>
                <a:ea typeface="隶书" panose="02010509060101010101" pitchFamily="49" charset="-122"/>
              </a:endParaRPr>
            </a:p>
          </p:txBody>
        </p:sp>
      </p:grpSp>
      <p:grpSp>
        <p:nvGrpSpPr>
          <p:cNvPr id="5" name="Group 80"/>
          <p:cNvGrpSpPr/>
          <p:nvPr/>
        </p:nvGrpSpPr>
        <p:grpSpPr>
          <a:xfrm>
            <a:off x="539750" y="3500438"/>
            <a:ext cx="5111750" cy="979487"/>
            <a:chOff x="340" y="2205"/>
            <a:chExt cx="3220" cy="617"/>
          </a:xfrm>
        </p:grpSpPr>
        <p:graphicFrame>
          <p:nvGraphicFramePr>
            <p:cNvPr id="76807" name="Object 3"/>
            <p:cNvGraphicFramePr/>
            <p:nvPr/>
          </p:nvGraphicFramePr>
          <p:xfrm>
            <a:off x="340" y="2205"/>
            <a:ext cx="3220" cy="617"/>
          </p:xfrm>
          <a:graphic>
            <a:graphicData uri="http://schemas.openxmlformats.org/presentationml/2006/ole">
              <mc:AlternateContent xmlns:mc="http://schemas.openxmlformats.org/markup-compatibility/2006">
                <mc:Choice xmlns:v="urn:schemas-microsoft-com:vml" Requires="v">
                  <p:oleObj spid="_x0000_s3548" name="" r:id="rId8" imgW="2589530" imgH="495300" progId="Equation.3">
                    <p:embed/>
                  </p:oleObj>
                </mc:Choice>
                <mc:Fallback>
                  <p:oleObj name="" r:id="rId8" imgW="2589530" imgH="495300" progId="Equation.3">
                    <p:embed/>
                    <p:pic>
                      <p:nvPicPr>
                        <p:cNvPr id="0" name="图片 3547"/>
                        <p:cNvPicPr/>
                        <p:nvPr/>
                      </p:nvPicPr>
                      <p:blipFill>
                        <a:blip r:embed="rId9">
                          <a:clrChange>
                            <a:clrFrom>
                              <a:srgbClr val="000000"/>
                            </a:clrFrom>
                            <a:clrTo>
                              <a:srgbClr val="FFFFFF"/>
                            </a:clrTo>
                          </a:clrChange>
                        </a:blip>
                        <a:stretch>
                          <a:fillRect/>
                        </a:stretch>
                      </p:blipFill>
                      <p:spPr>
                        <a:xfrm>
                          <a:off x="340" y="2205"/>
                          <a:ext cx="3220" cy="617"/>
                        </a:xfrm>
                        <a:prstGeom prst="rect">
                          <a:avLst/>
                        </a:prstGeom>
                        <a:noFill/>
                        <a:ln w="38100">
                          <a:noFill/>
                          <a:miter/>
                        </a:ln>
                      </p:spPr>
                    </p:pic>
                  </p:oleObj>
                </mc:Fallback>
              </mc:AlternateContent>
            </a:graphicData>
          </a:graphic>
        </p:graphicFrame>
        <p:sp>
          <p:nvSpPr>
            <p:cNvPr id="76841" name="Line 78"/>
            <p:cNvSpPr/>
            <p:nvPr/>
          </p:nvSpPr>
          <p:spPr>
            <a:xfrm>
              <a:off x="1420" y="2478"/>
              <a:ext cx="226" cy="0"/>
            </a:xfrm>
            <a:prstGeom prst="line">
              <a:avLst/>
            </a:prstGeom>
            <a:ln w="9525" cap="flat" cmpd="sng">
              <a:solidFill>
                <a:schemeClr val="bg1"/>
              </a:solidFill>
              <a:prstDash val="solid"/>
              <a:headEnd type="none" w="med" len="med"/>
              <a:tailEnd type="none" w="med" len="med"/>
            </a:ln>
          </p:spPr>
        </p:sp>
        <p:sp>
          <p:nvSpPr>
            <p:cNvPr id="76842" name="Line 79"/>
            <p:cNvSpPr/>
            <p:nvPr/>
          </p:nvSpPr>
          <p:spPr>
            <a:xfrm>
              <a:off x="2653" y="2614"/>
              <a:ext cx="681" cy="0"/>
            </a:xfrm>
            <a:prstGeom prst="line">
              <a:avLst/>
            </a:prstGeom>
            <a:ln w="9525" cap="flat" cmpd="sng">
              <a:solidFill>
                <a:schemeClr val="bg1"/>
              </a:solidFill>
              <a:prstDash val="solid"/>
              <a:headEnd type="none" w="med" len="med"/>
              <a:tailEnd type="none" w="med" len="med"/>
            </a:ln>
          </p:spPr>
        </p:sp>
      </p:grpSp>
      <p:grpSp>
        <p:nvGrpSpPr>
          <p:cNvPr id="6" name="Group 84"/>
          <p:cNvGrpSpPr/>
          <p:nvPr/>
        </p:nvGrpSpPr>
        <p:grpSpPr>
          <a:xfrm>
            <a:off x="5795963" y="1916113"/>
            <a:ext cx="3052762" cy="3111500"/>
            <a:chOff x="3651" y="1207"/>
            <a:chExt cx="1923" cy="1960"/>
          </a:xfrm>
        </p:grpSpPr>
        <p:grpSp>
          <p:nvGrpSpPr>
            <p:cNvPr id="76816" name="Group 77"/>
            <p:cNvGrpSpPr/>
            <p:nvPr/>
          </p:nvGrpSpPr>
          <p:grpSpPr>
            <a:xfrm>
              <a:off x="3651" y="1207"/>
              <a:ext cx="1923" cy="1960"/>
              <a:chOff x="3651" y="1207"/>
              <a:chExt cx="1923" cy="1960"/>
            </a:xfrm>
          </p:grpSpPr>
          <p:sp>
            <p:nvSpPr>
              <p:cNvPr id="76820" name="Oval 42"/>
              <p:cNvSpPr/>
              <p:nvPr/>
            </p:nvSpPr>
            <p:spPr>
              <a:xfrm>
                <a:off x="3878" y="2295"/>
                <a:ext cx="363" cy="363"/>
              </a:xfrm>
              <a:prstGeom prst="ellipse">
                <a:avLst/>
              </a:prstGeom>
              <a:gradFill rotWithShape="1">
                <a:gsLst>
                  <a:gs pos="0">
                    <a:srgbClr val="0099FF"/>
                  </a:gs>
                  <a:gs pos="100000">
                    <a:srgbClr val="004776"/>
                  </a:gs>
                </a:gsLst>
                <a:path path="shape">
                  <a:fillToRect l="50000" t="50000" r="50000" b="50000"/>
                </a:path>
                <a:tileRect/>
              </a:gradFill>
              <a:ln w="38100" cap="flat" cmpd="sng">
                <a:solidFill>
                  <a:srgbClr val="FF9900"/>
                </a:solidFill>
                <a:prstDash val="solid"/>
                <a:headEnd type="none" w="med" len="med"/>
                <a:tailEnd type="none" w="med" len="med"/>
              </a:ln>
            </p:spPr>
            <p:txBody>
              <a:bodyPr wrap="none" anchor="ctr" anchorCtr="0"/>
              <a:p>
                <a:endParaRPr lang="zh-CN" altLang="en-US" dirty="0">
                  <a:latin typeface="楷体_GB2312" pitchFamily="49" charset="-122"/>
                </a:endParaRPr>
              </a:p>
            </p:txBody>
          </p:sp>
          <p:sp>
            <p:nvSpPr>
              <p:cNvPr id="76821" name="Text Box 43"/>
              <p:cNvSpPr txBox="1"/>
              <p:nvPr/>
            </p:nvSpPr>
            <p:spPr>
              <a:xfrm>
                <a:off x="3778" y="2023"/>
                <a:ext cx="244" cy="327"/>
              </a:xfrm>
              <a:prstGeom prst="rect">
                <a:avLst/>
              </a:prstGeom>
              <a:noFill/>
              <a:ln w="28575">
                <a:noFill/>
              </a:ln>
            </p:spPr>
            <p:txBody>
              <a:bodyPr wrap="none" anchor="ctr" anchorCtr="0">
                <a:spAutoFit/>
              </a:bodyPr>
              <a:p>
                <a:pPr algn="ctr" eaLnBrk="0" hangingPunct="0">
                  <a:spcBef>
                    <a:spcPct val="50000"/>
                  </a:spcBef>
                </a:pPr>
                <a:r>
                  <a:rPr lang="en-US" altLang="zh-CN" b="0" dirty="0">
                    <a:solidFill>
                      <a:schemeClr val="bg1"/>
                    </a:solidFill>
                    <a:latin typeface="Times New Roman" panose="02020603050405020304" pitchFamily="18" charset="0"/>
                    <a:ea typeface="宋体" panose="02010600030101010101" pitchFamily="2" charset="-122"/>
                    <a:sym typeface="Symbol" panose="05050102010706020507" pitchFamily="18" charset="2"/>
                  </a:rPr>
                  <a:t>+</a:t>
                </a:r>
                <a:endParaRPr lang="en-US" altLang="zh-CN" b="0" dirty="0">
                  <a:solidFill>
                    <a:schemeClr val="bg1"/>
                  </a:solidFill>
                  <a:latin typeface="Times New Roman" panose="02020603050405020304" pitchFamily="18" charset="0"/>
                  <a:ea typeface="宋体" panose="02010600030101010101" pitchFamily="2" charset="-122"/>
                  <a:sym typeface="Symbol" panose="05050102010706020507" pitchFamily="18" charset="2"/>
                </a:endParaRPr>
              </a:p>
            </p:txBody>
          </p:sp>
          <p:sp>
            <p:nvSpPr>
              <p:cNvPr id="76822" name="Text Box 44"/>
              <p:cNvSpPr txBox="1"/>
              <p:nvPr/>
            </p:nvSpPr>
            <p:spPr>
              <a:xfrm>
                <a:off x="3799" y="2461"/>
                <a:ext cx="212" cy="327"/>
              </a:xfrm>
              <a:prstGeom prst="rect">
                <a:avLst/>
              </a:prstGeom>
              <a:noFill/>
              <a:ln w="28575">
                <a:noFill/>
              </a:ln>
            </p:spPr>
            <p:txBody>
              <a:bodyPr anchor="ctr" anchorCtr="0">
                <a:spAutoFit/>
              </a:bodyPr>
              <a:p>
                <a:pPr algn="ctr" eaLnBrk="0" hangingPunct="0">
                  <a:spcBef>
                    <a:spcPct val="50000"/>
                  </a:spcBef>
                </a:pPr>
                <a:r>
                  <a:rPr lang="en-US" altLang="zh-CN" b="0" dirty="0">
                    <a:solidFill>
                      <a:schemeClr val="bg1"/>
                    </a:solidFill>
                    <a:latin typeface="Times New Roman" panose="02020603050405020304" pitchFamily="18" charset="0"/>
                    <a:ea typeface="宋体" panose="02010600030101010101" pitchFamily="2" charset="-122"/>
                    <a:sym typeface="Symbol" panose="05050102010706020507" pitchFamily="18" charset="2"/>
                  </a:rPr>
                  <a:t>_</a:t>
                </a:r>
                <a:endParaRPr lang="en-US" altLang="zh-CN" b="0" dirty="0">
                  <a:solidFill>
                    <a:schemeClr val="bg1"/>
                  </a:solidFill>
                  <a:latin typeface="Times New Roman" panose="02020603050405020304" pitchFamily="18" charset="0"/>
                  <a:ea typeface="宋体" panose="02010600030101010101" pitchFamily="2" charset="-122"/>
                  <a:sym typeface="Symbol" panose="05050102010706020507" pitchFamily="18" charset="2"/>
                </a:endParaRPr>
              </a:p>
            </p:txBody>
          </p:sp>
          <p:sp>
            <p:nvSpPr>
              <p:cNvPr id="76823" name="Line 45"/>
              <p:cNvSpPr/>
              <p:nvPr/>
            </p:nvSpPr>
            <p:spPr>
              <a:xfrm>
                <a:off x="4785" y="1615"/>
                <a:ext cx="726" cy="0"/>
              </a:xfrm>
              <a:prstGeom prst="line">
                <a:avLst/>
              </a:prstGeom>
              <a:ln w="28575" cap="flat" cmpd="sng">
                <a:solidFill>
                  <a:srgbClr val="FFCC00"/>
                </a:solidFill>
                <a:prstDash val="solid"/>
                <a:headEnd type="none" w="med" len="med"/>
                <a:tailEnd type="none" w="med" len="med"/>
              </a:ln>
            </p:spPr>
          </p:sp>
          <p:sp>
            <p:nvSpPr>
              <p:cNvPr id="76824" name="Line 46"/>
              <p:cNvSpPr/>
              <p:nvPr/>
            </p:nvSpPr>
            <p:spPr>
              <a:xfrm>
                <a:off x="4059" y="2840"/>
                <a:ext cx="1452" cy="0"/>
              </a:xfrm>
              <a:prstGeom prst="line">
                <a:avLst/>
              </a:prstGeom>
              <a:ln w="28575" cap="flat" cmpd="sng">
                <a:solidFill>
                  <a:srgbClr val="FFCC00"/>
                </a:solidFill>
                <a:prstDash val="solid"/>
                <a:headEnd type="none" w="med" len="med"/>
                <a:tailEnd type="none" w="med" len="med"/>
              </a:ln>
            </p:spPr>
          </p:sp>
          <p:sp>
            <p:nvSpPr>
              <p:cNvPr id="76825" name="Line 47"/>
              <p:cNvSpPr/>
              <p:nvPr/>
            </p:nvSpPr>
            <p:spPr>
              <a:xfrm flipH="1" flipV="1">
                <a:off x="5511" y="1615"/>
                <a:ext cx="0" cy="1225"/>
              </a:xfrm>
              <a:prstGeom prst="line">
                <a:avLst/>
              </a:prstGeom>
              <a:ln w="28575" cap="flat" cmpd="sng">
                <a:solidFill>
                  <a:srgbClr val="FFCC00"/>
                </a:solidFill>
                <a:prstDash val="solid"/>
                <a:headEnd type="none" w="med" len="med"/>
                <a:tailEnd type="none" w="med" len="med"/>
              </a:ln>
            </p:spPr>
          </p:sp>
          <p:sp>
            <p:nvSpPr>
              <p:cNvPr id="76826" name="Line 48"/>
              <p:cNvSpPr/>
              <p:nvPr/>
            </p:nvSpPr>
            <p:spPr>
              <a:xfrm>
                <a:off x="4059" y="1615"/>
                <a:ext cx="0" cy="1225"/>
              </a:xfrm>
              <a:prstGeom prst="line">
                <a:avLst/>
              </a:prstGeom>
              <a:ln w="28575" cap="flat" cmpd="sng">
                <a:solidFill>
                  <a:srgbClr val="FFCC00"/>
                </a:solidFill>
                <a:prstDash val="solid"/>
                <a:headEnd type="none" w="med" len="med"/>
                <a:tailEnd type="none" w="med" len="med"/>
              </a:ln>
            </p:spPr>
          </p:sp>
          <p:graphicFrame>
            <p:nvGraphicFramePr>
              <p:cNvPr id="76805" name="Object 49"/>
              <p:cNvGraphicFramePr/>
              <p:nvPr/>
            </p:nvGraphicFramePr>
            <p:xfrm>
              <a:off x="3651" y="2341"/>
              <a:ext cx="209" cy="270"/>
            </p:xfrm>
            <a:graphic>
              <a:graphicData uri="http://schemas.openxmlformats.org/presentationml/2006/ole">
                <mc:AlternateContent xmlns:mc="http://schemas.openxmlformats.org/markup-compatibility/2006">
                  <mc:Choice xmlns:v="urn:schemas-microsoft-com:vml" Requires="v">
                    <p:oleObj spid="_x0000_s3552" name="" r:id="rId10" imgW="177800" imgH="227965" progId="Equation.3">
                      <p:embed/>
                    </p:oleObj>
                  </mc:Choice>
                  <mc:Fallback>
                    <p:oleObj name="" r:id="rId10" imgW="177800" imgH="227965" progId="Equation.3">
                      <p:embed/>
                      <p:pic>
                        <p:nvPicPr>
                          <p:cNvPr id="0" name="图片 3551"/>
                          <p:cNvPicPr/>
                          <p:nvPr/>
                        </p:nvPicPr>
                        <p:blipFill>
                          <a:blip r:embed="rId11">
                            <a:clrChange>
                              <a:clrFrom>
                                <a:srgbClr val="000000"/>
                              </a:clrFrom>
                              <a:clrTo>
                                <a:srgbClr val="FFFFFF"/>
                              </a:clrTo>
                            </a:clrChange>
                          </a:blip>
                          <a:stretch>
                            <a:fillRect/>
                          </a:stretch>
                        </p:blipFill>
                        <p:spPr>
                          <a:xfrm>
                            <a:off x="3651" y="2341"/>
                            <a:ext cx="209" cy="270"/>
                          </a:xfrm>
                          <a:prstGeom prst="rect">
                            <a:avLst/>
                          </a:prstGeom>
                          <a:noFill/>
                          <a:ln w="38100">
                            <a:noFill/>
                            <a:miter/>
                          </a:ln>
                        </p:spPr>
                      </p:pic>
                    </p:oleObj>
                  </mc:Fallback>
                </mc:AlternateContent>
              </a:graphicData>
            </a:graphic>
          </p:graphicFrame>
          <p:sp>
            <p:nvSpPr>
              <p:cNvPr id="76827" name="Text Box 50"/>
              <p:cNvSpPr txBox="1"/>
              <p:nvPr/>
            </p:nvSpPr>
            <p:spPr>
              <a:xfrm>
                <a:off x="4223" y="2295"/>
                <a:ext cx="988" cy="327"/>
              </a:xfrm>
              <a:prstGeom prst="rect">
                <a:avLst/>
              </a:prstGeom>
              <a:noFill/>
              <a:ln w="28575">
                <a:noFill/>
              </a:ln>
            </p:spPr>
            <p:txBody>
              <a:bodyPr wrap="none" anchor="ctr" anchorCtr="0">
                <a:spAutoFit/>
              </a:bodyPr>
              <a:p>
                <a:pPr algn="ctr"/>
                <a:r>
                  <a:rPr lang="en-US" altLang="zh-CN" b="0" dirty="0">
                    <a:solidFill>
                      <a:schemeClr val="bg1"/>
                    </a:solidFill>
                    <a:latin typeface="Times New Roman" panose="02020603050405020304" pitchFamily="18" charset="0"/>
                    <a:ea typeface="宋体" panose="02010600030101010101" pitchFamily="2" charset="-122"/>
                  </a:rPr>
                  <a:t>10  0</a:t>
                </a:r>
                <a:r>
                  <a:rPr lang="en-US" altLang="zh-CN" b="0" dirty="0">
                    <a:solidFill>
                      <a:schemeClr val="bg1"/>
                    </a:solidFill>
                    <a:latin typeface="宋体" panose="02010600030101010101" pitchFamily="2" charset="-122"/>
                    <a:ea typeface="宋体" panose="02010600030101010101" pitchFamily="2" charset="-122"/>
                  </a:rPr>
                  <a:t>°</a:t>
                </a:r>
                <a:r>
                  <a:rPr lang="en-US" altLang="zh-CN" b="0" baseline="50000" dirty="0">
                    <a:solidFill>
                      <a:schemeClr val="bg1"/>
                    </a:solidFill>
                    <a:latin typeface="Times New Roman" panose="02020603050405020304" pitchFamily="18" charset="0"/>
                    <a:ea typeface="宋体" panose="02010600030101010101" pitchFamily="2" charset="-122"/>
                  </a:rPr>
                  <a:t> </a:t>
                </a:r>
                <a:r>
                  <a:rPr lang="en-US" altLang="zh-CN" b="0" dirty="0">
                    <a:solidFill>
                      <a:schemeClr val="bg1"/>
                    </a:solidFill>
                    <a:latin typeface="Times New Roman" panose="02020603050405020304" pitchFamily="18" charset="0"/>
                    <a:ea typeface="宋体" panose="02010600030101010101" pitchFamily="2" charset="-122"/>
                  </a:rPr>
                  <a:t>V</a:t>
                </a:r>
                <a:endParaRPr lang="en-US" altLang="zh-CN" b="0" dirty="0">
                  <a:solidFill>
                    <a:schemeClr val="bg1"/>
                  </a:solidFill>
                  <a:latin typeface="Times New Roman" panose="02020603050405020304" pitchFamily="18" charset="0"/>
                  <a:ea typeface="宋体" panose="02010600030101010101" pitchFamily="2" charset="-122"/>
                </a:endParaRPr>
              </a:p>
            </p:txBody>
          </p:sp>
          <p:sp>
            <p:nvSpPr>
              <p:cNvPr id="76828" name="Text Box 51"/>
              <p:cNvSpPr txBox="1"/>
              <p:nvPr/>
            </p:nvSpPr>
            <p:spPr>
              <a:xfrm>
                <a:off x="4377" y="1207"/>
                <a:ext cx="631" cy="327"/>
              </a:xfrm>
              <a:prstGeom prst="rect">
                <a:avLst/>
              </a:prstGeom>
              <a:noFill/>
              <a:ln w="28575">
                <a:noFill/>
              </a:ln>
            </p:spPr>
            <p:txBody>
              <a:bodyPr wrap="none" anchor="ctr" anchorCtr="0">
                <a:spAutoFit/>
              </a:bodyPr>
              <a:p>
                <a:pPr algn="ctr"/>
                <a:r>
                  <a:rPr lang="en-US" altLang="zh-CN" b="0" dirty="0">
                    <a:solidFill>
                      <a:schemeClr val="bg1"/>
                    </a:solidFill>
                    <a:latin typeface="Times New Roman" panose="02020603050405020304" pitchFamily="18" charset="0"/>
                    <a:ea typeface="宋体" panose="02010600030101010101" pitchFamily="2" charset="-122"/>
                  </a:rPr>
                  <a:t>50</a:t>
                </a:r>
                <a:r>
                  <a:rPr lang="en-US" altLang="zh-CN" b="0" dirty="0">
                    <a:solidFill>
                      <a:schemeClr val="bg1"/>
                    </a:solidFill>
                    <a:latin typeface="Symbol" panose="05050102010706020507" pitchFamily="18" charset="2"/>
                    <a:ea typeface="宋体" panose="02010600030101010101" pitchFamily="2" charset="-122"/>
                    <a:sym typeface="Symbol" panose="05050102010706020507" pitchFamily="18" charset="2"/>
                  </a:rPr>
                  <a:t>H</a:t>
                </a:r>
                <a:endParaRPr lang="en-US" altLang="zh-CN" b="0" dirty="0">
                  <a:solidFill>
                    <a:schemeClr val="bg1"/>
                  </a:solidFill>
                  <a:latin typeface="Times New Roman" panose="02020603050405020304" pitchFamily="18" charset="0"/>
                  <a:ea typeface="宋体" panose="02010600030101010101" pitchFamily="2" charset="-122"/>
                  <a:sym typeface="Symbol" panose="05050102010706020507" pitchFamily="18" charset="2"/>
                </a:endParaRPr>
              </a:p>
            </p:txBody>
          </p:sp>
          <p:sp>
            <p:nvSpPr>
              <p:cNvPr id="76829" name="Text Box 52"/>
              <p:cNvSpPr txBox="1"/>
              <p:nvPr/>
            </p:nvSpPr>
            <p:spPr>
              <a:xfrm>
                <a:off x="5148" y="2023"/>
                <a:ext cx="346" cy="327"/>
              </a:xfrm>
              <a:prstGeom prst="rect">
                <a:avLst/>
              </a:prstGeom>
              <a:noFill/>
              <a:ln w="28575">
                <a:noFill/>
              </a:ln>
            </p:spPr>
            <p:txBody>
              <a:bodyPr wrap="none" anchor="ctr" anchorCtr="0">
                <a:spAutoFit/>
              </a:bodyPr>
              <a:p>
                <a:pPr algn="ctr"/>
                <a:r>
                  <a:rPr lang="en-US" altLang="zh-CN" b="0" i="1" dirty="0">
                    <a:solidFill>
                      <a:schemeClr val="bg1"/>
                    </a:solidFill>
                    <a:latin typeface="Times New Roman" panose="02020603050405020304" pitchFamily="18" charset="0"/>
                    <a:ea typeface="宋体" panose="02010600030101010101" pitchFamily="2" charset="-122"/>
                  </a:rPr>
                  <a:t>R</a:t>
                </a:r>
                <a:r>
                  <a:rPr lang="en-US" altLang="zh-CN" b="0" baseline="-25000" dirty="0">
                    <a:solidFill>
                      <a:schemeClr val="bg1"/>
                    </a:solidFill>
                    <a:latin typeface="Times New Roman" panose="02020603050405020304" pitchFamily="18" charset="0"/>
                    <a:ea typeface="宋体" panose="02010600030101010101" pitchFamily="2" charset="-122"/>
                  </a:rPr>
                  <a:t>L</a:t>
                </a:r>
                <a:endParaRPr lang="en-US" altLang="zh-CN" b="0" baseline="-25000" dirty="0">
                  <a:solidFill>
                    <a:schemeClr val="bg1"/>
                  </a:solidFill>
                  <a:latin typeface="Times New Roman" panose="02020603050405020304" pitchFamily="18" charset="0"/>
                  <a:ea typeface="宋体" panose="02010600030101010101" pitchFamily="2" charset="-122"/>
                </a:endParaRPr>
              </a:p>
            </p:txBody>
          </p:sp>
          <p:sp>
            <p:nvSpPr>
              <p:cNvPr id="76830" name="Text Box 53"/>
              <p:cNvSpPr txBox="1"/>
              <p:nvPr/>
            </p:nvSpPr>
            <p:spPr>
              <a:xfrm>
                <a:off x="4105" y="1797"/>
                <a:ext cx="400" cy="327"/>
              </a:xfrm>
              <a:prstGeom prst="rect">
                <a:avLst/>
              </a:prstGeom>
              <a:noFill/>
              <a:ln w="28575">
                <a:noFill/>
              </a:ln>
            </p:spPr>
            <p:txBody>
              <a:bodyPr wrap="none" anchor="ctr" anchorCtr="0">
                <a:spAutoFit/>
              </a:bodyPr>
              <a:p>
                <a:pPr algn="ctr"/>
                <a:r>
                  <a:rPr lang="en-US" altLang="zh-CN" b="0" dirty="0">
                    <a:solidFill>
                      <a:schemeClr val="bg1"/>
                    </a:solidFill>
                    <a:latin typeface="Times New Roman" panose="02020603050405020304" pitchFamily="18" charset="0"/>
                    <a:ea typeface="宋体" panose="02010600030101010101" pitchFamily="2" charset="-122"/>
                  </a:rPr>
                  <a:t>5</a:t>
                </a:r>
                <a:r>
                  <a:rPr lang="en-US" altLang="zh-CN" b="0" dirty="0">
                    <a:solidFill>
                      <a:schemeClr val="bg1"/>
                    </a:solidFill>
                    <a:latin typeface="Symbol" panose="05050102010706020507" pitchFamily="18" charset="2"/>
                    <a:ea typeface="宋体" panose="02010600030101010101" pitchFamily="2" charset="-122"/>
                  </a:rPr>
                  <a:t>W</a:t>
                </a:r>
                <a:endParaRPr lang="en-US" altLang="zh-CN" b="0" dirty="0">
                  <a:solidFill>
                    <a:schemeClr val="bg1"/>
                  </a:solidFill>
                  <a:latin typeface="Times New Roman" panose="02020603050405020304" pitchFamily="18" charset="0"/>
                  <a:ea typeface="宋体" panose="02010600030101010101" pitchFamily="2" charset="-122"/>
                </a:endParaRPr>
              </a:p>
            </p:txBody>
          </p:sp>
          <p:sp>
            <p:nvSpPr>
              <p:cNvPr id="76831" name="Line 54"/>
              <p:cNvSpPr/>
              <p:nvPr/>
            </p:nvSpPr>
            <p:spPr>
              <a:xfrm>
                <a:off x="5012" y="1616"/>
                <a:ext cx="240" cy="0"/>
              </a:xfrm>
              <a:prstGeom prst="line">
                <a:avLst/>
              </a:prstGeom>
              <a:ln w="28575" cap="flat" cmpd="sng">
                <a:solidFill>
                  <a:srgbClr val="66FFFF"/>
                </a:solidFill>
                <a:prstDash val="solid"/>
                <a:headEnd type="none" w="med" len="med"/>
                <a:tailEnd type="triangle" w="med" len="med"/>
              </a:ln>
            </p:spPr>
          </p:sp>
          <p:graphicFrame>
            <p:nvGraphicFramePr>
              <p:cNvPr id="76806" name="Object 55"/>
              <p:cNvGraphicFramePr/>
              <p:nvPr/>
            </p:nvGraphicFramePr>
            <p:xfrm>
              <a:off x="5012" y="1616"/>
              <a:ext cx="163" cy="279"/>
            </p:xfrm>
            <a:graphic>
              <a:graphicData uri="http://schemas.openxmlformats.org/presentationml/2006/ole">
                <mc:AlternateContent xmlns:mc="http://schemas.openxmlformats.org/markup-compatibility/2006">
                  <mc:Choice xmlns:v="urn:schemas-microsoft-com:vml" Requires="v">
                    <p:oleObj spid="_x0000_s3553" name="" r:id="rId12" imgW="127000" imgH="215265" progId="Equation.3">
                      <p:embed/>
                    </p:oleObj>
                  </mc:Choice>
                  <mc:Fallback>
                    <p:oleObj name="" r:id="rId12" imgW="127000" imgH="215265" progId="Equation.3">
                      <p:embed/>
                      <p:pic>
                        <p:nvPicPr>
                          <p:cNvPr id="0" name="图片 3552"/>
                          <p:cNvPicPr/>
                          <p:nvPr/>
                        </p:nvPicPr>
                        <p:blipFill>
                          <a:blip r:embed="rId13">
                            <a:clrChange>
                              <a:clrFrom>
                                <a:srgbClr val="000000"/>
                              </a:clrFrom>
                              <a:clrTo>
                                <a:srgbClr val="FFFFFF"/>
                              </a:clrTo>
                            </a:clrChange>
                          </a:blip>
                          <a:stretch>
                            <a:fillRect/>
                          </a:stretch>
                        </p:blipFill>
                        <p:spPr>
                          <a:xfrm>
                            <a:off x="5012" y="1616"/>
                            <a:ext cx="163" cy="279"/>
                          </a:xfrm>
                          <a:prstGeom prst="rect">
                            <a:avLst/>
                          </a:prstGeom>
                          <a:noFill/>
                          <a:ln w="38100">
                            <a:noFill/>
                            <a:miter/>
                          </a:ln>
                        </p:spPr>
                      </p:pic>
                    </p:oleObj>
                  </mc:Fallback>
                </mc:AlternateContent>
              </a:graphicData>
            </a:graphic>
          </p:graphicFrame>
          <p:sp>
            <p:nvSpPr>
              <p:cNvPr id="76832" name="Line 56"/>
              <p:cNvSpPr/>
              <p:nvPr/>
            </p:nvSpPr>
            <p:spPr>
              <a:xfrm flipV="1">
                <a:off x="4059" y="1615"/>
                <a:ext cx="318" cy="0"/>
              </a:xfrm>
              <a:prstGeom prst="line">
                <a:avLst/>
              </a:prstGeom>
              <a:ln w="28575" cap="flat" cmpd="sng">
                <a:solidFill>
                  <a:srgbClr val="FFCC00"/>
                </a:solidFill>
                <a:prstDash val="solid"/>
                <a:headEnd type="none" w="med" len="med"/>
                <a:tailEnd type="none" w="med" len="med"/>
              </a:ln>
            </p:spPr>
          </p:sp>
          <p:sp>
            <p:nvSpPr>
              <p:cNvPr id="76833" name="Text Box 57"/>
              <p:cNvSpPr txBox="1"/>
              <p:nvPr/>
            </p:nvSpPr>
            <p:spPr>
              <a:xfrm>
                <a:off x="4185" y="2840"/>
                <a:ext cx="1243" cy="327"/>
              </a:xfrm>
              <a:prstGeom prst="rect">
                <a:avLst/>
              </a:prstGeom>
              <a:noFill/>
              <a:ln w="28575">
                <a:noFill/>
              </a:ln>
            </p:spPr>
            <p:txBody>
              <a:bodyPr wrap="none" anchor="ctr" anchorCtr="0">
                <a:spAutoFit/>
              </a:bodyPr>
              <a:p>
                <a:pPr algn="ctr"/>
                <a:r>
                  <a:rPr lang="en-US" altLang="zh-CN" b="0" i="1" dirty="0">
                    <a:solidFill>
                      <a:schemeClr val="bg1"/>
                    </a:solidFill>
                    <a:latin typeface="Times New Roman" panose="02020603050405020304" pitchFamily="18" charset="0"/>
                    <a:ea typeface="宋体" panose="02010600030101010101" pitchFamily="2" charset="-122"/>
                    <a:sym typeface="Symbol" panose="05050102010706020507" pitchFamily="18" charset="2"/>
                  </a:rPr>
                  <a:t> </a:t>
                </a:r>
                <a:r>
                  <a:rPr lang="en-US" altLang="zh-CN" b="0" dirty="0">
                    <a:solidFill>
                      <a:schemeClr val="bg1"/>
                    </a:solidFill>
                    <a:latin typeface="Times New Roman" panose="02020603050405020304" pitchFamily="18" charset="0"/>
                    <a:ea typeface="宋体" panose="02010600030101010101" pitchFamily="2" charset="-122"/>
                    <a:sym typeface="Symbol" panose="05050102010706020507" pitchFamily="18" charset="2"/>
                  </a:rPr>
                  <a:t>=10</a:t>
                </a:r>
                <a:r>
                  <a:rPr lang="en-US" altLang="zh-CN" b="0" baseline="30000" dirty="0">
                    <a:solidFill>
                      <a:schemeClr val="bg1"/>
                    </a:solidFill>
                    <a:latin typeface="Times New Roman" panose="02020603050405020304" pitchFamily="18" charset="0"/>
                    <a:ea typeface="宋体" panose="02010600030101010101" pitchFamily="2" charset="-122"/>
                    <a:sym typeface="Symbol" panose="05050102010706020507" pitchFamily="18" charset="2"/>
                  </a:rPr>
                  <a:t>5</a:t>
                </a:r>
                <a:r>
                  <a:rPr lang="en-US" altLang="zh-CN" b="0" dirty="0">
                    <a:solidFill>
                      <a:schemeClr val="bg1"/>
                    </a:solidFill>
                    <a:latin typeface="Times New Roman" panose="02020603050405020304" pitchFamily="18" charset="0"/>
                    <a:ea typeface="宋体" panose="02010600030101010101" pitchFamily="2" charset="-122"/>
                    <a:sym typeface="Symbol" panose="05050102010706020507" pitchFamily="18" charset="2"/>
                  </a:rPr>
                  <a:t> rad/s</a:t>
                </a:r>
                <a:endParaRPr lang="en-US" altLang="zh-CN" b="0" dirty="0">
                  <a:solidFill>
                    <a:schemeClr val="bg1"/>
                  </a:solidFill>
                  <a:latin typeface="Times New Roman" panose="02020603050405020304" pitchFamily="18" charset="0"/>
                  <a:ea typeface="宋体" panose="02010600030101010101" pitchFamily="2" charset="-122"/>
                  <a:sym typeface="Symbol" panose="05050102010706020507" pitchFamily="18" charset="2"/>
                </a:endParaRPr>
              </a:p>
            </p:txBody>
          </p:sp>
          <p:sp>
            <p:nvSpPr>
              <p:cNvPr id="76834" name="Rectangle 58"/>
              <p:cNvSpPr/>
              <p:nvPr/>
            </p:nvSpPr>
            <p:spPr>
              <a:xfrm>
                <a:off x="5447" y="1978"/>
                <a:ext cx="127" cy="318"/>
              </a:xfrm>
              <a:prstGeom prst="rect">
                <a:avLst/>
              </a:prstGeom>
              <a:gradFill rotWithShape="1">
                <a:gsLst>
                  <a:gs pos="0">
                    <a:srgbClr val="764700"/>
                  </a:gs>
                  <a:gs pos="50000">
                    <a:srgbClr val="FF9900"/>
                  </a:gs>
                  <a:gs pos="100000">
                    <a:srgbClr val="764700"/>
                  </a:gs>
                </a:gsLst>
                <a:lin ang="0" scaled="1"/>
                <a:tileRect/>
              </a:gradFill>
              <a:ln w="28575">
                <a:noFill/>
              </a:ln>
            </p:spPr>
            <p:txBody>
              <a:bodyPr wrap="none" anchor="ctr" anchorCtr="0"/>
              <a:p>
                <a:endParaRPr lang="zh-CN" altLang="en-US" dirty="0">
                  <a:latin typeface="楷体_GB2312" pitchFamily="49" charset="-122"/>
                </a:endParaRPr>
              </a:p>
            </p:txBody>
          </p:sp>
          <p:sp>
            <p:nvSpPr>
              <p:cNvPr id="76835" name="Rectangle 59"/>
              <p:cNvSpPr/>
              <p:nvPr/>
            </p:nvSpPr>
            <p:spPr>
              <a:xfrm>
                <a:off x="3996" y="1770"/>
                <a:ext cx="127" cy="318"/>
              </a:xfrm>
              <a:prstGeom prst="rect">
                <a:avLst/>
              </a:prstGeom>
              <a:gradFill rotWithShape="1">
                <a:gsLst>
                  <a:gs pos="0">
                    <a:srgbClr val="764700"/>
                  </a:gs>
                  <a:gs pos="50000">
                    <a:srgbClr val="FF9900"/>
                  </a:gs>
                  <a:gs pos="100000">
                    <a:srgbClr val="764700"/>
                  </a:gs>
                </a:gsLst>
                <a:lin ang="0" scaled="1"/>
                <a:tileRect/>
              </a:gradFill>
              <a:ln w="28575">
                <a:noFill/>
              </a:ln>
            </p:spPr>
            <p:txBody>
              <a:bodyPr wrap="none" anchor="ctr" anchorCtr="0"/>
              <a:p>
                <a:endParaRPr lang="zh-CN" altLang="en-US" dirty="0">
                  <a:latin typeface="楷体_GB2312" pitchFamily="49" charset="-122"/>
                </a:endParaRPr>
              </a:p>
            </p:txBody>
          </p:sp>
          <p:grpSp>
            <p:nvGrpSpPr>
              <p:cNvPr id="76836" name="Group 72"/>
              <p:cNvGrpSpPr/>
              <p:nvPr/>
            </p:nvGrpSpPr>
            <p:grpSpPr>
              <a:xfrm rot="5400000">
                <a:off x="4534" y="1365"/>
                <a:ext cx="91" cy="408"/>
                <a:chOff x="1565" y="2614"/>
                <a:chExt cx="90" cy="486"/>
              </a:xfrm>
            </p:grpSpPr>
            <p:sp>
              <p:nvSpPr>
                <p:cNvPr id="76837" name="Arc 73"/>
                <p:cNvSpPr/>
                <p:nvPr/>
              </p:nvSpPr>
              <p:spPr>
                <a:xfrm flipH="1" flipV="1">
                  <a:off x="1565" y="2860"/>
                  <a:ext cx="90" cy="116"/>
                </a:xfrm>
                <a:custGeom>
                  <a:avLst/>
                  <a:gdLst>
                    <a:gd name="txL" fmla="*/ 0 w 22723"/>
                    <a:gd name="txT" fmla="*/ 0 h 43200"/>
                    <a:gd name="txR" fmla="*/ 22723 w 22723"/>
                    <a:gd name="txB" fmla="*/ 43200 h 43200"/>
                  </a:gdLst>
                  <a:ahLst/>
                  <a:cxnLst>
                    <a:cxn ang="0">
                      <a:pos x="1122" y="0"/>
                    </a:cxn>
                    <a:cxn ang="0">
                      <a:pos x="22723" y="21600"/>
                    </a:cxn>
                    <a:cxn ang="0">
                      <a:pos x="1123" y="43200"/>
                    </a:cxn>
                    <a:cxn ang="0">
                      <a:pos x="0" y="43170"/>
                    </a:cxn>
                    <a:cxn ang="0">
                      <a:pos x="1122" y="0"/>
                    </a:cxn>
                    <a:cxn ang="0">
                      <a:pos x="22723" y="21600"/>
                    </a:cxn>
                    <a:cxn ang="0">
                      <a:pos x="1123" y="43200"/>
                    </a:cxn>
                    <a:cxn ang="0">
                      <a:pos x="0" y="43170"/>
                    </a:cxn>
                    <a:cxn ang="0">
                      <a:pos x="1123" y="21600"/>
                    </a:cxn>
                  </a:cxnLst>
                  <a:rect l="txL" t="txT" r="txR" b="txB"/>
                  <a:pathLst>
                    <a:path w="22723" h="43200" fill="none">
                      <a:moveTo>
                        <a:pt x="1122" y="0"/>
                      </a:moveTo>
                      <a:cubicBezTo>
                        <a:pt x="13052" y="0"/>
                        <a:pt x="22723" y="9670"/>
                        <a:pt x="22723" y="21600"/>
                      </a:cubicBezTo>
                      <a:cubicBezTo>
                        <a:pt x="22723" y="33529"/>
                        <a:pt x="13052" y="43200"/>
                        <a:pt x="1123" y="43200"/>
                      </a:cubicBezTo>
                      <a:cubicBezTo>
                        <a:pt x="748" y="43200"/>
                        <a:pt x="374" y="43190"/>
                        <a:pt x="0" y="43170"/>
                      </a:cubicBezTo>
                    </a:path>
                    <a:path w="22723" h="43200" stroke="0">
                      <a:moveTo>
                        <a:pt x="1122" y="0"/>
                      </a:moveTo>
                      <a:cubicBezTo>
                        <a:pt x="13052" y="0"/>
                        <a:pt x="22723" y="9670"/>
                        <a:pt x="22723" y="21600"/>
                      </a:cubicBezTo>
                      <a:cubicBezTo>
                        <a:pt x="22723" y="33529"/>
                        <a:pt x="13052" y="43200"/>
                        <a:pt x="1123" y="43200"/>
                      </a:cubicBezTo>
                      <a:cubicBezTo>
                        <a:pt x="748" y="43200"/>
                        <a:pt x="374" y="43190"/>
                        <a:pt x="0" y="43170"/>
                      </a:cubicBezTo>
                      <a:lnTo>
                        <a:pt x="1123" y="21600"/>
                      </a:lnTo>
                      <a:close/>
                    </a:path>
                  </a:pathLst>
                </a:custGeom>
                <a:noFill/>
                <a:ln w="28575" cap="flat" cmpd="sng">
                  <a:solidFill>
                    <a:srgbClr val="FF9900"/>
                  </a:solidFill>
                  <a:prstDash val="solid"/>
                  <a:round/>
                  <a:headEnd type="none" w="med" len="med"/>
                  <a:tailEnd type="none" w="med" len="med"/>
                </a:ln>
              </p:spPr>
              <p:txBody>
                <a:bodyPr wrap="none" anchor="ctr" anchorCtr="0"/>
                <a:p>
                  <a:endParaRPr lang="zh-CN" altLang="en-US" dirty="0">
                    <a:latin typeface="楷体_GB2312" pitchFamily="49" charset="-122"/>
                  </a:endParaRPr>
                </a:p>
              </p:txBody>
            </p:sp>
            <p:sp>
              <p:nvSpPr>
                <p:cNvPr id="76838" name="Arc 74"/>
                <p:cNvSpPr/>
                <p:nvPr/>
              </p:nvSpPr>
              <p:spPr>
                <a:xfrm flipH="1" flipV="1">
                  <a:off x="1565" y="2737"/>
                  <a:ext cx="90" cy="116"/>
                </a:xfrm>
                <a:custGeom>
                  <a:avLst/>
                  <a:gdLst>
                    <a:gd name="txL" fmla="*/ 0 w 22723"/>
                    <a:gd name="txT" fmla="*/ 0 h 43200"/>
                    <a:gd name="txR" fmla="*/ 22723 w 22723"/>
                    <a:gd name="txB" fmla="*/ 43200 h 43200"/>
                  </a:gdLst>
                  <a:ahLst/>
                  <a:cxnLst>
                    <a:cxn ang="0">
                      <a:pos x="1122" y="0"/>
                    </a:cxn>
                    <a:cxn ang="0">
                      <a:pos x="22723" y="21600"/>
                    </a:cxn>
                    <a:cxn ang="0">
                      <a:pos x="1123" y="43200"/>
                    </a:cxn>
                    <a:cxn ang="0">
                      <a:pos x="0" y="43170"/>
                    </a:cxn>
                    <a:cxn ang="0">
                      <a:pos x="1122" y="0"/>
                    </a:cxn>
                    <a:cxn ang="0">
                      <a:pos x="22723" y="21600"/>
                    </a:cxn>
                    <a:cxn ang="0">
                      <a:pos x="1123" y="43200"/>
                    </a:cxn>
                    <a:cxn ang="0">
                      <a:pos x="0" y="43170"/>
                    </a:cxn>
                    <a:cxn ang="0">
                      <a:pos x="1123" y="21600"/>
                    </a:cxn>
                  </a:cxnLst>
                  <a:rect l="txL" t="txT" r="txR" b="txB"/>
                  <a:pathLst>
                    <a:path w="22723" h="43200" fill="none">
                      <a:moveTo>
                        <a:pt x="1122" y="0"/>
                      </a:moveTo>
                      <a:cubicBezTo>
                        <a:pt x="13052" y="0"/>
                        <a:pt x="22723" y="9670"/>
                        <a:pt x="22723" y="21600"/>
                      </a:cubicBezTo>
                      <a:cubicBezTo>
                        <a:pt x="22723" y="33529"/>
                        <a:pt x="13052" y="43200"/>
                        <a:pt x="1123" y="43200"/>
                      </a:cubicBezTo>
                      <a:cubicBezTo>
                        <a:pt x="748" y="43200"/>
                        <a:pt x="374" y="43190"/>
                        <a:pt x="0" y="43170"/>
                      </a:cubicBezTo>
                    </a:path>
                    <a:path w="22723" h="43200" stroke="0">
                      <a:moveTo>
                        <a:pt x="1122" y="0"/>
                      </a:moveTo>
                      <a:cubicBezTo>
                        <a:pt x="13052" y="0"/>
                        <a:pt x="22723" y="9670"/>
                        <a:pt x="22723" y="21600"/>
                      </a:cubicBezTo>
                      <a:cubicBezTo>
                        <a:pt x="22723" y="33529"/>
                        <a:pt x="13052" y="43200"/>
                        <a:pt x="1123" y="43200"/>
                      </a:cubicBezTo>
                      <a:cubicBezTo>
                        <a:pt x="748" y="43200"/>
                        <a:pt x="374" y="43190"/>
                        <a:pt x="0" y="43170"/>
                      </a:cubicBezTo>
                      <a:lnTo>
                        <a:pt x="1123" y="21600"/>
                      </a:lnTo>
                      <a:close/>
                    </a:path>
                  </a:pathLst>
                </a:custGeom>
                <a:noFill/>
                <a:ln w="28575" cap="flat" cmpd="sng">
                  <a:solidFill>
                    <a:srgbClr val="FF9900"/>
                  </a:solidFill>
                  <a:prstDash val="solid"/>
                  <a:round/>
                  <a:headEnd type="none" w="med" len="med"/>
                  <a:tailEnd type="none" w="med" len="med"/>
                </a:ln>
              </p:spPr>
              <p:txBody>
                <a:bodyPr wrap="none" anchor="ctr" anchorCtr="0"/>
                <a:p>
                  <a:endParaRPr lang="zh-CN" altLang="en-US" dirty="0">
                    <a:latin typeface="楷体_GB2312" pitchFamily="49" charset="-122"/>
                  </a:endParaRPr>
                </a:p>
              </p:txBody>
            </p:sp>
            <p:sp>
              <p:nvSpPr>
                <p:cNvPr id="76839" name="Arc 75"/>
                <p:cNvSpPr/>
                <p:nvPr/>
              </p:nvSpPr>
              <p:spPr>
                <a:xfrm flipH="1" flipV="1">
                  <a:off x="1565" y="2614"/>
                  <a:ext cx="90" cy="116"/>
                </a:xfrm>
                <a:custGeom>
                  <a:avLst/>
                  <a:gdLst>
                    <a:gd name="txL" fmla="*/ 0 w 22723"/>
                    <a:gd name="txT" fmla="*/ 0 h 43200"/>
                    <a:gd name="txR" fmla="*/ 22723 w 22723"/>
                    <a:gd name="txB" fmla="*/ 43200 h 43200"/>
                  </a:gdLst>
                  <a:ahLst/>
                  <a:cxnLst>
                    <a:cxn ang="0">
                      <a:pos x="1122" y="0"/>
                    </a:cxn>
                    <a:cxn ang="0">
                      <a:pos x="22723" y="21600"/>
                    </a:cxn>
                    <a:cxn ang="0">
                      <a:pos x="1123" y="43200"/>
                    </a:cxn>
                    <a:cxn ang="0">
                      <a:pos x="0" y="43170"/>
                    </a:cxn>
                    <a:cxn ang="0">
                      <a:pos x="1122" y="0"/>
                    </a:cxn>
                    <a:cxn ang="0">
                      <a:pos x="22723" y="21600"/>
                    </a:cxn>
                    <a:cxn ang="0">
                      <a:pos x="1123" y="43200"/>
                    </a:cxn>
                    <a:cxn ang="0">
                      <a:pos x="0" y="43170"/>
                    </a:cxn>
                    <a:cxn ang="0">
                      <a:pos x="1123" y="21600"/>
                    </a:cxn>
                  </a:cxnLst>
                  <a:rect l="txL" t="txT" r="txR" b="txB"/>
                  <a:pathLst>
                    <a:path w="22723" h="43200" fill="none">
                      <a:moveTo>
                        <a:pt x="1122" y="0"/>
                      </a:moveTo>
                      <a:cubicBezTo>
                        <a:pt x="13052" y="0"/>
                        <a:pt x="22723" y="9670"/>
                        <a:pt x="22723" y="21600"/>
                      </a:cubicBezTo>
                      <a:cubicBezTo>
                        <a:pt x="22723" y="33529"/>
                        <a:pt x="13052" y="43200"/>
                        <a:pt x="1123" y="43200"/>
                      </a:cubicBezTo>
                      <a:cubicBezTo>
                        <a:pt x="748" y="43200"/>
                        <a:pt x="374" y="43190"/>
                        <a:pt x="0" y="43170"/>
                      </a:cubicBezTo>
                    </a:path>
                    <a:path w="22723" h="43200" stroke="0">
                      <a:moveTo>
                        <a:pt x="1122" y="0"/>
                      </a:moveTo>
                      <a:cubicBezTo>
                        <a:pt x="13052" y="0"/>
                        <a:pt x="22723" y="9670"/>
                        <a:pt x="22723" y="21600"/>
                      </a:cubicBezTo>
                      <a:cubicBezTo>
                        <a:pt x="22723" y="33529"/>
                        <a:pt x="13052" y="43200"/>
                        <a:pt x="1123" y="43200"/>
                      </a:cubicBezTo>
                      <a:cubicBezTo>
                        <a:pt x="748" y="43200"/>
                        <a:pt x="374" y="43190"/>
                        <a:pt x="0" y="43170"/>
                      </a:cubicBezTo>
                      <a:lnTo>
                        <a:pt x="1123" y="21600"/>
                      </a:lnTo>
                      <a:close/>
                    </a:path>
                  </a:pathLst>
                </a:custGeom>
                <a:noFill/>
                <a:ln w="28575" cap="flat" cmpd="sng">
                  <a:solidFill>
                    <a:srgbClr val="FF9900"/>
                  </a:solidFill>
                  <a:prstDash val="solid"/>
                  <a:round/>
                  <a:headEnd type="none" w="med" len="med"/>
                  <a:tailEnd type="none" w="med" len="med"/>
                </a:ln>
              </p:spPr>
              <p:txBody>
                <a:bodyPr wrap="none" anchor="ctr" anchorCtr="0"/>
                <a:p>
                  <a:endParaRPr lang="zh-CN" altLang="en-US" dirty="0">
                    <a:latin typeface="楷体_GB2312" pitchFamily="49" charset="-122"/>
                  </a:endParaRPr>
                </a:p>
              </p:txBody>
            </p:sp>
            <p:sp>
              <p:nvSpPr>
                <p:cNvPr id="76840" name="Arc 76"/>
                <p:cNvSpPr/>
                <p:nvPr/>
              </p:nvSpPr>
              <p:spPr>
                <a:xfrm flipH="1" flipV="1">
                  <a:off x="1565" y="2984"/>
                  <a:ext cx="90" cy="116"/>
                </a:xfrm>
                <a:custGeom>
                  <a:avLst/>
                  <a:gdLst>
                    <a:gd name="txL" fmla="*/ 0 w 22723"/>
                    <a:gd name="txT" fmla="*/ 0 h 43200"/>
                    <a:gd name="txR" fmla="*/ 22723 w 22723"/>
                    <a:gd name="txB" fmla="*/ 43200 h 43200"/>
                  </a:gdLst>
                  <a:ahLst/>
                  <a:cxnLst>
                    <a:cxn ang="0">
                      <a:pos x="1122" y="0"/>
                    </a:cxn>
                    <a:cxn ang="0">
                      <a:pos x="22723" y="21600"/>
                    </a:cxn>
                    <a:cxn ang="0">
                      <a:pos x="1123" y="43200"/>
                    </a:cxn>
                    <a:cxn ang="0">
                      <a:pos x="0" y="43170"/>
                    </a:cxn>
                    <a:cxn ang="0">
                      <a:pos x="1122" y="0"/>
                    </a:cxn>
                    <a:cxn ang="0">
                      <a:pos x="22723" y="21600"/>
                    </a:cxn>
                    <a:cxn ang="0">
                      <a:pos x="1123" y="43200"/>
                    </a:cxn>
                    <a:cxn ang="0">
                      <a:pos x="0" y="43170"/>
                    </a:cxn>
                    <a:cxn ang="0">
                      <a:pos x="1123" y="21600"/>
                    </a:cxn>
                  </a:cxnLst>
                  <a:rect l="txL" t="txT" r="txR" b="txB"/>
                  <a:pathLst>
                    <a:path w="22723" h="43200" fill="none">
                      <a:moveTo>
                        <a:pt x="1122" y="0"/>
                      </a:moveTo>
                      <a:cubicBezTo>
                        <a:pt x="13052" y="0"/>
                        <a:pt x="22723" y="9670"/>
                        <a:pt x="22723" y="21600"/>
                      </a:cubicBezTo>
                      <a:cubicBezTo>
                        <a:pt x="22723" y="33529"/>
                        <a:pt x="13052" y="43200"/>
                        <a:pt x="1123" y="43200"/>
                      </a:cubicBezTo>
                      <a:cubicBezTo>
                        <a:pt x="748" y="43200"/>
                        <a:pt x="374" y="43190"/>
                        <a:pt x="0" y="43170"/>
                      </a:cubicBezTo>
                    </a:path>
                    <a:path w="22723" h="43200" stroke="0">
                      <a:moveTo>
                        <a:pt x="1122" y="0"/>
                      </a:moveTo>
                      <a:cubicBezTo>
                        <a:pt x="13052" y="0"/>
                        <a:pt x="22723" y="9670"/>
                        <a:pt x="22723" y="21600"/>
                      </a:cubicBezTo>
                      <a:cubicBezTo>
                        <a:pt x="22723" y="33529"/>
                        <a:pt x="13052" y="43200"/>
                        <a:pt x="1123" y="43200"/>
                      </a:cubicBezTo>
                      <a:cubicBezTo>
                        <a:pt x="748" y="43200"/>
                        <a:pt x="374" y="43190"/>
                        <a:pt x="0" y="43170"/>
                      </a:cubicBezTo>
                      <a:lnTo>
                        <a:pt x="1123" y="21600"/>
                      </a:lnTo>
                      <a:close/>
                    </a:path>
                  </a:pathLst>
                </a:custGeom>
                <a:noFill/>
                <a:ln w="28575" cap="flat" cmpd="sng">
                  <a:solidFill>
                    <a:srgbClr val="FF9900"/>
                  </a:solidFill>
                  <a:prstDash val="solid"/>
                  <a:round/>
                  <a:headEnd type="none" w="med" len="med"/>
                  <a:tailEnd type="none" w="med" len="med"/>
                </a:ln>
              </p:spPr>
              <p:txBody>
                <a:bodyPr wrap="none" anchor="ctr" anchorCtr="0"/>
                <a:p>
                  <a:endParaRPr lang="zh-CN" altLang="en-US" dirty="0">
                    <a:latin typeface="楷体_GB2312" pitchFamily="49" charset="-122"/>
                  </a:endParaRPr>
                </a:p>
              </p:txBody>
            </p:sp>
          </p:grpSp>
        </p:grpSp>
        <p:grpSp>
          <p:nvGrpSpPr>
            <p:cNvPr id="76817" name="Group 81"/>
            <p:cNvGrpSpPr/>
            <p:nvPr/>
          </p:nvGrpSpPr>
          <p:grpSpPr>
            <a:xfrm>
              <a:off x="4513" y="2341"/>
              <a:ext cx="273" cy="227"/>
              <a:chOff x="1156" y="1842"/>
              <a:chExt cx="273" cy="227"/>
            </a:xfrm>
          </p:grpSpPr>
          <p:sp>
            <p:nvSpPr>
              <p:cNvPr id="76818" name="Line 82"/>
              <p:cNvSpPr/>
              <p:nvPr/>
            </p:nvSpPr>
            <p:spPr>
              <a:xfrm flipH="1">
                <a:off x="1156" y="1842"/>
                <a:ext cx="91" cy="227"/>
              </a:xfrm>
              <a:prstGeom prst="line">
                <a:avLst/>
              </a:prstGeom>
              <a:ln w="19050" cap="flat" cmpd="sng">
                <a:solidFill>
                  <a:schemeClr val="bg1"/>
                </a:solidFill>
                <a:prstDash val="solid"/>
                <a:headEnd type="none" w="med" len="med"/>
                <a:tailEnd type="none" w="med" len="med"/>
              </a:ln>
            </p:spPr>
          </p:sp>
          <p:sp>
            <p:nvSpPr>
              <p:cNvPr id="76819" name="Line 83"/>
              <p:cNvSpPr/>
              <p:nvPr/>
            </p:nvSpPr>
            <p:spPr>
              <a:xfrm>
                <a:off x="1156" y="2069"/>
                <a:ext cx="273" cy="0"/>
              </a:xfrm>
              <a:prstGeom prst="line">
                <a:avLst/>
              </a:prstGeom>
              <a:ln w="19050" cap="flat" cmpd="sng">
                <a:solidFill>
                  <a:schemeClr val="bg1"/>
                </a:solidFill>
                <a:prstDash val="solid"/>
                <a:headEnd type="none" w="med" len="med"/>
                <a:tailEnd type="none" w="med" len="med"/>
              </a:ln>
            </p:spPr>
          </p:sp>
        </p:gr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5" presetClass="entr" presetSubtype="0" fill="hold" grpId="0" nodeType="withEffect">
                                  <p:stCondLst>
                                    <p:cond delay="0"/>
                                  </p:stCondLst>
                                  <p:childTnLst>
                                    <p:set>
                                      <p:cBhvr>
                                        <p:cTn id="6" dur="1" fill="hold">
                                          <p:stCondLst>
                                            <p:cond delay="0"/>
                                          </p:stCondLst>
                                        </p:cTn>
                                        <p:tgtEl>
                                          <p:spTgt spid="116740"/>
                                        </p:tgtEl>
                                        <p:attrNameLst>
                                          <p:attrName>style.visibility</p:attrName>
                                        </p:attrNameLst>
                                      </p:cBhvr>
                                      <p:to>
                                        <p:strVal val="visible"/>
                                      </p:to>
                                    </p:set>
                                    <p:anim calcmode="lin" valueType="num">
                                      <p:cBhvr>
                                        <p:cTn id="7" dur="1000" fill="hold"/>
                                        <p:tgtEl>
                                          <p:spTgt spid="116740"/>
                                        </p:tgtEl>
                                        <p:attrNameLst>
                                          <p:attrName>ppt_w</p:attrName>
                                        </p:attrNameLst>
                                      </p:cBhvr>
                                      <p:tavLst>
                                        <p:tav tm="0">
                                          <p:val>
                                            <p:fltVal val="0.000000"/>
                                          </p:val>
                                        </p:tav>
                                        <p:tav tm="100000">
                                          <p:val>
                                            <p:strVal val="#ppt_w"/>
                                          </p:val>
                                        </p:tav>
                                      </p:tavLst>
                                    </p:anim>
                                    <p:anim calcmode="lin" valueType="num">
                                      <p:cBhvr>
                                        <p:cTn id="8" dur="1000" fill="hold"/>
                                        <p:tgtEl>
                                          <p:spTgt spid="116740"/>
                                        </p:tgtEl>
                                        <p:attrNameLst>
                                          <p:attrName>ppt_h</p:attrName>
                                        </p:attrNameLst>
                                      </p:cBhvr>
                                      <p:tavLst>
                                        <p:tav tm="0">
                                          <p:val>
                                            <p:fltVal val="0.000000"/>
                                          </p:val>
                                        </p:tav>
                                        <p:tav tm="100000">
                                          <p:val>
                                            <p:strVal val="#ppt_h"/>
                                          </p:val>
                                        </p:tav>
                                      </p:tavLst>
                                    </p:anim>
                                    <p:anim calcmode="lin" valueType="num">
                                      <p:cBhvr>
                                        <p:cTn id="9" dur="1000" fill="hold"/>
                                        <p:tgtEl>
                                          <p:spTgt spid="116740"/>
                                        </p:tgtEl>
                                        <p:attrNameLst>
                                          <p:attrName>ppt_x</p:attrName>
                                        </p:attrNameLst>
                                      </p:cBhvr>
                                      <p:tavLst>
                                        <p:tav tm="0" fmla="#ppt_x+(cos(-2*pi*(1-$))*-#ppt_x-sin(-2*pi*(1-$))*(1-#ppt_y))*(1-$)">
                                          <p:val>
                                            <p:fltVal val="0.000000"/>
                                          </p:val>
                                        </p:tav>
                                        <p:tav tm="100000">
                                          <p:val>
                                            <p:fltVal val="1.000000"/>
                                          </p:val>
                                        </p:tav>
                                      </p:tavLst>
                                    </p:anim>
                                    <p:anim calcmode="lin" valueType="num">
                                      <p:cBhvr>
                                        <p:cTn id="10" dur="1000" fill="hold"/>
                                        <p:tgtEl>
                                          <p:spTgt spid="116740"/>
                                        </p:tgtEl>
                                        <p:attrNameLst>
                                          <p:attrName>ppt_y</p:attrName>
                                        </p:attrNameLst>
                                      </p:cBhvr>
                                      <p:tavLst>
                                        <p:tav tm="0" fmla="#ppt_y+(sin(-2*pi*(1-$))*-#ppt_x+cos(-2*pi*(1-$))*(1-#ppt_y))*(1-$)">
                                          <p:val>
                                            <p:fltVal val="0.000000"/>
                                          </p:val>
                                        </p:tav>
                                        <p:tav tm="100000">
                                          <p:val>
                                            <p:fltVal val="1.000000"/>
                                          </p:val>
                                        </p:tav>
                                      </p:tavLst>
                                    </p:anim>
                                  </p:childTnLst>
                                </p:cTn>
                              </p:par>
                            </p:childTnLst>
                          </p:cTn>
                        </p:par>
                        <p:par>
                          <p:cTn id="11" fill="hold">
                            <p:stCondLst>
                              <p:cond delay="1000"/>
                            </p:stCondLst>
                            <p:childTnLst>
                              <p:par>
                                <p:cTn id="12" presetID="3" presetClass="entr" presetSubtype="10" fill="hold" nodeType="afterEffect">
                                  <p:stCondLst>
                                    <p:cond delay="0"/>
                                  </p:stCondLst>
                                  <p:childTnLst>
                                    <p:set>
                                      <p:cBhvr>
                                        <p:cTn id="13" dur="1" fill="hold">
                                          <p:stCondLst>
                                            <p:cond delay="0"/>
                                          </p:stCondLst>
                                        </p:cTn>
                                        <p:tgtEl>
                                          <p:spTgt spid="6"/>
                                        </p:tgtEl>
                                        <p:attrNameLst>
                                          <p:attrName>style.visibility</p:attrName>
                                        </p:attrNameLst>
                                      </p:cBhvr>
                                      <p:to>
                                        <p:strVal val="visible"/>
                                      </p:to>
                                    </p:set>
                                    <p:animEffect transition="in" filter="blinds(horizontal)">
                                      <p:cBhvr>
                                        <p:cTn id="14" dur="500"/>
                                        <p:tgtEl>
                                          <p:spTgt spid="6"/>
                                        </p:tgtEl>
                                      </p:cBhvr>
                                    </p:animEffect>
                                  </p:childTnLst>
                                </p:cTn>
                              </p:par>
                            </p:childTnLst>
                          </p:cTn>
                        </p:par>
                        <p:par>
                          <p:cTn id="15" fill="hold">
                            <p:stCondLst>
                              <p:cond delay="1500"/>
                            </p:stCondLst>
                            <p:childTnLst>
                              <p:par>
                                <p:cTn id="16" presetID="12" presetClass="entr" presetSubtype="4" fill="hold" grpId="0" nodeType="afterEffect">
                                  <p:stCondLst>
                                    <p:cond delay="0"/>
                                  </p:stCondLst>
                                  <p:childTnLst>
                                    <p:set>
                                      <p:cBhvr>
                                        <p:cTn id="17" dur="1" fill="hold">
                                          <p:stCondLst>
                                            <p:cond delay="0"/>
                                          </p:stCondLst>
                                        </p:cTn>
                                        <p:tgtEl>
                                          <p:spTgt spid="116738"/>
                                        </p:tgtEl>
                                        <p:attrNameLst>
                                          <p:attrName>style.visibility</p:attrName>
                                        </p:attrNameLst>
                                      </p:cBhvr>
                                      <p:to>
                                        <p:strVal val="visible"/>
                                      </p:to>
                                    </p:set>
                                    <p:animEffect transition="in" filter="slide(fromBottom)">
                                      <p:cBhvr>
                                        <p:cTn id="18" dur="1000"/>
                                        <p:tgtEl>
                                          <p:spTgt spid="116738"/>
                                        </p:tgtEl>
                                      </p:cBhvr>
                                    </p:animEffect>
                                  </p:childTnLst>
                                </p:cTn>
                              </p:par>
                            </p:childTnLst>
                          </p:cTn>
                        </p:par>
                      </p:childTnLst>
                    </p:cTn>
                  </p:par>
                  <p:par>
                    <p:cTn id="19" fill="hold">
                      <p:stCondLst>
                        <p:cond delay="indefinite"/>
                      </p:stCondLst>
                      <p:childTnLst>
                        <p:par>
                          <p:cTn id="20" fill="hold">
                            <p:stCondLst>
                              <p:cond delay="0"/>
                            </p:stCondLst>
                            <p:childTnLst>
                              <p:par>
                                <p:cTn id="21" presetID="15" presetClass="entr" presetSubtype="0" fill="hold" grpId="0" nodeType="clickEffect">
                                  <p:stCondLst>
                                    <p:cond delay="0"/>
                                  </p:stCondLst>
                                  <p:childTnLst>
                                    <p:set>
                                      <p:cBhvr>
                                        <p:cTn id="22" dur="1" fill="hold">
                                          <p:stCondLst>
                                            <p:cond delay="0"/>
                                          </p:stCondLst>
                                        </p:cTn>
                                        <p:tgtEl>
                                          <p:spTgt spid="116741"/>
                                        </p:tgtEl>
                                        <p:attrNameLst>
                                          <p:attrName>style.visibility</p:attrName>
                                        </p:attrNameLst>
                                      </p:cBhvr>
                                      <p:to>
                                        <p:strVal val="visible"/>
                                      </p:to>
                                    </p:set>
                                    <p:anim calcmode="lin" valueType="num">
                                      <p:cBhvr>
                                        <p:cTn id="23" dur="1000" fill="hold"/>
                                        <p:tgtEl>
                                          <p:spTgt spid="116741"/>
                                        </p:tgtEl>
                                        <p:attrNameLst>
                                          <p:attrName>ppt_w</p:attrName>
                                        </p:attrNameLst>
                                      </p:cBhvr>
                                      <p:tavLst>
                                        <p:tav tm="0">
                                          <p:val>
                                            <p:fltVal val="0.000000"/>
                                          </p:val>
                                        </p:tav>
                                        <p:tav tm="100000">
                                          <p:val>
                                            <p:strVal val="#ppt_w"/>
                                          </p:val>
                                        </p:tav>
                                      </p:tavLst>
                                    </p:anim>
                                    <p:anim calcmode="lin" valueType="num">
                                      <p:cBhvr>
                                        <p:cTn id="24" dur="1000" fill="hold"/>
                                        <p:tgtEl>
                                          <p:spTgt spid="116741"/>
                                        </p:tgtEl>
                                        <p:attrNameLst>
                                          <p:attrName>ppt_h</p:attrName>
                                        </p:attrNameLst>
                                      </p:cBhvr>
                                      <p:tavLst>
                                        <p:tav tm="0">
                                          <p:val>
                                            <p:fltVal val="0.000000"/>
                                          </p:val>
                                        </p:tav>
                                        <p:tav tm="100000">
                                          <p:val>
                                            <p:strVal val="#ppt_h"/>
                                          </p:val>
                                        </p:tav>
                                      </p:tavLst>
                                    </p:anim>
                                    <p:anim calcmode="lin" valueType="num">
                                      <p:cBhvr>
                                        <p:cTn id="25" dur="1000" fill="hold"/>
                                        <p:tgtEl>
                                          <p:spTgt spid="116741"/>
                                        </p:tgtEl>
                                        <p:attrNameLst>
                                          <p:attrName>ppt_x</p:attrName>
                                        </p:attrNameLst>
                                      </p:cBhvr>
                                      <p:tavLst>
                                        <p:tav tm="0" fmla="#ppt_x+(cos(-2*pi*(1-$))*-#ppt_x-sin(-2*pi*(1-$))*(1-#ppt_y))*(1-$)">
                                          <p:val>
                                            <p:fltVal val="0.000000"/>
                                          </p:val>
                                        </p:tav>
                                        <p:tav tm="100000">
                                          <p:val>
                                            <p:fltVal val="1.000000"/>
                                          </p:val>
                                        </p:tav>
                                      </p:tavLst>
                                    </p:anim>
                                    <p:anim calcmode="lin" valueType="num">
                                      <p:cBhvr>
                                        <p:cTn id="26" dur="1000" fill="hold"/>
                                        <p:tgtEl>
                                          <p:spTgt spid="116741"/>
                                        </p:tgtEl>
                                        <p:attrNameLst>
                                          <p:attrName>ppt_y</p:attrName>
                                        </p:attrNameLst>
                                      </p:cBhvr>
                                      <p:tavLst>
                                        <p:tav tm="0" fmla="#ppt_y+(sin(-2*pi*(1-$))*-#ppt_x+cos(-2*pi*(1-$))*(1-#ppt_y))*(1-$)">
                                          <p:val>
                                            <p:fltVal val="0.000000"/>
                                          </p:val>
                                        </p:tav>
                                        <p:tav tm="100000">
                                          <p:val>
                                            <p:fltVal val="1.000000"/>
                                          </p:val>
                                        </p:tav>
                                      </p:tavLst>
                                    </p:anim>
                                  </p:childTnLst>
                                </p:cTn>
                              </p:par>
                            </p:childTnLst>
                          </p:cTn>
                        </p:par>
                      </p:childTnLst>
                    </p:cTn>
                  </p:par>
                  <p:par>
                    <p:cTn id="27" fill="hold">
                      <p:stCondLst>
                        <p:cond delay="indefinite"/>
                      </p:stCondLst>
                      <p:childTnLst>
                        <p:par>
                          <p:cTn id="28" fill="hold">
                            <p:stCondLst>
                              <p:cond delay="0"/>
                            </p:stCondLst>
                            <p:childTnLst>
                              <p:par>
                                <p:cTn id="29" presetID="14" presetClass="entr" presetSubtype="10" fill="hold" nodeType="clickEffect">
                                  <p:stCondLst>
                                    <p:cond delay="0"/>
                                  </p:stCondLst>
                                  <p:childTnLst>
                                    <p:set>
                                      <p:cBhvr>
                                        <p:cTn id="30" dur="1" fill="hold">
                                          <p:stCondLst>
                                            <p:cond delay="0"/>
                                          </p:stCondLst>
                                        </p:cTn>
                                        <p:tgtEl>
                                          <p:spTgt spid="116742"/>
                                        </p:tgtEl>
                                        <p:attrNameLst>
                                          <p:attrName>style.visibility</p:attrName>
                                        </p:attrNameLst>
                                      </p:cBhvr>
                                      <p:to>
                                        <p:strVal val="visible"/>
                                      </p:to>
                                    </p:set>
                                    <p:animEffect transition="in" filter="randombar(horizontal)">
                                      <p:cBhvr>
                                        <p:cTn id="31" dur="500"/>
                                        <p:tgtEl>
                                          <p:spTgt spid="116742"/>
                                        </p:tgtEl>
                                      </p:cBhvr>
                                    </p:animEffect>
                                  </p:childTnLst>
                                </p:cTn>
                              </p:par>
                            </p:childTnLst>
                          </p:cTn>
                        </p:par>
                      </p:childTnLst>
                    </p:cTn>
                  </p:par>
                  <p:par>
                    <p:cTn id="32" fill="hold">
                      <p:stCondLst>
                        <p:cond delay="indefinite"/>
                      </p:stCondLst>
                      <p:childTnLst>
                        <p:par>
                          <p:cTn id="33" fill="hold">
                            <p:stCondLst>
                              <p:cond delay="0"/>
                            </p:stCondLst>
                            <p:childTnLst>
                              <p:par>
                                <p:cTn id="34" presetID="55" presetClass="entr" presetSubtype="0" fill="hold" nodeType="clickEffect">
                                  <p:stCondLst>
                                    <p:cond delay="0"/>
                                  </p:stCondLst>
                                  <p:childTnLst>
                                    <p:set>
                                      <p:cBhvr>
                                        <p:cTn id="35" dur="1" fill="hold">
                                          <p:stCondLst>
                                            <p:cond delay="0"/>
                                          </p:stCondLst>
                                        </p:cTn>
                                        <p:tgtEl>
                                          <p:spTgt spid="5"/>
                                        </p:tgtEl>
                                        <p:attrNameLst>
                                          <p:attrName>style.visibility</p:attrName>
                                        </p:attrNameLst>
                                      </p:cBhvr>
                                      <p:to>
                                        <p:strVal val="visible"/>
                                      </p:to>
                                    </p:set>
                                    <p:anim calcmode="lin" valueType="num">
                                      <p:cBhvr>
                                        <p:cTn id="36" dur="1000" fill="hold"/>
                                        <p:tgtEl>
                                          <p:spTgt spid="5"/>
                                        </p:tgtEl>
                                        <p:attrNameLst>
                                          <p:attrName>ppt_w</p:attrName>
                                        </p:attrNameLst>
                                      </p:cBhvr>
                                      <p:tavLst>
                                        <p:tav tm="0">
                                          <p:val>
                                            <p:strVal val="#ppt_w*0.70"/>
                                          </p:val>
                                        </p:tav>
                                        <p:tav tm="100000">
                                          <p:val>
                                            <p:strVal val="#ppt_w"/>
                                          </p:val>
                                        </p:tav>
                                      </p:tavLst>
                                    </p:anim>
                                    <p:anim calcmode="lin" valueType="num">
                                      <p:cBhvr>
                                        <p:cTn id="37" dur="1000" fill="hold"/>
                                        <p:tgtEl>
                                          <p:spTgt spid="5"/>
                                        </p:tgtEl>
                                        <p:attrNameLst>
                                          <p:attrName>ppt_h</p:attrName>
                                        </p:attrNameLst>
                                      </p:cBhvr>
                                      <p:tavLst>
                                        <p:tav tm="0">
                                          <p:val>
                                            <p:strVal val="#ppt_h"/>
                                          </p:val>
                                        </p:tav>
                                        <p:tav tm="100000">
                                          <p:val>
                                            <p:strVal val="#ppt_h"/>
                                          </p:val>
                                        </p:tav>
                                      </p:tavLst>
                                    </p:anim>
                                    <p:animEffect transition="in" filter="fade">
                                      <p:cBhvr>
                                        <p:cTn id="38" dur="1000"/>
                                        <p:tgtEl>
                                          <p:spTgt spid="5"/>
                                        </p:tgtEl>
                                      </p:cBhvr>
                                    </p:animEffect>
                                  </p:childTnLst>
                                </p:cTn>
                              </p:par>
                            </p:childTnLst>
                          </p:cTn>
                        </p:par>
                      </p:childTnLst>
                    </p:cTn>
                  </p:par>
                  <p:par>
                    <p:cTn id="39" fill="hold">
                      <p:stCondLst>
                        <p:cond delay="indefinite"/>
                      </p:stCondLst>
                      <p:childTnLst>
                        <p:par>
                          <p:cTn id="40" fill="hold">
                            <p:stCondLst>
                              <p:cond delay="0"/>
                            </p:stCondLst>
                            <p:childTnLst>
                              <p:par>
                                <p:cTn id="41" presetID="22" presetClass="entr" presetSubtype="8" fill="hold" nodeType="clickEffect">
                                  <p:stCondLst>
                                    <p:cond delay="0"/>
                                  </p:stCondLst>
                                  <p:childTnLst>
                                    <p:set>
                                      <p:cBhvr>
                                        <p:cTn id="42" dur="1" fill="hold">
                                          <p:stCondLst>
                                            <p:cond delay="0"/>
                                          </p:stCondLst>
                                        </p:cTn>
                                        <p:tgtEl>
                                          <p:spTgt spid="116767"/>
                                        </p:tgtEl>
                                        <p:attrNameLst>
                                          <p:attrName>style.visibility</p:attrName>
                                        </p:attrNameLst>
                                      </p:cBhvr>
                                      <p:to>
                                        <p:strVal val="visible"/>
                                      </p:to>
                                    </p:set>
                                    <p:animEffect transition="in" filter="wipe(left)">
                                      <p:cBhvr>
                                        <p:cTn id="43" dur="2000"/>
                                        <p:tgtEl>
                                          <p:spTgt spid="116767"/>
                                        </p:tgtEl>
                                      </p:cBhvr>
                                    </p:animEffect>
                                  </p:childTnLst>
                                </p:cTn>
                              </p:par>
                            </p:childTnLst>
                          </p:cTn>
                        </p:par>
                      </p:childTnLst>
                    </p:cTn>
                  </p:par>
                  <p:par>
                    <p:cTn id="44" fill="hold">
                      <p:stCondLst>
                        <p:cond delay="indefinite"/>
                      </p:stCondLst>
                      <p:childTnLst>
                        <p:par>
                          <p:cTn id="45" fill="hold">
                            <p:stCondLst>
                              <p:cond delay="0"/>
                            </p:stCondLst>
                            <p:childTnLst>
                              <p:par>
                                <p:cTn id="46" presetID="22" presetClass="entr" presetSubtype="8" fill="hold" nodeType="clickEffect">
                                  <p:stCondLst>
                                    <p:cond delay="0"/>
                                  </p:stCondLst>
                                  <p:childTnLst>
                                    <p:set>
                                      <p:cBhvr>
                                        <p:cTn id="47" dur="1" fill="hold">
                                          <p:stCondLst>
                                            <p:cond delay="0"/>
                                          </p:stCondLst>
                                        </p:cTn>
                                        <p:tgtEl>
                                          <p:spTgt spid="116800"/>
                                        </p:tgtEl>
                                        <p:attrNameLst>
                                          <p:attrName>style.visibility</p:attrName>
                                        </p:attrNameLst>
                                      </p:cBhvr>
                                      <p:to>
                                        <p:strVal val="visible"/>
                                      </p:to>
                                    </p:set>
                                    <p:animEffect transition="in" filter="wipe(left)">
                                      <p:cBhvr>
                                        <p:cTn id="48" dur="2000"/>
                                        <p:tgtEl>
                                          <p:spTgt spid="11680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6738" grpId="0"/>
      <p:bldP spid="116740" grpId="0"/>
      <p:bldP spid="116741" grpId="0" animBg="1"/>
    </p:bldLst>
  </p:timing>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grpSp>
        <p:nvGrpSpPr>
          <p:cNvPr id="2" name="Group 196"/>
          <p:cNvGrpSpPr/>
          <p:nvPr/>
        </p:nvGrpSpPr>
        <p:grpSpPr>
          <a:xfrm>
            <a:off x="250825" y="476250"/>
            <a:ext cx="5184775" cy="860425"/>
            <a:chOff x="295" y="210"/>
            <a:chExt cx="3475" cy="633"/>
          </a:xfrm>
        </p:grpSpPr>
        <p:graphicFrame>
          <p:nvGraphicFramePr>
            <p:cNvPr id="77835" name="Object 54"/>
            <p:cNvGraphicFramePr/>
            <p:nvPr/>
          </p:nvGraphicFramePr>
          <p:xfrm>
            <a:off x="295" y="210"/>
            <a:ext cx="3475" cy="633"/>
          </p:xfrm>
          <a:graphic>
            <a:graphicData uri="http://schemas.openxmlformats.org/presentationml/2006/ole">
              <mc:AlternateContent xmlns:mc="http://schemas.openxmlformats.org/markup-compatibility/2006">
                <mc:Choice xmlns:v="urn:schemas-microsoft-com:vml" Requires="v">
                  <p:oleObj spid="_x0000_s3554" name="" r:id="rId1" imgW="2729230" imgH="495300" progId="Equation.3">
                    <p:embed/>
                  </p:oleObj>
                </mc:Choice>
                <mc:Fallback>
                  <p:oleObj name="" r:id="rId1" imgW="2729230" imgH="495300" progId="Equation.3">
                    <p:embed/>
                    <p:pic>
                      <p:nvPicPr>
                        <p:cNvPr id="0" name="图片 3553"/>
                        <p:cNvPicPr/>
                        <p:nvPr/>
                      </p:nvPicPr>
                      <p:blipFill>
                        <a:blip r:embed="rId2">
                          <a:clrChange>
                            <a:clrFrom>
                              <a:srgbClr val="000000"/>
                            </a:clrFrom>
                            <a:clrTo>
                              <a:srgbClr val="FFFFFF"/>
                            </a:clrTo>
                          </a:clrChange>
                        </a:blip>
                        <a:stretch>
                          <a:fillRect/>
                        </a:stretch>
                      </p:blipFill>
                      <p:spPr>
                        <a:xfrm>
                          <a:off x="295" y="210"/>
                          <a:ext cx="3475" cy="633"/>
                        </a:xfrm>
                        <a:prstGeom prst="rect">
                          <a:avLst/>
                        </a:prstGeom>
                        <a:noFill/>
                        <a:ln w="38100">
                          <a:noFill/>
                          <a:miter/>
                        </a:ln>
                      </p:spPr>
                    </p:pic>
                  </p:oleObj>
                </mc:Fallback>
              </mc:AlternateContent>
            </a:graphicData>
          </a:graphic>
        </p:graphicFrame>
        <p:sp>
          <p:nvSpPr>
            <p:cNvPr id="77907" name="Line 194"/>
            <p:cNvSpPr/>
            <p:nvPr/>
          </p:nvSpPr>
          <p:spPr>
            <a:xfrm>
              <a:off x="2826" y="636"/>
              <a:ext cx="635" cy="0"/>
            </a:xfrm>
            <a:prstGeom prst="line">
              <a:avLst/>
            </a:prstGeom>
            <a:ln w="9525" cap="flat" cmpd="sng">
              <a:solidFill>
                <a:schemeClr val="bg1"/>
              </a:solidFill>
              <a:prstDash val="solid"/>
              <a:headEnd type="none" w="med" len="med"/>
              <a:tailEnd type="none" w="med" len="med"/>
            </a:ln>
          </p:spPr>
        </p:sp>
        <p:sp>
          <p:nvSpPr>
            <p:cNvPr id="77908" name="Line 195"/>
            <p:cNvSpPr/>
            <p:nvPr/>
          </p:nvSpPr>
          <p:spPr>
            <a:xfrm>
              <a:off x="1301" y="491"/>
              <a:ext cx="227" cy="0"/>
            </a:xfrm>
            <a:prstGeom prst="line">
              <a:avLst/>
            </a:prstGeom>
            <a:ln w="9525" cap="flat" cmpd="sng">
              <a:solidFill>
                <a:schemeClr val="bg1"/>
              </a:solidFill>
              <a:prstDash val="solid"/>
              <a:headEnd type="none" w="med" len="med"/>
              <a:tailEnd type="none" w="med" len="med"/>
            </a:ln>
          </p:spPr>
        </p:sp>
      </p:grpSp>
      <p:graphicFrame>
        <p:nvGraphicFramePr>
          <p:cNvPr id="80951" name="Object 55"/>
          <p:cNvGraphicFramePr/>
          <p:nvPr/>
        </p:nvGraphicFramePr>
        <p:xfrm>
          <a:off x="395288" y="1524000"/>
          <a:ext cx="4824412" cy="492125"/>
        </p:xfrm>
        <a:graphic>
          <a:graphicData uri="http://schemas.openxmlformats.org/presentationml/2006/ole">
            <mc:AlternateContent xmlns:mc="http://schemas.openxmlformats.org/markup-compatibility/2006">
              <mc:Choice xmlns:v="urn:schemas-microsoft-com:vml" Requires="v">
                <p:oleObj spid="_x0000_s3555" name="" r:id="rId3" imgW="2639060" imgH="254000" progId="Equation.3">
                  <p:embed/>
                </p:oleObj>
              </mc:Choice>
              <mc:Fallback>
                <p:oleObj name="" r:id="rId3" imgW="2639060" imgH="254000" progId="Equation.3">
                  <p:embed/>
                  <p:pic>
                    <p:nvPicPr>
                      <p:cNvPr id="0" name="图片 3554"/>
                      <p:cNvPicPr/>
                      <p:nvPr/>
                    </p:nvPicPr>
                    <p:blipFill>
                      <a:blip r:embed="rId4">
                        <a:clrChange>
                          <a:clrFrom>
                            <a:srgbClr val="000000"/>
                          </a:clrFrom>
                          <a:clrTo>
                            <a:srgbClr val="FFFFFF"/>
                          </a:clrTo>
                        </a:clrChange>
                      </a:blip>
                      <a:stretch>
                        <a:fillRect/>
                      </a:stretch>
                    </p:blipFill>
                    <p:spPr>
                      <a:xfrm>
                        <a:off x="395288" y="1524000"/>
                        <a:ext cx="4824412" cy="492125"/>
                      </a:xfrm>
                      <a:prstGeom prst="rect">
                        <a:avLst/>
                      </a:prstGeom>
                      <a:noFill/>
                      <a:ln w="38100">
                        <a:noFill/>
                        <a:miter/>
                      </a:ln>
                    </p:spPr>
                  </p:pic>
                </p:oleObj>
              </mc:Fallback>
            </mc:AlternateContent>
          </a:graphicData>
        </a:graphic>
      </p:graphicFrame>
      <p:grpSp>
        <p:nvGrpSpPr>
          <p:cNvPr id="77837" name="Group 60"/>
          <p:cNvGrpSpPr/>
          <p:nvPr/>
        </p:nvGrpSpPr>
        <p:grpSpPr>
          <a:xfrm>
            <a:off x="8316913" y="6446838"/>
            <a:ext cx="792162" cy="366712"/>
            <a:chOff x="5193" y="4020"/>
            <a:chExt cx="499" cy="231"/>
          </a:xfrm>
        </p:grpSpPr>
        <p:pic>
          <p:nvPicPr>
            <p:cNvPr id="77905" name="Picture 61" descr="78900"/>
            <p:cNvPicPr>
              <a:picLocks noChangeAspect="1"/>
            </p:cNvPicPr>
            <p:nvPr/>
          </p:nvPicPr>
          <p:blipFill>
            <a:blip r:embed="rId5"/>
            <a:stretch>
              <a:fillRect/>
            </a:stretch>
          </p:blipFill>
          <p:spPr>
            <a:xfrm>
              <a:off x="5193" y="4066"/>
              <a:ext cx="499" cy="181"/>
            </a:xfrm>
            <a:prstGeom prst="rect">
              <a:avLst/>
            </a:prstGeom>
            <a:noFill/>
            <a:ln w="9525">
              <a:noFill/>
            </a:ln>
          </p:spPr>
        </p:pic>
        <p:sp>
          <p:nvSpPr>
            <p:cNvPr id="77906" name="Text Box 62">
              <a:hlinkClick r:id="" action="ppaction://hlinkshowjump?jump=nextslide"/>
            </p:cNvPr>
            <p:cNvSpPr txBox="1"/>
            <p:nvPr/>
          </p:nvSpPr>
          <p:spPr>
            <a:xfrm>
              <a:off x="5216" y="4020"/>
              <a:ext cx="476" cy="231"/>
            </a:xfrm>
            <a:prstGeom prst="rect">
              <a:avLst/>
            </a:prstGeom>
            <a:noFill/>
            <a:ln w="9525">
              <a:noFill/>
            </a:ln>
          </p:spPr>
          <p:txBody>
            <a:bodyPr wrap="none">
              <a:spAutoFit/>
            </a:bodyPr>
            <a:p>
              <a:pPr>
                <a:spcBef>
                  <a:spcPct val="50000"/>
                </a:spcBef>
              </a:pPr>
              <a:r>
                <a:rPr lang="zh-CN" altLang="en-US" sz="1800" b="0" dirty="0">
                  <a:solidFill>
                    <a:schemeClr val="bg1"/>
                  </a:solidFill>
                  <a:latin typeface="隶书" panose="02010509060101010101" pitchFamily="49" charset="-122"/>
                  <a:ea typeface="隶书" panose="02010509060101010101" pitchFamily="49" charset="-122"/>
                </a:rPr>
                <a:t>下 页</a:t>
              </a:r>
              <a:endParaRPr lang="zh-CN" altLang="en-US" sz="1800" b="0" dirty="0">
                <a:solidFill>
                  <a:schemeClr val="bg1"/>
                </a:solidFill>
                <a:latin typeface="隶书" panose="02010509060101010101" pitchFamily="49" charset="-122"/>
                <a:ea typeface="隶书" panose="02010509060101010101" pitchFamily="49" charset="-122"/>
              </a:endParaRPr>
            </a:p>
          </p:txBody>
        </p:sp>
      </p:grpSp>
      <p:grpSp>
        <p:nvGrpSpPr>
          <p:cNvPr id="77838" name="Group 63"/>
          <p:cNvGrpSpPr/>
          <p:nvPr/>
        </p:nvGrpSpPr>
        <p:grpSpPr>
          <a:xfrm>
            <a:off x="7453313" y="6446838"/>
            <a:ext cx="792162" cy="366712"/>
            <a:chOff x="4649" y="4020"/>
            <a:chExt cx="499" cy="231"/>
          </a:xfrm>
        </p:grpSpPr>
        <p:pic>
          <p:nvPicPr>
            <p:cNvPr id="77903" name="Picture 64" descr="78900"/>
            <p:cNvPicPr>
              <a:picLocks noChangeAspect="1"/>
            </p:cNvPicPr>
            <p:nvPr/>
          </p:nvPicPr>
          <p:blipFill>
            <a:blip r:embed="rId5"/>
            <a:stretch>
              <a:fillRect/>
            </a:stretch>
          </p:blipFill>
          <p:spPr>
            <a:xfrm>
              <a:off x="4649" y="4066"/>
              <a:ext cx="499" cy="181"/>
            </a:xfrm>
            <a:prstGeom prst="rect">
              <a:avLst/>
            </a:prstGeom>
            <a:noFill/>
            <a:ln w="9525">
              <a:noFill/>
            </a:ln>
          </p:spPr>
        </p:pic>
        <p:sp>
          <p:nvSpPr>
            <p:cNvPr id="77904" name="Text Box 65">
              <a:hlinkClick r:id="" action="ppaction://hlinkshowjump?jump=previousslide"/>
            </p:cNvPr>
            <p:cNvSpPr txBox="1"/>
            <p:nvPr/>
          </p:nvSpPr>
          <p:spPr>
            <a:xfrm>
              <a:off x="4672" y="4020"/>
              <a:ext cx="476" cy="231"/>
            </a:xfrm>
            <a:prstGeom prst="rect">
              <a:avLst/>
            </a:prstGeom>
            <a:noFill/>
            <a:ln w="9525">
              <a:noFill/>
            </a:ln>
          </p:spPr>
          <p:txBody>
            <a:bodyPr wrap="none">
              <a:spAutoFit/>
            </a:bodyPr>
            <a:p>
              <a:pPr>
                <a:spcBef>
                  <a:spcPct val="50000"/>
                </a:spcBef>
              </a:pPr>
              <a:r>
                <a:rPr lang="zh-CN" altLang="en-US" sz="1800" b="0" dirty="0">
                  <a:solidFill>
                    <a:schemeClr val="bg1"/>
                  </a:solidFill>
                  <a:latin typeface="隶书" panose="02010509060101010101" pitchFamily="49" charset="-122"/>
                  <a:ea typeface="隶书" panose="02010509060101010101" pitchFamily="49" charset="-122"/>
                </a:rPr>
                <a:t>上 页</a:t>
              </a:r>
              <a:endParaRPr lang="zh-CN" altLang="en-US" sz="1800" b="0" dirty="0">
                <a:solidFill>
                  <a:schemeClr val="bg1"/>
                </a:solidFill>
                <a:latin typeface="隶书" panose="02010509060101010101" pitchFamily="49" charset="-122"/>
                <a:ea typeface="隶书" panose="02010509060101010101" pitchFamily="49" charset="-122"/>
              </a:endParaRPr>
            </a:p>
          </p:txBody>
        </p:sp>
      </p:grpSp>
      <p:graphicFrame>
        <p:nvGraphicFramePr>
          <p:cNvPr id="80988" name="Object 92"/>
          <p:cNvGraphicFramePr/>
          <p:nvPr/>
        </p:nvGraphicFramePr>
        <p:xfrm>
          <a:off x="539750" y="2060575"/>
          <a:ext cx="2719388" cy="1004888"/>
        </p:xfrm>
        <a:graphic>
          <a:graphicData uri="http://schemas.openxmlformats.org/presentationml/2006/ole">
            <mc:AlternateContent xmlns:mc="http://schemas.openxmlformats.org/markup-compatibility/2006">
              <mc:Choice xmlns:v="urn:schemas-microsoft-com:vml" Requires="v">
                <p:oleObj spid="_x0000_s3557" name="" r:id="rId6" imgW="1345565" imgH="495300" progId="Equation.3">
                  <p:embed/>
                </p:oleObj>
              </mc:Choice>
              <mc:Fallback>
                <p:oleObj name="" r:id="rId6" imgW="1345565" imgH="495300" progId="Equation.3">
                  <p:embed/>
                  <p:pic>
                    <p:nvPicPr>
                      <p:cNvPr id="0" name="图片 3556"/>
                      <p:cNvPicPr/>
                      <p:nvPr/>
                    </p:nvPicPr>
                    <p:blipFill>
                      <a:blip r:embed="rId7">
                        <a:clrChange>
                          <a:clrFrom>
                            <a:srgbClr val="000000"/>
                          </a:clrFrom>
                          <a:clrTo>
                            <a:srgbClr val="FFFFFF"/>
                          </a:clrTo>
                        </a:clrChange>
                      </a:blip>
                      <a:stretch>
                        <a:fillRect/>
                      </a:stretch>
                    </p:blipFill>
                    <p:spPr>
                      <a:xfrm>
                        <a:off x="539750" y="2060575"/>
                        <a:ext cx="2719388" cy="1004888"/>
                      </a:xfrm>
                      <a:prstGeom prst="rect">
                        <a:avLst/>
                      </a:prstGeom>
                      <a:noFill/>
                      <a:ln w="38100">
                        <a:noFill/>
                        <a:miter/>
                      </a:ln>
                    </p:spPr>
                  </p:pic>
                </p:oleObj>
              </mc:Fallback>
            </mc:AlternateContent>
          </a:graphicData>
        </a:graphic>
      </p:graphicFrame>
      <p:graphicFrame>
        <p:nvGraphicFramePr>
          <p:cNvPr id="81021" name="Object 125"/>
          <p:cNvGraphicFramePr/>
          <p:nvPr/>
        </p:nvGraphicFramePr>
        <p:xfrm>
          <a:off x="539750" y="2924175"/>
          <a:ext cx="8224838" cy="1028700"/>
        </p:xfrm>
        <a:graphic>
          <a:graphicData uri="http://schemas.openxmlformats.org/presentationml/2006/ole">
            <mc:AlternateContent xmlns:mc="http://schemas.openxmlformats.org/markup-compatibility/2006">
              <mc:Choice xmlns:v="urn:schemas-microsoft-com:vml" Requires="v">
                <p:oleObj spid="_x0000_s3556" name="" r:id="rId8" imgW="3594100" imgH="508000" progId="Equation.3">
                  <p:embed/>
                </p:oleObj>
              </mc:Choice>
              <mc:Fallback>
                <p:oleObj name="" r:id="rId8" imgW="3594100" imgH="508000" progId="Equation.3">
                  <p:embed/>
                  <p:pic>
                    <p:nvPicPr>
                      <p:cNvPr id="0" name="图片 3555"/>
                      <p:cNvPicPr/>
                      <p:nvPr/>
                    </p:nvPicPr>
                    <p:blipFill>
                      <a:blip r:embed="rId9">
                        <a:clrChange>
                          <a:clrFrom>
                            <a:srgbClr val="000000"/>
                          </a:clrFrom>
                          <a:clrTo>
                            <a:srgbClr val="FFFFFF"/>
                          </a:clrTo>
                        </a:clrChange>
                      </a:blip>
                      <a:stretch>
                        <a:fillRect/>
                      </a:stretch>
                    </p:blipFill>
                    <p:spPr>
                      <a:xfrm>
                        <a:off x="539750" y="2924175"/>
                        <a:ext cx="8224838" cy="1028700"/>
                      </a:xfrm>
                      <a:prstGeom prst="rect">
                        <a:avLst/>
                      </a:prstGeom>
                      <a:noFill/>
                      <a:ln w="38100">
                        <a:noFill/>
                        <a:miter/>
                      </a:ln>
                    </p:spPr>
                  </p:pic>
                </p:oleObj>
              </mc:Fallback>
            </mc:AlternateContent>
          </a:graphicData>
        </a:graphic>
      </p:graphicFrame>
      <p:graphicFrame>
        <p:nvGraphicFramePr>
          <p:cNvPr id="81024" name="Object 128"/>
          <p:cNvGraphicFramePr/>
          <p:nvPr/>
        </p:nvGraphicFramePr>
        <p:xfrm>
          <a:off x="323850" y="4149725"/>
          <a:ext cx="3600450" cy="2024063"/>
        </p:xfrm>
        <a:graphic>
          <a:graphicData uri="http://schemas.openxmlformats.org/presentationml/2006/ole">
            <mc:AlternateContent xmlns:mc="http://schemas.openxmlformats.org/markup-compatibility/2006">
              <mc:Choice xmlns:v="urn:schemas-microsoft-com:vml" Requires="v">
                <p:oleObj spid="_x0000_s3558" name="" r:id="rId10" imgW="1524000" imgH="1054100" progId="Equation.3">
                  <p:embed/>
                </p:oleObj>
              </mc:Choice>
              <mc:Fallback>
                <p:oleObj name="" r:id="rId10" imgW="1524000" imgH="1054100" progId="Equation.3">
                  <p:embed/>
                  <p:pic>
                    <p:nvPicPr>
                      <p:cNvPr id="0" name="图片 3557"/>
                      <p:cNvPicPr/>
                      <p:nvPr/>
                    </p:nvPicPr>
                    <p:blipFill>
                      <a:blip r:embed="rId11">
                        <a:clrChange>
                          <a:clrFrom>
                            <a:srgbClr val="000000"/>
                          </a:clrFrom>
                          <a:clrTo>
                            <a:srgbClr val="FFFFFF"/>
                          </a:clrTo>
                        </a:clrChange>
                      </a:blip>
                      <a:stretch>
                        <a:fillRect/>
                      </a:stretch>
                    </p:blipFill>
                    <p:spPr>
                      <a:xfrm>
                        <a:off x="323850" y="4149725"/>
                        <a:ext cx="3600450" cy="2024063"/>
                      </a:xfrm>
                      <a:prstGeom prst="rect">
                        <a:avLst/>
                      </a:prstGeom>
                      <a:noFill/>
                      <a:ln w="38100">
                        <a:noFill/>
                        <a:miter/>
                      </a:ln>
                    </p:spPr>
                  </p:pic>
                </p:oleObj>
              </mc:Fallback>
            </mc:AlternateContent>
          </a:graphicData>
        </a:graphic>
      </p:graphicFrame>
      <p:graphicFrame>
        <p:nvGraphicFramePr>
          <p:cNvPr id="81025" name="Object 129"/>
          <p:cNvGraphicFramePr/>
          <p:nvPr/>
        </p:nvGraphicFramePr>
        <p:xfrm>
          <a:off x="4932363" y="3933825"/>
          <a:ext cx="3719512" cy="1106488"/>
        </p:xfrm>
        <a:graphic>
          <a:graphicData uri="http://schemas.openxmlformats.org/presentationml/2006/ole">
            <mc:AlternateContent xmlns:mc="http://schemas.openxmlformats.org/markup-compatibility/2006">
              <mc:Choice xmlns:v="urn:schemas-microsoft-com:vml" Requires="v">
                <p:oleObj spid="_x0000_s3559" name="" r:id="rId12" imgW="1840865" imgH="546100" progId="Equation.3">
                  <p:embed/>
                </p:oleObj>
              </mc:Choice>
              <mc:Fallback>
                <p:oleObj name="" r:id="rId12" imgW="1840865" imgH="546100" progId="Equation.3">
                  <p:embed/>
                  <p:pic>
                    <p:nvPicPr>
                      <p:cNvPr id="0" name="图片 3558"/>
                      <p:cNvPicPr/>
                      <p:nvPr/>
                    </p:nvPicPr>
                    <p:blipFill>
                      <a:blip r:embed="rId13">
                        <a:clrChange>
                          <a:clrFrom>
                            <a:srgbClr val="000000"/>
                          </a:clrFrom>
                          <a:clrTo>
                            <a:srgbClr val="FFFFFF"/>
                          </a:clrTo>
                        </a:clrChange>
                      </a:blip>
                      <a:stretch>
                        <a:fillRect/>
                      </a:stretch>
                    </p:blipFill>
                    <p:spPr>
                      <a:xfrm>
                        <a:off x="4932363" y="3933825"/>
                        <a:ext cx="3719512" cy="1106488"/>
                      </a:xfrm>
                      <a:prstGeom prst="rect">
                        <a:avLst/>
                      </a:prstGeom>
                      <a:noFill/>
                      <a:ln w="38100">
                        <a:noFill/>
                        <a:miter/>
                      </a:ln>
                    </p:spPr>
                  </p:pic>
                </p:oleObj>
              </mc:Fallback>
            </mc:AlternateContent>
          </a:graphicData>
        </a:graphic>
      </p:graphicFrame>
      <p:sp>
        <p:nvSpPr>
          <p:cNvPr id="81026" name="Line 130"/>
          <p:cNvSpPr/>
          <p:nvPr/>
        </p:nvSpPr>
        <p:spPr>
          <a:xfrm>
            <a:off x="4284663" y="4581525"/>
            <a:ext cx="647700" cy="0"/>
          </a:xfrm>
          <a:prstGeom prst="line">
            <a:avLst/>
          </a:prstGeom>
          <a:ln w="76200" cap="flat" cmpd="sng">
            <a:solidFill>
              <a:srgbClr val="0066FF"/>
            </a:solidFill>
            <a:prstDash val="solid"/>
            <a:headEnd type="none" w="med" len="med"/>
            <a:tailEnd type="triangle" w="med" len="med"/>
          </a:ln>
        </p:spPr>
      </p:sp>
      <p:graphicFrame>
        <p:nvGraphicFramePr>
          <p:cNvPr id="81028" name="Object 132"/>
          <p:cNvGraphicFramePr/>
          <p:nvPr/>
        </p:nvGraphicFramePr>
        <p:xfrm>
          <a:off x="4716463" y="5949950"/>
          <a:ext cx="3878262" cy="536575"/>
        </p:xfrm>
        <a:graphic>
          <a:graphicData uri="http://schemas.openxmlformats.org/presentationml/2006/ole">
            <mc:AlternateContent xmlns:mc="http://schemas.openxmlformats.org/markup-compatibility/2006">
              <mc:Choice xmlns:v="urn:schemas-microsoft-com:vml" Requires="v">
                <p:oleObj spid="_x0000_s3560" name="" r:id="rId14" imgW="1839595" imgH="254000" progId="Equation.3">
                  <p:embed/>
                </p:oleObj>
              </mc:Choice>
              <mc:Fallback>
                <p:oleObj name="" r:id="rId14" imgW="1839595" imgH="254000" progId="Equation.3">
                  <p:embed/>
                  <p:pic>
                    <p:nvPicPr>
                      <p:cNvPr id="0" name="图片 3559"/>
                      <p:cNvPicPr/>
                      <p:nvPr/>
                    </p:nvPicPr>
                    <p:blipFill>
                      <a:blip r:embed="rId15">
                        <a:clrChange>
                          <a:clrFrom>
                            <a:srgbClr val="000000"/>
                          </a:clrFrom>
                          <a:clrTo>
                            <a:srgbClr val="FFFFFF"/>
                          </a:clrTo>
                        </a:clrChange>
                      </a:blip>
                      <a:stretch>
                        <a:fillRect/>
                      </a:stretch>
                    </p:blipFill>
                    <p:spPr>
                      <a:xfrm>
                        <a:off x="4716463" y="5949950"/>
                        <a:ext cx="3878262" cy="536575"/>
                      </a:xfrm>
                      <a:prstGeom prst="rect">
                        <a:avLst/>
                      </a:prstGeom>
                      <a:noFill/>
                      <a:ln w="38100">
                        <a:noFill/>
                        <a:miter/>
                      </a:ln>
                    </p:spPr>
                  </p:pic>
                </p:oleObj>
              </mc:Fallback>
            </mc:AlternateContent>
          </a:graphicData>
        </a:graphic>
      </p:graphicFrame>
      <p:grpSp>
        <p:nvGrpSpPr>
          <p:cNvPr id="77840" name="Group 136"/>
          <p:cNvGrpSpPr/>
          <p:nvPr/>
        </p:nvGrpSpPr>
        <p:grpSpPr>
          <a:xfrm>
            <a:off x="6588125" y="6446838"/>
            <a:ext cx="792163" cy="366712"/>
            <a:chOff x="4649" y="4020"/>
            <a:chExt cx="499" cy="231"/>
          </a:xfrm>
        </p:grpSpPr>
        <p:pic>
          <p:nvPicPr>
            <p:cNvPr id="77901" name="Picture 137" descr="78900"/>
            <p:cNvPicPr>
              <a:picLocks noChangeAspect="1"/>
            </p:cNvPicPr>
            <p:nvPr/>
          </p:nvPicPr>
          <p:blipFill>
            <a:blip r:embed="rId5"/>
            <a:stretch>
              <a:fillRect/>
            </a:stretch>
          </p:blipFill>
          <p:spPr>
            <a:xfrm>
              <a:off x="4649" y="4066"/>
              <a:ext cx="499" cy="181"/>
            </a:xfrm>
            <a:prstGeom prst="rect">
              <a:avLst/>
            </a:prstGeom>
            <a:noFill/>
            <a:ln w="9525">
              <a:noFill/>
            </a:ln>
          </p:spPr>
        </p:pic>
        <p:sp>
          <p:nvSpPr>
            <p:cNvPr id="77902" name="Text Box 138">
              <a:hlinkClick r:id="" action="ppaction://hlinkshowjump?jump=firstslide"/>
            </p:cNvPr>
            <p:cNvSpPr txBox="1"/>
            <p:nvPr/>
          </p:nvSpPr>
          <p:spPr>
            <a:xfrm>
              <a:off x="4672" y="4020"/>
              <a:ext cx="476" cy="231"/>
            </a:xfrm>
            <a:prstGeom prst="rect">
              <a:avLst/>
            </a:prstGeom>
            <a:noFill/>
            <a:ln w="9525">
              <a:noFill/>
            </a:ln>
          </p:spPr>
          <p:txBody>
            <a:bodyPr wrap="none">
              <a:spAutoFit/>
            </a:bodyPr>
            <a:p>
              <a:pPr>
                <a:spcBef>
                  <a:spcPct val="50000"/>
                </a:spcBef>
              </a:pPr>
              <a:r>
                <a:rPr lang="zh-CN" altLang="en-US" sz="1800" b="0" dirty="0">
                  <a:solidFill>
                    <a:schemeClr val="bg1"/>
                  </a:solidFill>
                  <a:latin typeface="隶书" panose="02010509060101010101" pitchFamily="49" charset="-122"/>
                  <a:ea typeface="隶书" panose="02010509060101010101" pitchFamily="49" charset="-122"/>
                </a:rPr>
                <a:t>返 回</a:t>
              </a:r>
              <a:endParaRPr lang="zh-CN" altLang="en-US" sz="1800" b="0" dirty="0">
                <a:solidFill>
                  <a:schemeClr val="bg1"/>
                </a:solidFill>
                <a:latin typeface="隶书" panose="02010509060101010101" pitchFamily="49" charset="-122"/>
                <a:ea typeface="隶书" panose="02010509060101010101" pitchFamily="49" charset="-122"/>
              </a:endParaRPr>
            </a:p>
          </p:txBody>
        </p:sp>
      </p:grpSp>
      <p:grpSp>
        <p:nvGrpSpPr>
          <p:cNvPr id="6" name="Group 207"/>
          <p:cNvGrpSpPr/>
          <p:nvPr/>
        </p:nvGrpSpPr>
        <p:grpSpPr>
          <a:xfrm>
            <a:off x="4937125" y="4999038"/>
            <a:ext cx="2514600" cy="915987"/>
            <a:chOff x="3110" y="3149"/>
            <a:chExt cx="1584" cy="577"/>
          </a:xfrm>
        </p:grpSpPr>
        <p:graphicFrame>
          <p:nvGraphicFramePr>
            <p:cNvPr id="77834" name="Object 131"/>
            <p:cNvGraphicFramePr/>
            <p:nvPr/>
          </p:nvGraphicFramePr>
          <p:xfrm>
            <a:off x="3110" y="3149"/>
            <a:ext cx="1584" cy="577"/>
          </p:xfrm>
          <a:graphic>
            <a:graphicData uri="http://schemas.openxmlformats.org/presentationml/2006/ole">
              <mc:AlternateContent xmlns:mc="http://schemas.openxmlformats.org/markup-compatibility/2006">
                <mc:Choice xmlns:v="urn:schemas-microsoft-com:vml" Requires="v">
                  <p:oleObj spid="_x0000_s3479" name="" r:id="rId16" imgW="1155700" imgH="419100" progId="Equation.3">
                    <p:embed/>
                  </p:oleObj>
                </mc:Choice>
                <mc:Fallback>
                  <p:oleObj name="" r:id="rId16" imgW="1155700" imgH="419100" progId="Equation.3">
                    <p:embed/>
                    <p:pic>
                      <p:nvPicPr>
                        <p:cNvPr id="0" name="图片 3478"/>
                        <p:cNvPicPr/>
                        <p:nvPr/>
                      </p:nvPicPr>
                      <p:blipFill>
                        <a:blip r:embed="rId17">
                          <a:clrChange>
                            <a:clrFrom>
                              <a:srgbClr val="000000"/>
                            </a:clrFrom>
                            <a:clrTo>
                              <a:srgbClr val="FFFFFF"/>
                            </a:clrTo>
                          </a:clrChange>
                        </a:blip>
                        <a:stretch>
                          <a:fillRect/>
                        </a:stretch>
                      </p:blipFill>
                      <p:spPr>
                        <a:xfrm>
                          <a:off x="3110" y="3149"/>
                          <a:ext cx="1584" cy="577"/>
                        </a:xfrm>
                        <a:prstGeom prst="rect">
                          <a:avLst/>
                        </a:prstGeom>
                        <a:noFill/>
                        <a:ln w="38100">
                          <a:noFill/>
                          <a:miter/>
                        </a:ln>
                      </p:spPr>
                    </p:pic>
                  </p:oleObj>
                </mc:Fallback>
              </mc:AlternateContent>
            </a:graphicData>
          </a:graphic>
        </p:graphicFrame>
        <p:sp>
          <p:nvSpPr>
            <p:cNvPr id="77900" name="Line 197"/>
            <p:cNvSpPr/>
            <p:nvPr/>
          </p:nvSpPr>
          <p:spPr>
            <a:xfrm>
              <a:off x="3769" y="3430"/>
              <a:ext cx="272" cy="0"/>
            </a:xfrm>
            <a:prstGeom prst="line">
              <a:avLst/>
            </a:prstGeom>
            <a:ln w="12700" cap="flat" cmpd="sng">
              <a:solidFill>
                <a:schemeClr val="bg1"/>
              </a:solidFill>
              <a:prstDash val="solid"/>
              <a:headEnd type="none" w="med" len="med"/>
              <a:tailEnd type="none" w="med" len="med"/>
            </a:ln>
          </p:spPr>
        </p:sp>
      </p:grpSp>
      <p:grpSp>
        <p:nvGrpSpPr>
          <p:cNvPr id="77842" name="Group 202"/>
          <p:cNvGrpSpPr/>
          <p:nvPr/>
        </p:nvGrpSpPr>
        <p:grpSpPr>
          <a:xfrm>
            <a:off x="5940425" y="549275"/>
            <a:ext cx="2692400" cy="2087563"/>
            <a:chOff x="3742" y="346"/>
            <a:chExt cx="1696" cy="1315"/>
          </a:xfrm>
        </p:grpSpPr>
        <p:grpSp>
          <p:nvGrpSpPr>
            <p:cNvPr id="77876" name="Group 163"/>
            <p:cNvGrpSpPr/>
            <p:nvPr/>
          </p:nvGrpSpPr>
          <p:grpSpPr>
            <a:xfrm>
              <a:off x="3742" y="346"/>
              <a:ext cx="1696" cy="1315"/>
              <a:chOff x="3742" y="573"/>
              <a:chExt cx="1696" cy="1315"/>
            </a:xfrm>
          </p:grpSpPr>
          <p:sp>
            <p:nvSpPr>
              <p:cNvPr id="77880" name="Oval 140"/>
              <p:cNvSpPr/>
              <p:nvPr/>
            </p:nvSpPr>
            <p:spPr>
              <a:xfrm>
                <a:off x="3742" y="1343"/>
                <a:ext cx="363" cy="363"/>
              </a:xfrm>
              <a:prstGeom prst="ellipse">
                <a:avLst/>
              </a:prstGeom>
              <a:gradFill rotWithShape="1">
                <a:gsLst>
                  <a:gs pos="0">
                    <a:srgbClr val="0099FF"/>
                  </a:gs>
                  <a:gs pos="100000">
                    <a:srgbClr val="004776"/>
                  </a:gs>
                </a:gsLst>
                <a:path path="shape">
                  <a:fillToRect l="50000" t="50000" r="50000" b="50000"/>
                </a:path>
                <a:tileRect/>
              </a:gradFill>
              <a:ln w="38100" cap="flat" cmpd="sng">
                <a:solidFill>
                  <a:srgbClr val="FF9900"/>
                </a:solidFill>
                <a:prstDash val="solid"/>
                <a:headEnd type="none" w="med" len="med"/>
                <a:tailEnd type="none" w="med" len="med"/>
              </a:ln>
            </p:spPr>
            <p:txBody>
              <a:bodyPr wrap="none" anchor="ctr" anchorCtr="0"/>
              <a:p>
                <a:endParaRPr lang="zh-CN" altLang="en-US" dirty="0">
                  <a:latin typeface="楷体_GB2312" pitchFamily="49" charset="-122"/>
                </a:endParaRPr>
              </a:p>
            </p:txBody>
          </p:sp>
          <p:sp>
            <p:nvSpPr>
              <p:cNvPr id="77881" name="Text Box 141"/>
              <p:cNvSpPr txBox="1"/>
              <p:nvPr/>
            </p:nvSpPr>
            <p:spPr>
              <a:xfrm>
                <a:off x="3969" y="1071"/>
                <a:ext cx="244" cy="327"/>
              </a:xfrm>
              <a:prstGeom prst="rect">
                <a:avLst/>
              </a:prstGeom>
              <a:noFill/>
              <a:ln w="28575">
                <a:noFill/>
              </a:ln>
            </p:spPr>
            <p:txBody>
              <a:bodyPr wrap="none" anchor="ctr" anchorCtr="0">
                <a:spAutoFit/>
              </a:bodyPr>
              <a:p>
                <a:pPr algn="ctr" eaLnBrk="0" hangingPunct="0">
                  <a:spcBef>
                    <a:spcPct val="50000"/>
                  </a:spcBef>
                </a:pPr>
                <a:r>
                  <a:rPr lang="en-US" altLang="zh-CN" b="0" dirty="0">
                    <a:solidFill>
                      <a:schemeClr val="bg1"/>
                    </a:solidFill>
                    <a:latin typeface="Times New Roman" panose="02020603050405020304" pitchFamily="18" charset="0"/>
                    <a:ea typeface="宋体" panose="02010600030101010101" pitchFamily="2" charset="-122"/>
                    <a:sym typeface="Symbol" panose="05050102010706020507" pitchFamily="18" charset="2"/>
                  </a:rPr>
                  <a:t>+</a:t>
                </a:r>
                <a:endParaRPr lang="en-US" altLang="zh-CN" b="0" dirty="0">
                  <a:solidFill>
                    <a:schemeClr val="bg1"/>
                  </a:solidFill>
                  <a:latin typeface="Times New Roman" panose="02020603050405020304" pitchFamily="18" charset="0"/>
                  <a:ea typeface="宋体" panose="02010600030101010101" pitchFamily="2" charset="-122"/>
                  <a:sym typeface="Symbol" panose="05050102010706020507" pitchFamily="18" charset="2"/>
                </a:endParaRPr>
              </a:p>
            </p:txBody>
          </p:sp>
          <p:sp>
            <p:nvSpPr>
              <p:cNvPr id="77882" name="Text Box 142"/>
              <p:cNvSpPr txBox="1"/>
              <p:nvPr/>
            </p:nvSpPr>
            <p:spPr>
              <a:xfrm>
                <a:off x="4014" y="1525"/>
                <a:ext cx="212" cy="327"/>
              </a:xfrm>
              <a:prstGeom prst="rect">
                <a:avLst/>
              </a:prstGeom>
              <a:noFill/>
              <a:ln w="28575">
                <a:noFill/>
              </a:ln>
            </p:spPr>
            <p:txBody>
              <a:bodyPr anchor="ctr" anchorCtr="0">
                <a:spAutoFit/>
              </a:bodyPr>
              <a:p>
                <a:pPr algn="ctr" eaLnBrk="0" hangingPunct="0">
                  <a:spcBef>
                    <a:spcPct val="50000"/>
                  </a:spcBef>
                </a:pPr>
                <a:r>
                  <a:rPr lang="en-US" altLang="zh-CN" b="0" dirty="0">
                    <a:solidFill>
                      <a:schemeClr val="bg1"/>
                    </a:solidFill>
                    <a:latin typeface="Times New Roman" panose="02020603050405020304" pitchFamily="18" charset="0"/>
                    <a:ea typeface="宋体" panose="02010600030101010101" pitchFamily="2" charset="-122"/>
                    <a:sym typeface="Symbol" panose="05050102010706020507" pitchFamily="18" charset="2"/>
                  </a:rPr>
                  <a:t>_</a:t>
                </a:r>
                <a:endParaRPr lang="en-US" altLang="zh-CN" b="0" dirty="0">
                  <a:solidFill>
                    <a:schemeClr val="bg1"/>
                  </a:solidFill>
                  <a:latin typeface="Times New Roman" panose="02020603050405020304" pitchFamily="18" charset="0"/>
                  <a:ea typeface="宋体" panose="02010600030101010101" pitchFamily="2" charset="-122"/>
                  <a:sym typeface="Symbol" panose="05050102010706020507" pitchFamily="18" charset="2"/>
                </a:endParaRPr>
              </a:p>
            </p:txBody>
          </p:sp>
          <p:sp>
            <p:nvSpPr>
              <p:cNvPr id="77883" name="Line 143"/>
              <p:cNvSpPr/>
              <p:nvPr/>
            </p:nvSpPr>
            <p:spPr>
              <a:xfrm>
                <a:off x="4649" y="663"/>
                <a:ext cx="726" cy="0"/>
              </a:xfrm>
              <a:prstGeom prst="line">
                <a:avLst/>
              </a:prstGeom>
              <a:ln w="28575" cap="flat" cmpd="sng">
                <a:solidFill>
                  <a:srgbClr val="FFCC00"/>
                </a:solidFill>
                <a:prstDash val="solid"/>
                <a:headEnd type="none" w="med" len="med"/>
                <a:tailEnd type="none" w="med" len="med"/>
              </a:ln>
            </p:spPr>
          </p:sp>
          <p:sp>
            <p:nvSpPr>
              <p:cNvPr id="77884" name="Line 144"/>
              <p:cNvSpPr/>
              <p:nvPr/>
            </p:nvSpPr>
            <p:spPr>
              <a:xfrm>
                <a:off x="3923" y="1888"/>
                <a:ext cx="1452" cy="0"/>
              </a:xfrm>
              <a:prstGeom prst="line">
                <a:avLst/>
              </a:prstGeom>
              <a:ln w="28575" cap="flat" cmpd="sng">
                <a:solidFill>
                  <a:srgbClr val="FFCC00"/>
                </a:solidFill>
                <a:prstDash val="solid"/>
                <a:headEnd type="none" w="med" len="med"/>
                <a:tailEnd type="none" w="med" len="med"/>
              </a:ln>
            </p:spPr>
          </p:sp>
          <p:sp>
            <p:nvSpPr>
              <p:cNvPr id="77885" name="Line 145"/>
              <p:cNvSpPr/>
              <p:nvPr/>
            </p:nvSpPr>
            <p:spPr>
              <a:xfrm flipH="1" flipV="1">
                <a:off x="5375" y="663"/>
                <a:ext cx="0" cy="1225"/>
              </a:xfrm>
              <a:prstGeom prst="line">
                <a:avLst/>
              </a:prstGeom>
              <a:ln w="28575" cap="flat" cmpd="sng">
                <a:solidFill>
                  <a:srgbClr val="FFCC00"/>
                </a:solidFill>
                <a:prstDash val="solid"/>
                <a:headEnd type="none" w="med" len="med"/>
                <a:tailEnd type="none" w="med" len="med"/>
              </a:ln>
            </p:spPr>
          </p:sp>
          <p:sp>
            <p:nvSpPr>
              <p:cNvPr id="77886" name="Line 146"/>
              <p:cNvSpPr/>
              <p:nvPr/>
            </p:nvSpPr>
            <p:spPr>
              <a:xfrm>
                <a:off x="3923" y="663"/>
                <a:ext cx="0" cy="1225"/>
              </a:xfrm>
              <a:prstGeom prst="line">
                <a:avLst/>
              </a:prstGeom>
              <a:ln w="28575" cap="flat" cmpd="sng">
                <a:solidFill>
                  <a:srgbClr val="FFCC00"/>
                </a:solidFill>
                <a:prstDash val="solid"/>
                <a:headEnd type="none" w="med" len="med"/>
                <a:tailEnd type="none" w="med" len="med"/>
              </a:ln>
            </p:spPr>
          </p:sp>
          <p:sp>
            <p:nvSpPr>
              <p:cNvPr id="77887" name="Text Box 148"/>
              <p:cNvSpPr txBox="1"/>
              <p:nvPr/>
            </p:nvSpPr>
            <p:spPr>
              <a:xfrm>
                <a:off x="4106" y="1343"/>
                <a:ext cx="950" cy="327"/>
              </a:xfrm>
              <a:prstGeom prst="rect">
                <a:avLst/>
              </a:prstGeom>
              <a:noFill/>
              <a:ln w="28575">
                <a:noFill/>
              </a:ln>
            </p:spPr>
            <p:txBody>
              <a:bodyPr wrap="none" anchor="ctr" anchorCtr="0">
                <a:spAutoFit/>
              </a:bodyPr>
              <a:p>
                <a:pPr algn="ctr"/>
                <a:r>
                  <a:rPr lang="en-US" altLang="zh-CN" b="0" dirty="0">
                    <a:solidFill>
                      <a:schemeClr val="bg1"/>
                    </a:solidFill>
                    <a:latin typeface="Times New Roman" panose="02020603050405020304" pitchFamily="18" charset="0"/>
                    <a:ea typeface="宋体" panose="02010600030101010101" pitchFamily="2" charset="-122"/>
                  </a:rPr>
                  <a:t>10  0</a:t>
                </a:r>
                <a:r>
                  <a:rPr lang="en-US" altLang="zh-CN" b="0" dirty="0">
                    <a:solidFill>
                      <a:schemeClr val="bg1"/>
                    </a:solidFill>
                    <a:latin typeface="宋体" panose="02010600030101010101" pitchFamily="2" charset="-122"/>
                    <a:ea typeface="宋体" panose="02010600030101010101" pitchFamily="2" charset="-122"/>
                  </a:rPr>
                  <a:t>°</a:t>
                </a:r>
                <a:r>
                  <a:rPr lang="en-US" altLang="zh-CN" b="0" dirty="0">
                    <a:solidFill>
                      <a:schemeClr val="bg1"/>
                    </a:solidFill>
                    <a:latin typeface="Times New Roman" panose="02020603050405020304" pitchFamily="18" charset="0"/>
                    <a:ea typeface="宋体" panose="02010600030101010101" pitchFamily="2" charset="-122"/>
                  </a:rPr>
                  <a:t>V</a:t>
                </a:r>
                <a:endParaRPr lang="en-US" altLang="zh-CN" b="0" dirty="0">
                  <a:solidFill>
                    <a:schemeClr val="bg1"/>
                  </a:solidFill>
                  <a:latin typeface="Times New Roman" panose="02020603050405020304" pitchFamily="18" charset="0"/>
                  <a:ea typeface="宋体" panose="02010600030101010101" pitchFamily="2" charset="-122"/>
                </a:endParaRPr>
              </a:p>
            </p:txBody>
          </p:sp>
          <p:sp>
            <p:nvSpPr>
              <p:cNvPr id="77888" name="Text Box 149"/>
              <p:cNvSpPr txBox="1"/>
              <p:nvPr/>
            </p:nvSpPr>
            <p:spPr>
              <a:xfrm>
                <a:off x="4195" y="618"/>
                <a:ext cx="631" cy="327"/>
              </a:xfrm>
              <a:prstGeom prst="rect">
                <a:avLst/>
              </a:prstGeom>
              <a:noFill/>
              <a:ln w="28575">
                <a:noFill/>
              </a:ln>
            </p:spPr>
            <p:txBody>
              <a:bodyPr wrap="none" anchor="ctr" anchorCtr="0">
                <a:spAutoFit/>
              </a:bodyPr>
              <a:p>
                <a:pPr algn="ctr"/>
                <a:r>
                  <a:rPr lang="en-US" altLang="zh-CN" b="0" dirty="0">
                    <a:solidFill>
                      <a:schemeClr val="bg1"/>
                    </a:solidFill>
                    <a:latin typeface="Times New Roman" panose="02020603050405020304" pitchFamily="18" charset="0"/>
                    <a:ea typeface="宋体" panose="02010600030101010101" pitchFamily="2" charset="-122"/>
                  </a:rPr>
                  <a:t>50</a:t>
                </a:r>
                <a:r>
                  <a:rPr lang="en-US" altLang="zh-CN" b="0" dirty="0">
                    <a:solidFill>
                      <a:schemeClr val="bg1"/>
                    </a:solidFill>
                    <a:latin typeface="Symbol" panose="05050102010706020507" pitchFamily="18" charset="2"/>
                    <a:ea typeface="宋体" panose="02010600030101010101" pitchFamily="2" charset="-122"/>
                    <a:sym typeface="Symbol" panose="05050102010706020507" pitchFamily="18" charset="2"/>
                  </a:rPr>
                  <a:t>H</a:t>
                </a:r>
                <a:endParaRPr lang="en-US" altLang="zh-CN" b="0" dirty="0">
                  <a:solidFill>
                    <a:schemeClr val="bg1"/>
                  </a:solidFill>
                  <a:latin typeface="Times New Roman" panose="02020603050405020304" pitchFamily="18" charset="0"/>
                  <a:ea typeface="宋体" panose="02010600030101010101" pitchFamily="2" charset="-122"/>
                  <a:sym typeface="Symbol" panose="05050102010706020507" pitchFamily="18" charset="2"/>
                </a:endParaRPr>
              </a:p>
            </p:txBody>
          </p:sp>
          <p:sp>
            <p:nvSpPr>
              <p:cNvPr id="77889" name="Text Box 150"/>
              <p:cNvSpPr txBox="1"/>
              <p:nvPr/>
            </p:nvSpPr>
            <p:spPr>
              <a:xfrm>
                <a:off x="5012" y="1071"/>
                <a:ext cx="346" cy="327"/>
              </a:xfrm>
              <a:prstGeom prst="rect">
                <a:avLst/>
              </a:prstGeom>
              <a:noFill/>
              <a:ln w="28575">
                <a:noFill/>
              </a:ln>
            </p:spPr>
            <p:txBody>
              <a:bodyPr wrap="none" anchor="ctr" anchorCtr="0">
                <a:spAutoFit/>
              </a:bodyPr>
              <a:p>
                <a:pPr algn="ctr"/>
                <a:r>
                  <a:rPr lang="en-US" altLang="zh-CN" b="0" i="1" dirty="0">
                    <a:solidFill>
                      <a:schemeClr val="bg1"/>
                    </a:solidFill>
                    <a:latin typeface="Times New Roman" panose="02020603050405020304" pitchFamily="18" charset="0"/>
                    <a:ea typeface="宋体" panose="02010600030101010101" pitchFamily="2" charset="-122"/>
                  </a:rPr>
                  <a:t>R</a:t>
                </a:r>
                <a:r>
                  <a:rPr lang="en-US" altLang="zh-CN" b="0" baseline="-25000" dirty="0">
                    <a:solidFill>
                      <a:schemeClr val="bg1"/>
                    </a:solidFill>
                    <a:latin typeface="Times New Roman" panose="02020603050405020304" pitchFamily="18" charset="0"/>
                    <a:ea typeface="宋体" panose="02010600030101010101" pitchFamily="2" charset="-122"/>
                  </a:rPr>
                  <a:t>L</a:t>
                </a:r>
                <a:endParaRPr lang="en-US" altLang="zh-CN" b="0" baseline="-25000" dirty="0">
                  <a:solidFill>
                    <a:schemeClr val="bg1"/>
                  </a:solidFill>
                  <a:latin typeface="Times New Roman" panose="02020603050405020304" pitchFamily="18" charset="0"/>
                  <a:ea typeface="宋体" panose="02010600030101010101" pitchFamily="2" charset="-122"/>
                </a:endParaRPr>
              </a:p>
            </p:txBody>
          </p:sp>
          <p:sp>
            <p:nvSpPr>
              <p:cNvPr id="77890" name="Text Box 151"/>
              <p:cNvSpPr txBox="1"/>
              <p:nvPr/>
            </p:nvSpPr>
            <p:spPr>
              <a:xfrm>
                <a:off x="3969" y="845"/>
                <a:ext cx="400" cy="327"/>
              </a:xfrm>
              <a:prstGeom prst="rect">
                <a:avLst/>
              </a:prstGeom>
              <a:noFill/>
              <a:ln w="28575">
                <a:noFill/>
              </a:ln>
            </p:spPr>
            <p:txBody>
              <a:bodyPr wrap="none" anchor="ctr" anchorCtr="0">
                <a:spAutoFit/>
              </a:bodyPr>
              <a:p>
                <a:pPr algn="ctr"/>
                <a:r>
                  <a:rPr lang="en-US" altLang="zh-CN" b="0" dirty="0">
                    <a:solidFill>
                      <a:schemeClr val="bg1"/>
                    </a:solidFill>
                    <a:latin typeface="Times New Roman" panose="02020603050405020304" pitchFamily="18" charset="0"/>
                    <a:ea typeface="宋体" panose="02010600030101010101" pitchFamily="2" charset="-122"/>
                  </a:rPr>
                  <a:t>5</a:t>
                </a:r>
                <a:r>
                  <a:rPr lang="en-US" altLang="zh-CN" b="0" dirty="0">
                    <a:solidFill>
                      <a:schemeClr val="bg1"/>
                    </a:solidFill>
                    <a:latin typeface="Symbol" panose="05050102010706020507" pitchFamily="18" charset="2"/>
                    <a:ea typeface="宋体" panose="02010600030101010101" pitchFamily="2" charset="-122"/>
                  </a:rPr>
                  <a:t>W</a:t>
                </a:r>
                <a:endParaRPr lang="en-US" altLang="zh-CN" b="0" dirty="0">
                  <a:solidFill>
                    <a:schemeClr val="bg1"/>
                  </a:solidFill>
                  <a:latin typeface="Times New Roman" panose="02020603050405020304" pitchFamily="18" charset="0"/>
                  <a:ea typeface="宋体" panose="02010600030101010101" pitchFamily="2" charset="-122"/>
                </a:endParaRPr>
              </a:p>
            </p:txBody>
          </p:sp>
          <p:sp>
            <p:nvSpPr>
              <p:cNvPr id="77891" name="Line 152"/>
              <p:cNvSpPr/>
              <p:nvPr/>
            </p:nvSpPr>
            <p:spPr>
              <a:xfrm>
                <a:off x="4876" y="664"/>
                <a:ext cx="240" cy="0"/>
              </a:xfrm>
              <a:prstGeom prst="line">
                <a:avLst/>
              </a:prstGeom>
              <a:ln w="28575" cap="flat" cmpd="sng">
                <a:solidFill>
                  <a:srgbClr val="66FFFF"/>
                </a:solidFill>
                <a:prstDash val="solid"/>
                <a:headEnd type="none" w="med" len="med"/>
                <a:tailEnd type="triangle" w="med" len="med"/>
              </a:ln>
            </p:spPr>
          </p:sp>
          <p:graphicFrame>
            <p:nvGraphicFramePr>
              <p:cNvPr id="77833" name="Object 153"/>
              <p:cNvGraphicFramePr/>
              <p:nvPr/>
            </p:nvGraphicFramePr>
            <p:xfrm>
              <a:off x="4876" y="664"/>
              <a:ext cx="163" cy="279"/>
            </p:xfrm>
            <a:graphic>
              <a:graphicData uri="http://schemas.openxmlformats.org/presentationml/2006/ole">
                <mc:AlternateContent xmlns:mc="http://schemas.openxmlformats.org/markup-compatibility/2006">
                  <mc:Choice xmlns:v="urn:schemas-microsoft-com:vml" Requires="v">
                    <p:oleObj spid="_x0000_s3480" name="" r:id="rId18" imgW="127000" imgH="215265" progId="Equation.3">
                      <p:embed/>
                    </p:oleObj>
                  </mc:Choice>
                  <mc:Fallback>
                    <p:oleObj name="" r:id="rId18" imgW="127000" imgH="215265" progId="Equation.3">
                      <p:embed/>
                      <p:pic>
                        <p:nvPicPr>
                          <p:cNvPr id="0" name="图片 3479"/>
                          <p:cNvPicPr/>
                          <p:nvPr/>
                        </p:nvPicPr>
                        <p:blipFill>
                          <a:blip r:embed="rId19">
                            <a:clrChange>
                              <a:clrFrom>
                                <a:srgbClr val="000000"/>
                              </a:clrFrom>
                              <a:clrTo>
                                <a:srgbClr val="FFFFFF"/>
                              </a:clrTo>
                            </a:clrChange>
                          </a:blip>
                          <a:stretch>
                            <a:fillRect/>
                          </a:stretch>
                        </p:blipFill>
                        <p:spPr>
                          <a:xfrm>
                            <a:off x="4876" y="664"/>
                            <a:ext cx="163" cy="279"/>
                          </a:xfrm>
                          <a:prstGeom prst="rect">
                            <a:avLst/>
                          </a:prstGeom>
                          <a:noFill/>
                          <a:ln w="38100">
                            <a:noFill/>
                            <a:miter/>
                          </a:ln>
                        </p:spPr>
                      </p:pic>
                    </p:oleObj>
                  </mc:Fallback>
                </mc:AlternateContent>
              </a:graphicData>
            </a:graphic>
          </p:graphicFrame>
          <p:sp>
            <p:nvSpPr>
              <p:cNvPr id="77892" name="Line 154"/>
              <p:cNvSpPr/>
              <p:nvPr/>
            </p:nvSpPr>
            <p:spPr>
              <a:xfrm flipV="1">
                <a:off x="3923" y="663"/>
                <a:ext cx="318" cy="0"/>
              </a:xfrm>
              <a:prstGeom prst="line">
                <a:avLst/>
              </a:prstGeom>
              <a:ln w="28575" cap="flat" cmpd="sng">
                <a:solidFill>
                  <a:srgbClr val="FFCC00"/>
                </a:solidFill>
                <a:prstDash val="solid"/>
                <a:headEnd type="none" w="med" len="med"/>
                <a:tailEnd type="none" w="med" len="med"/>
              </a:ln>
            </p:spPr>
          </p:sp>
          <p:sp>
            <p:nvSpPr>
              <p:cNvPr id="77893" name="Rectangle 156"/>
              <p:cNvSpPr/>
              <p:nvPr/>
            </p:nvSpPr>
            <p:spPr>
              <a:xfrm>
                <a:off x="5311" y="1026"/>
                <a:ext cx="127" cy="318"/>
              </a:xfrm>
              <a:prstGeom prst="rect">
                <a:avLst/>
              </a:prstGeom>
              <a:gradFill rotWithShape="1">
                <a:gsLst>
                  <a:gs pos="0">
                    <a:srgbClr val="764700"/>
                  </a:gs>
                  <a:gs pos="50000">
                    <a:srgbClr val="FF9900"/>
                  </a:gs>
                  <a:gs pos="100000">
                    <a:srgbClr val="764700"/>
                  </a:gs>
                </a:gsLst>
                <a:lin ang="0" scaled="1"/>
                <a:tileRect/>
              </a:gradFill>
              <a:ln w="28575">
                <a:noFill/>
              </a:ln>
            </p:spPr>
            <p:txBody>
              <a:bodyPr wrap="none" anchor="ctr" anchorCtr="0"/>
              <a:p>
                <a:endParaRPr lang="zh-CN" altLang="en-US" dirty="0">
                  <a:latin typeface="楷体_GB2312" pitchFamily="49" charset="-122"/>
                </a:endParaRPr>
              </a:p>
            </p:txBody>
          </p:sp>
          <p:sp>
            <p:nvSpPr>
              <p:cNvPr id="77894" name="Rectangle 157"/>
              <p:cNvSpPr/>
              <p:nvPr/>
            </p:nvSpPr>
            <p:spPr>
              <a:xfrm>
                <a:off x="3860" y="818"/>
                <a:ext cx="127" cy="318"/>
              </a:xfrm>
              <a:prstGeom prst="rect">
                <a:avLst/>
              </a:prstGeom>
              <a:gradFill rotWithShape="1">
                <a:gsLst>
                  <a:gs pos="0">
                    <a:srgbClr val="764700"/>
                  </a:gs>
                  <a:gs pos="50000">
                    <a:srgbClr val="FF9900"/>
                  </a:gs>
                  <a:gs pos="100000">
                    <a:srgbClr val="764700"/>
                  </a:gs>
                </a:gsLst>
                <a:lin ang="0" scaled="1"/>
                <a:tileRect/>
              </a:gradFill>
              <a:ln w="28575">
                <a:noFill/>
              </a:ln>
            </p:spPr>
            <p:txBody>
              <a:bodyPr wrap="none" anchor="ctr" anchorCtr="0"/>
              <a:p>
                <a:endParaRPr lang="zh-CN" altLang="en-US" dirty="0">
                  <a:latin typeface="楷体_GB2312" pitchFamily="49" charset="-122"/>
                </a:endParaRPr>
              </a:p>
            </p:txBody>
          </p:sp>
          <p:grpSp>
            <p:nvGrpSpPr>
              <p:cNvPr id="77895" name="Group 158"/>
              <p:cNvGrpSpPr/>
              <p:nvPr/>
            </p:nvGrpSpPr>
            <p:grpSpPr>
              <a:xfrm rot="5400000">
                <a:off x="4398" y="413"/>
                <a:ext cx="91" cy="408"/>
                <a:chOff x="1565" y="2614"/>
                <a:chExt cx="90" cy="486"/>
              </a:xfrm>
            </p:grpSpPr>
            <p:sp>
              <p:nvSpPr>
                <p:cNvPr id="77896" name="Arc 159"/>
                <p:cNvSpPr/>
                <p:nvPr/>
              </p:nvSpPr>
              <p:spPr>
                <a:xfrm flipH="1" flipV="1">
                  <a:off x="1565" y="2860"/>
                  <a:ext cx="90" cy="116"/>
                </a:xfrm>
                <a:custGeom>
                  <a:avLst/>
                  <a:gdLst>
                    <a:gd name="txL" fmla="*/ 0 w 22723"/>
                    <a:gd name="txT" fmla="*/ 0 h 43200"/>
                    <a:gd name="txR" fmla="*/ 22723 w 22723"/>
                    <a:gd name="txB" fmla="*/ 43200 h 43200"/>
                  </a:gdLst>
                  <a:ahLst/>
                  <a:cxnLst>
                    <a:cxn ang="0">
                      <a:pos x="1122" y="0"/>
                    </a:cxn>
                    <a:cxn ang="0">
                      <a:pos x="22723" y="21600"/>
                    </a:cxn>
                    <a:cxn ang="0">
                      <a:pos x="1123" y="43200"/>
                    </a:cxn>
                    <a:cxn ang="0">
                      <a:pos x="0" y="43170"/>
                    </a:cxn>
                    <a:cxn ang="0">
                      <a:pos x="1122" y="0"/>
                    </a:cxn>
                    <a:cxn ang="0">
                      <a:pos x="22723" y="21600"/>
                    </a:cxn>
                    <a:cxn ang="0">
                      <a:pos x="1123" y="43200"/>
                    </a:cxn>
                    <a:cxn ang="0">
                      <a:pos x="0" y="43170"/>
                    </a:cxn>
                    <a:cxn ang="0">
                      <a:pos x="1123" y="21600"/>
                    </a:cxn>
                  </a:cxnLst>
                  <a:rect l="txL" t="txT" r="txR" b="txB"/>
                  <a:pathLst>
                    <a:path w="22723" h="43200" fill="none">
                      <a:moveTo>
                        <a:pt x="1122" y="0"/>
                      </a:moveTo>
                      <a:cubicBezTo>
                        <a:pt x="13052" y="0"/>
                        <a:pt x="22723" y="9670"/>
                        <a:pt x="22723" y="21600"/>
                      </a:cubicBezTo>
                      <a:cubicBezTo>
                        <a:pt x="22723" y="33529"/>
                        <a:pt x="13052" y="43200"/>
                        <a:pt x="1123" y="43200"/>
                      </a:cubicBezTo>
                      <a:cubicBezTo>
                        <a:pt x="748" y="43200"/>
                        <a:pt x="374" y="43190"/>
                        <a:pt x="0" y="43170"/>
                      </a:cubicBezTo>
                    </a:path>
                    <a:path w="22723" h="43200" stroke="0">
                      <a:moveTo>
                        <a:pt x="1122" y="0"/>
                      </a:moveTo>
                      <a:cubicBezTo>
                        <a:pt x="13052" y="0"/>
                        <a:pt x="22723" y="9670"/>
                        <a:pt x="22723" y="21600"/>
                      </a:cubicBezTo>
                      <a:cubicBezTo>
                        <a:pt x="22723" y="33529"/>
                        <a:pt x="13052" y="43200"/>
                        <a:pt x="1123" y="43200"/>
                      </a:cubicBezTo>
                      <a:cubicBezTo>
                        <a:pt x="748" y="43200"/>
                        <a:pt x="374" y="43190"/>
                        <a:pt x="0" y="43170"/>
                      </a:cubicBezTo>
                      <a:lnTo>
                        <a:pt x="1123" y="21600"/>
                      </a:lnTo>
                      <a:close/>
                    </a:path>
                  </a:pathLst>
                </a:custGeom>
                <a:noFill/>
                <a:ln w="28575" cap="flat" cmpd="sng">
                  <a:solidFill>
                    <a:srgbClr val="FF9900"/>
                  </a:solidFill>
                  <a:prstDash val="solid"/>
                  <a:round/>
                  <a:headEnd type="none" w="med" len="med"/>
                  <a:tailEnd type="none" w="med" len="med"/>
                </a:ln>
              </p:spPr>
              <p:txBody>
                <a:bodyPr wrap="none" anchor="ctr" anchorCtr="0"/>
                <a:p>
                  <a:endParaRPr lang="zh-CN" altLang="en-US" dirty="0">
                    <a:latin typeface="楷体_GB2312" pitchFamily="49" charset="-122"/>
                  </a:endParaRPr>
                </a:p>
              </p:txBody>
            </p:sp>
            <p:sp>
              <p:nvSpPr>
                <p:cNvPr id="77897" name="Arc 160"/>
                <p:cNvSpPr/>
                <p:nvPr/>
              </p:nvSpPr>
              <p:spPr>
                <a:xfrm flipH="1" flipV="1">
                  <a:off x="1565" y="2737"/>
                  <a:ext cx="90" cy="116"/>
                </a:xfrm>
                <a:custGeom>
                  <a:avLst/>
                  <a:gdLst>
                    <a:gd name="txL" fmla="*/ 0 w 22723"/>
                    <a:gd name="txT" fmla="*/ 0 h 43200"/>
                    <a:gd name="txR" fmla="*/ 22723 w 22723"/>
                    <a:gd name="txB" fmla="*/ 43200 h 43200"/>
                  </a:gdLst>
                  <a:ahLst/>
                  <a:cxnLst>
                    <a:cxn ang="0">
                      <a:pos x="1122" y="0"/>
                    </a:cxn>
                    <a:cxn ang="0">
                      <a:pos x="22723" y="21600"/>
                    </a:cxn>
                    <a:cxn ang="0">
                      <a:pos x="1123" y="43200"/>
                    </a:cxn>
                    <a:cxn ang="0">
                      <a:pos x="0" y="43170"/>
                    </a:cxn>
                    <a:cxn ang="0">
                      <a:pos x="1122" y="0"/>
                    </a:cxn>
                    <a:cxn ang="0">
                      <a:pos x="22723" y="21600"/>
                    </a:cxn>
                    <a:cxn ang="0">
                      <a:pos x="1123" y="43200"/>
                    </a:cxn>
                    <a:cxn ang="0">
                      <a:pos x="0" y="43170"/>
                    </a:cxn>
                    <a:cxn ang="0">
                      <a:pos x="1123" y="21600"/>
                    </a:cxn>
                  </a:cxnLst>
                  <a:rect l="txL" t="txT" r="txR" b="txB"/>
                  <a:pathLst>
                    <a:path w="22723" h="43200" fill="none">
                      <a:moveTo>
                        <a:pt x="1122" y="0"/>
                      </a:moveTo>
                      <a:cubicBezTo>
                        <a:pt x="13052" y="0"/>
                        <a:pt x="22723" y="9670"/>
                        <a:pt x="22723" y="21600"/>
                      </a:cubicBezTo>
                      <a:cubicBezTo>
                        <a:pt x="22723" y="33529"/>
                        <a:pt x="13052" y="43200"/>
                        <a:pt x="1123" y="43200"/>
                      </a:cubicBezTo>
                      <a:cubicBezTo>
                        <a:pt x="748" y="43200"/>
                        <a:pt x="374" y="43190"/>
                        <a:pt x="0" y="43170"/>
                      </a:cubicBezTo>
                    </a:path>
                    <a:path w="22723" h="43200" stroke="0">
                      <a:moveTo>
                        <a:pt x="1122" y="0"/>
                      </a:moveTo>
                      <a:cubicBezTo>
                        <a:pt x="13052" y="0"/>
                        <a:pt x="22723" y="9670"/>
                        <a:pt x="22723" y="21600"/>
                      </a:cubicBezTo>
                      <a:cubicBezTo>
                        <a:pt x="22723" y="33529"/>
                        <a:pt x="13052" y="43200"/>
                        <a:pt x="1123" y="43200"/>
                      </a:cubicBezTo>
                      <a:cubicBezTo>
                        <a:pt x="748" y="43200"/>
                        <a:pt x="374" y="43190"/>
                        <a:pt x="0" y="43170"/>
                      </a:cubicBezTo>
                      <a:lnTo>
                        <a:pt x="1123" y="21600"/>
                      </a:lnTo>
                      <a:close/>
                    </a:path>
                  </a:pathLst>
                </a:custGeom>
                <a:noFill/>
                <a:ln w="28575" cap="flat" cmpd="sng">
                  <a:solidFill>
                    <a:srgbClr val="FF9900"/>
                  </a:solidFill>
                  <a:prstDash val="solid"/>
                  <a:round/>
                  <a:headEnd type="none" w="med" len="med"/>
                  <a:tailEnd type="none" w="med" len="med"/>
                </a:ln>
              </p:spPr>
              <p:txBody>
                <a:bodyPr wrap="none" anchor="ctr" anchorCtr="0"/>
                <a:p>
                  <a:endParaRPr lang="zh-CN" altLang="en-US" dirty="0">
                    <a:latin typeface="楷体_GB2312" pitchFamily="49" charset="-122"/>
                  </a:endParaRPr>
                </a:p>
              </p:txBody>
            </p:sp>
            <p:sp>
              <p:nvSpPr>
                <p:cNvPr id="77898" name="Arc 161"/>
                <p:cNvSpPr/>
                <p:nvPr/>
              </p:nvSpPr>
              <p:spPr>
                <a:xfrm flipH="1" flipV="1">
                  <a:off x="1565" y="2614"/>
                  <a:ext cx="90" cy="116"/>
                </a:xfrm>
                <a:custGeom>
                  <a:avLst/>
                  <a:gdLst>
                    <a:gd name="txL" fmla="*/ 0 w 22723"/>
                    <a:gd name="txT" fmla="*/ 0 h 43200"/>
                    <a:gd name="txR" fmla="*/ 22723 w 22723"/>
                    <a:gd name="txB" fmla="*/ 43200 h 43200"/>
                  </a:gdLst>
                  <a:ahLst/>
                  <a:cxnLst>
                    <a:cxn ang="0">
                      <a:pos x="1122" y="0"/>
                    </a:cxn>
                    <a:cxn ang="0">
                      <a:pos x="22723" y="21600"/>
                    </a:cxn>
                    <a:cxn ang="0">
                      <a:pos x="1123" y="43200"/>
                    </a:cxn>
                    <a:cxn ang="0">
                      <a:pos x="0" y="43170"/>
                    </a:cxn>
                    <a:cxn ang="0">
                      <a:pos x="1122" y="0"/>
                    </a:cxn>
                    <a:cxn ang="0">
                      <a:pos x="22723" y="21600"/>
                    </a:cxn>
                    <a:cxn ang="0">
                      <a:pos x="1123" y="43200"/>
                    </a:cxn>
                    <a:cxn ang="0">
                      <a:pos x="0" y="43170"/>
                    </a:cxn>
                    <a:cxn ang="0">
                      <a:pos x="1123" y="21600"/>
                    </a:cxn>
                  </a:cxnLst>
                  <a:rect l="txL" t="txT" r="txR" b="txB"/>
                  <a:pathLst>
                    <a:path w="22723" h="43200" fill="none">
                      <a:moveTo>
                        <a:pt x="1122" y="0"/>
                      </a:moveTo>
                      <a:cubicBezTo>
                        <a:pt x="13052" y="0"/>
                        <a:pt x="22723" y="9670"/>
                        <a:pt x="22723" y="21600"/>
                      </a:cubicBezTo>
                      <a:cubicBezTo>
                        <a:pt x="22723" y="33529"/>
                        <a:pt x="13052" y="43200"/>
                        <a:pt x="1123" y="43200"/>
                      </a:cubicBezTo>
                      <a:cubicBezTo>
                        <a:pt x="748" y="43200"/>
                        <a:pt x="374" y="43190"/>
                        <a:pt x="0" y="43170"/>
                      </a:cubicBezTo>
                    </a:path>
                    <a:path w="22723" h="43200" stroke="0">
                      <a:moveTo>
                        <a:pt x="1122" y="0"/>
                      </a:moveTo>
                      <a:cubicBezTo>
                        <a:pt x="13052" y="0"/>
                        <a:pt x="22723" y="9670"/>
                        <a:pt x="22723" y="21600"/>
                      </a:cubicBezTo>
                      <a:cubicBezTo>
                        <a:pt x="22723" y="33529"/>
                        <a:pt x="13052" y="43200"/>
                        <a:pt x="1123" y="43200"/>
                      </a:cubicBezTo>
                      <a:cubicBezTo>
                        <a:pt x="748" y="43200"/>
                        <a:pt x="374" y="43190"/>
                        <a:pt x="0" y="43170"/>
                      </a:cubicBezTo>
                      <a:lnTo>
                        <a:pt x="1123" y="21600"/>
                      </a:lnTo>
                      <a:close/>
                    </a:path>
                  </a:pathLst>
                </a:custGeom>
                <a:noFill/>
                <a:ln w="28575" cap="flat" cmpd="sng">
                  <a:solidFill>
                    <a:srgbClr val="FF9900"/>
                  </a:solidFill>
                  <a:prstDash val="solid"/>
                  <a:round/>
                  <a:headEnd type="none" w="med" len="med"/>
                  <a:tailEnd type="none" w="med" len="med"/>
                </a:ln>
              </p:spPr>
              <p:txBody>
                <a:bodyPr wrap="none" anchor="ctr" anchorCtr="0"/>
                <a:p>
                  <a:endParaRPr lang="zh-CN" altLang="en-US" dirty="0">
                    <a:latin typeface="楷体_GB2312" pitchFamily="49" charset="-122"/>
                  </a:endParaRPr>
                </a:p>
              </p:txBody>
            </p:sp>
            <p:sp>
              <p:nvSpPr>
                <p:cNvPr id="77899" name="Arc 162"/>
                <p:cNvSpPr/>
                <p:nvPr/>
              </p:nvSpPr>
              <p:spPr>
                <a:xfrm flipH="1" flipV="1">
                  <a:off x="1565" y="2984"/>
                  <a:ext cx="90" cy="116"/>
                </a:xfrm>
                <a:custGeom>
                  <a:avLst/>
                  <a:gdLst>
                    <a:gd name="txL" fmla="*/ 0 w 22723"/>
                    <a:gd name="txT" fmla="*/ 0 h 43200"/>
                    <a:gd name="txR" fmla="*/ 22723 w 22723"/>
                    <a:gd name="txB" fmla="*/ 43200 h 43200"/>
                  </a:gdLst>
                  <a:ahLst/>
                  <a:cxnLst>
                    <a:cxn ang="0">
                      <a:pos x="1122" y="0"/>
                    </a:cxn>
                    <a:cxn ang="0">
                      <a:pos x="22723" y="21600"/>
                    </a:cxn>
                    <a:cxn ang="0">
                      <a:pos x="1123" y="43200"/>
                    </a:cxn>
                    <a:cxn ang="0">
                      <a:pos x="0" y="43170"/>
                    </a:cxn>
                    <a:cxn ang="0">
                      <a:pos x="1122" y="0"/>
                    </a:cxn>
                    <a:cxn ang="0">
                      <a:pos x="22723" y="21600"/>
                    </a:cxn>
                    <a:cxn ang="0">
                      <a:pos x="1123" y="43200"/>
                    </a:cxn>
                    <a:cxn ang="0">
                      <a:pos x="0" y="43170"/>
                    </a:cxn>
                    <a:cxn ang="0">
                      <a:pos x="1123" y="21600"/>
                    </a:cxn>
                  </a:cxnLst>
                  <a:rect l="txL" t="txT" r="txR" b="txB"/>
                  <a:pathLst>
                    <a:path w="22723" h="43200" fill="none">
                      <a:moveTo>
                        <a:pt x="1122" y="0"/>
                      </a:moveTo>
                      <a:cubicBezTo>
                        <a:pt x="13052" y="0"/>
                        <a:pt x="22723" y="9670"/>
                        <a:pt x="22723" y="21600"/>
                      </a:cubicBezTo>
                      <a:cubicBezTo>
                        <a:pt x="22723" y="33529"/>
                        <a:pt x="13052" y="43200"/>
                        <a:pt x="1123" y="43200"/>
                      </a:cubicBezTo>
                      <a:cubicBezTo>
                        <a:pt x="748" y="43200"/>
                        <a:pt x="374" y="43190"/>
                        <a:pt x="0" y="43170"/>
                      </a:cubicBezTo>
                    </a:path>
                    <a:path w="22723" h="43200" stroke="0">
                      <a:moveTo>
                        <a:pt x="1122" y="0"/>
                      </a:moveTo>
                      <a:cubicBezTo>
                        <a:pt x="13052" y="0"/>
                        <a:pt x="22723" y="9670"/>
                        <a:pt x="22723" y="21600"/>
                      </a:cubicBezTo>
                      <a:cubicBezTo>
                        <a:pt x="22723" y="33529"/>
                        <a:pt x="13052" y="43200"/>
                        <a:pt x="1123" y="43200"/>
                      </a:cubicBezTo>
                      <a:cubicBezTo>
                        <a:pt x="748" y="43200"/>
                        <a:pt x="374" y="43190"/>
                        <a:pt x="0" y="43170"/>
                      </a:cubicBezTo>
                      <a:lnTo>
                        <a:pt x="1123" y="21600"/>
                      </a:lnTo>
                      <a:close/>
                    </a:path>
                  </a:pathLst>
                </a:custGeom>
                <a:noFill/>
                <a:ln w="28575" cap="flat" cmpd="sng">
                  <a:solidFill>
                    <a:srgbClr val="FF9900"/>
                  </a:solidFill>
                  <a:prstDash val="solid"/>
                  <a:round/>
                  <a:headEnd type="none" w="med" len="med"/>
                  <a:tailEnd type="none" w="med" len="med"/>
                </a:ln>
              </p:spPr>
              <p:txBody>
                <a:bodyPr wrap="none" anchor="ctr" anchorCtr="0"/>
                <a:p>
                  <a:endParaRPr lang="zh-CN" altLang="en-US" dirty="0">
                    <a:latin typeface="楷体_GB2312" pitchFamily="49" charset="-122"/>
                  </a:endParaRPr>
                </a:p>
              </p:txBody>
            </p:sp>
          </p:grpSp>
        </p:grpSp>
        <p:grpSp>
          <p:nvGrpSpPr>
            <p:cNvPr id="77877" name="Group 199"/>
            <p:cNvGrpSpPr/>
            <p:nvPr/>
          </p:nvGrpSpPr>
          <p:grpSpPr>
            <a:xfrm>
              <a:off x="4421" y="1162"/>
              <a:ext cx="273" cy="227"/>
              <a:chOff x="1156" y="1842"/>
              <a:chExt cx="273" cy="227"/>
            </a:xfrm>
          </p:grpSpPr>
          <p:sp>
            <p:nvSpPr>
              <p:cNvPr id="77878" name="Line 200"/>
              <p:cNvSpPr/>
              <p:nvPr/>
            </p:nvSpPr>
            <p:spPr>
              <a:xfrm flipH="1">
                <a:off x="1156" y="1842"/>
                <a:ext cx="91" cy="227"/>
              </a:xfrm>
              <a:prstGeom prst="line">
                <a:avLst/>
              </a:prstGeom>
              <a:ln w="19050" cap="flat" cmpd="sng">
                <a:solidFill>
                  <a:schemeClr val="bg1"/>
                </a:solidFill>
                <a:prstDash val="solid"/>
                <a:headEnd type="none" w="med" len="med"/>
                <a:tailEnd type="none" w="med" len="med"/>
              </a:ln>
            </p:spPr>
          </p:sp>
          <p:sp>
            <p:nvSpPr>
              <p:cNvPr id="77879" name="Line 201"/>
              <p:cNvSpPr/>
              <p:nvPr/>
            </p:nvSpPr>
            <p:spPr>
              <a:xfrm>
                <a:off x="1156" y="2069"/>
                <a:ext cx="273" cy="0"/>
              </a:xfrm>
              <a:prstGeom prst="line">
                <a:avLst/>
              </a:prstGeom>
              <a:ln w="19050" cap="flat" cmpd="sng">
                <a:solidFill>
                  <a:schemeClr val="bg1"/>
                </a:solidFill>
                <a:prstDash val="solid"/>
                <a:headEnd type="none" w="med" len="med"/>
                <a:tailEnd type="none" w="med" len="med"/>
              </a:ln>
            </p:spPr>
          </p:sp>
        </p:grpSp>
      </p:grpSp>
      <p:grpSp>
        <p:nvGrpSpPr>
          <p:cNvPr id="11" name="Group 206"/>
          <p:cNvGrpSpPr/>
          <p:nvPr/>
        </p:nvGrpSpPr>
        <p:grpSpPr>
          <a:xfrm>
            <a:off x="5435600" y="477838"/>
            <a:ext cx="3529013" cy="2303462"/>
            <a:chOff x="3424" y="301"/>
            <a:chExt cx="2223" cy="1451"/>
          </a:xfrm>
        </p:grpSpPr>
        <p:grpSp>
          <p:nvGrpSpPr>
            <p:cNvPr id="77844" name="Group 164"/>
            <p:cNvGrpSpPr/>
            <p:nvPr/>
          </p:nvGrpSpPr>
          <p:grpSpPr>
            <a:xfrm>
              <a:off x="3424" y="301"/>
              <a:ext cx="2223" cy="1451"/>
              <a:chOff x="3379" y="391"/>
              <a:chExt cx="2223" cy="1451"/>
            </a:xfrm>
          </p:grpSpPr>
          <p:sp>
            <p:nvSpPr>
              <p:cNvPr id="77848" name="Rectangle 165"/>
              <p:cNvSpPr/>
              <p:nvPr/>
            </p:nvSpPr>
            <p:spPr>
              <a:xfrm>
                <a:off x="3379" y="391"/>
                <a:ext cx="2223" cy="1451"/>
              </a:xfrm>
              <a:prstGeom prst="rect">
                <a:avLst/>
              </a:prstGeom>
              <a:solidFill>
                <a:schemeClr val="bg2"/>
              </a:solidFill>
              <a:ln w="9525">
                <a:noFill/>
              </a:ln>
            </p:spPr>
            <p:txBody>
              <a:bodyPr wrap="none" anchor="ctr" anchorCtr="0"/>
              <a:p>
                <a:endParaRPr lang="zh-CN" altLang="en-US" dirty="0">
                  <a:latin typeface="楷体_GB2312" pitchFamily="49" charset="-122"/>
                </a:endParaRPr>
              </a:p>
            </p:txBody>
          </p:sp>
          <p:grpSp>
            <p:nvGrpSpPr>
              <p:cNvPr id="77849" name="Group 166"/>
              <p:cNvGrpSpPr/>
              <p:nvPr/>
            </p:nvGrpSpPr>
            <p:grpSpPr>
              <a:xfrm>
                <a:off x="5103" y="536"/>
                <a:ext cx="417" cy="1225"/>
                <a:chOff x="4460" y="1298"/>
                <a:chExt cx="429" cy="1134"/>
              </a:xfrm>
            </p:grpSpPr>
            <p:grpSp>
              <p:nvGrpSpPr>
                <p:cNvPr id="77870" name="Group 167"/>
                <p:cNvGrpSpPr/>
                <p:nvPr/>
              </p:nvGrpSpPr>
              <p:grpSpPr>
                <a:xfrm>
                  <a:off x="4649" y="1842"/>
                  <a:ext cx="240" cy="96"/>
                  <a:chOff x="5161" y="2114"/>
                  <a:chExt cx="240" cy="96"/>
                </a:xfrm>
              </p:grpSpPr>
              <p:sp>
                <p:nvSpPr>
                  <p:cNvPr id="77874" name="Line 168"/>
                  <p:cNvSpPr/>
                  <p:nvPr/>
                </p:nvSpPr>
                <p:spPr>
                  <a:xfrm flipV="1">
                    <a:off x="5161" y="2114"/>
                    <a:ext cx="240" cy="3"/>
                  </a:xfrm>
                  <a:prstGeom prst="line">
                    <a:avLst/>
                  </a:prstGeom>
                  <a:ln w="57150" cap="flat" cmpd="sng">
                    <a:solidFill>
                      <a:srgbClr val="FF9900"/>
                    </a:solidFill>
                    <a:prstDash val="solid"/>
                    <a:headEnd type="none" w="med" len="med"/>
                    <a:tailEnd type="none" w="med" len="med"/>
                  </a:ln>
                </p:spPr>
              </p:sp>
              <p:sp>
                <p:nvSpPr>
                  <p:cNvPr id="77875" name="Line 169"/>
                  <p:cNvSpPr/>
                  <p:nvPr/>
                </p:nvSpPr>
                <p:spPr>
                  <a:xfrm>
                    <a:off x="5161" y="2209"/>
                    <a:ext cx="240" cy="1"/>
                  </a:xfrm>
                  <a:prstGeom prst="line">
                    <a:avLst/>
                  </a:prstGeom>
                  <a:ln w="57150" cap="flat" cmpd="sng">
                    <a:solidFill>
                      <a:srgbClr val="FF9900"/>
                    </a:solidFill>
                    <a:prstDash val="solid"/>
                    <a:headEnd type="none" w="med" len="med"/>
                    <a:tailEnd type="none" w="med" len="med"/>
                  </a:ln>
                </p:spPr>
              </p:sp>
            </p:grpSp>
            <p:sp>
              <p:nvSpPr>
                <p:cNvPr id="77871" name="Line 170"/>
                <p:cNvSpPr/>
                <p:nvPr/>
              </p:nvSpPr>
              <p:spPr>
                <a:xfrm>
                  <a:off x="4785" y="1298"/>
                  <a:ext cx="0" cy="544"/>
                </a:xfrm>
                <a:prstGeom prst="line">
                  <a:avLst/>
                </a:prstGeom>
                <a:ln w="28575" cap="flat" cmpd="sng">
                  <a:solidFill>
                    <a:srgbClr val="FFCC00"/>
                  </a:solidFill>
                  <a:prstDash val="dash"/>
                  <a:headEnd type="none" w="med" len="med"/>
                  <a:tailEnd type="none" w="med" len="med"/>
                </a:ln>
              </p:spPr>
            </p:sp>
            <p:sp>
              <p:nvSpPr>
                <p:cNvPr id="77872" name="Line 171"/>
                <p:cNvSpPr/>
                <p:nvPr/>
              </p:nvSpPr>
              <p:spPr>
                <a:xfrm>
                  <a:off x="4785" y="1933"/>
                  <a:ext cx="0" cy="499"/>
                </a:xfrm>
                <a:prstGeom prst="line">
                  <a:avLst/>
                </a:prstGeom>
                <a:ln w="28575" cap="flat" cmpd="sng">
                  <a:solidFill>
                    <a:srgbClr val="FFCC99"/>
                  </a:solidFill>
                  <a:prstDash val="dash"/>
                  <a:headEnd type="none" w="med" len="med"/>
                  <a:tailEnd type="none" w="med" len="med"/>
                </a:ln>
              </p:spPr>
            </p:sp>
            <p:sp>
              <p:nvSpPr>
                <p:cNvPr id="77873" name="Text Box 172"/>
                <p:cNvSpPr txBox="1"/>
                <p:nvPr/>
              </p:nvSpPr>
              <p:spPr>
                <a:xfrm>
                  <a:off x="4460" y="1972"/>
                  <a:ext cx="273" cy="303"/>
                </a:xfrm>
                <a:prstGeom prst="rect">
                  <a:avLst/>
                </a:prstGeom>
                <a:noFill/>
                <a:ln w="28575">
                  <a:noFill/>
                </a:ln>
              </p:spPr>
              <p:txBody>
                <a:bodyPr wrap="none" anchor="ctr" anchorCtr="0">
                  <a:spAutoFit/>
                </a:bodyPr>
                <a:p>
                  <a:pPr algn="ctr"/>
                  <a:r>
                    <a:rPr lang="en-US" altLang="zh-CN" b="0" i="1" dirty="0">
                      <a:solidFill>
                        <a:schemeClr val="bg1"/>
                      </a:solidFill>
                      <a:latin typeface="Times New Roman" panose="02020603050405020304" pitchFamily="18" charset="0"/>
                      <a:ea typeface="宋体" panose="02010600030101010101" pitchFamily="2" charset="-122"/>
                    </a:rPr>
                    <a:t>C</a:t>
                  </a:r>
                  <a:endParaRPr lang="en-US" altLang="zh-CN" b="0" i="1" baseline="-25000" dirty="0">
                    <a:solidFill>
                      <a:schemeClr val="bg1"/>
                    </a:solidFill>
                    <a:latin typeface="Times New Roman" panose="02020603050405020304" pitchFamily="18" charset="0"/>
                    <a:ea typeface="宋体" panose="02010600030101010101" pitchFamily="2" charset="-122"/>
                  </a:endParaRPr>
                </a:p>
              </p:txBody>
            </p:sp>
          </p:grpSp>
          <p:sp>
            <p:nvSpPr>
              <p:cNvPr id="77850" name="Oval 173"/>
              <p:cNvSpPr/>
              <p:nvPr/>
            </p:nvSpPr>
            <p:spPr>
              <a:xfrm>
                <a:off x="3424" y="1206"/>
                <a:ext cx="363" cy="363"/>
              </a:xfrm>
              <a:prstGeom prst="ellipse">
                <a:avLst/>
              </a:prstGeom>
              <a:gradFill rotWithShape="1">
                <a:gsLst>
                  <a:gs pos="0">
                    <a:srgbClr val="0099FF"/>
                  </a:gs>
                  <a:gs pos="100000">
                    <a:srgbClr val="004776"/>
                  </a:gs>
                </a:gsLst>
                <a:path path="shape">
                  <a:fillToRect l="50000" t="50000" r="50000" b="50000"/>
                </a:path>
                <a:tileRect/>
              </a:gradFill>
              <a:ln w="38100" cap="flat" cmpd="sng">
                <a:solidFill>
                  <a:srgbClr val="FF9900"/>
                </a:solidFill>
                <a:prstDash val="solid"/>
                <a:headEnd type="none" w="med" len="med"/>
                <a:tailEnd type="none" w="med" len="med"/>
              </a:ln>
            </p:spPr>
            <p:txBody>
              <a:bodyPr wrap="none" anchor="ctr" anchorCtr="0"/>
              <a:p>
                <a:endParaRPr lang="zh-CN" altLang="en-US" dirty="0">
                  <a:latin typeface="楷体_GB2312" pitchFamily="49" charset="-122"/>
                </a:endParaRPr>
              </a:p>
            </p:txBody>
          </p:sp>
          <p:sp>
            <p:nvSpPr>
              <p:cNvPr id="77851" name="Text Box 174"/>
              <p:cNvSpPr txBox="1"/>
              <p:nvPr/>
            </p:nvSpPr>
            <p:spPr>
              <a:xfrm>
                <a:off x="3651" y="934"/>
                <a:ext cx="244" cy="327"/>
              </a:xfrm>
              <a:prstGeom prst="rect">
                <a:avLst/>
              </a:prstGeom>
              <a:noFill/>
              <a:ln w="28575">
                <a:noFill/>
              </a:ln>
            </p:spPr>
            <p:txBody>
              <a:bodyPr wrap="none" anchor="ctr" anchorCtr="0">
                <a:spAutoFit/>
              </a:bodyPr>
              <a:p>
                <a:pPr algn="ctr" eaLnBrk="0" hangingPunct="0">
                  <a:spcBef>
                    <a:spcPct val="50000"/>
                  </a:spcBef>
                </a:pPr>
                <a:r>
                  <a:rPr lang="en-US" altLang="zh-CN" b="0" dirty="0">
                    <a:solidFill>
                      <a:schemeClr val="bg1"/>
                    </a:solidFill>
                    <a:latin typeface="Times New Roman" panose="02020603050405020304" pitchFamily="18" charset="0"/>
                    <a:ea typeface="宋体" panose="02010600030101010101" pitchFamily="2" charset="-122"/>
                    <a:sym typeface="Symbol" panose="05050102010706020507" pitchFamily="18" charset="2"/>
                  </a:rPr>
                  <a:t>+</a:t>
                </a:r>
                <a:endParaRPr lang="en-US" altLang="zh-CN" b="0" dirty="0">
                  <a:solidFill>
                    <a:schemeClr val="bg1"/>
                  </a:solidFill>
                  <a:latin typeface="Times New Roman" panose="02020603050405020304" pitchFamily="18" charset="0"/>
                  <a:ea typeface="宋体" panose="02010600030101010101" pitchFamily="2" charset="-122"/>
                  <a:sym typeface="Symbol" panose="05050102010706020507" pitchFamily="18" charset="2"/>
                </a:endParaRPr>
              </a:p>
            </p:txBody>
          </p:sp>
          <p:sp>
            <p:nvSpPr>
              <p:cNvPr id="77852" name="Text Box 175"/>
              <p:cNvSpPr txBox="1"/>
              <p:nvPr/>
            </p:nvSpPr>
            <p:spPr>
              <a:xfrm>
                <a:off x="3696" y="1388"/>
                <a:ext cx="212" cy="327"/>
              </a:xfrm>
              <a:prstGeom prst="rect">
                <a:avLst/>
              </a:prstGeom>
              <a:noFill/>
              <a:ln w="28575">
                <a:noFill/>
              </a:ln>
            </p:spPr>
            <p:txBody>
              <a:bodyPr anchor="ctr" anchorCtr="0">
                <a:spAutoFit/>
              </a:bodyPr>
              <a:p>
                <a:pPr algn="ctr" eaLnBrk="0" hangingPunct="0">
                  <a:spcBef>
                    <a:spcPct val="50000"/>
                  </a:spcBef>
                </a:pPr>
                <a:r>
                  <a:rPr lang="en-US" altLang="zh-CN" b="0" dirty="0">
                    <a:solidFill>
                      <a:schemeClr val="bg1"/>
                    </a:solidFill>
                    <a:latin typeface="Times New Roman" panose="02020603050405020304" pitchFamily="18" charset="0"/>
                    <a:ea typeface="宋体" panose="02010600030101010101" pitchFamily="2" charset="-122"/>
                    <a:sym typeface="Symbol" panose="05050102010706020507" pitchFamily="18" charset="2"/>
                  </a:rPr>
                  <a:t>_</a:t>
                </a:r>
                <a:endParaRPr lang="en-US" altLang="zh-CN" b="0" dirty="0">
                  <a:solidFill>
                    <a:schemeClr val="bg1"/>
                  </a:solidFill>
                  <a:latin typeface="Times New Roman" panose="02020603050405020304" pitchFamily="18" charset="0"/>
                  <a:ea typeface="宋体" panose="02010600030101010101" pitchFamily="2" charset="-122"/>
                  <a:sym typeface="Symbol" panose="05050102010706020507" pitchFamily="18" charset="2"/>
                </a:endParaRPr>
              </a:p>
            </p:txBody>
          </p:sp>
          <p:sp>
            <p:nvSpPr>
              <p:cNvPr id="77853" name="Line 176"/>
              <p:cNvSpPr/>
              <p:nvPr/>
            </p:nvSpPr>
            <p:spPr>
              <a:xfrm>
                <a:off x="4331" y="526"/>
                <a:ext cx="1089" cy="1"/>
              </a:xfrm>
              <a:prstGeom prst="line">
                <a:avLst/>
              </a:prstGeom>
              <a:ln w="28575" cap="flat" cmpd="sng">
                <a:solidFill>
                  <a:srgbClr val="FFCC00"/>
                </a:solidFill>
                <a:prstDash val="solid"/>
                <a:headEnd type="none" w="med" len="med"/>
                <a:tailEnd type="none" w="med" len="med"/>
              </a:ln>
            </p:spPr>
          </p:sp>
          <p:sp>
            <p:nvSpPr>
              <p:cNvPr id="77854" name="Line 177"/>
              <p:cNvSpPr/>
              <p:nvPr/>
            </p:nvSpPr>
            <p:spPr>
              <a:xfrm>
                <a:off x="3605" y="1751"/>
                <a:ext cx="1815" cy="1"/>
              </a:xfrm>
              <a:prstGeom prst="line">
                <a:avLst/>
              </a:prstGeom>
              <a:ln w="28575" cap="flat" cmpd="sng">
                <a:solidFill>
                  <a:srgbClr val="FFCC00"/>
                </a:solidFill>
                <a:prstDash val="solid"/>
                <a:headEnd type="none" w="med" len="med"/>
                <a:tailEnd type="none" w="med" len="med"/>
              </a:ln>
            </p:spPr>
          </p:sp>
          <p:sp>
            <p:nvSpPr>
              <p:cNvPr id="77855" name="Line 178"/>
              <p:cNvSpPr/>
              <p:nvPr/>
            </p:nvSpPr>
            <p:spPr>
              <a:xfrm flipH="1" flipV="1">
                <a:off x="5057" y="526"/>
                <a:ext cx="0" cy="1225"/>
              </a:xfrm>
              <a:prstGeom prst="line">
                <a:avLst/>
              </a:prstGeom>
              <a:ln w="28575" cap="flat" cmpd="sng">
                <a:solidFill>
                  <a:srgbClr val="FFCC00"/>
                </a:solidFill>
                <a:prstDash val="solid"/>
                <a:headEnd type="oval" w="med" len="med"/>
                <a:tailEnd type="oval" w="med" len="med"/>
              </a:ln>
            </p:spPr>
          </p:sp>
          <p:sp>
            <p:nvSpPr>
              <p:cNvPr id="77856" name="Line 179"/>
              <p:cNvSpPr/>
              <p:nvPr/>
            </p:nvSpPr>
            <p:spPr>
              <a:xfrm>
                <a:off x="3605" y="526"/>
                <a:ext cx="0" cy="1225"/>
              </a:xfrm>
              <a:prstGeom prst="line">
                <a:avLst/>
              </a:prstGeom>
              <a:ln w="28575" cap="flat" cmpd="sng">
                <a:solidFill>
                  <a:srgbClr val="FFCC00"/>
                </a:solidFill>
                <a:prstDash val="solid"/>
                <a:headEnd type="none" w="med" len="med"/>
                <a:tailEnd type="none" w="med" len="med"/>
              </a:ln>
            </p:spPr>
          </p:sp>
          <p:sp>
            <p:nvSpPr>
              <p:cNvPr id="77857" name="Text Box 180"/>
              <p:cNvSpPr txBox="1"/>
              <p:nvPr/>
            </p:nvSpPr>
            <p:spPr>
              <a:xfrm>
                <a:off x="3788" y="1206"/>
                <a:ext cx="950" cy="327"/>
              </a:xfrm>
              <a:prstGeom prst="rect">
                <a:avLst/>
              </a:prstGeom>
              <a:noFill/>
              <a:ln w="28575">
                <a:noFill/>
              </a:ln>
            </p:spPr>
            <p:txBody>
              <a:bodyPr wrap="none" anchor="ctr" anchorCtr="0">
                <a:spAutoFit/>
              </a:bodyPr>
              <a:p>
                <a:pPr algn="ctr"/>
                <a:r>
                  <a:rPr lang="en-US" altLang="zh-CN" b="0" dirty="0">
                    <a:solidFill>
                      <a:schemeClr val="bg1"/>
                    </a:solidFill>
                    <a:latin typeface="Times New Roman" panose="02020603050405020304" pitchFamily="18" charset="0"/>
                    <a:ea typeface="宋体" panose="02010600030101010101" pitchFamily="2" charset="-122"/>
                  </a:rPr>
                  <a:t>10  0</a:t>
                </a:r>
                <a:r>
                  <a:rPr lang="en-US" altLang="zh-CN" b="0" dirty="0">
                    <a:solidFill>
                      <a:schemeClr val="bg1"/>
                    </a:solidFill>
                    <a:latin typeface="宋体" panose="02010600030101010101" pitchFamily="2" charset="-122"/>
                    <a:ea typeface="宋体" panose="02010600030101010101" pitchFamily="2" charset="-122"/>
                  </a:rPr>
                  <a:t>°</a:t>
                </a:r>
                <a:r>
                  <a:rPr lang="en-US" altLang="zh-CN" b="0" dirty="0">
                    <a:solidFill>
                      <a:schemeClr val="bg1"/>
                    </a:solidFill>
                    <a:latin typeface="Times New Roman" panose="02020603050405020304" pitchFamily="18" charset="0"/>
                    <a:ea typeface="宋体" panose="02010600030101010101" pitchFamily="2" charset="-122"/>
                  </a:rPr>
                  <a:t>V</a:t>
                </a:r>
                <a:endParaRPr lang="en-US" altLang="zh-CN" b="0" dirty="0">
                  <a:solidFill>
                    <a:schemeClr val="bg1"/>
                  </a:solidFill>
                  <a:latin typeface="Times New Roman" panose="02020603050405020304" pitchFamily="18" charset="0"/>
                  <a:ea typeface="宋体" panose="02010600030101010101" pitchFamily="2" charset="-122"/>
                </a:endParaRPr>
              </a:p>
            </p:txBody>
          </p:sp>
          <p:sp>
            <p:nvSpPr>
              <p:cNvPr id="77858" name="Text Box 181"/>
              <p:cNvSpPr txBox="1"/>
              <p:nvPr/>
            </p:nvSpPr>
            <p:spPr>
              <a:xfrm>
                <a:off x="3877" y="481"/>
                <a:ext cx="631" cy="327"/>
              </a:xfrm>
              <a:prstGeom prst="rect">
                <a:avLst/>
              </a:prstGeom>
              <a:noFill/>
              <a:ln w="28575">
                <a:noFill/>
              </a:ln>
            </p:spPr>
            <p:txBody>
              <a:bodyPr wrap="none" anchor="ctr" anchorCtr="0">
                <a:spAutoFit/>
              </a:bodyPr>
              <a:p>
                <a:pPr algn="ctr"/>
                <a:r>
                  <a:rPr lang="en-US" altLang="zh-CN" b="0" dirty="0">
                    <a:solidFill>
                      <a:schemeClr val="bg1"/>
                    </a:solidFill>
                    <a:latin typeface="Times New Roman" panose="02020603050405020304" pitchFamily="18" charset="0"/>
                    <a:ea typeface="宋体" panose="02010600030101010101" pitchFamily="2" charset="-122"/>
                  </a:rPr>
                  <a:t>50</a:t>
                </a:r>
                <a:r>
                  <a:rPr lang="en-US" altLang="zh-CN" b="0" dirty="0">
                    <a:solidFill>
                      <a:schemeClr val="bg1"/>
                    </a:solidFill>
                    <a:latin typeface="Symbol" panose="05050102010706020507" pitchFamily="18" charset="2"/>
                    <a:ea typeface="宋体" panose="02010600030101010101" pitchFamily="2" charset="-122"/>
                    <a:sym typeface="Symbol" panose="05050102010706020507" pitchFamily="18" charset="2"/>
                  </a:rPr>
                  <a:t>H</a:t>
                </a:r>
                <a:endParaRPr lang="en-US" altLang="zh-CN" b="0" dirty="0">
                  <a:solidFill>
                    <a:schemeClr val="bg1"/>
                  </a:solidFill>
                  <a:latin typeface="Times New Roman" panose="02020603050405020304" pitchFamily="18" charset="0"/>
                  <a:ea typeface="宋体" panose="02010600030101010101" pitchFamily="2" charset="-122"/>
                  <a:sym typeface="Symbol" panose="05050102010706020507" pitchFamily="18" charset="2"/>
                </a:endParaRPr>
              </a:p>
            </p:txBody>
          </p:sp>
          <p:sp>
            <p:nvSpPr>
              <p:cNvPr id="77859" name="Text Box 182"/>
              <p:cNvSpPr txBox="1"/>
              <p:nvPr/>
            </p:nvSpPr>
            <p:spPr>
              <a:xfrm>
                <a:off x="4694" y="934"/>
                <a:ext cx="346" cy="327"/>
              </a:xfrm>
              <a:prstGeom prst="rect">
                <a:avLst/>
              </a:prstGeom>
              <a:noFill/>
              <a:ln w="28575">
                <a:noFill/>
              </a:ln>
            </p:spPr>
            <p:txBody>
              <a:bodyPr wrap="none" anchor="ctr" anchorCtr="0">
                <a:spAutoFit/>
              </a:bodyPr>
              <a:p>
                <a:pPr algn="ctr"/>
                <a:r>
                  <a:rPr lang="en-US" altLang="zh-CN" b="0" i="1" dirty="0">
                    <a:solidFill>
                      <a:schemeClr val="bg1"/>
                    </a:solidFill>
                    <a:latin typeface="Times New Roman" panose="02020603050405020304" pitchFamily="18" charset="0"/>
                    <a:ea typeface="宋体" panose="02010600030101010101" pitchFamily="2" charset="-122"/>
                  </a:rPr>
                  <a:t>R</a:t>
                </a:r>
                <a:r>
                  <a:rPr lang="en-US" altLang="zh-CN" b="0" baseline="-25000" dirty="0">
                    <a:solidFill>
                      <a:schemeClr val="bg1"/>
                    </a:solidFill>
                    <a:latin typeface="Times New Roman" panose="02020603050405020304" pitchFamily="18" charset="0"/>
                    <a:ea typeface="宋体" panose="02010600030101010101" pitchFamily="2" charset="-122"/>
                  </a:rPr>
                  <a:t>L</a:t>
                </a:r>
                <a:endParaRPr lang="en-US" altLang="zh-CN" b="0" baseline="-25000" dirty="0">
                  <a:solidFill>
                    <a:schemeClr val="bg1"/>
                  </a:solidFill>
                  <a:latin typeface="Times New Roman" panose="02020603050405020304" pitchFamily="18" charset="0"/>
                  <a:ea typeface="宋体" panose="02010600030101010101" pitchFamily="2" charset="-122"/>
                </a:endParaRPr>
              </a:p>
            </p:txBody>
          </p:sp>
          <p:sp>
            <p:nvSpPr>
              <p:cNvPr id="77860" name="Text Box 183"/>
              <p:cNvSpPr txBox="1"/>
              <p:nvPr/>
            </p:nvSpPr>
            <p:spPr>
              <a:xfrm>
                <a:off x="3651" y="708"/>
                <a:ext cx="400" cy="327"/>
              </a:xfrm>
              <a:prstGeom prst="rect">
                <a:avLst/>
              </a:prstGeom>
              <a:noFill/>
              <a:ln w="28575">
                <a:noFill/>
              </a:ln>
            </p:spPr>
            <p:txBody>
              <a:bodyPr wrap="none" anchor="ctr" anchorCtr="0">
                <a:spAutoFit/>
              </a:bodyPr>
              <a:p>
                <a:pPr algn="ctr"/>
                <a:r>
                  <a:rPr lang="en-US" altLang="zh-CN" b="0" dirty="0">
                    <a:solidFill>
                      <a:schemeClr val="bg1"/>
                    </a:solidFill>
                    <a:latin typeface="Times New Roman" panose="02020603050405020304" pitchFamily="18" charset="0"/>
                    <a:ea typeface="宋体" panose="02010600030101010101" pitchFamily="2" charset="-122"/>
                  </a:rPr>
                  <a:t>5</a:t>
                </a:r>
                <a:r>
                  <a:rPr lang="en-US" altLang="zh-CN" b="0" dirty="0">
                    <a:solidFill>
                      <a:schemeClr val="bg1"/>
                    </a:solidFill>
                    <a:latin typeface="Symbol" panose="05050102010706020507" pitchFamily="18" charset="2"/>
                    <a:ea typeface="宋体" panose="02010600030101010101" pitchFamily="2" charset="-122"/>
                  </a:rPr>
                  <a:t>W</a:t>
                </a:r>
                <a:endParaRPr lang="en-US" altLang="zh-CN" b="0" dirty="0">
                  <a:solidFill>
                    <a:schemeClr val="bg1"/>
                  </a:solidFill>
                  <a:latin typeface="Times New Roman" panose="02020603050405020304" pitchFamily="18" charset="0"/>
                  <a:ea typeface="宋体" panose="02010600030101010101" pitchFamily="2" charset="-122"/>
                </a:endParaRPr>
              </a:p>
            </p:txBody>
          </p:sp>
          <p:sp>
            <p:nvSpPr>
              <p:cNvPr id="77861" name="Line 184"/>
              <p:cNvSpPr/>
              <p:nvPr/>
            </p:nvSpPr>
            <p:spPr>
              <a:xfrm>
                <a:off x="4558" y="527"/>
                <a:ext cx="240" cy="0"/>
              </a:xfrm>
              <a:prstGeom prst="line">
                <a:avLst/>
              </a:prstGeom>
              <a:ln w="28575" cap="flat" cmpd="sng">
                <a:solidFill>
                  <a:srgbClr val="66FFFF"/>
                </a:solidFill>
                <a:prstDash val="solid"/>
                <a:headEnd type="none" w="med" len="med"/>
                <a:tailEnd type="triangle" w="med" len="med"/>
              </a:ln>
            </p:spPr>
          </p:sp>
          <p:graphicFrame>
            <p:nvGraphicFramePr>
              <p:cNvPr id="77832" name="Object 185"/>
              <p:cNvGraphicFramePr/>
              <p:nvPr/>
            </p:nvGraphicFramePr>
            <p:xfrm>
              <a:off x="4558" y="527"/>
              <a:ext cx="163" cy="279"/>
            </p:xfrm>
            <a:graphic>
              <a:graphicData uri="http://schemas.openxmlformats.org/presentationml/2006/ole">
                <mc:AlternateContent xmlns:mc="http://schemas.openxmlformats.org/markup-compatibility/2006">
                  <mc:Choice xmlns:v="urn:schemas-microsoft-com:vml" Requires="v">
                    <p:oleObj spid="_x0000_s3483" name="" r:id="rId20" imgW="127000" imgH="215265" progId="Equation.3">
                      <p:embed/>
                    </p:oleObj>
                  </mc:Choice>
                  <mc:Fallback>
                    <p:oleObj name="" r:id="rId20" imgW="127000" imgH="215265" progId="Equation.3">
                      <p:embed/>
                      <p:pic>
                        <p:nvPicPr>
                          <p:cNvPr id="0" name="图片 3482"/>
                          <p:cNvPicPr/>
                          <p:nvPr/>
                        </p:nvPicPr>
                        <p:blipFill>
                          <a:blip r:embed="rId19">
                            <a:clrChange>
                              <a:clrFrom>
                                <a:srgbClr val="000000"/>
                              </a:clrFrom>
                              <a:clrTo>
                                <a:srgbClr val="FFFFFF"/>
                              </a:clrTo>
                            </a:clrChange>
                          </a:blip>
                          <a:stretch>
                            <a:fillRect/>
                          </a:stretch>
                        </p:blipFill>
                        <p:spPr>
                          <a:xfrm>
                            <a:off x="4558" y="527"/>
                            <a:ext cx="163" cy="279"/>
                          </a:xfrm>
                          <a:prstGeom prst="rect">
                            <a:avLst/>
                          </a:prstGeom>
                          <a:noFill/>
                          <a:ln w="38100">
                            <a:noFill/>
                            <a:miter/>
                          </a:ln>
                        </p:spPr>
                      </p:pic>
                    </p:oleObj>
                  </mc:Fallback>
                </mc:AlternateContent>
              </a:graphicData>
            </a:graphic>
          </p:graphicFrame>
          <p:sp>
            <p:nvSpPr>
              <p:cNvPr id="77862" name="Line 186"/>
              <p:cNvSpPr/>
              <p:nvPr/>
            </p:nvSpPr>
            <p:spPr>
              <a:xfrm flipV="1">
                <a:off x="3605" y="526"/>
                <a:ext cx="318" cy="0"/>
              </a:xfrm>
              <a:prstGeom prst="line">
                <a:avLst/>
              </a:prstGeom>
              <a:ln w="28575" cap="flat" cmpd="sng">
                <a:solidFill>
                  <a:srgbClr val="FFCC00"/>
                </a:solidFill>
                <a:prstDash val="solid"/>
                <a:headEnd type="none" w="med" len="med"/>
                <a:tailEnd type="none" w="med" len="med"/>
              </a:ln>
            </p:spPr>
          </p:sp>
          <p:sp>
            <p:nvSpPr>
              <p:cNvPr id="77863" name="Rectangle 187"/>
              <p:cNvSpPr/>
              <p:nvPr/>
            </p:nvSpPr>
            <p:spPr>
              <a:xfrm>
                <a:off x="4993" y="889"/>
                <a:ext cx="127" cy="318"/>
              </a:xfrm>
              <a:prstGeom prst="rect">
                <a:avLst/>
              </a:prstGeom>
              <a:gradFill rotWithShape="1">
                <a:gsLst>
                  <a:gs pos="0">
                    <a:srgbClr val="764700"/>
                  </a:gs>
                  <a:gs pos="50000">
                    <a:srgbClr val="FF9900"/>
                  </a:gs>
                  <a:gs pos="100000">
                    <a:srgbClr val="764700"/>
                  </a:gs>
                </a:gsLst>
                <a:lin ang="0" scaled="1"/>
                <a:tileRect/>
              </a:gradFill>
              <a:ln w="28575">
                <a:noFill/>
              </a:ln>
            </p:spPr>
            <p:txBody>
              <a:bodyPr wrap="none" anchor="ctr" anchorCtr="0"/>
              <a:p>
                <a:endParaRPr lang="zh-CN" altLang="en-US" dirty="0">
                  <a:latin typeface="楷体_GB2312" pitchFamily="49" charset="-122"/>
                </a:endParaRPr>
              </a:p>
            </p:txBody>
          </p:sp>
          <p:sp>
            <p:nvSpPr>
              <p:cNvPr id="77864" name="Rectangle 188"/>
              <p:cNvSpPr/>
              <p:nvPr/>
            </p:nvSpPr>
            <p:spPr>
              <a:xfrm>
                <a:off x="3542" y="681"/>
                <a:ext cx="127" cy="318"/>
              </a:xfrm>
              <a:prstGeom prst="rect">
                <a:avLst/>
              </a:prstGeom>
              <a:gradFill rotWithShape="1">
                <a:gsLst>
                  <a:gs pos="0">
                    <a:srgbClr val="764700"/>
                  </a:gs>
                  <a:gs pos="50000">
                    <a:srgbClr val="FF9900"/>
                  </a:gs>
                  <a:gs pos="100000">
                    <a:srgbClr val="764700"/>
                  </a:gs>
                </a:gsLst>
                <a:lin ang="0" scaled="1"/>
                <a:tileRect/>
              </a:gradFill>
              <a:ln w="28575">
                <a:noFill/>
              </a:ln>
            </p:spPr>
            <p:txBody>
              <a:bodyPr wrap="none" anchor="ctr" anchorCtr="0"/>
              <a:p>
                <a:endParaRPr lang="zh-CN" altLang="en-US" dirty="0">
                  <a:latin typeface="楷体_GB2312" pitchFamily="49" charset="-122"/>
                </a:endParaRPr>
              </a:p>
            </p:txBody>
          </p:sp>
          <p:grpSp>
            <p:nvGrpSpPr>
              <p:cNvPr id="77865" name="Group 189"/>
              <p:cNvGrpSpPr/>
              <p:nvPr/>
            </p:nvGrpSpPr>
            <p:grpSpPr>
              <a:xfrm rot="5400000">
                <a:off x="4080" y="276"/>
                <a:ext cx="91" cy="408"/>
                <a:chOff x="1565" y="2614"/>
                <a:chExt cx="90" cy="486"/>
              </a:xfrm>
            </p:grpSpPr>
            <p:sp>
              <p:nvSpPr>
                <p:cNvPr id="77866" name="Arc 190"/>
                <p:cNvSpPr/>
                <p:nvPr/>
              </p:nvSpPr>
              <p:spPr>
                <a:xfrm flipH="1" flipV="1">
                  <a:off x="1565" y="2860"/>
                  <a:ext cx="90" cy="116"/>
                </a:xfrm>
                <a:custGeom>
                  <a:avLst/>
                  <a:gdLst>
                    <a:gd name="txL" fmla="*/ 0 w 22723"/>
                    <a:gd name="txT" fmla="*/ 0 h 43200"/>
                    <a:gd name="txR" fmla="*/ 22723 w 22723"/>
                    <a:gd name="txB" fmla="*/ 43200 h 43200"/>
                  </a:gdLst>
                  <a:ahLst/>
                  <a:cxnLst>
                    <a:cxn ang="0">
                      <a:pos x="1122" y="0"/>
                    </a:cxn>
                    <a:cxn ang="0">
                      <a:pos x="22723" y="21600"/>
                    </a:cxn>
                    <a:cxn ang="0">
                      <a:pos x="1123" y="43200"/>
                    </a:cxn>
                    <a:cxn ang="0">
                      <a:pos x="0" y="43170"/>
                    </a:cxn>
                    <a:cxn ang="0">
                      <a:pos x="1122" y="0"/>
                    </a:cxn>
                    <a:cxn ang="0">
                      <a:pos x="22723" y="21600"/>
                    </a:cxn>
                    <a:cxn ang="0">
                      <a:pos x="1123" y="43200"/>
                    </a:cxn>
                    <a:cxn ang="0">
                      <a:pos x="0" y="43170"/>
                    </a:cxn>
                    <a:cxn ang="0">
                      <a:pos x="1123" y="21600"/>
                    </a:cxn>
                  </a:cxnLst>
                  <a:rect l="txL" t="txT" r="txR" b="txB"/>
                  <a:pathLst>
                    <a:path w="22723" h="43200" fill="none">
                      <a:moveTo>
                        <a:pt x="1122" y="0"/>
                      </a:moveTo>
                      <a:cubicBezTo>
                        <a:pt x="13052" y="0"/>
                        <a:pt x="22723" y="9670"/>
                        <a:pt x="22723" y="21600"/>
                      </a:cubicBezTo>
                      <a:cubicBezTo>
                        <a:pt x="22723" y="33529"/>
                        <a:pt x="13052" y="43200"/>
                        <a:pt x="1123" y="43200"/>
                      </a:cubicBezTo>
                      <a:cubicBezTo>
                        <a:pt x="748" y="43200"/>
                        <a:pt x="374" y="43190"/>
                        <a:pt x="0" y="43170"/>
                      </a:cubicBezTo>
                    </a:path>
                    <a:path w="22723" h="43200" stroke="0">
                      <a:moveTo>
                        <a:pt x="1122" y="0"/>
                      </a:moveTo>
                      <a:cubicBezTo>
                        <a:pt x="13052" y="0"/>
                        <a:pt x="22723" y="9670"/>
                        <a:pt x="22723" y="21600"/>
                      </a:cubicBezTo>
                      <a:cubicBezTo>
                        <a:pt x="22723" y="33529"/>
                        <a:pt x="13052" y="43200"/>
                        <a:pt x="1123" y="43200"/>
                      </a:cubicBezTo>
                      <a:cubicBezTo>
                        <a:pt x="748" y="43200"/>
                        <a:pt x="374" y="43190"/>
                        <a:pt x="0" y="43170"/>
                      </a:cubicBezTo>
                      <a:lnTo>
                        <a:pt x="1123" y="21600"/>
                      </a:lnTo>
                      <a:close/>
                    </a:path>
                  </a:pathLst>
                </a:custGeom>
                <a:noFill/>
                <a:ln w="28575" cap="flat" cmpd="sng">
                  <a:solidFill>
                    <a:srgbClr val="FF9900"/>
                  </a:solidFill>
                  <a:prstDash val="solid"/>
                  <a:round/>
                  <a:headEnd type="none" w="med" len="med"/>
                  <a:tailEnd type="none" w="med" len="med"/>
                </a:ln>
              </p:spPr>
              <p:txBody>
                <a:bodyPr wrap="none" anchor="ctr" anchorCtr="0"/>
                <a:p>
                  <a:endParaRPr lang="zh-CN" altLang="en-US" dirty="0">
                    <a:latin typeface="楷体_GB2312" pitchFamily="49" charset="-122"/>
                  </a:endParaRPr>
                </a:p>
              </p:txBody>
            </p:sp>
            <p:sp>
              <p:nvSpPr>
                <p:cNvPr id="77867" name="Arc 191"/>
                <p:cNvSpPr/>
                <p:nvPr/>
              </p:nvSpPr>
              <p:spPr>
                <a:xfrm flipH="1" flipV="1">
                  <a:off x="1565" y="2737"/>
                  <a:ext cx="90" cy="116"/>
                </a:xfrm>
                <a:custGeom>
                  <a:avLst/>
                  <a:gdLst>
                    <a:gd name="txL" fmla="*/ 0 w 22723"/>
                    <a:gd name="txT" fmla="*/ 0 h 43200"/>
                    <a:gd name="txR" fmla="*/ 22723 w 22723"/>
                    <a:gd name="txB" fmla="*/ 43200 h 43200"/>
                  </a:gdLst>
                  <a:ahLst/>
                  <a:cxnLst>
                    <a:cxn ang="0">
                      <a:pos x="1122" y="0"/>
                    </a:cxn>
                    <a:cxn ang="0">
                      <a:pos x="22723" y="21600"/>
                    </a:cxn>
                    <a:cxn ang="0">
                      <a:pos x="1123" y="43200"/>
                    </a:cxn>
                    <a:cxn ang="0">
                      <a:pos x="0" y="43170"/>
                    </a:cxn>
                    <a:cxn ang="0">
                      <a:pos x="1122" y="0"/>
                    </a:cxn>
                    <a:cxn ang="0">
                      <a:pos x="22723" y="21600"/>
                    </a:cxn>
                    <a:cxn ang="0">
                      <a:pos x="1123" y="43200"/>
                    </a:cxn>
                    <a:cxn ang="0">
                      <a:pos x="0" y="43170"/>
                    </a:cxn>
                    <a:cxn ang="0">
                      <a:pos x="1123" y="21600"/>
                    </a:cxn>
                  </a:cxnLst>
                  <a:rect l="txL" t="txT" r="txR" b="txB"/>
                  <a:pathLst>
                    <a:path w="22723" h="43200" fill="none">
                      <a:moveTo>
                        <a:pt x="1122" y="0"/>
                      </a:moveTo>
                      <a:cubicBezTo>
                        <a:pt x="13052" y="0"/>
                        <a:pt x="22723" y="9670"/>
                        <a:pt x="22723" y="21600"/>
                      </a:cubicBezTo>
                      <a:cubicBezTo>
                        <a:pt x="22723" y="33529"/>
                        <a:pt x="13052" y="43200"/>
                        <a:pt x="1123" y="43200"/>
                      </a:cubicBezTo>
                      <a:cubicBezTo>
                        <a:pt x="748" y="43200"/>
                        <a:pt x="374" y="43190"/>
                        <a:pt x="0" y="43170"/>
                      </a:cubicBezTo>
                    </a:path>
                    <a:path w="22723" h="43200" stroke="0">
                      <a:moveTo>
                        <a:pt x="1122" y="0"/>
                      </a:moveTo>
                      <a:cubicBezTo>
                        <a:pt x="13052" y="0"/>
                        <a:pt x="22723" y="9670"/>
                        <a:pt x="22723" y="21600"/>
                      </a:cubicBezTo>
                      <a:cubicBezTo>
                        <a:pt x="22723" y="33529"/>
                        <a:pt x="13052" y="43200"/>
                        <a:pt x="1123" y="43200"/>
                      </a:cubicBezTo>
                      <a:cubicBezTo>
                        <a:pt x="748" y="43200"/>
                        <a:pt x="374" y="43190"/>
                        <a:pt x="0" y="43170"/>
                      </a:cubicBezTo>
                      <a:lnTo>
                        <a:pt x="1123" y="21600"/>
                      </a:lnTo>
                      <a:close/>
                    </a:path>
                  </a:pathLst>
                </a:custGeom>
                <a:noFill/>
                <a:ln w="28575" cap="flat" cmpd="sng">
                  <a:solidFill>
                    <a:srgbClr val="FF9900"/>
                  </a:solidFill>
                  <a:prstDash val="solid"/>
                  <a:round/>
                  <a:headEnd type="none" w="med" len="med"/>
                  <a:tailEnd type="none" w="med" len="med"/>
                </a:ln>
              </p:spPr>
              <p:txBody>
                <a:bodyPr wrap="none" anchor="ctr" anchorCtr="0"/>
                <a:p>
                  <a:endParaRPr lang="zh-CN" altLang="en-US" dirty="0">
                    <a:latin typeface="楷体_GB2312" pitchFamily="49" charset="-122"/>
                  </a:endParaRPr>
                </a:p>
              </p:txBody>
            </p:sp>
            <p:sp>
              <p:nvSpPr>
                <p:cNvPr id="77868" name="Arc 192"/>
                <p:cNvSpPr/>
                <p:nvPr/>
              </p:nvSpPr>
              <p:spPr>
                <a:xfrm flipH="1" flipV="1">
                  <a:off x="1565" y="2614"/>
                  <a:ext cx="90" cy="116"/>
                </a:xfrm>
                <a:custGeom>
                  <a:avLst/>
                  <a:gdLst>
                    <a:gd name="txL" fmla="*/ 0 w 22723"/>
                    <a:gd name="txT" fmla="*/ 0 h 43200"/>
                    <a:gd name="txR" fmla="*/ 22723 w 22723"/>
                    <a:gd name="txB" fmla="*/ 43200 h 43200"/>
                  </a:gdLst>
                  <a:ahLst/>
                  <a:cxnLst>
                    <a:cxn ang="0">
                      <a:pos x="1122" y="0"/>
                    </a:cxn>
                    <a:cxn ang="0">
                      <a:pos x="22723" y="21600"/>
                    </a:cxn>
                    <a:cxn ang="0">
                      <a:pos x="1123" y="43200"/>
                    </a:cxn>
                    <a:cxn ang="0">
                      <a:pos x="0" y="43170"/>
                    </a:cxn>
                    <a:cxn ang="0">
                      <a:pos x="1122" y="0"/>
                    </a:cxn>
                    <a:cxn ang="0">
                      <a:pos x="22723" y="21600"/>
                    </a:cxn>
                    <a:cxn ang="0">
                      <a:pos x="1123" y="43200"/>
                    </a:cxn>
                    <a:cxn ang="0">
                      <a:pos x="0" y="43170"/>
                    </a:cxn>
                    <a:cxn ang="0">
                      <a:pos x="1123" y="21600"/>
                    </a:cxn>
                  </a:cxnLst>
                  <a:rect l="txL" t="txT" r="txR" b="txB"/>
                  <a:pathLst>
                    <a:path w="22723" h="43200" fill="none">
                      <a:moveTo>
                        <a:pt x="1122" y="0"/>
                      </a:moveTo>
                      <a:cubicBezTo>
                        <a:pt x="13052" y="0"/>
                        <a:pt x="22723" y="9670"/>
                        <a:pt x="22723" y="21600"/>
                      </a:cubicBezTo>
                      <a:cubicBezTo>
                        <a:pt x="22723" y="33529"/>
                        <a:pt x="13052" y="43200"/>
                        <a:pt x="1123" y="43200"/>
                      </a:cubicBezTo>
                      <a:cubicBezTo>
                        <a:pt x="748" y="43200"/>
                        <a:pt x="374" y="43190"/>
                        <a:pt x="0" y="43170"/>
                      </a:cubicBezTo>
                    </a:path>
                    <a:path w="22723" h="43200" stroke="0">
                      <a:moveTo>
                        <a:pt x="1122" y="0"/>
                      </a:moveTo>
                      <a:cubicBezTo>
                        <a:pt x="13052" y="0"/>
                        <a:pt x="22723" y="9670"/>
                        <a:pt x="22723" y="21600"/>
                      </a:cubicBezTo>
                      <a:cubicBezTo>
                        <a:pt x="22723" y="33529"/>
                        <a:pt x="13052" y="43200"/>
                        <a:pt x="1123" y="43200"/>
                      </a:cubicBezTo>
                      <a:cubicBezTo>
                        <a:pt x="748" y="43200"/>
                        <a:pt x="374" y="43190"/>
                        <a:pt x="0" y="43170"/>
                      </a:cubicBezTo>
                      <a:lnTo>
                        <a:pt x="1123" y="21600"/>
                      </a:lnTo>
                      <a:close/>
                    </a:path>
                  </a:pathLst>
                </a:custGeom>
                <a:noFill/>
                <a:ln w="28575" cap="flat" cmpd="sng">
                  <a:solidFill>
                    <a:srgbClr val="FF9900"/>
                  </a:solidFill>
                  <a:prstDash val="solid"/>
                  <a:round/>
                  <a:headEnd type="none" w="med" len="med"/>
                  <a:tailEnd type="none" w="med" len="med"/>
                </a:ln>
              </p:spPr>
              <p:txBody>
                <a:bodyPr wrap="none" anchor="ctr" anchorCtr="0"/>
                <a:p>
                  <a:endParaRPr lang="zh-CN" altLang="en-US" dirty="0">
                    <a:latin typeface="楷体_GB2312" pitchFamily="49" charset="-122"/>
                  </a:endParaRPr>
                </a:p>
              </p:txBody>
            </p:sp>
            <p:sp>
              <p:nvSpPr>
                <p:cNvPr id="77869" name="Arc 193"/>
                <p:cNvSpPr/>
                <p:nvPr/>
              </p:nvSpPr>
              <p:spPr>
                <a:xfrm flipH="1" flipV="1">
                  <a:off x="1565" y="2984"/>
                  <a:ext cx="90" cy="116"/>
                </a:xfrm>
                <a:custGeom>
                  <a:avLst/>
                  <a:gdLst>
                    <a:gd name="txL" fmla="*/ 0 w 22723"/>
                    <a:gd name="txT" fmla="*/ 0 h 43200"/>
                    <a:gd name="txR" fmla="*/ 22723 w 22723"/>
                    <a:gd name="txB" fmla="*/ 43200 h 43200"/>
                  </a:gdLst>
                  <a:ahLst/>
                  <a:cxnLst>
                    <a:cxn ang="0">
                      <a:pos x="1122" y="0"/>
                    </a:cxn>
                    <a:cxn ang="0">
                      <a:pos x="22723" y="21600"/>
                    </a:cxn>
                    <a:cxn ang="0">
                      <a:pos x="1123" y="43200"/>
                    </a:cxn>
                    <a:cxn ang="0">
                      <a:pos x="0" y="43170"/>
                    </a:cxn>
                    <a:cxn ang="0">
                      <a:pos x="1122" y="0"/>
                    </a:cxn>
                    <a:cxn ang="0">
                      <a:pos x="22723" y="21600"/>
                    </a:cxn>
                    <a:cxn ang="0">
                      <a:pos x="1123" y="43200"/>
                    </a:cxn>
                    <a:cxn ang="0">
                      <a:pos x="0" y="43170"/>
                    </a:cxn>
                    <a:cxn ang="0">
                      <a:pos x="1123" y="21600"/>
                    </a:cxn>
                  </a:cxnLst>
                  <a:rect l="txL" t="txT" r="txR" b="txB"/>
                  <a:pathLst>
                    <a:path w="22723" h="43200" fill="none">
                      <a:moveTo>
                        <a:pt x="1122" y="0"/>
                      </a:moveTo>
                      <a:cubicBezTo>
                        <a:pt x="13052" y="0"/>
                        <a:pt x="22723" y="9670"/>
                        <a:pt x="22723" y="21600"/>
                      </a:cubicBezTo>
                      <a:cubicBezTo>
                        <a:pt x="22723" y="33529"/>
                        <a:pt x="13052" y="43200"/>
                        <a:pt x="1123" y="43200"/>
                      </a:cubicBezTo>
                      <a:cubicBezTo>
                        <a:pt x="748" y="43200"/>
                        <a:pt x="374" y="43190"/>
                        <a:pt x="0" y="43170"/>
                      </a:cubicBezTo>
                    </a:path>
                    <a:path w="22723" h="43200" stroke="0">
                      <a:moveTo>
                        <a:pt x="1122" y="0"/>
                      </a:moveTo>
                      <a:cubicBezTo>
                        <a:pt x="13052" y="0"/>
                        <a:pt x="22723" y="9670"/>
                        <a:pt x="22723" y="21600"/>
                      </a:cubicBezTo>
                      <a:cubicBezTo>
                        <a:pt x="22723" y="33529"/>
                        <a:pt x="13052" y="43200"/>
                        <a:pt x="1123" y="43200"/>
                      </a:cubicBezTo>
                      <a:cubicBezTo>
                        <a:pt x="748" y="43200"/>
                        <a:pt x="374" y="43190"/>
                        <a:pt x="0" y="43170"/>
                      </a:cubicBezTo>
                      <a:lnTo>
                        <a:pt x="1123" y="21600"/>
                      </a:lnTo>
                      <a:close/>
                    </a:path>
                  </a:pathLst>
                </a:custGeom>
                <a:noFill/>
                <a:ln w="28575" cap="flat" cmpd="sng">
                  <a:solidFill>
                    <a:srgbClr val="FF9900"/>
                  </a:solidFill>
                  <a:prstDash val="solid"/>
                  <a:round/>
                  <a:headEnd type="none" w="med" len="med"/>
                  <a:tailEnd type="none" w="med" len="med"/>
                </a:ln>
              </p:spPr>
              <p:txBody>
                <a:bodyPr wrap="none" anchor="ctr" anchorCtr="0"/>
                <a:p>
                  <a:endParaRPr lang="zh-CN" altLang="en-US" dirty="0">
                    <a:latin typeface="楷体_GB2312" pitchFamily="49" charset="-122"/>
                  </a:endParaRPr>
                </a:p>
              </p:txBody>
            </p:sp>
          </p:grpSp>
        </p:grpSp>
        <p:grpSp>
          <p:nvGrpSpPr>
            <p:cNvPr id="77845" name="Group 203"/>
            <p:cNvGrpSpPr/>
            <p:nvPr/>
          </p:nvGrpSpPr>
          <p:grpSpPr>
            <a:xfrm>
              <a:off x="4149" y="1162"/>
              <a:ext cx="273" cy="227"/>
              <a:chOff x="1156" y="1842"/>
              <a:chExt cx="273" cy="227"/>
            </a:xfrm>
          </p:grpSpPr>
          <p:sp>
            <p:nvSpPr>
              <p:cNvPr id="77846" name="Line 204"/>
              <p:cNvSpPr/>
              <p:nvPr/>
            </p:nvSpPr>
            <p:spPr>
              <a:xfrm flipH="1">
                <a:off x="1156" y="1842"/>
                <a:ext cx="91" cy="227"/>
              </a:xfrm>
              <a:prstGeom prst="line">
                <a:avLst/>
              </a:prstGeom>
              <a:ln w="19050" cap="flat" cmpd="sng">
                <a:solidFill>
                  <a:schemeClr val="bg1"/>
                </a:solidFill>
                <a:prstDash val="solid"/>
                <a:headEnd type="none" w="med" len="med"/>
                <a:tailEnd type="none" w="med" len="med"/>
              </a:ln>
            </p:spPr>
          </p:sp>
          <p:sp>
            <p:nvSpPr>
              <p:cNvPr id="77847" name="Line 205"/>
              <p:cNvSpPr/>
              <p:nvPr/>
            </p:nvSpPr>
            <p:spPr>
              <a:xfrm>
                <a:off x="1156" y="2069"/>
                <a:ext cx="273" cy="0"/>
              </a:xfrm>
              <a:prstGeom prst="line">
                <a:avLst/>
              </a:prstGeom>
              <a:ln w="19050" cap="flat" cmpd="sng">
                <a:solidFill>
                  <a:schemeClr val="bg1"/>
                </a:solidFill>
                <a:prstDash val="solid"/>
                <a:headEnd type="none" w="med" len="med"/>
                <a:tailEnd type="none" w="med" len="med"/>
              </a:ln>
            </p:spPr>
          </p:sp>
        </p:gr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5" presetClass="entr" presetSubtype="0" fill="hold" nodeType="after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p:cTn id="7" dur="1000" fill="hold"/>
                                        <p:tgtEl>
                                          <p:spTgt spid="2"/>
                                        </p:tgtEl>
                                        <p:attrNameLst>
                                          <p:attrName>ppt_w</p:attrName>
                                        </p:attrNameLst>
                                      </p:cBhvr>
                                      <p:tavLst>
                                        <p:tav tm="0">
                                          <p:val>
                                            <p:strVal val="#ppt_w*0.70"/>
                                          </p:val>
                                        </p:tav>
                                        <p:tav tm="100000">
                                          <p:val>
                                            <p:strVal val="#ppt_w"/>
                                          </p:val>
                                        </p:tav>
                                      </p:tavLst>
                                    </p:anim>
                                    <p:anim calcmode="lin" valueType="num">
                                      <p:cBhvr>
                                        <p:cTn id="8" dur="1000" fill="hold"/>
                                        <p:tgtEl>
                                          <p:spTgt spid="2"/>
                                        </p:tgtEl>
                                        <p:attrNameLst>
                                          <p:attrName>ppt_h</p:attrName>
                                        </p:attrNameLst>
                                      </p:cBhvr>
                                      <p:tavLst>
                                        <p:tav tm="0">
                                          <p:val>
                                            <p:strVal val="#ppt_h"/>
                                          </p:val>
                                        </p:tav>
                                        <p:tav tm="100000">
                                          <p:val>
                                            <p:strVal val="#ppt_h"/>
                                          </p:val>
                                        </p:tav>
                                      </p:tavLst>
                                    </p:anim>
                                    <p:animEffect transition="in" filter="fade">
                                      <p:cBhvr>
                                        <p:cTn id="9" dur="1000"/>
                                        <p:tgtEl>
                                          <p:spTgt spid="2"/>
                                        </p:tgtEl>
                                      </p:cBhvr>
                                    </p:animEffect>
                                  </p:childTnLst>
                                </p:cTn>
                              </p:par>
                            </p:childTnLst>
                          </p:cTn>
                        </p:par>
                      </p:childTnLst>
                    </p:cTn>
                  </p:par>
                  <p:par>
                    <p:cTn id="10" fill="hold">
                      <p:stCondLst>
                        <p:cond delay="indefinite"/>
                      </p:stCondLst>
                      <p:childTnLst>
                        <p:par>
                          <p:cTn id="11" fill="hold">
                            <p:stCondLst>
                              <p:cond delay="0"/>
                            </p:stCondLst>
                            <p:childTnLst>
                              <p:par>
                                <p:cTn id="12" presetID="22" presetClass="entr" presetSubtype="8" fill="hold" nodeType="clickEffect">
                                  <p:stCondLst>
                                    <p:cond delay="0"/>
                                  </p:stCondLst>
                                  <p:childTnLst>
                                    <p:set>
                                      <p:cBhvr>
                                        <p:cTn id="13" dur="1" fill="hold">
                                          <p:stCondLst>
                                            <p:cond delay="0"/>
                                          </p:stCondLst>
                                        </p:cTn>
                                        <p:tgtEl>
                                          <p:spTgt spid="80951"/>
                                        </p:tgtEl>
                                        <p:attrNameLst>
                                          <p:attrName>style.visibility</p:attrName>
                                        </p:attrNameLst>
                                      </p:cBhvr>
                                      <p:to>
                                        <p:strVal val="visible"/>
                                      </p:to>
                                    </p:set>
                                    <p:animEffect transition="in" filter="wipe(left)">
                                      <p:cBhvr>
                                        <p:cTn id="14" dur="2000"/>
                                        <p:tgtEl>
                                          <p:spTgt spid="80951"/>
                                        </p:tgtEl>
                                      </p:cBhvr>
                                    </p:animEffect>
                                  </p:childTnLst>
                                </p:cTn>
                              </p:par>
                            </p:childTnLst>
                          </p:cTn>
                        </p:par>
                      </p:childTnLst>
                    </p:cTn>
                  </p:par>
                  <p:par>
                    <p:cTn id="15" fill="hold">
                      <p:stCondLst>
                        <p:cond delay="indefinite"/>
                      </p:stCondLst>
                      <p:childTnLst>
                        <p:par>
                          <p:cTn id="16" fill="hold">
                            <p:stCondLst>
                              <p:cond delay="0"/>
                            </p:stCondLst>
                            <p:childTnLst>
                              <p:par>
                                <p:cTn id="17" presetID="3" presetClass="entr" presetSubtype="10" fill="hold" nodeType="clickEffect">
                                  <p:stCondLst>
                                    <p:cond delay="0"/>
                                  </p:stCondLst>
                                  <p:childTnLst>
                                    <p:set>
                                      <p:cBhvr>
                                        <p:cTn id="18" dur="1" fill="hold">
                                          <p:stCondLst>
                                            <p:cond delay="0"/>
                                          </p:stCondLst>
                                        </p:cTn>
                                        <p:tgtEl>
                                          <p:spTgt spid="11"/>
                                        </p:tgtEl>
                                        <p:attrNameLst>
                                          <p:attrName>style.visibility</p:attrName>
                                        </p:attrNameLst>
                                      </p:cBhvr>
                                      <p:to>
                                        <p:strVal val="visible"/>
                                      </p:to>
                                    </p:set>
                                    <p:animEffect transition="in" filter="blinds(horizontal)">
                                      <p:cBhvr>
                                        <p:cTn id="19" dur="500"/>
                                        <p:tgtEl>
                                          <p:spTgt spid="11"/>
                                        </p:tgtEl>
                                      </p:cBhvr>
                                    </p:animEffect>
                                  </p:childTnLst>
                                </p:cTn>
                              </p:par>
                            </p:childTnLst>
                          </p:cTn>
                        </p:par>
                      </p:childTnLst>
                    </p:cTn>
                  </p:par>
                  <p:par>
                    <p:cTn id="20" fill="hold">
                      <p:stCondLst>
                        <p:cond delay="indefinite"/>
                      </p:stCondLst>
                      <p:childTnLst>
                        <p:par>
                          <p:cTn id="21" fill="hold">
                            <p:stCondLst>
                              <p:cond delay="0"/>
                            </p:stCondLst>
                            <p:childTnLst>
                              <p:par>
                                <p:cTn id="22" presetID="14" presetClass="entr" presetSubtype="10" fill="hold" nodeType="clickEffect">
                                  <p:stCondLst>
                                    <p:cond delay="0"/>
                                  </p:stCondLst>
                                  <p:childTnLst>
                                    <p:set>
                                      <p:cBhvr>
                                        <p:cTn id="23" dur="1" fill="hold">
                                          <p:stCondLst>
                                            <p:cond delay="0"/>
                                          </p:stCondLst>
                                        </p:cTn>
                                        <p:tgtEl>
                                          <p:spTgt spid="80988"/>
                                        </p:tgtEl>
                                        <p:attrNameLst>
                                          <p:attrName>style.visibility</p:attrName>
                                        </p:attrNameLst>
                                      </p:cBhvr>
                                      <p:to>
                                        <p:strVal val="visible"/>
                                      </p:to>
                                    </p:set>
                                    <p:animEffect transition="in" filter="randombar(horizontal)">
                                      <p:cBhvr>
                                        <p:cTn id="24" dur="500"/>
                                        <p:tgtEl>
                                          <p:spTgt spid="80988"/>
                                        </p:tgtEl>
                                      </p:cBhvr>
                                    </p:animEffect>
                                  </p:childTnLst>
                                </p:cTn>
                              </p:par>
                            </p:childTnLst>
                          </p:cTn>
                        </p:par>
                      </p:childTnLst>
                    </p:cTn>
                  </p:par>
                  <p:par>
                    <p:cTn id="25" fill="hold">
                      <p:stCondLst>
                        <p:cond delay="indefinite"/>
                      </p:stCondLst>
                      <p:childTnLst>
                        <p:par>
                          <p:cTn id="26" fill="hold">
                            <p:stCondLst>
                              <p:cond delay="0"/>
                            </p:stCondLst>
                            <p:childTnLst>
                              <p:par>
                                <p:cTn id="27" presetID="14" presetClass="entr" presetSubtype="10" fill="hold" nodeType="clickEffect">
                                  <p:stCondLst>
                                    <p:cond delay="0"/>
                                  </p:stCondLst>
                                  <p:childTnLst>
                                    <p:set>
                                      <p:cBhvr>
                                        <p:cTn id="28" dur="1" fill="hold">
                                          <p:stCondLst>
                                            <p:cond delay="0"/>
                                          </p:stCondLst>
                                        </p:cTn>
                                        <p:tgtEl>
                                          <p:spTgt spid="81021"/>
                                        </p:tgtEl>
                                        <p:attrNameLst>
                                          <p:attrName>style.visibility</p:attrName>
                                        </p:attrNameLst>
                                      </p:cBhvr>
                                      <p:to>
                                        <p:strVal val="visible"/>
                                      </p:to>
                                    </p:set>
                                    <p:animEffect transition="in" filter="randombar(horizontal)">
                                      <p:cBhvr>
                                        <p:cTn id="29" dur="500"/>
                                        <p:tgtEl>
                                          <p:spTgt spid="81021"/>
                                        </p:tgtEl>
                                      </p:cBhvr>
                                    </p:animEffect>
                                  </p:childTnLst>
                                </p:cTn>
                              </p:par>
                            </p:childTnLst>
                          </p:cTn>
                        </p:par>
                      </p:childTnLst>
                    </p:cTn>
                  </p:par>
                  <p:par>
                    <p:cTn id="30" fill="hold">
                      <p:stCondLst>
                        <p:cond delay="indefinite"/>
                      </p:stCondLst>
                      <p:childTnLst>
                        <p:par>
                          <p:cTn id="31" fill="hold">
                            <p:stCondLst>
                              <p:cond delay="0"/>
                            </p:stCondLst>
                            <p:childTnLst>
                              <p:par>
                                <p:cTn id="32" presetID="14" presetClass="entr" presetSubtype="10" fill="hold" nodeType="clickEffect">
                                  <p:stCondLst>
                                    <p:cond delay="0"/>
                                  </p:stCondLst>
                                  <p:childTnLst>
                                    <p:set>
                                      <p:cBhvr>
                                        <p:cTn id="33" dur="1" fill="hold">
                                          <p:stCondLst>
                                            <p:cond delay="0"/>
                                          </p:stCondLst>
                                        </p:cTn>
                                        <p:tgtEl>
                                          <p:spTgt spid="81024"/>
                                        </p:tgtEl>
                                        <p:attrNameLst>
                                          <p:attrName>style.visibility</p:attrName>
                                        </p:attrNameLst>
                                      </p:cBhvr>
                                      <p:to>
                                        <p:strVal val="visible"/>
                                      </p:to>
                                    </p:set>
                                    <p:animEffect transition="in" filter="randombar(horizontal)">
                                      <p:cBhvr>
                                        <p:cTn id="34" dur="500"/>
                                        <p:tgtEl>
                                          <p:spTgt spid="81024"/>
                                        </p:tgtEl>
                                      </p:cBhvr>
                                    </p:animEffect>
                                  </p:childTnLst>
                                </p:cTn>
                              </p:par>
                            </p:childTnLst>
                          </p:cTn>
                        </p:par>
                      </p:childTnLst>
                    </p:cTn>
                  </p:par>
                  <p:par>
                    <p:cTn id="35" fill="hold">
                      <p:stCondLst>
                        <p:cond delay="indefinite"/>
                      </p:stCondLst>
                      <p:childTnLst>
                        <p:par>
                          <p:cTn id="36" fill="hold">
                            <p:stCondLst>
                              <p:cond delay="0"/>
                            </p:stCondLst>
                            <p:childTnLst>
                              <p:par>
                                <p:cTn id="37" presetID="12" presetClass="entr" presetSubtype="8" fill="hold" nodeType="clickEffect">
                                  <p:stCondLst>
                                    <p:cond delay="0"/>
                                  </p:stCondLst>
                                  <p:childTnLst>
                                    <p:set>
                                      <p:cBhvr>
                                        <p:cTn id="38" dur="1" fill="hold">
                                          <p:stCondLst>
                                            <p:cond delay="0"/>
                                          </p:stCondLst>
                                        </p:cTn>
                                        <p:tgtEl>
                                          <p:spTgt spid="81026"/>
                                        </p:tgtEl>
                                        <p:attrNameLst>
                                          <p:attrName>style.visibility</p:attrName>
                                        </p:attrNameLst>
                                      </p:cBhvr>
                                      <p:to>
                                        <p:strVal val="visible"/>
                                      </p:to>
                                    </p:set>
                                    <p:animEffect transition="in" filter="slide(fromLeft)">
                                      <p:cBhvr>
                                        <p:cTn id="39" dur="500"/>
                                        <p:tgtEl>
                                          <p:spTgt spid="81026"/>
                                        </p:tgtEl>
                                      </p:cBhvr>
                                    </p:animEffect>
                                  </p:childTnLst>
                                </p:cTn>
                              </p:par>
                            </p:childTnLst>
                          </p:cTn>
                        </p:par>
                        <p:par>
                          <p:cTn id="40" fill="hold">
                            <p:stCondLst>
                              <p:cond delay="500"/>
                            </p:stCondLst>
                            <p:childTnLst>
                              <p:par>
                                <p:cTn id="41" presetID="14" presetClass="entr" presetSubtype="10" fill="hold" nodeType="afterEffect">
                                  <p:stCondLst>
                                    <p:cond delay="0"/>
                                  </p:stCondLst>
                                  <p:childTnLst>
                                    <p:set>
                                      <p:cBhvr>
                                        <p:cTn id="42" dur="1" fill="hold">
                                          <p:stCondLst>
                                            <p:cond delay="0"/>
                                          </p:stCondLst>
                                        </p:cTn>
                                        <p:tgtEl>
                                          <p:spTgt spid="81025"/>
                                        </p:tgtEl>
                                        <p:attrNameLst>
                                          <p:attrName>style.visibility</p:attrName>
                                        </p:attrNameLst>
                                      </p:cBhvr>
                                      <p:to>
                                        <p:strVal val="visible"/>
                                      </p:to>
                                    </p:set>
                                    <p:animEffect transition="in" filter="randombar(horizontal)">
                                      <p:cBhvr>
                                        <p:cTn id="43" dur="500"/>
                                        <p:tgtEl>
                                          <p:spTgt spid="81025"/>
                                        </p:tgtEl>
                                      </p:cBhvr>
                                    </p:animEffect>
                                  </p:childTnLst>
                                </p:cTn>
                              </p:par>
                            </p:childTnLst>
                          </p:cTn>
                        </p:par>
                      </p:childTnLst>
                    </p:cTn>
                  </p:par>
                  <p:par>
                    <p:cTn id="44" fill="hold">
                      <p:stCondLst>
                        <p:cond delay="indefinite"/>
                      </p:stCondLst>
                      <p:childTnLst>
                        <p:par>
                          <p:cTn id="45" fill="hold">
                            <p:stCondLst>
                              <p:cond delay="0"/>
                            </p:stCondLst>
                            <p:childTnLst>
                              <p:par>
                                <p:cTn id="46" presetID="3" presetClass="entr" presetSubtype="10" fill="hold" nodeType="clickEffect">
                                  <p:stCondLst>
                                    <p:cond delay="0"/>
                                  </p:stCondLst>
                                  <p:childTnLst>
                                    <p:set>
                                      <p:cBhvr>
                                        <p:cTn id="47" dur="1" fill="hold">
                                          <p:stCondLst>
                                            <p:cond delay="0"/>
                                          </p:stCondLst>
                                        </p:cTn>
                                        <p:tgtEl>
                                          <p:spTgt spid="6"/>
                                        </p:tgtEl>
                                        <p:attrNameLst>
                                          <p:attrName>style.visibility</p:attrName>
                                        </p:attrNameLst>
                                      </p:cBhvr>
                                      <p:to>
                                        <p:strVal val="visible"/>
                                      </p:to>
                                    </p:set>
                                    <p:animEffect transition="in" filter="blinds(horizontal)">
                                      <p:cBhvr>
                                        <p:cTn id="48" dur="500"/>
                                        <p:tgtEl>
                                          <p:spTgt spid="6"/>
                                        </p:tgtEl>
                                      </p:cBhvr>
                                    </p:animEffect>
                                  </p:childTnLst>
                                </p:cTn>
                              </p:par>
                            </p:childTnLst>
                          </p:cTn>
                        </p:par>
                      </p:childTnLst>
                    </p:cTn>
                  </p:par>
                  <p:par>
                    <p:cTn id="49" fill="hold">
                      <p:stCondLst>
                        <p:cond delay="indefinite"/>
                      </p:stCondLst>
                      <p:childTnLst>
                        <p:par>
                          <p:cTn id="50" fill="hold">
                            <p:stCondLst>
                              <p:cond delay="0"/>
                            </p:stCondLst>
                            <p:childTnLst>
                              <p:par>
                                <p:cTn id="51" presetID="22" presetClass="entr" presetSubtype="8" fill="hold" nodeType="clickEffect">
                                  <p:stCondLst>
                                    <p:cond delay="0"/>
                                  </p:stCondLst>
                                  <p:childTnLst>
                                    <p:set>
                                      <p:cBhvr>
                                        <p:cTn id="52" dur="1" fill="hold">
                                          <p:stCondLst>
                                            <p:cond delay="0"/>
                                          </p:stCondLst>
                                        </p:cTn>
                                        <p:tgtEl>
                                          <p:spTgt spid="81028"/>
                                        </p:tgtEl>
                                        <p:attrNameLst>
                                          <p:attrName>style.visibility</p:attrName>
                                        </p:attrNameLst>
                                      </p:cBhvr>
                                      <p:to>
                                        <p:strVal val="visible"/>
                                      </p:to>
                                    </p:set>
                                    <p:animEffect transition="in" filter="wipe(left)">
                                      <p:cBhvr>
                                        <p:cTn id="53" dur="2000"/>
                                        <p:tgtEl>
                                          <p:spTgt spid="8102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8850" name="Text Box 2"/>
          <p:cNvSpPr txBox="1"/>
          <p:nvPr/>
        </p:nvSpPr>
        <p:spPr>
          <a:xfrm>
            <a:off x="1403350" y="476250"/>
            <a:ext cx="6959600" cy="519113"/>
          </a:xfrm>
          <a:prstGeom prst="rect">
            <a:avLst/>
          </a:prstGeom>
          <a:noFill/>
          <a:ln w="12700">
            <a:noFill/>
          </a:ln>
        </p:spPr>
        <p:txBody>
          <a:bodyPr wrap="none" anchor="ctr" anchorCtr="0">
            <a:spAutoFit/>
          </a:bodyPr>
          <a:p>
            <a:r>
              <a:rPr lang="zh-CN" altLang="en-US" dirty="0">
                <a:latin typeface="楷体_GB2312" pitchFamily="49" charset="-122"/>
              </a:rPr>
              <a:t>求</a:t>
            </a:r>
            <a:r>
              <a:rPr lang="en-US" altLang="zh-CN" b="0" i="1" dirty="0">
                <a:solidFill>
                  <a:schemeClr val="bg1"/>
                </a:solidFill>
                <a:latin typeface="Times New Roman" panose="02020603050405020304" pitchFamily="18" charset="0"/>
              </a:rPr>
              <a:t>Z</a:t>
            </a:r>
            <a:r>
              <a:rPr lang="en-US" altLang="zh-CN" b="0" baseline="-25000" dirty="0">
                <a:solidFill>
                  <a:schemeClr val="bg1"/>
                </a:solidFill>
                <a:latin typeface="Times New Roman" panose="02020603050405020304" pitchFamily="18" charset="0"/>
              </a:rPr>
              <a:t>L</a:t>
            </a:r>
            <a:r>
              <a:rPr lang="en-US" altLang="zh-CN" b="0" dirty="0">
                <a:solidFill>
                  <a:schemeClr val="bg1"/>
                </a:solidFill>
                <a:latin typeface="Times New Roman" panose="02020603050405020304" pitchFamily="18" charset="0"/>
              </a:rPr>
              <a:t>=?</a:t>
            </a:r>
            <a:r>
              <a:rPr lang="zh-CN" altLang="en-US" dirty="0">
                <a:latin typeface="楷体_GB2312" pitchFamily="49" charset="-122"/>
              </a:rPr>
              <a:t>时能获得最大功率，并求最大功率。</a:t>
            </a:r>
            <a:endParaRPr lang="zh-CN" altLang="en-US" dirty="0">
              <a:latin typeface="楷体_GB2312" pitchFamily="49" charset="-122"/>
            </a:endParaRPr>
          </a:p>
        </p:txBody>
      </p:sp>
      <p:sp>
        <p:nvSpPr>
          <p:cNvPr id="78851" name="Text Box 3"/>
          <p:cNvSpPr txBox="1"/>
          <p:nvPr/>
        </p:nvSpPr>
        <p:spPr>
          <a:xfrm>
            <a:off x="395288" y="404813"/>
            <a:ext cx="1222375" cy="579437"/>
          </a:xfrm>
          <a:prstGeom prst="rect">
            <a:avLst/>
          </a:prstGeom>
          <a:noFill/>
          <a:ln w="9525">
            <a:noFill/>
          </a:ln>
        </p:spPr>
        <p:txBody>
          <a:bodyPr wrap="none">
            <a:spAutoFit/>
          </a:bodyPr>
          <a:p>
            <a:pPr>
              <a:spcBef>
                <a:spcPct val="50000"/>
              </a:spcBef>
            </a:pPr>
            <a:r>
              <a:rPr lang="zh-CN" altLang="en-US" sz="3200" dirty="0">
                <a:solidFill>
                  <a:schemeClr val="bg1"/>
                </a:solidFill>
                <a:latin typeface="Times New Roman" panose="02020603050405020304" pitchFamily="18" charset="0"/>
                <a:ea typeface="宋体" panose="02010600030101010101" pitchFamily="2" charset="-122"/>
              </a:rPr>
              <a:t>例</a:t>
            </a:r>
            <a:r>
              <a:rPr lang="en-US" altLang="zh-CN" sz="3200" b="0" dirty="0">
                <a:solidFill>
                  <a:schemeClr val="bg1"/>
                </a:solidFill>
                <a:latin typeface="Times New Roman" panose="02020603050405020304" pitchFamily="18" charset="0"/>
                <a:ea typeface="宋体" panose="02010600030101010101" pitchFamily="2" charset="-122"/>
              </a:rPr>
              <a:t>6-2</a:t>
            </a:r>
            <a:r>
              <a:rPr lang="en-US" altLang="zh-CN" b="0" dirty="0">
                <a:solidFill>
                  <a:schemeClr val="bg1"/>
                </a:solidFill>
                <a:latin typeface="Times New Roman" panose="02020603050405020304" pitchFamily="18" charset="0"/>
                <a:ea typeface="宋体" panose="02010600030101010101" pitchFamily="2" charset="-122"/>
              </a:rPr>
              <a:t> </a:t>
            </a:r>
            <a:endParaRPr lang="en-US" altLang="zh-CN" b="0" dirty="0">
              <a:solidFill>
                <a:schemeClr val="bg1"/>
              </a:solidFill>
              <a:latin typeface="Times New Roman" panose="02020603050405020304" pitchFamily="18" charset="0"/>
              <a:ea typeface="宋体" panose="02010600030101010101" pitchFamily="2" charset="-122"/>
            </a:endParaRPr>
          </a:p>
        </p:txBody>
      </p:sp>
      <p:sp>
        <p:nvSpPr>
          <p:cNvPr id="78891" name="Line 43"/>
          <p:cNvSpPr/>
          <p:nvPr/>
        </p:nvSpPr>
        <p:spPr>
          <a:xfrm>
            <a:off x="4859338" y="2060575"/>
            <a:ext cx="647700" cy="0"/>
          </a:xfrm>
          <a:prstGeom prst="line">
            <a:avLst/>
          </a:prstGeom>
          <a:ln w="76200" cap="flat" cmpd="sng">
            <a:solidFill>
              <a:srgbClr val="0066FF"/>
            </a:solidFill>
            <a:prstDash val="solid"/>
            <a:headEnd type="none" w="med" len="med"/>
            <a:tailEnd type="triangle" w="med" len="med"/>
          </a:ln>
        </p:spPr>
      </p:sp>
      <p:sp>
        <p:nvSpPr>
          <p:cNvPr id="78908" name="Text Box 60"/>
          <p:cNvSpPr txBox="1"/>
          <p:nvPr/>
        </p:nvSpPr>
        <p:spPr>
          <a:xfrm>
            <a:off x="539750" y="3500438"/>
            <a:ext cx="542925" cy="519112"/>
          </a:xfrm>
          <a:prstGeom prst="rect">
            <a:avLst/>
          </a:prstGeom>
          <a:solidFill>
            <a:srgbClr val="990033"/>
          </a:solidFill>
          <a:ln w="9525">
            <a:noFill/>
          </a:ln>
        </p:spPr>
        <p:txBody>
          <a:bodyPr wrap="none">
            <a:spAutoFit/>
          </a:bodyPr>
          <a:p>
            <a:pPr>
              <a:spcBef>
                <a:spcPct val="50000"/>
              </a:spcBef>
            </a:pPr>
            <a:r>
              <a:rPr lang="zh-CN" altLang="en-US" dirty="0">
                <a:solidFill>
                  <a:schemeClr val="bg1"/>
                </a:solidFill>
                <a:latin typeface="Times New Roman" panose="02020603050405020304" pitchFamily="18" charset="0"/>
                <a:ea typeface="宋体" panose="02010600030101010101" pitchFamily="2" charset="-122"/>
              </a:rPr>
              <a:t>解</a:t>
            </a:r>
            <a:endParaRPr lang="zh-CN" altLang="en-US" dirty="0">
              <a:solidFill>
                <a:schemeClr val="bg1"/>
              </a:solidFill>
              <a:latin typeface="Times New Roman" panose="02020603050405020304" pitchFamily="18" charset="0"/>
              <a:ea typeface="宋体" panose="02010600030101010101" pitchFamily="2" charset="-122"/>
            </a:endParaRPr>
          </a:p>
        </p:txBody>
      </p:sp>
      <p:graphicFrame>
        <p:nvGraphicFramePr>
          <p:cNvPr id="78909" name="Object 61"/>
          <p:cNvGraphicFramePr/>
          <p:nvPr/>
        </p:nvGraphicFramePr>
        <p:xfrm>
          <a:off x="1258888" y="3284538"/>
          <a:ext cx="5859462" cy="1028700"/>
        </p:xfrm>
        <a:graphic>
          <a:graphicData uri="http://schemas.openxmlformats.org/presentationml/2006/ole">
            <mc:AlternateContent xmlns:mc="http://schemas.openxmlformats.org/markup-compatibility/2006">
              <mc:Choice xmlns:v="urn:schemas-microsoft-com:vml" Requires="v">
                <p:oleObj spid="_x0000_s3481" name="" r:id="rId1" imgW="2754630" imgH="482600" progId="Equation.3">
                  <p:embed/>
                </p:oleObj>
              </mc:Choice>
              <mc:Fallback>
                <p:oleObj name="" r:id="rId1" imgW="2754630" imgH="482600" progId="Equation.3">
                  <p:embed/>
                  <p:pic>
                    <p:nvPicPr>
                      <p:cNvPr id="0" name="图片 3480"/>
                      <p:cNvPicPr/>
                      <p:nvPr/>
                    </p:nvPicPr>
                    <p:blipFill>
                      <a:blip r:embed="rId2">
                        <a:clrChange>
                          <a:clrFrom>
                            <a:srgbClr val="000000"/>
                          </a:clrFrom>
                          <a:clrTo>
                            <a:srgbClr val="FFFFFF"/>
                          </a:clrTo>
                        </a:clrChange>
                      </a:blip>
                      <a:stretch>
                        <a:fillRect/>
                      </a:stretch>
                    </p:blipFill>
                    <p:spPr>
                      <a:xfrm>
                        <a:off x="1258888" y="3284538"/>
                        <a:ext cx="5859462" cy="1028700"/>
                      </a:xfrm>
                      <a:prstGeom prst="rect">
                        <a:avLst/>
                      </a:prstGeom>
                      <a:noFill/>
                      <a:ln w="38100">
                        <a:noFill/>
                        <a:miter/>
                      </a:ln>
                    </p:spPr>
                  </p:pic>
                </p:oleObj>
              </mc:Fallback>
            </mc:AlternateContent>
          </a:graphicData>
        </a:graphic>
      </p:graphicFrame>
      <p:graphicFrame>
        <p:nvGraphicFramePr>
          <p:cNvPr id="78911" name="Object 63"/>
          <p:cNvGraphicFramePr/>
          <p:nvPr/>
        </p:nvGraphicFramePr>
        <p:xfrm>
          <a:off x="1204913" y="5262563"/>
          <a:ext cx="3887787" cy="541337"/>
        </p:xfrm>
        <a:graphic>
          <a:graphicData uri="http://schemas.openxmlformats.org/presentationml/2006/ole">
            <mc:AlternateContent xmlns:mc="http://schemas.openxmlformats.org/markup-compatibility/2006">
              <mc:Choice xmlns:v="urn:schemas-microsoft-com:vml" Requires="v">
                <p:oleObj spid="_x0000_s3482" name="" r:id="rId3" imgW="1827530" imgH="254000" progId="Equation.3">
                  <p:embed/>
                </p:oleObj>
              </mc:Choice>
              <mc:Fallback>
                <p:oleObj name="" r:id="rId3" imgW="1827530" imgH="254000" progId="Equation.3">
                  <p:embed/>
                  <p:pic>
                    <p:nvPicPr>
                      <p:cNvPr id="0" name="图片 3481"/>
                      <p:cNvPicPr/>
                      <p:nvPr/>
                    </p:nvPicPr>
                    <p:blipFill>
                      <a:blip r:embed="rId4">
                        <a:clrChange>
                          <a:clrFrom>
                            <a:srgbClr val="000000"/>
                          </a:clrFrom>
                          <a:clrTo>
                            <a:srgbClr val="FFFFFF"/>
                          </a:clrTo>
                        </a:clrChange>
                      </a:blip>
                      <a:stretch>
                        <a:fillRect/>
                      </a:stretch>
                    </p:blipFill>
                    <p:spPr>
                      <a:xfrm>
                        <a:off x="1204913" y="5262563"/>
                        <a:ext cx="3887787" cy="541337"/>
                      </a:xfrm>
                      <a:prstGeom prst="rect">
                        <a:avLst/>
                      </a:prstGeom>
                      <a:noFill/>
                      <a:ln w="38100">
                        <a:noFill/>
                        <a:miter/>
                      </a:ln>
                    </p:spPr>
                  </p:pic>
                </p:oleObj>
              </mc:Fallback>
            </mc:AlternateContent>
          </a:graphicData>
        </a:graphic>
      </p:graphicFrame>
      <p:graphicFrame>
        <p:nvGraphicFramePr>
          <p:cNvPr id="78912" name="Object 64"/>
          <p:cNvGraphicFramePr/>
          <p:nvPr/>
        </p:nvGraphicFramePr>
        <p:xfrm>
          <a:off x="1144588" y="5767388"/>
          <a:ext cx="4464050" cy="989012"/>
        </p:xfrm>
        <a:graphic>
          <a:graphicData uri="http://schemas.openxmlformats.org/presentationml/2006/ole">
            <mc:AlternateContent xmlns:mc="http://schemas.openxmlformats.org/markup-compatibility/2006">
              <mc:Choice xmlns:v="urn:schemas-microsoft-com:vml" Requires="v">
                <p:oleObj spid="_x0000_s3484" name="" r:id="rId5" imgW="2183765" imgH="482600" progId="Equation.3">
                  <p:embed/>
                </p:oleObj>
              </mc:Choice>
              <mc:Fallback>
                <p:oleObj name="" r:id="rId5" imgW="2183765" imgH="482600" progId="Equation.3">
                  <p:embed/>
                  <p:pic>
                    <p:nvPicPr>
                      <p:cNvPr id="0" name="图片 3483"/>
                      <p:cNvPicPr/>
                      <p:nvPr/>
                    </p:nvPicPr>
                    <p:blipFill>
                      <a:blip r:embed="rId6">
                        <a:clrChange>
                          <a:clrFrom>
                            <a:srgbClr val="000000"/>
                          </a:clrFrom>
                          <a:clrTo>
                            <a:srgbClr val="FFFFFF"/>
                          </a:clrTo>
                        </a:clrChange>
                      </a:blip>
                      <a:stretch>
                        <a:fillRect/>
                      </a:stretch>
                    </p:blipFill>
                    <p:spPr>
                      <a:xfrm>
                        <a:off x="1144588" y="5767388"/>
                        <a:ext cx="4464050" cy="989012"/>
                      </a:xfrm>
                      <a:prstGeom prst="rect">
                        <a:avLst/>
                      </a:prstGeom>
                      <a:noFill/>
                      <a:ln w="38100">
                        <a:noFill/>
                        <a:miter/>
                      </a:ln>
                    </p:spPr>
                  </p:pic>
                </p:oleObj>
              </mc:Fallback>
            </mc:AlternateContent>
          </a:graphicData>
        </a:graphic>
      </p:graphicFrame>
      <p:grpSp>
        <p:nvGrpSpPr>
          <p:cNvPr id="78861" name="Group 72"/>
          <p:cNvGrpSpPr/>
          <p:nvPr/>
        </p:nvGrpSpPr>
        <p:grpSpPr>
          <a:xfrm>
            <a:off x="8316913" y="6446838"/>
            <a:ext cx="792162" cy="366712"/>
            <a:chOff x="4649" y="4020"/>
            <a:chExt cx="499" cy="231"/>
          </a:xfrm>
        </p:grpSpPr>
        <p:pic>
          <p:nvPicPr>
            <p:cNvPr id="78904" name="Picture 73" descr="78900"/>
            <p:cNvPicPr>
              <a:picLocks noChangeAspect="1"/>
            </p:cNvPicPr>
            <p:nvPr/>
          </p:nvPicPr>
          <p:blipFill>
            <a:blip r:embed="rId7"/>
            <a:stretch>
              <a:fillRect/>
            </a:stretch>
          </p:blipFill>
          <p:spPr>
            <a:xfrm>
              <a:off x="4649" y="4066"/>
              <a:ext cx="499" cy="181"/>
            </a:xfrm>
            <a:prstGeom prst="rect">
              <a:avLst/>
            </a:prstGeom>
            <a:noFill/>
            <a:ln w="9525">
              <a:noFill/>
            </a:ln>
          </p:spPr>
        </p:pic>
        <p:sp>
          <p:nvSpPr>
            <p:cNvPr id="78905" name="Text Box 74">
              <a:hlinkClick r:id="" action="ppaction://hlinkshowjump?jump=previousslide"/>
            </p:cNvPr>
            <p:cNvSpPr txBox="1"/>
            <p:nvPr/>
          </p:nvSpPr>
          <p:spPr>
            <a:xfrm>
              <a:off x="4672" y="4020"/>
              <a:ext cx="476" cy="231"/>
            </a:xfrm>
            <a:prstGeom prst="rect">
              <a:avLst/>
            </a:prstGeom>
            <a:noFill/>
            <a:ln w="9525">
              <a:noFill/>
            </a:ln>
          </p:spPr>
          <p:txBody>
            <a:bodyPr wrap="none">
              <a:spAutoFit/>
            </a:bodyPr>
            <a:p>
              <a:pPr>
                <a:spcBef>
                  <a:spcPct val="50000"/>
                </a:spcBef>
              </a:pPr>
              <a:r>
                <a:rPr lang="zh-CN" altLang="en-US" sz="1800" b="0" dirty="0">
                  <a:solidFill>
                    <a:schemeClr val="bg1"/>
                  </a:solidFill>
                  <a:latin typeface="隶书" panose="02010509060101010101" pitchFamily="49" charset="-122"/>
                  <a:ea typeface="隶书" panose="02010509060101010101" pitchFamily="49" charset="-122"/>
                </a:rPr>
                <a:t>上 页</a:t>
              </a:r>
              <a:endParaRPr lang="zh-CN" altLang="en-US" sz="1800" b="0" dirty="0">
                <a:solidFill>
                  <a:schemeClr val="bg1"/>
                </a:solidFill>
                <a:latin typeface="隶书" panose="02010509060101010101" pitchFamily="49" charset="-122"/>
                <a:ea typeface="隶书" panose="02010509060101010101" pitchFamily="49" charset="-122"/>
              </a:endParaRPr>
            </a:p>
          </p:txBody>
        </p:sp>
      </p:grpSp>
      <p:grpSp>
        <p:nvGrpSpPr>
          <p:cNvPr id="3" name="Group 131"/>
          <p:cNvGrpSpPr/>
          <p:nvPr/>
        </p:nvGrpSpPr>
        <p:grpSpPr>
          <a:xfrm>
            <a:off x="5508625" y="1125538"/>
            <a:ext cx="3213100" cy="2032000"/>
            <a:chOff x="3470" y="709"/>
            <a:chExt cx="2024" cy="1280"/>
          </a:xfrm>
        </p:grpSpPr>
        <p:sp>
          <p:nvSpPr>
            <p:cNvPr id="78892" name="Line 115"/>
            <p:cNvSpPr/>
            <p:nvPr/>
          </p:nvSpPr>
          <p:spPr>
            <a:xfrm>
              <a:off x="3651" y="709"/>
              <a:ext cx="1450" cy="4"/>
            </a:xfrm>
            <a:prstGeom prst="line">
              <a:avLst/>
            </a:prstGeom>
            <a:ln w="28575" cap="flat" cmpd="sng">
              <a:solidFill>
                <a:srgbClr val="FFCC00"/>
              </a:solidFill>
              <a:prstDash val="solid"/>
              <a:headEnd type="none" w="med" len="med"/>
              <a:tailEnd type="none" w="med" len="med"/>
            </a:ln>
          </p:spPr>
        </p:sp>
        <p:sp>
          <p:nvSpPr>
            <p:cNvPr id="78893" name="Oval 108"/>
            <p:cNvSpPr/>
            <p:nvPr/>
          </p:nvSpPr>
          <p:spPr>
            <a:xfrm>
              <a:off x="3470" y="1435"/>
              <a:ext cx="363" cy="363"/>
            </a:xfrm>
            <a:prstGeom prst="ellipse">
              <a:avLst/>
            </a:prstGeom>
            <a:gradFill rotWithShape="1">
              <a:gsLst>
                <a:gs pos="0">
                  <a:srgbClr val="0099FF"/>
                </a:gs>
                <a:gs pos="100000">
                  <a:srgbClr val="004776"/>
                </a:gs>
              </a:gsLst>
              <a:path path="shape">
                <a:fillToRect l="50000" t="50000" r="50000" b="50000"/>
              </a:path>
              <a:tileRect/>
            </a:gradFill>
            <a:ln w="38100" cap="flat" cmpd="sng">
              <a:solidFill>
                <a:srgbClr val="FF9900"/>
              </a:solidFill>
              <a:prstDash val="solid"/>
              <a:headEnd type="none" w="med" len="med"/>
              <a:tailEnd type="none" w="med" len="med"/>
            </a:ln>
          </p:spPr>
          <p:txBody>
            <a:bodyPr wrap="none" anchor="ctr" anchorCtr="0"/>
            <a:p>
              <a:endParaRPr lang="zh-CN" altLang="en-US" dirty="0">
                <a:latin typeface="楷体_GB2312" pitchFamily="49" charset="-122"/>
              </a:endParaRPr>
            </a:p>
          </p:txBody>
        </p:sp>
        <p:graphicFrame>
          <p:nvGraphicFramePr>
            <p:cNvPr id="78855" name="Object 109"/>
            <p:cNvGraphicFramePr/>
            <p:nvPr/>
          </p:nvGraphicFramePr>
          <p:xfrm>
            <a:off x="3833" y="1443"/>
            <a:ext cx="283" cy="362"/>
          </p:xfrm>
          <a:graphic>
            <a:graphicData uri="http://schemas.openxmlformats.org/presentationml/2006/ole">
              <mc:AlternateContent xmlns:mc="http://schemas.openxmlformats.org/markup-compatibility/2006">
                <mc:Choice xmlns:v="urn:schemas-microsoft-com:vml" Requires="v">
                  <p:oleObj spid="_x0000_s3561" name="" r:id="rId8" imgW="228600" imgH="292100" progId="Equation.3">
                    <p:embed/>
                  </p:oleObj>
                </mc:Choice>
                <mc:Fallback>
                  <p:oleObj name="" r:id="rId8" imgW="228600" imgH="292100" progId="Equation.3">
                    <p:embed/>
                    <p:pic>
                      <p:nvPicPr>
                        <p:cNvPr id="0" name="图片 3560"/>
                        <p:cNvPicPr/>
                        <p:nvPr/>
                      </p:nvPicPr>
                      <p:blipFill>
                        <a:blip r:embed="rId9">
                          <a:clrChange>
                            <a:clrFrom>
                              <a:srgbClr val="000000"/>
                            </a:clrFrom>
                            <a:clrTo>
                              <a:srgbClr val="FFFFFF"/>
                            </a:clrTo>
                          </a:clrChange>
                        </a:blip>
                        <a:stretch>
                          <a:fillRect/>
                        </a:stretch>
                      </p:blipFill>
                      <p:spPr>
                        <a:xfrm>
                          <a:off x="3833" y="1443"/>
                          <a:ext cx="283" cy="362"/>
                        </a:xfrm>
                        <a:prstGeom prst="rect">
                          <a:avLst/>
                        </a:prstGeom>
                        <a:noFill/>
                        <a:ln w="38100">
                          <a:noFill/>
                          <a:miter/>
                        </a:ln>
                      </p:spPr>
                    </p:pic>
                  </p:oleObj>
                </mc:Fallback>
              </mc:AlternateContent>
            </a:graphicData>
          </a:graphic>
        </p:graphicFrame>
        <p:sp>
          <p:nvSpPr>
            <p:cNvPr id="78894" name="Text Box 110"/>
            <p:cNvSpPr txBox="1"/>
            <p:nvPr/>
          </p:nvSpPr>
          <p:spPr>
            <a:xfrm>
              <a:off x="3688" y="891"/>
              <a:ext cx="283" cy="327"/>
            </a:xfrm>
            <a:prstGeom prst="rect">
              <a:avLst/>
            </a:prstGeom>
            <a:noFill/>
            <a:ln w="9525">
              <a:noFill/>
            </a:ln>
          </p:spPr>
          <p:txBody>
            <a:bodyPr wrap="none">
              <a:spAutoFit/>
            </a:bodyPr>
            <a:p>
              <a:r>
                <a:rPr lang="en-US" altLang="zh-CN" b="0" i="1" dirty="0">
                  <a:solidFill>
                    <a:schemeClr val="bg1"/>
                  </a:solidFill>
                  <a:latin typeface="Times New Roman" panose="02020603050405020304" pitchFamily="18" charset="0"/>
                  <a:ea typeface="宋体" panose="02010600030101010101" pitchFamily="2" charset="-122"/>
                </a:rPr>
                <a:t>Z</a:t>
              </a:r>
              <a:r>
                <a:rPr lang="en-US" altLang="zh-CN" b="0" baseline="-25000" dirty="0">
                  <a:solidFill>
                    <a:schemeClr val="bg1"/>
                  </a:solidFill>
                  <a:latin typeface="Times New Roman" panose="02020603050405020304" pitchFamily="18" charset="0"/>
                  <a:ea typeface="宋体" panose="02010600030101010101" pitchFamily="2" charset="-122"/>
                </a:rPr>
                <a:t>i</a:t>
              </a:r>
              <a:endParaRPr lang="en-US" altLang="zh-CN" b="0" dirty="0">
                <a:solidFill>
                  <a:schemeClr val="bg1"/>
                </a:solidFill>
                <a:latin typeface="Times New Roman" panose="02020603050405020304" pitchFamily="18" charset="0"/>
                <a:ea typeface="宋体" panose="02010600030101010101" pitchFamily="2" charset="-122"/>
              </a:endParaRPr>
            </a:p>
          </p:txBody>
        </p:sp>
        <p:sp>
          <p:nvSpPr>
            <p:cNvPr id="78895" name="Line 111"/>
            <p:cNvSpPr/>
            <p:nvPr/>
          </p:nvSpPr>
          <p:spPr>
            <a:xfrm rot="-5400000" flipH="1">
              <a:off x="4445" y="505"/>
              <a:ext cx="0" cy="408"/>
            </a:xfrm>
            <a:prstGeom prst="line">
              <a:avLst/>
            </a:prstGeom>
            <a:ln w="28575" cap="flat" cmpd="sng">
              <a:solidFill>
                <a:srgbClr val="66FFFF"/>
              </a:solidFill>
              <a:prstDash val="solid"/>
              <a:headEnd type="none" w="med" len="med"/>
              <a:tailEnd type="triangle" w="med" len="med"/>
            </a:ln>
          </p:spPr>
        </p:sp>
        <p:sp>
          <p:nvSpPr>
            <p:cNvPr id="78896" name="Text Box 112"/>
            <p:cNvSpPr txBox="1"/>
            <p:nvPr/>
          </p:nvSpPr>
          <p:spPr>
            <a:xfrm>
              <a:off x="3787" y="1208"/>
              <a:ext cx="242" cy="327"/>
            </a:xfrm>
            <a:prstGeom prst="rect">
              <a:avLst/>
            </a:prstGeom>
            <a:noFill/>
            <a:ln w="9525">
              <a:noFill/>
            </a:ln>
          </p:spPr>
          <p:txBody>
            <a:bodyPr wrap="none">
              <a:spAutoFit/>
            </a:bodyPr>
            <a:p>
              <a:pPr>
                <a:spcBef>
                  <a:spcPct val="50000"/>
                </a:spcBef>
              </a:pPr>
              <a:r>
                <a:rPr lang="en-US" altLang="zh-CN" b="0" dirty="0">
                  <a:solidFill>
                    <a:schemeClr val="bg1"/>
                  </a:solidFill>
                  <a:latin typeface="Times New Roman" panose="02020603050405020304" pitchFamily="18" charset="0"/>
                  <a:ea typeface="宋体" panose="02010600030101010101" pitchFamily="2" charset="-122"/>
                </a:rPr>
                <a:t>+</a:t>
              </a:r>
              <a:endParaRPr lang="en-US" altLang="zh-CN" b="0" dirty="0">
                <a:solidFill>
                  <a:schemeClr val="bg1"/>
                </a:solidFill>
                <a:latin typeface="Times New Roman" panose="02020603050405020304" pitchFamily="18" charset="0"/>
                <a:ea typeface="宋体" panose="02010600030101010101" pitchFamily="2" charset="-122"/>
              </a:endParaRPr>
            </a:p>
          </p:txBody>
        </p:sp>
        <p:sp>
          <p:nvSpPr>
            <p:cNvPr id="78897" name="Text Box 113"/>
            <p:cNvSpPr txBox="1"/>
            <p:nvPr/>
          </p:nvSpPr>
          <p:spPr>
            <a:xfrm>
              <a:off x="3787" y="1662"/>
              <a:ext cx="229" cy="327"/>
            </a:xfrm>
            <a:prstGeom prst="rect">
              <a:avLst/>
            </a:prstGeom>
            <a:noFill/>
            <a:ln w="9525">
              <a:noFill/>
            </a:ln>
          </p:spPr>
          <p:txBody>
            <a:bodyPr wrap="none">
              <a:spAutoFit/>
            </a:bodyPr>
            <a:p>
              <a:pPr>
                <a:spcBef>
                  <a:spcPct val="50000"/>
                </a:spcBef>
              </a:pPr>
              <a:r>
                <a:rPr lang="en-US" altLang="zh-CN" b="0" dirty="0">
                  <a:solidFill>
                    <a:schemeClr val="bg1"/>
                  </a:solidFill>
                  <a:latin typeface="宋体" panose="02010600030101010101" pitchFamily="2" charset="-122"/>
                  <a:ea typeface="宋体" panose="02010600030101010101" pitchFamily="2" charset="-122"/>
                </a:rPr>
                <a:t>-</a:t>
              </a:r>
              <a:endParaRPr lang="en-US" altLang="zh-CN" b="0" dirty="0">
                <a:solidFill>
                  <a:schemeClr val="bg1"/>
                </a:solidFill>
                <a:latin typeface="Times New Roman" panose="02020603050405020304" pitchFamily="18" charset="0"/>
                <a:ea typeface="宋体" panose="02010600030101010101" pitchFamily="2" charset="-122"/>
              </a:endParaRPr>
            </a:p>
          </p:txBody>
        </p:sp>
        <p:sp>
          <p:nvSpPr>
            <p:cNvPr id="78898" name="Line 114"/>
            <p:cNvSpPr/>
            <p:nvPr/>
          </p:nvSpPr>
          <p:spPr>
            <a:xfrm>
              <a:off x="3651" y="713"/>
              <a:ext cx="0" cy="1266"/>
            </a:xfrm>
            <a:prstGeom prst="line">
              <a:avLst/>
            </a:prstGeom>
            <a:ln w="28575" cap="flat" cmpd="sng">
              <a:solidFill>
                <a:srgbClr val="FFCC00"/>
              </a:solidFill>
              <a:prstDash val="solid"/>
              <a:headEnd type="none" w="med" len="med"/>
              <a:tailEnd type="none" w="med" len="med"/>
            </a:ln>
          </p:spPr>
        </p:sp>
        <p:sp>
          <p:nvSpPr>
            <p:cNvPr id="78899" name="Line 116"/>
            <p:cNvSpPr/>
            <p:nvPr/>
          </p:nvSpPr>
          <p:spPr>
            <a:xfrm flipV="1">
              <a:off x="3651" y="1979"/>
              <a:ext cx="1452" cy="0"/>
            </a:xfrm>
            <a:prstGeom prst="line">
              <a:avLst/>
            </a:prstGeom>
            <a:ln w="28575" cap="flat" cmpd="sng">
              <a:solidFill>
                <a:srgbClr val="FFCC00"/>
              </a:solidFill>
              <a:prstDash val="solid"/>
              <a:headEnd type="none" w="med" len="med"/>
              <a:tailEnd type="none" w="med" len="med"/>
            </a:ln>
          </p:spPr>
        </p:sp>
        <p:graphicFrame>
          <p:nvGraphicFramePr>
            <p:cNvPr id="78856" name="Object 117"/>
            <p:cNvGraphicFramePr/>
            <p:nvPr/>
          </p:nvGraphicFramePr>
          <p:xfrm>
            <a:off x="4286" y="709"/>
            <a:ext cx="154" cy="280"/>
          </p:xfrm>
          <a:graphic>
            <a:graphicData uri="http://schemas.openxmlformats.org/presentationml/2006/ole">
              <mc:AlternateContent xmlns:mc="http://schemas.openxmlformats.org/markup-compatibility/2006">
                <mc:Choice xmlns:v="urn:schemas-microsoft-com:vml" Requires="v">
                  <p:oleObj spid="_x0000_s3562" name="" r:id="rId10" imgW="127000" imgH="215265" progId="Equation.3">
                    <p:embed/>
                  </p:oleObj>
                </mc:Choice>
                <mc:Fallback>
                  <p:oleObj name="" r:id="rId10" imgW="127000" imgH="215265" progId="Equation.3">
                    <p:embed/>
                    <p:pic>
                      <p:nvPicPr>
                        <p:cNvPr id="0" name="图片 3561"/>
                        <p:cNvPicPr/>
                        <p:nvPr/>
                      </p:nvPicPr>
                      <p:blipFill>
                        <a:blip r:embed="rId11">
                          <a:clrChange>
                            <a:clrFrom>
                              <a:srgbClr val="000000"/>
                            </a:clrFrom>
                            <a:clrTo>
                              <a:srgbClr val="FFFFFF"/>
                            </a:clrTo>
                          </a:clrChange>
                        </a:blip>
                        <a:stretch>
                          <a:fillRect/>
                        </a:stretch>
                      </p:blipFill>
                      <p:spPr>
                        <a:xfrm>
                          <a:off x="4286" y="709"/>
                          <a:ext cx="154" cy="280"/>
                        </a:xfrm>
                        <a:prstGeom prst="rect">
                          <a:avLst/>
                        </a:prstGeom>
                        <a:noFill/>
                        <a:ln w="38100">
                          <a:noFill/>
                          <a:miter/>
                        </a:ln>
                      </p:spPr>
                    </p:pic>
                  </p:oleObj>
                </mc:Fallback>
              </mc:AlternateContent>
            </a:graphicData>
          </a:graphic>
        </p:graphicFrame>
        <p:sp>
          <p:nvSpPr>
            <p:cNvPr id="78900" name="Text Box 118"/>
            <p:cNvSpPr txBox="1"/>
            <p:nvPr/>
          </p:nvSpPr>
          <p:spPr>
            <a:xfrm>
              <a:off x="5148" y="1118"/>
              <a:ext cx="346" cy="327"/>
            </a:xfrm>
            <a:prstGeom prst="rect">
              <a:avLst/>
            </a:prstGeom>
            <a:noFill/>
            <a:ln w="28575">
              <a:noFill/>
            </a:ln>
          </p:spPr>
          <p:txBody>
            <a:bodyPr wrap="none" anchor="ctr" anchorCtr="0">
              <a:spAutoFit/>
            </a:bodyPr>
            <a:p>
              <a:pPr algn="ctr"/>
              <a:r>
                <a:rPr lang="en-US" altLang="zh-CN" b="0" dirty="0">
                  <a:solidFill>
                    <a:schemeClr val="bg1"/>
                  </a:solidFill>
                  <a:latin typeface="Times New Roman" panose="02020603050405020304" pitchFamily="18" charset="0"/>
                  <a:ea typeface="宋体" panose="02010600030101010101" pitchFamily="2" charset="-122"/>
                </a:rPr>
                <a:t>Z</a:t>
              </a:r>
              <a:r>
                <a:rPr lang="en-US" altLang="zh-CN" b="0" baseline="-25000" dirty="0">
                  <a:solidFill>
                    <a:schemeClr val="bg1"/>
                  </a:solidFill>
                  <a:latin typeface="Times New Roman" panose="02020603050405020304" pitchFamily="18" charset="0"/>
                  <a:ea typeface="宋体" panose="02010600030101010101" pitchFamily="2" charset="-122"/>
                </a:rPr>
                <a:t>L</a:t>
              </a:r>
              <a:endParaRPr lang="en-US" altLang="zh-CN" b="0" baseline="-25000" dirty="0">
                <a:solidFill>
                  <a:schemeClr val="bg1"/>
                </a:solidFill>
                <a:latin typeface="Times New Roman" panose="02020603050405020304" pitchFamily="18" charset="0"/>
                <a:ea typeface="宋体" panose="02010600030101010101" pitchFamily="2" charset="-122"/>
              </a:endParaRPr>
            </a:p>
          </p:txBody>
        </p:sp>
        <p:sp>
          <p:nvSpPr>
            <p:cNvPr id="78901" name="Line 119"/>
            <p:cNvSpPr/>
            <p:nvPr/>
          </p:nvSpPr>
          <p:spPr>
            <a:xfrm>
              <a:off x="5101" y="713"/>
              <a:ext cx="2" cy="1266"/>
            </a:xfrm>
            <a:prstGeom prst="line">
              <a:avLst/>
            </a:prstGeom>
            <a:ln w="28575" cap="flat" cmpd="sng">
              <a:solidFill>
                <a:srgbClr val="FFCC00"/>
              </a:solidFill>
              <a:prstDash val="solid"/>
              <a:headEnd type="none" w="med" len="med"/>
              <a:tailEnd type="none" w="med" len="med"/>
            </a:ln>
          </p:spPr>
        </p:sp>
        <p:sp>
          <p:nvSpPr>
            <p:cNvPr id="78902" name="Rectangle 120"/>
            <p:cNvSpPr/>
            <p:nvPr/>
          </p:nvSpPr>
          <p:spPr>
            <a:xfrm>
              <a:off x="3579" y="936"/>
              <a:ext cx="127" cy="318"/>
            </a:xfrm>
            <a:prstGeom prst="rect">
              <a:avLst/>
            </a:prstGeom>
            <a:gradFill rotWithShape="1">
              <a:gsLst>
                <a:gs pos="0">
                  <a:srgbClr val="764700"/>
                </a:gs>
                <a:gs pos="50000">
                  <a:srgbClr val="FF9900"/>
                </a:gs>
                <a:gs pos="100000">
                  <a:srgbClr val="764700"/>
                </a:gs>
              </a:gsLst>
              <a:lin ang="0" scaled="1"/>
              <a:tileRect/>
            </a:gradFill>
            <a:ln w="28575">
              <a:noFill/>
            </a:ln>
          </p:spPr>
          <p:txBody>
            <a:bodyPr wrap="none" anchor="ctr" anchorCtr="0"/>
            <a:p>
              <a:endParaRPr lang="zh-CN" altLang="en-US" dirty="0">
                <a:latin typeface="楷体_GB2312" pitchFamily="49" charset="-122"/>
              </a:endParaRPr>
            </a:p>
          </p:txBody>
        </p:sp>
        <p:sp>
          <p:nvSpPr>
            <p:cNvPr id="78903" name="Rectangle 121"/>
            <p:cNvSpPr/>
            <p:nvPr/>
          </p:nvSpPr>
          <p:spPr>
            <a:xfrm>
              <a:off x="5039" y="1118"/>
              <a:ext cx="127" cy="318"/>
            </a:xfrm>
            <a:prstGeom prst="rect">
              <a:avLst/>
            </a:prstGeom>
            <a:gradFill rotWithShape="1">
              <a:gsLst>
                <a:gs pos="0">
                  <a:srgbClr val="764700"/>
                </a:gs>
                <a:gs pos="50000">
                  <a:srgbClr val="FF9900"/>
                </a:gs>
                <a:gs pos="100000">
                  <a:srgbClr val="764700"/>
                </a:gs>
              </a:gsLst>
              <a:lin ang="0" scaled="1"/>
              <a:tileRect/>
            </a:gradFill>
            <a:ln w="28575">
              <a:noFill/>
            </a:ln>
          </p:spPr>
          <p:txBody>
            <a:bodyPr wrap="none" anchor="ctr" anchorCtr="0"/>
            <a:p>
              <a:endParaRPr lang="zh-CN" altLang="en-US" dirty="0">
                <a:latin typeface="楷体_GB2312" pitchFamily="49" charset="-122"/>
              </a:endParaRPr>
            </a:p>
          </p:txBody>
        </p:sp>
      </p:grpSp>
      <p:grpSp>
        <p:nvGrpSpPr>
          <p:cNvPr id="78863" name="Group 127"/>
          <p:cNvGrpSpPr/>
          <p:nvPr/>
        </p:nvGrpSpPr>
        <p:grpSpPr>
          <a:xfrm>
            <a:off x="7451725" y="6446838"/>
            <a:ext cx="792163" cy="366712"/>
            <a:chOff x="4649" y="4020"/>
            <a:chExt cx="499" cy="231"/>
          </a:xfrm>
        </p:grpSpPr>
        <p:pic>
          <p:nvPicPr>
            <p:cNvPr id="78890" name="Picture 128" descr="78900"/>
            <p:cNvPicPr>
              <a:picLocks noChangeAspect="1"/>
            </p:cNvPicPr>
            <p:nvPr/>
          </p:nvPicPr>
          <p:blipFill>
            <a:blip r:embed="rId7"/>
            <a:stretch>
              <a:fillRect/>
            </a:stretch>
          </p:blipFill>
          <p:spPr>
            <a:xfrm>
              <a:off x="4649" y="4066"/>
              <a:ext cx="499" cy="181"/>
            </a:xfrm>
            <a:prstGeom prst="rect">
              <a:avLst/>
            </a:prstGeom>
            <a:noFill/>
            <a:ln w="9525">
              <a:noFill/>
            </a:ln>
          </p:spPr>
        </p:pic>
        <p:sp>
          <p:nvSpPr>
            <p:cNvPr id="2" name="Text Box 129">
              <a:hlinkClick r:id="" action="ppaction://hlinkshowjump?jump=firstslide"/>
            </p:cNvPr>
            <p:cNvSpPr txBox="1"/>
            <p:nvPr/>
          </p:nvSpPr>
          <p:spPr>
            <a:xfrm>
              <a:off x="4672" y="4020"/>
              <a:ext cx="476" cy="231"/>
            </a:xfrm>
            <a:prstGeom prst="rect">
              <a:avLst/>
            </a:prstGeom>
            <a:noFill/>
            <a:ln w="9525">
              <a:noFill/>
            </a:ln>
          </p:spPr>
          <p:txBody>
            <a:bodyPr wrap="none">
              <a:spAutoFit/>
            </a:bodyPr>
            <a:p>
              <a:pPr>
                <a:spcBef>
                  <a:spcPct val="50000"/>
                </a:spcBef>
              </a:pPr>
              <a:r>
                <a:rPr lang="zh-CN" altLang="en-US" sz="1800" b="0" dirty="0">
                  <a:solidFill>
                    <a:schemeClr val="bg1"/>
                  </a:solidFill>
                  <a:latin typeface="隶书" panose="02010509060101010101" pitchFamily="49" charset="-122"/>
                  <a:ea typeface="隶书" panose="02010509060101010101" pitchFamily="49" charset="-122"/>
                </a:rPr>
                <a:t>返 回</a:t>
              </a:r>
              <a:endParaRPr lang="zh-CN" altLang="en-US" sz="1800" b="0" dirty="0">
                <a:solidFill>
                  <a:schemeClr val="bg1"/>
                </a:solidFill>
                <a:latin typeface="隶书" panose="02010509060101010101" pitchFamily="49" charset="-122"/>
                <a:ea typeface="隶书" panose="02010509060101010101" pitchFamily="49" charset="-122"/>
              </a:endParaRPr>
            </a:p>
          </p:txBody>
        </p:sp>
      </p:grpSp>
      <p:grpSp>
        <p:nvGrpSpPr>
          <p:cNvPr id="5" name="Group 138"/>
          <p:cNvGrpSpPr/>
          <p:nvPr/>
        </p:nvGrpSpPr>
        <p:grpSpPr>
          <a:xfrm>
            <a:off x="1258888" y="4292600"/>
            <a:ext cx="4727575" cy="974725"/>
            <a:chOff x="530" y="2631"/>
            <a:chExt cx="2978" cy="614"/>
          </a:xfrm>
        </p:grpSpPr>
        <p:graphicFrame>
          <p:nvGraphicFramePr>
            <p:cNvPr id="78854" name="Object 62"/>
            <p:cNvGraphicFramePr/>
            <p:nvPr/>
          </p:nvGraphicFramePr>
          <p:xfrm>
            <a:off x="530" y="2631"/>
            <a:ext cx="2978" cy="614"/>
          </p:xfrm>
          <a:graphic>
            <a:graphicData uri="http://schemas.openxmlformats.org/presentationml/2006/ole">
              <mc:AlternateContent xmlns:mc="http://schemas.openxmlformats.org/markup-compatibility/2006">
                <mc:Choice xmlns:v="urn:schemas-microsoft-com:vml" Requires="v">
                  <p:oleObj spid="_x0000_s3563" name="" r:id="rId12" imgW="2222500" imgH="457200" progId="Equation.DSMT4">
                    <p:embed/>
                  </p:oleObj>
                </mc:Choice>
                <mc:Fallback>
                  <p:oleObj name="" r:id="rId12" imgW="2222500" imgH="457200" progId="Equation.DSMT4">
                    <p:embed/>
                    <p:pic>
                      <p:nvPicPr>
                        <p:cNvPr id="0" name="图片 3562"/>
                        <p:cNvPicPr/>
                        <p:nvPr/>
                      </p:nvPicPr>
                      <p:blipFill>
                        <a:blip r:embed="rId13">
                          <a:clrChange>
                            <a:clrFrom>
                              <a:srgbClr val="000000"/>
                            </a:clrFrom>
                            <a:clrTo>
                              <a:srgbClr val="FFFFFF"/>
                            </a:clrTo>
                          </a:clrChange>
                        </a:blip>
                        <a:stretch>
                          <a:fillRect/>
                        </a:stretch>
                      </p:blipFill>
                      <p:spPr>
                        <a:xfrm>
                          <a:off x="530" y="2631"/>
                          <a:ext cx="2978" cy="614"/>
                        </a:xfrm>
                        <a:prstGeom prst="rect">
                          <a:avLst/>
                        </a:prstGeom>
                        <a:noFill/>
                        <a:ln w="38100">
                          <a:noFill/>
                          <a:miter/>
                        </a:ln>
                      </p:spPr>
                    </p:pic>
                  </p:oleObj>
                </mc:Fallback>
              </mc:AlternateContent>
            </a:graphicData>
          </a:graphic>
        </p:graphicFrame>
        <p:sp>
          <p:nvSpPr>
            <p:cNvPr id="78889" name="Line 132"/>
            <p:cNvSpPr/>
            <p:nvPr/>
          </p:nvSpPr>
          <p:spPr>
            <a:xfrm>
              <a:off x="2909" y="3038"/>
              <a:ext cx="408" cy="0"/>
            </a:xfrm>
            <a:prstGeom prst="line">
              <a:avLst/>
            </a:prstGeom>
            <a:ln w="9525" cap="flat" cmpd="sng">
              <a:solidFill>
                <a:schemeClr val="bg1"/>
              </a:solidFill>
              <a:prstDash val="solid"/>
              <a:headEnd type="none" w="med" len="med"/>
              <a:tailEnd type="none" w="med" len="med"/>
            </a:ln>
          </p:spPr>
        </p:sp>
      </p:grpSp>
      <p:grpSp>
        <p:nvGrpSpPr>
          <p:cNvPr id="6" name="Group 137"/>
          <p:cNvGrpSpPr/>
          <p:nvPr/>
        </p:nvGrpSpPr>
        <p:grpSpPr>
          <a:xfrm>
            <a:off x="468313" y="1081088"/>
            <a:ext cx="4365625" cy="2101850"/>
            <a:chOff x="295" y="745"/>
            <a:chExt cx="2750" cy="1324"/>
          </a:xfrm>
        </p:grpSpPr>
        <p:grpSp>
          <p:nvGrpSpPr>
            <p:cNvPr id="78866" name="Group 130"/>
            <p:cNvGrpSpPr/>
            <p:nvPr/>
          </p:nvGrpSpPr>
          <p:grpSpPr>
            <a:xfrm>
              <a:off x="295" y="745"/>
              <a:ext cx="2750" cy="1324"/>
              <a:chOff x="295" y="745"/>
              <a:chExt cx="2750" cy="1324"/>
            </a:xfrm>
          </p:grpSpPr>
          <p:sp>
            <p:nvSpPr>
              <p:cNvPr id="78870" name="Line 88"/>
              <p:cNvSpPr/>
              <p:nvPr/>
            </p:nvSpPr>
            <p:spPr>
              <a:xfrm>
                <a:off x="476" y="803"/>
                <a:ext cx="0" cy="1266"/>
              </a:xfrm>
              <a:prstGeom prst="line">
                <a:avLst/>
              </a:prstGeom>
              <a:ln w="28575" cap="flat" cmpd="sng">
                <a:solidFill>
                  <a:srgbClr val="FFCC00"/>
                </a:solidFill>
                <a:prstDash val="solid"/>
                <a:headEnd type="none" w="med" len="med"/>
                <a:tailEnd type="none" w="med" len="med"/>
              </a:ln>
            </p:spPr>
          </p:sp>
          <p:sp>
            <p:nvSpPr>
              <p:cNvPr id="78871" name="Line 90"/>
              <p:cNvSpPr/>
              <p:nvPr/>
            </p:nvSpPr>
            <p:spPr>
              <a:xfrm>
                <a:off x="476" y="799"/>
                <a:ext cx="2176" cy="0"/>
              </a:xfrm>
              <a:prstGeom prst="line">
                <a:avLst/>
              </a:prstGeom>
              <a:ln w="28575" cap="flat" cmpd="sng">
                <a:solidFill>
                  <a:srgbClr val="FFCC00"/>
                </a:solidFill>
                <a:prstDash val="solid"/>
                <a:headEnd type="none" w="med" len="med"/>
                <a:tailEnd type="none" w="med" len="med"/>
              </a:ln>
            </p:spPr>
          </p:sp>
          <p:sp>
            <p:nvSpPr>
              <p:cNvPr id="78872" name="Line 91"/>
              <p:cNvSpPr/>
              <p:nvPr/>
            </p:nvSpPr>
            <p:spPr>
              <a:xfrm>
                <a:off x="476" y="2069"/>
                <a:ext cx="2176" cy="0"/>
              </a:xfrm>
              <a:prstGeom prst="line">
                <a:avLst/>
              </a:prstGeom>
              <a:ln w="28575" cap="flat" cmpd="sng">
                <a:solidFill>
                  <a:srgbClr val="FFCC00"/>
                </a:solidFill>
                <a:prstDash val="solid"/>
                <a:headEnd type="none" w="med" len="med"/>
                <a:tailEnd type="none" w="med" len="med"/>
              </a:ln>
            </p:spPr>
          </p:sp>
          <p:graphicFrame>
            <p:nvGraphicFramePr>
              <p:cNvPr id="78853" name="Object 92"/>
              <p:cNvGraphicFramePr/>
              <p:nvPr/>
            </p:nvGraphicFramePr>
            <p:xfrm>
              <a:off x="295" y="845"/>
              <a:ext cx="154" cy="280"/>
            </p:xfrm>
            <a:graphic>
              <a:graphicData uri="http://schemas.openxmlformats.org/presentationml/2006/ole">
                <mc:AlternateContent xmlns:mc="http://schemas.openxmlformats.org/markup-compatibility/2006">
                  <mc:Choice xmlns:v="urn:schemas-microsoft-com:vml" Requires="v">
                    <p:oleObj spid="_x0000_s3564" name="" r:id="rId14" imgW="127000" imgH="215265" progId="Equation.3">
                      <p:embed/>
                    </p:oleObj>
                  </mc:Choice>
                  <mc:Fallback>
                    <p:oleObj name="" r:id="rId14" imgW="127000" imgH="215265" progId="Equation.3">
                      <p:embed/>
                      <p:pic>
                        <p:nvPicPr>
                          <p:cNvPr id="0" name="图片 3563"/>
                          <p:cNvPicPr/>
                          <p:nvPr/>
                        </p:nvPicPr>
                        <p:blipFill>
                          <a:blip r:embed="rId11">
                            <a:clrChange>
                              <a:clrFrom>
                                <a:srgbClr val="000000"/>
                              </a:clrFrom>
                              <a:clrTo>
                                <a:srgbClr val="FFFFFF"/>
                              </a:clrTo>
                            </a:clrChange>
                          </a:blip>
                          <a:stretch>
                            <a:fillRect/>
                          </a:stretch>
                        </p:blipFill>
                        <p:spPr>
                          <a:xfrm>
                            <a:off x="295" y="845"/>
                            <a:ext cx="154" cy="280"/>
                          </a:xfrm>
                          <a:prstGeom prst="rect">
                            <a:avLst/>
                          </a:prstGeom>
                          <a:noFill/>
                          <a:ln w="38100">
                            <a:noFill/>
                            <a:miter/>
                          </a:ln>
                        </p:spPr>
                      </p:pic>
                    </p:oleObj>
                  </mc:Fallback>
                </mc:AlternateContent>
              </a:graphicData>
            </a:graphic>
          </p:graphicFrame>
          <p:sp>
            <p:nvSpPr>
              <p:cNvPr id="78873" name="Line 94"/>
              <p:cNvSpPr/>
              <p:nvPr/>
            </p:nvSpPr>
            <p:spPr>
              <a:xfrm flipV="1">
                <a:off x="476" y="935"/>
                <a:ext cx="0" cy="409"/>
              </a:xfrm>
              <a:prstGeom prst="line">
                <a:avLst/>
              </a:prstGeom>
              <a:ln w="28575" cap="flat" cmpd="sng">
                <a:solidFill>
                  <a:srgbClr val="66FFFF"/>
                </a:solidFill>
                <a:prstDash val="solid"/>
                <a:headEnd type="none" w="med" len="med"/>
                <a:tailEnd type="triangle" w="med" len="med"/>
              </a:ln>
            </p:spPr>
          </p:sp>
          <p:sp>
            <p:nvSpPr>
              <p:cNvPr id="78874" name="Text Box 95"/>
              <p:cNvSpPr txBox="1"/>
              <p:nvPr/>
            </p:nvSpPr>
            <p:spPr>
              <a:xfrm rot="-5400000">
                <a:off x="355" y="1246"/>
                <a:ext cx="840" cy="327"/>
              </a:xfrm>
              <a:prstGeom prst="rect">
                <a:avLst/>
              </a:prstGeom>
              <a:noFill/>
              <a:ln w="28575">
                <a:noFill/>
              </a:ln>
            </p:spPr>
            <p:txBody>
              <a:bodyPr wrap="none" anchor="ctr" anchorCtr="0">
                <a:spAutoFit/>
              </a:bodyPr>
              <a:p>
                <a:pPr algn="ctr"/>
                <a:r>
                  <a:rPr lang="en-US" altLang="zh-CN" b="0" dirty="0">
                    <a:solidFill>
                      <a:schemeClr val="bg1"/>
                    </a:solidFill>
                    <a:latin typeface="Times New Roman" panose="02020603050405020304" pitchFamily="18" charset="0"/>
                    <a:ea typeface="宋体" panose="02010600030101010101" pitchFamily="2" charset="-122"/>
                  </a:rPr>
                  <a:t>4  90</a:t>
                </a:r>
                <a:r>
                  <a:rPr lang="en-US" altLang="zh-CN" b="0" baseline="50000" dirty="0">
                    <a:solidFill>
                      <a:schemeClr val="bg1"/>
                    </a:solidFill>
                    <a:latin typeface="Times New Roman" panose="02020603050405020304" pitchFamily="18" charset="0"/>
                    <a:ea typeface="宋体" panose="02010600030101010101" pitchFamily="2" charset="-122"/>
                  </a:rPr>
                  <a:t>o </a:t>
                </a:r>
                <a:r>
                  <a:rPr lang="en-US" altLang="zh-CN" b="0" dirty="0">
                    <a:solidFill>
                      <a:schemeClr val="bg1"/>
                    </a:solidFill>
                    <a:latin typeface="Times New Roman" panose="02020603050405020304" pitchFamily="18" charset="0"/>
                    <a:ea typeface="宋体" panose="02010600030101010101" pitchFamily="2" charset="-122"/>
                  </a:rPr>
                  <a:t>A</a:t>
                </a:r>
                <a:endParaRPr lang="en-US" altLang="zh-CN" b="0" dirty="0">
                  <a:solidFill>
                    <a:schemeClr val="bg1"/>
                  </a:solidFill>
                  <a:latin typeface="Times New Roman" panose="02020603050405020304" pitchFamily="18" charset="0"/>
                  <a:ea typeface="宋体" panose="02010600030101010101" pitchFamily="2" charset="-122"/>
                </a:endParaRPr>
              </a:p>
            </p:txBody>
          </p:sp>
          <p:sp>
            <p:nvSpPr>
              <p:cNvPr id="78875" name="Text Box 96"/>
              <p:cNvSpPr txBox="1"/>
              <p:nvPr/>
            </p:nvSpPr>
            <p:spPr>
              <a:xfrm>
                <a:off x="2699" y="1208"/>
                <a:ext cx="346" cy="327"/>
              </a:xfrm>
              <a:prstGeom prst="rect">
                <a:avLst/>
              </a:prstGeom>
              <a:noFill/>
              <a:ln w="28575">
                <a:noFill/>
              </a:ln>
            </p:spPr>
            <p:txBody>
              <a:bodyPr wrap="none" anchor="ctr" anchorCtr="0">
                <a:spAutoFit/>
              </a:bodyPr>
              <a:p>
                <a:pPr algn="ctr"/>
                <a:r>
                  <a:rPr lang="en-US" altLang="zh-CN" b="0" dirty="0">
                    <a:solidFill>
                      <a:schemeClr val="bg1"/>
                    </a:solidFill>
                    <a:latin typeface="Times New Roman" panose="02020603050405020304" pitchFamily="18" charset="0"/>
                    <a:ea typeface="宋体" panose="02010600030101010101" pitchFamily="2" charset="-122"/>
                  </a:rPr>
                  <a:t>Z</a:t>
                </a:r>
                <a:r>
                  <a:rPr lang="en-US" altLang="zh-CN" b="0" baseline="-25000" dirty="0">
                    <a:solidFill>
                      <a:schemeClr val="bg1"/>
                    </a:solidFill>
                    <a:latin typeface="Times New Roman" panose="02020603050405020304" pitchFamily="18" charset="0"/>
                    <a:ea typeface="宋体" panose="02010600030101010101" pitchFamily="2" charset="-122"/>
                  </a:rPr>
                  <a:t>L</a:t>
                </a:r>
                <a:endParaRPr lang="en-US" altLang="zh-CN" b="0" baseline="-25000" dirty="0">
                  <a:solidFill>
                    <a:schemeClr val="bg1"/>
                  </a:solidFill>
                  <a:latin typeface="Times New Roman" panose="02020603050405020304" pitchFamily="18" charset="0"/>
                  <a:ea typeface="宋体" panose="02010600030101010101" pitchFamily="2" charset="-122"/>
                </a:endParaRPr>
              </a:p>
            </p:txBody>
          </p:sp>
          <p:sp>
            <p:nvSpPr>
              <p:cNvPr id="78876" name="Text Box 97"/>
              <p:cNvSpPr txBox="1"/>
              <p:nvPr/>
            </p:nvSpPr>
            <p:spPr>
              <a:xfrm>
                <a:off x="1928" y="845"/>
                <a:ext cx="731" cy="327"/>
              </a:xfrm>
              <a:prstGeom prst="rect">
                <a:avLst/>
              </a:prstGeom>
              <a:noFill/>
              <a:ln w="28575">
                <a:noFill/>
              </a:ln>
            </p:spPr>
            <p:txBody>
              <a:bodyPr anchor="ctr" anchorCtr="0">
                <a:spAutoFit/>
              </a:bodyPr>
              <a:p>
                <a:pPr algn="ctr"/>
                <a:r>
                  <a:rPr lang="en-US" altLang="zh-CN" b="0" dirty="0">
                    <a:solidFill>
                      <a:schemeClr val="bg1"/>
                    </a:solidFill>
                    <a:latin typeface="宋体" panose="02010600030101010101" pitchFamily="2" charset="-122"/>
                    <a:ea typeface="宋体" panose="02010600030101010101" pitchFamily="2" charset="-122"/>
                  </a:rPr>
                  <a:t>-</a:t>
                </a:r>
                <a:r>
                  <a:rPr lang="en-US" altLang="zh-CN" b="0" dirty="0">
                    <a:solidFill>
                      <a:schemeClr val="bg1"/>
                    </a:solidFill>
                    <a:latin typeface="Times New Roman" panose="02020603050405020304" pitchFamily="18" charset="0"/>
                    <a:ea typeface="宋体" panose="02010600030101010101" pitchFamily="2" charset="-122"/>
                  </a:rPr>
                  <a:t>j30</a:t>
                </a:r>
                <a:r>
                  <a:rPr lang="en-US" altLang="zh-CN" b="0" dirty="0">
                    <a:solidFill>
                      <a:schemeClr val="bg1"/>
                    </a:solidFill>
                    <a:latin typeface="Symbol" panose="05050102010706020507" pitchFamily="18" charset="2"/>
                    <a:ea typeface="宋体" panose="02010600030101010101" pitchFamily="2" charset="-122"/>
                  </a:rPr>
                  <a:t>W</a:t>
                </a:r>
                <a:endParaRPr lang="en-US" altLang="zh-CN" b="0" dirty="0">
                  <a:solidFill>
                    <a:schemeClr val="bg1"/>
                  </a:solidFill>
                  <a:latin typeface="Times New Roman" panose="02020603050405020304" pitchFamily="18" charset="0"/>
                  <a:ea typeface="宋体" panose="02010600030101010101" pitchFamily="2" charset="-122"/>
                </a:endParaRPr>
              </a:p>
            </p:txBody>
          </p:sp>
          <p:sp>
            <p:nvSpPr>
              <p:cNvPr id="78877" name="Text Box 98"/>
              <p:cNvSpPr txBox="1"/>
              <p:nvPr/>
            </p:nvSpPr>
            <p:spPr>
              <a:xfrm>
                <a:off x="1837" y="1208"/>
                <a:ext cx="513" cy="327"/>
              </a:xfrm>
              <a:prstGeom prst="rect">
                <a:avLst/>
              </a:prstGeom>
              <a:noFill/>
              <a:ln w="28575">
                <a:noFill/>
              </a:ln>
            </p:spPr>
            <p:txBody>
              <a:bodyPr wrap="none" anchor="ctr" anchorCtr="0">
                <a:spAutoFit/>
              </a:bodyPr>
              <a:p>
                <a:pPr algn="ctr"/>
                <a:r>
                  <a:rPr lang="en-US" altLang="zh-CN" b="0" dirty="0">
                    <a:solidFill>
                      <a:schemeClr val="bg1"/>
                    </a:solidFill>
                    <a:latin typeface="Times New Roman" panose="02020603050405020304" pitchFamily="18" charset="0"/>
                    <a:ea typeface="宋体" panose="02010600030101010101" pitchFamily="2" charset="-122"/>
                  </a:rPr>
                  <a:t>30</a:t>
                </a:r>
                <a:r>
                  <a:rPr lang="en-US" altLang="zh-CN" b="0" dirty="0">
                    <a:solidFill>
                      <a:schemeClr val="bg1"/>
                    </a:solidFill>
                    <a:latin typeface="Symbol" panose="05050102010706020507" pitchFamily="18" charset="2"/>
                    <a:ea typeface="宋体" panose="02010600030101010101" pitchFamily="2" charset="-122"/>
                  </a:rPr>
                  <a:t>W</a:t>
                </a:r>
                <a:endParaRPr lang="en-US" altLang="zh-CN" b="0" dirty="0">
                  <a:solidFill>
                    <a:schemeClr val="bg1"/>
                  </a:solidFill>
                  <a:latin typeface="Times New Roman" panose="02020603050405020304" pitchFamily="18" charset="0"/>
                  <a:ea typeface="宋体" panose="02010600030101010101" pitchFamily="2" charset="-122"/>
                </a:endParaRPr>
              </a:p>
            </p:txBody>
          </p:sp>
          <p:sp>
            <p:nvSpPr>
              <p:cNvPr id="78878" name="Text Box 99"/>
              <p:cNvSpPr txBox="1"/>
              <p:nvPr/>
            </p:nvSpPr>
            <p:spPr>
              <a:xfrm rot="-5400000">
                <a:off x="1068" y="1117"/>
                <a:ext cx="686" cy="326"/>
              </a:xfrm>
              <a:prstGeom prst="rect">
                <a:avLst/>
              </a:prstGeom>
              <a:noFill/>
              <a:ln w="28575">
                <a:noFill/>
              </a:ln>
            </p:spPr>
            <p:txBody>
              <a:bodyPr wrap="none" anchor="ctr" anchorCtr="0">
                <a:spAutoFit/>
              </a:bodyPr>
              <a:p>
                <a:pPr algn="ctr"/>
                <a:r>
                  <a:rPr lang="en-US" altLang="zh-CN" b="0" dirty="0">
                    <a:solidFill>
                      <a:schemeClr val="bg1"/>
                    </a:solidFill>
                    <a:latin typeface="宋体" panose="02010600030101010101" pitchFamily="2" charset="-122"/>
                    <a:ea typeface="宋体" panose="02010600030101010101" pitchFamily="2" charset="-122"/>
                  </a:rPr>
                  <a:t>-</a:t>
                </a:r>
                <a:r>
                  <a:rPr lang="en-US" altLang="zh-CN" b="0" dirty="0">
                    <a:solidFill>
                      <a:schemeClr val="bg1"/>
                    </a:solidFill>
                    <a:latin typeface="Times New Roman" panose="02020603050405020304" pitchFamily="18" charset="0"/>
                    <a:ea typeface="宋体" panose="02010600030101010101" pitchFamily="2" charset="-122"/>
                  </a:rPr>
                  <a:t>j30</a:t>
                </a:r>
                <a:r>
                  <a:rPr lang="en-US" altLang="zh-CN" b="0" dirty="0">
                    <a:solidFill>
                      <a:schemeClr val="bg1"/>
                    </a:solidFill>
                    <a:latin typeface="Symbol" panose="05050102010706020507" pitchFamily="18" charset="2"/>
                    <a:ea typeface="宋体" panose="02010600030101010101" pitchFamily="2" charset="-122"/>
                  </a:rPr>
                  <a:t>W</a:t>
                </a:r>
                <a:endParaRPr lang="en-US" altLang="zh-CN" b="0" dirty="0">
                  <a:solidFill>
                    <a:schemeClr val="bg1"/>
                  </a:solidFill>
                  <a:latin typeface="Times New Roman" panose="02020603050405020304" pitchFamily="18" charset="0"/>
                  <a:ea typeface="宋体" panose="02010600030101010101" pitchFamily="2" charset="-122"/>
                </a:endParaRPr>
              </a:p>
            </p:txBody>
          </p:sp>
          <p:sp>
            <p:nvSpPr>
              <p:cNvPr id="78879" name="Line 100"/>
              <p:cNvSpPr/>
              <p:nvPr/>
            </p:nvSpPr>
            <p:spPr>
              <a:xfrm>
                <a:off x="1202" y="803"/>
                <a:ext cx="0" cy="1266"/>
              </a:xfrm>
              <a:prstGeom prst="line">
                <a:avLst/>
              </a:prstGeom>
              <a:ln w="28575" cap="flat" cmpd="sng">
                <a:solidFill>
                  <a:srgbClr val="FFCC00"/>
                </a:solidFill>
                <a:prstDash val="solid"/>
                <a:headEnd type="oval" w="med" len="med"/>
                <a:tailEnd type="oval" w="med" len="med"/>
              </a:ln>
            </p:spPr>
          </p:sp>
          <p:sp>
            <p:nvSpPr>
              <p:cNvPr id="78880" name="Line 101"/>
              <p:cNvSpPr/>
              <p:nvPr/>
            </p:nvSpPr>
            <p:spPr>
              <a:xfrm>
                <a:off x="1837" y="803"/>
                <a:ext cx="0" cy="1266"/>
              </a:xfrm>
              <a:prstGeom prst="line">
                <a:avLst/>
              </a:prstGeom>
              <a:ln w="28575" cap="flat" cmpd="sng">
                <a:solidFill>
                  <a:srgbClr val="FFCC00"/>
                </a:solidFill>
                <a:prstDash val="solid"/>
                <a:headEnd type="oval" w="med" len="med"/>
                <a:tailEnd type="oval" w="med" len="med"/>
              </a:ln>
            </p:spPr>
          </p:sp>
          <p:sp>
            <p:nvSpPr>
              <p:cNvPr id="78881" name="Line 102"/>
              <p:cNvSpPr/>
              <p:nvPr/>
            </p:nvSpPr>
            <p:spPr>
              <a:xfrm>
                <a:off x="2652" y="803"/>
                <a:ext cx="0" cy="1246"/>
              </a:xfrm>
              <a:prstGeom prst="line">
                <a:avLst/>
              </a:prstGeom>
              <a:ln w="28575" cap="flat" cmpd="sng">
                <a:solidFill>
                  <a:srgbClr val="FFCC00"/>
                </a:solidFill>
                <a:prstDash val="solid"/>
                <a:headEnd type="none" w="med" len="med"/>
                <a:tailEnd type="none" w="med" len="med"/>
              </a:ln>
            </p:spPr>
          </p:sp>
          <p:sp>
            <p:nvSpPr>
              <p:cNvPr id="78882" name="Rectangle 103"/>
              <p:cNvSpPr/>
              <p:nvPr/>
            </p:nvSpPr>
            <p:spPr>
              <a:xfrm>
                <a:off x="1147" y="1208"/>
                <a:ext cx="127" cy="318"/>
              </a:xfrm>
              <a:prstGeom prst="rect">
                <a:avLst/>
              </a:prstGeom>
              <a:gradFill rotWithShape="1">
                <a:gsLst>
                  <a:gs pos="0">
                    <a:srgbClr val="764700"/>
                  </a:gs>
                  <a:gs pos="50000">
                    <a:srgbClr val="FF9900"/>
                  </a:gs>
                  <a:gs pos="100000">
                    <a:srgbClr val="764700"/>
                  </a:gs>
                </a:gsLst>
                <a:lin ang="0" scaled="1"/>
                <a:tileRect/>
              </a:gradFill>
              <a:ln w="28575">
                <a:noFill/>
              </a:ln>
            </p:spPr>
            <p:txBody>
              <a:bodyPr wrap="none" anchor="ctr" anchorCtr="0"/>
              <a:p>
                <a:endParaRPr lang="zh-CN" altLang="en-US" dirty="0">
                  <a:latin typeface="楷体_GB2312" pitchFamily="49" charset="-122"/>
                </a:endParaRPr>
              </a:p>
            </p:txBody>
          </p:sp>
          <p:sp>
            <p:nvSpPr>
              <p:cNvPr id="78883" name="Rectangle 104"/>
              <p:cNvSpPr/>
              <p:nvPr/>
            </p:nvSpPr>
            <p:spPr>
              <a:xfrm>
                <a:off x="1773" y="1208"/>
                <a:ext cx="127" cy="318"/>
              </a:xfrm>
              <a:prstGeom prst="rect">
                <a:avLst/>
              </a:prstGeom>
              <a:gradFill rotWithShape="1">
                <a:gsLst>
                  <a:gs pos="0">
                    <a:srgbClr val="764700"/>
                  </a:gs>
                  <a:gs pos="50000">
                    <a:srgbClr val="FF9900"/>
                  </a:gs>
                  <a:gs pos="100000">
                    <a:srgbClr val="764700"/>
                  </a:gs>
                </a:gsLst>
                <a:lin ang="0" scaled="1"/>
                <a:tileRect/>
              </a:gradFill>
              <a:ln w="28575">
                <a:noFill/>
              </a:ln>
            </p:spPr>
            <p:txBody>
              <a:bodyPr wrap="none" anchor="ctr" anchorCtr="0"/>
              <a:p>
                <a:endParaRPr lang="zh-CN" altLang="en-US" dirty="0">
                  <a:latin typeface="楷体_GB2312" pitchFamily="49" charset="-122"/>
                </a:endParaRPr>
              </a:p>
            </p:txBody>
          </p:sp>
          <p:sp>
            <p:nvSpPr>
              <p:cNvPr id="78884" name="Rectangle 105"/>
              <p:cNvSpPr/>
              <p:nvPr/>
            </p:nvSpPr>
            <p:spPr>
              <a:xfrm>
                <a:off x="2590" y="1208"/>
                <a:ext cx="127" cy="318"/>
              </a:xfrm>
              <a:prstGeom prst="rect">
                <a:avLst/>
              </a:prstGeom>
              <a:gradFill rotWithShape="1">
                <a:gsLst>
                  <a:gs pos="0">
                    <a:srgbClr val="764700"/>
                  </a:gs>
                  <a:gs pos="50000">
                    <a:srgbClr val="FF9900"/>
                  </a:gs>
                  <a:gs pos="100000">
                    <a:srgbClr val="764700"/>
                  </a:gs>
                </a:gsLst>
                <a:lin ang="0" scaled="1"/>
                <a:tileRect/>
              </a:gradFill>
              <a:ln w="28575">
                <a:noFill/>
              </a:ln>
            </p:spPr>
            <p:txBody>
              <a:bodyPr wrap="none" anchor="ctr" anchorCtr="0"/>
              <a:p>
                <a:endParaRPr lang="zh-CN" altLang="en-US" dirty="0">
                  <a:latin typeface="楷体_GB2312" pitchFamily="49" charset="-122"/>
                </a:endParaRPr>
              </a:p>
            </p:txBody>
          </p:sp>
          <p:sp>
            <p:nvSpPr>
              <p:cNvPr id="78885" name="Rectangle 106"/>
              <p:cNvSpPr/>
              <p:nvPr/>
            </p:nvSpPr>
            <p:spPr>
              <a:xfrm>
                <a:off x="2064" y="745"/>
                <a:ext cx="317" cy="136"/>
              </a:xfrm>
              <a:prstGeom prst="rect">
                <a:avLst/>
              </a:prstGeom>
              <a:gradFill rotWithShape="1">
                <a:gsLst>
                  <a:gs pos="0">
                    <a:srgbClr val="764700"/>
                  </a:gs>
                  <a:gs pos="50000">
                    <a:srgbClr val="FF9900"/>
                  </a:gs>
                  <a:gs pos="100000">
                    <a:srgbClr val="764700"/>
                  </a:gs>
                </a:gsLst>
                <a:lin ang="5400000" scaled="1"/>
                <a:tileRect/>
              </a:gradFill>
              <a:ln w="28575">
                <a:noFill/>
              </a:ln>
            </p:spPr>
            <p:txBody>
              <a:bodyPr wrap="none" anchor="ctr" anchorCtr="0"/>
              <a:p>
                <a:endParaRPr lang="zh-CN" altLang="en-US" dirty="0">
                  <a:latin typeface="楷体_GB2312" pitchFamily="49" charset="-122"/>
                </a:endParaRPr>
              </a:p>
            </p:txBody>
          </p:sp>
          <p:grpSp>
            <p:nvGrpSpPr>
              <p:cNvPr id="78886" name="Group 125"/>
              <p:cNvGrpSpPr/>
              <p:nvPr/>
            </p:nvGrpSpPr>
            <p:grpSpPr>
              <a:xfrm>
                <a:off x="295" y="1298"/>
                <a:ext cx="363" cy="363"/>
                <a:chOff x="295" y="1162"/>
                <a:chExt cx="363" cy="363"/>
              </a:xfrm>
            </p:grpSpPr>
            <p:sp>
              <p:nvSpPr>
                <p:cNvPr id="78887" name="Oval 89"/>
                <p:cNvSpPr/>
                <p:nvPr/>
              </p:nvSpPr>
              <p:spPr>
                <a:xfrm>
                  <a:off x="295" y="1162"/>
                  <a:ext cx="363" cy="363"/>
                </a:xfrm>
                <a:prstGeom prst="ellipse">
                  <a:avLst/>
                </a:prstGeom>
                <a:gradFill rotWithShape="1">
                  <a:gsLst>
                    <a:gs pos="0">
                      <a:srgbClr val="0099FF"/>
                    </a:gs>
                    <a:gs pos="100000">
                      <a:srgbClr val="004776"/>
                    </a:gs>
                  </a:gsLst>
                  <a:path path="shape">
                    <a:fillToRect l="50000" t="50000" r="50000" b="50000"/>
                  </a:path>
                  <a:tileRect/>
                </a:gradFill>
                <a:ln w="38100" cap="flat" cmpd="sng">
                  <a:solidFill>
                    <a:srgbClr val="FF9900"/>
                  </a:solidFill>
                  <a:prstDash val="solid"/>
                  <a:headEnd type="none" w="med" len="med"/>
                  <a:tailEnd type="none" w="med" len="med"/>
                </a:ln>
              </p:spPr>
              <p:txBody>
                <a:bodyPr wrap="none" anchor="ctr" anchorCtr="0"/>
                <a:p>
                  <a:endParaRPr lang="zh-CN" altLang="en-US" dirty="0">
                    <a:latin typeface="楷体_GB2312" pitchFamily="49" charset="-122"/>
                  </a:endParaRPr>
                </a:p>
              </p:txBody>
            </p:sp>
            <p:sp>
              <p:nvSpPr>
                <p:cNvPr id="78888" name="Line 93"/>
                <p:cNvSpPr/>
                <p:nvPr/>
              </p:nvSpPr>
              <p:spPr>
                <a:xfrm>
                  <a:off x="295" y="1344"/>
                  <a:ext cx="363" cy="0"/>
                </a:xfrm>
                <a:prstGeom prst="line">
                  <a:avLst/>
                </a:prstGeom>
                <a:ln w="38100" cap="flat" cmpd="sng">
                  <a:solidFill>
                    <a:srgbClr val="FF9900"/>
                  </a:solidFill>
                  <a:prstDash val="solid"/>
                  <a:headEnd type="none" w="med" len="med"/>
                  <a:tailEnd type="none" w="med" len="med"/>
                </a:ln>
              </p:spPr>
            </p:sp>
          </p:grpSp>
        </p:grpSp>
        <p:grpSp>
          <p:nvGrpSpPr>
            <p:cNvPr id="78867" name="Group 134"/>
            <p:cNvGrpSpPr/>
            <p:nvPr/>
          </p:nvGrpSpPr>
          <p:grpSpPr>
            <a:xfrm rot="-5400000">
              <a:off x="542" y="1319"/>
              <a:ext cx="454" cy="227"/>
              <a:chOff x="1156" y="1842"/>
              <a:chExt cx="273" cy="227"/>
            </a:xfrm>
          </p:grpSpPr>
          <p:sp>
            <p:nvSpPr>
              <p:cNvPr id="78868" name="Line 135"/>
              <p:cNvSpPr/>
              <p:nvPr/>
            </p:nvSpPr>
            <p:spPr>
              <a:xfrm flipH="1">
                <a:off x="1156" y="1842"/>
                <a:ext cx="91" cy="227"/>
              </a:xfrm>
              <a:prstGeom prst="line">
                <a:avLst/>
              </a:prstGeom>
              <a:ln w="19050" cap="flat" cmpd="sng">
                <a:solidFill>
                  <a:schemeClr val="bg1"/>
                </a:solidFill>
                <a:prstDash val="solid"/>
                <a:headEnd type="none" w="med" len="med"/>
                <a:tailEnd type="none" w="med" len="med"/>
              </a:ln>
            </p:spPr>
          </p:sp>
          <p:sp>
            <p:nvSpPr>
              <p:cNvPr id="78869" name="Line 136"/>
              <p:cNvSpPr/>
              <p:nvPr/>
            </p:nvSpPr>
            <p:spPr>
              <a:xfrm>
                <a:off x="1156" y="2069"/>
                <a:ext cx="273" cy="0"/>
              </a:xfrm>
              <a:prstGeom prst="line">
                <a:avLst/>
              </a:prstGeom>
              <a:ln w="19050" cap="flat" cmpd="sng">
                <a:solidFill>
                  <a:schemeClr val="bg1"/>
                </a:solidFill>
                <a:prstDash val="solid"/>
                <a:headEnd type="none" w="med" len="med"/>
                <a:tailEnd type="none" w="med" len="med"/>
              </a:ln>
            </p:spPr>
          </p:sp>
        </p:gr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5" presetClass="entr" presetSubtype="0" fill="hold" grpId="0" nodeType="withEffect">
                                  <p:stCondLst>
                                    <p:cond delay="0"/>
                                  </p:stCondLst>
                                  <p:childTnLst>
                                    <p:set>
                                      <p:cBhvr>
                                        <p:cTn id="6" dur="1" fill="hold">
                                          <p:stCondLst>
                                            <p:cond delay="0"/>
                                          </p:stCondLst>
                                        </p:cTn>
                                        <p:tgtEl>
                                          <p:spTgt spid="78851"/>
                                        </p:tgtEl>
                                        <p:attrNameLst>
                                          <p:attrName>style.visibility</p:attrName>
                                        </p:attrNameLst>
                                      </p:cBhvr>
                                      <p:to>
                                        <p:strVal val="visible"/>
                                      </p:to>
                                    </p:set>
                                    <p:anim calcmode="lin" valueType="num">
                                      <p:cBhvr>
                                        <p:cTn id="7" dur="1000" fill="hold"/>
                                        <p:tgtEl>
                                          <p:spTgt spid="78851"/>
                                        </p:tgtEl>
                                        <p:attrNameLst>
                                          <p:attrName>ppt_w</p:attrName>
                                        </p:attrNameLst>
                                      </p:cBhvr>
                                      <p:tavLst>
                                        <p:tav tm="0">
                                          <p:val>
                                            <p:fltVal val="0.000000"/>
                                          </p:val>
                                        </p:tav>
                                        <p:tav tm="100000">
                                          <p:val>
                                            <p:strVal val="#ppt_w"/>
                                          </p:val>
                                        </p:tav>
                                      </p:tavLst>
                                    </p:anim>
                                    <p:anim calcmode="lin" valueType="num">
                                      <p:cBhvr>
                                        <p:cTn id="8" dur="1000" fill="hold"/>
                                        <p:tgtEl>
                                          <p:spTgt spid="78851"/>
                                        </p:tgtEl>
                                        <p:attrNameLst>
                                          <p:attrName>ppt_h</p:attrName>
                                        </p:attrNameLst>
                                      </p:cBhvr>
                                      <p:tavLst>
                                        <p:tav tm="0">
                                          <p:val>
                                            <p:fltVal val="0.000000"/>
                                          </p:val>
                                        </p:tav>
                                        <p:tav tm="100000">
                                          <p:val>
                                            <p:strVal val="#ppt_h"/>
                                          </p:val>
                                        </p:tav>
                                      </p:tavLst>
                                    </p:anim>
                                    <p:anim calcmode="lin" valueType="num">
                                      <p:cBhvr>
                                        <p:cTn id="9" dur="1000" fill="hold"/>
                                        <p:tgtEl>
                                          <p:spTgt spid="78851"/>
                                        </p:tgtEl>
                                        <p:attrNameLst>
                                          <p:attrName>ppt_x</p:attrName>
                                        </p:attrNameLst>
                                      </p:cBhvr>
                                      <p:tavLst>
                                        <p:tav tm="0" fmla="#ppt_x+(cos(-2*pi*(1-$))*-#ppt_x-sin(-2*pi*(1-$))*(1-#ppt_y))*(1-$)">
                                          <p:val>
                                            <p:fltVal val="0.000000"/>
                                          </p:val>
                                        </p:tav>
                                        <p:tav tm="100000">
                                          <p:val>
                                            <p:fltVal val="1.000000"/>
                                          </p:val>
                                        </p:tav>
                                      </p:tavLst>
                                    </p:anim>
                                    <p:anim calcmode="lin" valueType="num">
                                      <p:cBhvr>
                                        <p:cTn id="10" dur="1000" fill="hold"/>
                                        <p:tgtEl>
                                          <p:spTgt spid="78851"/>
                                        </p:tgtEl>
                                        <p:attrNameLst>
                                          <p:attrName>ppt_y</p:attrName>
                                        </p:attrNameLst>
                                      </p:cBhvr>
                                      <p:tavLst>
                                        <p:tav tm="0" fmla="#ppt_y+(sin(-2*pi*(1-$))*-#ppt_x+cos(-2*pi*(1-$))*(1-#ppt_y))*(1-$)">
                                          <p:val>
                                            <p:fltVal val="0.000000"/>
                                          </p:val>
                                        </p:tav>
                                        <p:tav tm="100000">
                                          <p:val>
                                            <p:fltVal val="1.000000"/>
                                          </p:val>
                                        </p:tav>
                                      </p:tavLst>
                                    </p:anim>
                                  </p:childTnLst>
                                </p:cTn>
                              </p:par>
                            </p:childTnLst>
                          </p:cTn>
                        </p:par>
                        <p:par>
                          <p:cTn id="11" fill="hold">
                            <p:stCondLst>
                              <p:cond delay="1000"/>
                            </p:stCondLst>
                            <p:childTnLst>
                              <p:par>
                                <p:cTn id="12" presetID="3" presetClass="entr" presetSubtype="10" fill="hold" nodeType="afterEffect">
                                  <p:stCondLst>
                                    <p:cond delay="0"/>
                                  </p:stCondLst>
                                  <p:childTnLst>
                                    <p:set>
                                      <p:cBhvr>
                                        <p:cTn id="13" dur="1" fill="hold">
                                          <p:stCondLst>
                                            <p:cond delay="0"/>
                                          </p:stCondLst>
                                        </p:cTn>
                                        <p:tgtEl>
                                          <p:spTgt spid="6"/>
                                        </p:tgtEl>
                                        <p:attrNameLst>
                                          <p:attrName>style.visibility</p:attrName>
                                        </p:attrNameLst>
                                      </p:cBhvr>
                                      <p:to>
                                        <p:strVal val="visible"/>
                                      </p:to>
                                    </p:set>
                                    <p:animEffect transition="in" filter="blinds(horizontal)">
                                      <p:cBhvr>
                                        <p:cTn id="14" dur="500"/>
                                        <p:tgtEl>
                                          <p:spTgt spid="6"/>
                                        </p:tgtEl>
                                      </p:cBhvr>
                                    </p:animEffect>
                                  </p:childTnLst>
                                </p:cTn>
                              </p:par>
                            </p:childTnLst>
                          </p:cTn>
                        </p:par>
                        <p:par>
                          <p:cTn id="15" fill="hold">
                            <p:stCondLst>
                              <p:cond delay="1500"/>
                            </p:stCondLst>
                            <p:childTnLst>
                              <p:par>
                                <p:cTn id="16" presetID="12" presetClass="entr" presetSubtype="4" fill="hold" grpId="0" nodeType="afterEffect">
                                  <p:stCondLst>
                                    <p:cond delay="0"/>
                                  </p:stCondLst>
                                  <p:childTnLst>
                                    <p:set>
                                      <p:cBhvr>
                                        <p:cTn id="17" dur="1" fill="hold">
                                          <p:stCondLst>
                                            <p:cond delay="0"/>
                                          </p:stCondLst>
                                        </p:cTn>
                                        <p:tgtEl>
                                          <p:spTgt spid="78850"/>
                                        </p:tgtEl>
                                        <p:attrNameLst>
                                          <p:attrName>style.visibility</p:attrName>
                                        </p:attrNameLst>
                                      </p:cBhvr>
                                      <p:to>
                                        <p:strVal val="visible"/>
                                      </p:to>
                                    </p:set>
                                    <p:animEffect transition="in" filter="slide(fromBottom)">
                                      <p:cBhvr>
                                        <p:cTn id="18" dur="1000"/>
                                        <p:tgtEl>
                                          <p:spTgt spid="78850"/>
                                        </p:tgtEl>
                                      </p:cBhvr>
                                    </p:animEffect>
                                  </p:childTnLst>
                                </p:cTn>
                              </p:par>
                            </p:childTnLst>
                          </p:cTn>
                        </p:par>
                      </p:childTnLst>
                    </p:cTn>
                  </p:par>
                  <p:par>
                    <p:cTn id="19" fill="hold">
                      <p:stCondLst>
                        <p:cond delay="indefinite"/>
                      </p:stCondLst>
                      <p:childTnLst>
                        <p:par>
                          <p:cTn id="20" fill="hold">
                            <p:stCondLst>
                              <p:cond delay="0"/>
                            </p:stCondLst>
                            <p:childTnLst>
                              <p:par>
                                <p:cTn id="21" presetID="15" presetClass="entr" presetSubtype="0" fill="hold" grpId="0" nodeType="clickEffect">
                                  <p:stCondLst>
                                    <p:cond delay="0"/>
                                  </p:stCondLst>
                                  <p:childTnLst>
                                    <p:set>
                                      <p:cBhvr>
                                        <p:cTn id="22" dur="1" fill="hold">
                                          <p:stCondLst>
                                            <p:cond delay="0"/>
                                          </p:stCondLst>
                                        </p:cTn>
                                        <p:tgtEl>
                                          <p:spTgt spid="78908"/>
                                        </p:tgtEl>
                                        <p:attrNameLst>
                                          <p:attrName>style.visibility</p:attrName>
                                        </p:attrNameLst>
                                      </p:cBhvr>
                                      <p:to>
                                        <p:strVal val="visible"/>
                                      </p:to>
                                    </p:set>
                                    <p:anim calcmode="lin" valueType="num">
                                      <p:cBhvr>
                                        <p:cTn id="23" dur="1000" fill="hold"/>
                                        <p:tgtEl>
                                          <p:spTgt spid="78908"/>
                                        </p:tgtEl>
                                        <p:attrNameLst>
                                          <p:attrName>ppt_w</p:attrName>
                                        </p:attrNameLst>
                                      </p:cBhvr>
                                      <p:tavLst>
                                        <p:tav tm="0">
                                          <p:val>
                                            <p:fltVal val="0.000000"/>
                                          </p:val>
                                        </p:tav>
                                        <p:tav tm="100000">
                                          <p:val>
                                            <p:strVal val="#ppt_w"/>
                                          </p:val>
                                        </p:tav>
                                      </p:tavLst>
                                    </p:anim>
                                    <p:anim calcmode="lin" valueType="num">
                                      <p:cBhvr>
                                        <p:cTn id="24" dur="1000" fill="hold"/>
                                        <p:tgtEl>
                                          <p:spTgt spid="78908"/>
                                        </p:tgtEl>
                                        <p:attrNameLst>
                                          <p:attrName>ppt_h</p:attrName>
                                        </p:attrNameLst>
                                      </p:cBhvr>
                                      <p:tavLst>
                                        <p:tav tm="0">
                                          <p:val>
                                            <p:fltVal val="0.000000"/>
                                          </p:val>
                                        </p:tav>
                                        <p:tav tm="100000">
                                          <p:val>
                                            <p:strVal val="#ppt_h"/>
                                          </p:val>
                                        </p:tav>
                                      </p:tavLst>
                                    </p:anim>
                                    <p:anim calcmode="lin" valueType="num">
                                      <p:cBhvr>
                                        <p:cTn id="25" dur="1000" fill="hold"/>
                                        <p:tgtEl>
                                          <p:spTgt spid="78908"/>
                                        </p:tgtEl>
                                        <p:attrNameLst>
                                          <p:attrName>ppt_x</p:attrName>
                                        </p:attrNameLst>
                                      </p:cBhvr>
                                      <p:tavLst>
                                        <p:tav tm="0" fmla="#ppt_x+(cos(-2*pi*(1-$))*-#ppt_x-sin(-2*pi*(1-$))*(1-#ppt_y))*(1-$)">
                                          <p:val>
                                            <p:fltVal val="0.000000"/>
                                          </p:val>
                                        </p:tav>
                                        <p:tav tm="100000">
                                          <p:val>
                                            <p:fltVal val="1.000000"/>
                                          </p:val>
                                        </p:tav>
                                      </p:tavLst>
                                    </p:anim>
                                    <p:anim calcmode="lin" valueType="num">
                                      <p:cBhvr>
                                        <p:cTn id="26" dur="1000" fill="hold"/>
                                        <p:tgtEl>
                                          <p:spTgt spid="78908"/>
                                        </p:tgtEl>
                                        <p:attrNameLst>
                                          <p:attrName>ppt_y</p:attrName>
                                        </p:attrNameLst>
                                      </p:cBhvr>
                                      <p:tavLst>
                                        <p:tav tm="0" fmla="#ppt_y+(sin(-2*pi*(1-$))*-#ppt_x+cos(-2*pi*(1-$))*(1-#ppt_y))*(1-$)">
                                          <p:val>
                                            <p:fltVal val="0.000000"/>
                                          </p:val>
                                        </p:tav>
                                        <p:tav tm="100000">
                                          <p:val>
                                            <p:fltVal val="1.000000"/>
                                          </p:val>
                                        </p:tav>
                                      </p:tavLst>
                                    </p:anim>
                                  </p:childTnLst>
                                </p:cTn>
                              </p:par>
                            </p:childTnLst>
                          </p:cTn>
                        </p:par>
                      </p:childTnLst>
                    </p:cTn>
                  </p:par>
                  <p:par>
                    <p:cTn id="27" fill="hold">
                      <p:stCondLst>
                        <p:cond delay="indefinite"/>
                      </p:stCondLst>
                      <p:childTnLst>
                        <p:par>
                          <p:cTn id="28" fill="hold">
                            <p:stCondLst>
                              <p:cond delay="0"/>
                            </p:stCondLst>
                            <p:childTnLst>
                              <p:par>
                                <p:cTn id="29" presetID="12" presetClass="entr" presetSubtype="8" fill="hold" nodeType="clickEffect">
                                  <p:stCondLst>
                                    <p:cond delay="0"/>
                                  </p:stCondLst>
                                  <p:childTnLst>
                                    <p:set>
                                      <p:cBhvr>
                                        <p:cTn id="30" dur="1" fill="hold">
                                          <p:stCondLst>
                                            <p:cond delay="0"/>
                                          </p:stCondLst>
                                        </p:cTn>
                                        <p:tgtEl>
                                          <p:spTgt spid="78891"/>
                                        </p:tgtEl>
                                        <p:attrNameLst>
                                          <p:attrName>style.visibility</p:attrName>
                                        </p:attrNameLst>
                                      </p:cBhvr>
                                      <p:to>
                                        <p:strVal val="visible"/>
                                      </p:to>
                                    </p:set>
                                    <p:animEffect transition="in" filter="slide(fromLeft)">
                                      <p:cBhvr>
                                        <p:cTn id="31" dur="500"/>
                                        <p:tgtEl>
                                          <p:spTgt spid="78891"/>
                                        </p:tgtEl>
                                      </p:cBhvr>
                                    </p:animEffect>
                                  </p:childTnLst>
                                </p:cTn>
                              </p:par>
                            </p:childTnLst>
                          </p:cTn>
                        </p:par>
                        <p:par>
                          <p:cTn id="32" fill="hold">
                            <p:stCondLst>
                              <p:cond delay="500"/>
                            </p:stCondLst>
                            <p:childTnLst>
                              <p:par>
                                <p:cTn id="33" presetID="3" presetClass="entr" presetSubtype="10" fill="hold" nodeType="afterEffect">
                                  <p:stCondLst>
                                    <p:cond delay="0"/>
                                  </p:stCondLst>
                                  <p:childTnLst>
                                    <p:set>
                                      <p:cBhvr>
                                        <p:cTn id="34" dur="1" fill="hold">
                                          <p:stCondLst>
                                            <p:cond delay="0"/>
                                          </p:stCondLst>
                                        </p:cTn>
                                        <p:tgtEl>
                                          <p:spTgt spid="3"/>
                                        </p:tgtEl>
                                        <p:attrNameLst>
                                          <p:attrName>style.visibility</p:attrName>
                                        </p:attrNameLst>
                                      </p:cBhvr>
                                      <p:to>
                                        <p:strVal val="visible"/>
                                      </p:to>
                                    </p:set>
                                    <p:animEffect transition="in" filter="blinds(horizontal)">
                                      <p:cBhvr>
                                        <p:cTn id="35" dur="500"/>
                                        <p:tgtEl>
                                          <p:spTgt spid="3"/>
                                        </p:tgtEl>
                                      </p:cBhvr>
                                    </p:animEffect>
                                  </p:childTnLst>
                                </p:cTn>
                              </p:par>
                            </p:childTnLst>
                          </p:cTn>
                        </p:par>
                      </p:childTnLst>
                    </p:cTn>
                  </p:par>
                  <p:par>
                    <p:cTn id="36" fill="hold">
                      <p:stCondLst>
                        <p:cond delay="indefinite"/>
                      </p:stCondLst>
                      <p:childTnLst>
                        <p:par>
                          <p:cTn id="37" fill="hold">
                            <p:stCondLst>
                              <p:cond delay="0"/>
                            </p:stCondLst>
                            <p:childTnLst>
                              <p:par>
                                <p:cTn id="38" presetID="14" presetClass="entr" presetSubtype="10" fill="hold" nodeType="clickEffect">
                                  <p:stCondLst>
                                    <p:cond delay="0"/>
                                  </p:stCondLst>
                                  <p:childTnLst>
                                    <p:set>
                                      <p:cBhvr>
                                        <p:cTn id="39" dur="1" fill="hold">
                                          <p:stCondLst>
                                            <p:cond delay="0"/>
                                          </p:stCondLst>
                                        </p:cTn>
                                        <p:tgtEl>
                                          <p:spTgt spid="78909"/>
                                        </p:tgtEl>
                                        <p:attrNameLst>
                                          <p:attrName>style.visibility</p:attrName>
                                        </p:attrNameLst>
                                      </p:cBhvr>
                                      <p:to>
                                        <p:strVal val="visible"/>
                                      </p:to>
                                    </p:set>
                                    <p:animEffect transition="in" filter="randombar(horizontal)">
                                      <p:cBhvr>
                                        <p:cTn id="40" dur="500"/>
                                        <p:tgtEl>
                                          <p:spTgt spid="78909"/>
                                        </p:tgtEl>
                                      </p:cBhvr>
                                    </p:animEffect>
                                  </p:childTnLst>
                                </p:cTn>
                              </p:par>
                            </p:childTnLst>
                          </p:cTn>
                        </p:par>
                      </p:childTnLst>
                    </p:cTn>
                  </p:par>
                  <p:par>
                    <p:cTn id="41" fill="hold">
                      <p:stCondLst>
                        <p:cond delay="indefinite"/>
                      </p:stCondLst>
                      <p:childTnLst>
                        <p:par>
                          <p:cTn id="42" fill="hold">
                            <p:stCondLst>
                              <p:cond delay="0"/>
                            </p:stCondLst>
                            <p:childTnLst>
                              <p:par>
                                <p:cTn id="43" presetID="22" presetClass="entr" presetSubtype="8" fill="hold" nodeType="clickEffect">
                                  <p:stCondLst>
                                    <p:cond delay="0"/>
                                  </p:stCondLst>
                                  <p:childTnLst>
                                    <p:set>
                                      <p:cBhvr>
                                        <p:cTn id="44" dur="1" fill="hold">
                                          <p:stCondLst>
                                            <p:cond delay="0"/>
                                          </p:stCondLst>
                                        </p:cTn>
                                        <p:tgtEl>
                                          <p:spTgt spid="5"/>
                                        </p:tgtEl>
                                        <p:attrNameLst>
                                          <p:attrName>style.visibility</p:attrName>
                                        </p:attrNameLst>
                                      </p:cBhvr>
                                      <p:to>
                                        <p:strVal val="visible"/>
                                      </p:to>
                                    </p:set>
                                    <p:animEffect transition="in" filter="wipe(left)">
                                      <p:cBhvr>
                                        <p:cTn id="45" dur="1000"/>
                                        <p:tgtEl>
                                          <p:spTgt spid="5"/>
                                        </p:tgtEl>
                                      </p:cBhvr>
                                    </p:animEffect>
                                  </p:childTnLst>
                                </p:cTn>
                              </p:par>
                            </p:childTnLst>
                          </p:cTn>
                        </p:par>
                      </p:childTnLst>
                    </p:cTn>
                  </p:par>
                  <p:par>
                    <p:cTn id="46" fill="hold">
                      <p:stCondLst>
                        <p:cond delay="indefinite"/>
                      </p:stCondLst>
                      <p:childTnLst>
                        <p:par>
                          <p:cTn id="47" fill="hold">
                            <p:stCondLst>
                              <p:cond delay="0"/>
                            </p:stCondLst>
                            <p:childTnLst>
                              <p:par>
                                <p:cTn id="48" presetID="14" presetClass="entr" presetSubtype="10" fill="hold" nodeType="clickEffect">
                                  <p:stCondLst>
                                    <p:cond delay="0"/>
                                  </p:stCondLst>
                                  <p:childTnLst>
                                    <p:set>
                                      <p:cBhvr>
                                        <p:cTn id="49" dur="1" fill="hold">
                                          <p:stCondLst>
                                            <p:cond delay="0"/>
                                          </p:stCondLst>
                                        </p:cTn>
                                        <p:tgtEl>
                                          <p:spTgt spid="78911"/>
                                        </p:tgtEl>
                                        <p:attrNameLst>
                                          <p:attrName>style.visibility</p:attrName>
                                        </p:attrNameLst>
                                      </p:cBhvr>
                                      <p:to>
                                        <p:strVal val="visible"/>
                                      </p:to>
                                    </p:set>
                                    <p:animEffect transition="in" filter="randombar(horizontal)">
                                      <p:cBhvr>
                                        <p:cTn id="50" dur="500"/>
                                        <p:tgtEl>
                                          <p:spTgt spid="78911"/>
                                        </p:tgtEl>
                                      </p:cBhvr>
                                    </p:animEffect>
                                  </p:childTnLst>
                                </p:cTn>
                              </p:par>
                            </p:childTnLst>
                          </p:cTn>
                        </p:par>
                      </p:childTnLst>
                    </p:cTn>
                  </p:par>
                  <p:par>
                    <p:cTn id="51" fill="hold">
                      <p:stCondLst>
                        <p:cond delay="indefinite"/>
                      </p:stCondLst>
                      <p:childTnLst>
                        <p:par>
                          <p:cTn id="52" fill="hold">
                            <p:stCondLst>
                              <p:cond delay="0"/>
                            </p:stCondLst>
                            <p:childTnLst>
                              <p:par>
                                <p:cTn id="53" presetID="14" presetClass="entr" presetSubtype="10" fill="hold" nodeType="clickEffect">
                                  <p:stCondLst>
                                    <p:cond delay="0"/>
                                  </p:stCondLst>
                                  <p:childTnLst>
                                    <p:set>
                                      <p:cBhvr>
                                        <p:cTn id="54" dur="1" fill="hold">
                                          <p:stCondLst>
                                            <p:cond delay="0"/>
                                          </p:stCondLst>
                                        </p:cTn>
                                        <p:tgtEl>
                                          <p:spTgt spid="78912"/>
                                        </p:tgtEl>
                                        <p:attrNameLst>
                                          <p:attrName>style.visibility</p:attrName>
                                        </p:attrNameLst>
                                      </p:cBhvr>
                                      <p:to>
                                        <p:strVal val="visible"/>
                                      </p:to>
                                    </p:set>
                                    <p:animEffect transition="in" filter="randombar(horizontal)">
                                      <p:cBhvr>
                                        <p:cTn id="55" dur="500"/>
                                        <p:tgtEl>
                                          <p:spTgt spid="789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8850" grpId="0"/>
      <p:bldP spid="78851" grpId="0"/>
      <p:bldP spid="78908" grpId="0" animBg="1"/>
    </p:bldLst>
  </p:timing>
</p:sld>
</file>

<file path=ppt/theme/theme1.xml><?xml version="1.0" encoding="utf-8"?>
<a:theme xmlns:a="http://schemas.openxmlformats.org/drawingml/2006/main" name="默认设计模板">
  <a:themeElements>
    <a:clrScheme name="默认设计模板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默认设计模板">
      <a:majorFont>
        <a:latin typeface="Arial"/>
        <a:ea typeface="宋体"/>
        <a:cs typeface=""/>
      </a:majorFont>
      <a:minorFont>
        <a:latin typeface="Arial"/>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Tx/>
          <a:buSzTx/>
          <a:buFontTx/>
          <a:buNone/>
          <a:defRPr kumimoji="0" lang="zh-CN" altLang="en-US" sz="2800" b="1" i="0" u="none" strike="noStrike" cap="none" normalizeH="0" baseline="0" smtClean="0">
            <a:ln>
              <a:noFill/>
            </a:ln>
            <a:solidFill>
              <a:srgbClr val="FFFF00"/>
            </a:solidFill>
            <a:effectLst/>
            <a:latin typeface="楷体_GB2312" pitchFamily="49" charset="-122"/>
            <a:ea typeface="楷体_GB2312" pitchFamily="49"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Tx/>
          <a:buSzTx/>
          <a:buFontTx/>
          <a:buNone/>
          <a:defRPr kumimoji="0" lang="zh-CN" altLang="en-US" sz="2800" b="1" i="0" u="none" strike="noStrike" cap="none" normalizeH="0" baseline="0" smtClean="0">
            <a:ln>
              <a:noFill/>
            </a:ln>
            <a:solidFill>
              <a:srgbClr val="FFFF00"/>
            </a:solidFill>
            <a:effectLst/>
            <a:latin typeface="楷体_GB2312" pitchFamily="49" charset="-122"/>
            <a:ea typeface="楷体_GB2312" pitchFamily="49" charset="-122"/>
          </a:defRPr>
        </a:defPPr>
      </a:lstStyle>
    </a:lnDef>
  </a:objectDefaults>
  <a:extraClrSchemeLst>
    <a:extraClrScheme>
      <a:clrScheme name="默认设计模板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默认设计模板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默认设计模板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默认设计模板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默认设计模板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默认设计模板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默认设计模板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默认设计模板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默认设计模板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默认设计模板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默认设计模板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默认设计模板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6869</Words>
  <Application>WPS 演示</Application>
  <PresentationFormat>全屏显示(4:3)</PresentationFormat>
  <Paragraphs>2360</Paragraphs>
  <Slides>87</Slides>
  <Notes>0</Notes>
  <HiddenSlides>0</HiddenSlides>
  <MMClips>0</MMClips>
  <ScaleCrop>false</ScaleCrop>
  <HeadingPairs>
    <vt:vector size="8" baseType="variant">
      <vt:variant>
        <vt:lpstr>已用的字体</vt:lpstr>
      </vt:variant>
      <vt:variant>
        <vt:i4>17</vt:i4>
      </vt:variant>
      <vt:variant>
        <vt:lpstr>主题</vt:lpstr>
      </vt:variant>
      <vt:variant>
        <vt:i4>1</vt:i4>
      </vt:variant>
      <vt:variant>
        <vt:lpstr>嵌入 OLE 服务器</vt:lpstr>
      </vt:variant>
      <vt:variant>
        <vt:i4>565</vt:i4>
      </vt:variant>
      <vt:variant>
        <vt:lpstr>幻灯片标题</vt:lpstr>
      </vt:variant>
      <vt:variant>
        <vt:i4>87</vt:i4>
      </vt:variant>
    </vt:vector>
  </HeadingPairs>
  <TitlesOfParts>
    <vt:vector size="670" baseType="lpstr">
      <vt:lpstr>Arial</vt:lpstr>
      <vt:lpstr>宋体</vt:lpstr>
      <vt:lpstr>Wingdings</vt:lpstr>
      <vt:lpstr>楷体_GB2312</vt:lpstr>
      <vt:lpstr>新宋体</vt:lpstr>
      <vt:lpstr>Calibri</vt:lpstr>
      <vt:lpstr>隶书</vt:lpstr>
      <vt:lpstr>Times New Roman</vt:lpstr>
      <vt:lpstr>Wingdings 3</vt:lpstr>
      <vt:lpstr>Monotype Sorts</vt:lpstr>
      <vt:lpstr>Wingdings</vt:lpstr>
      <vt:lpstr>华文行楷</vt:lpstr>
      <vt:lpstr>仿宋_GB2312</vt:lpstr>
      <vt:lpstr>仿宋</vt:lpstr>
      <vt:lpstr>Symbol</vt:lpstr>
      <vt:lpstr>微软雅黑</vt:lpstr>
      <vt:lpstr>Arial Unicode MS</vt:lpstr>
      <vt:lpstr>默认设计模板</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Equation.DSMT4</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Equation.DSMT4</vt:lpstr>
      <vt:lpstr>Equation.3</vt:lpstr>
      <vt:lpstr>Equation.3</vt:lpstr>
      <vt:lpstr>Equation.3</vt:lpstr>
      <vt:lpstr>Equation.3</vt:lpstr>
      <vt:lpstr>Equation.3</vt:lpstr>
      <vt:lpstr>Equation.3</vt:lpstr>
      <vt:lpstr>Equation.DSMT4</vt:lpstr>
      <vt:lpstr>Equation.3</vt:lpstr>
      <vt:lpstr>Equation.3</vt:lpstr>
      <vt:lpstr>Equation.3</vt:lpstr>
      <vt:lpstr>Equation.3</vt:lpstr>
      <vt:lpstr>Equation.3</vt:lpstr>
      <vt:lpstr>Equation.3</vt:lpstr>
      <vt:lpstr>Equation.DSMT4</vt:lpstr>
      <vt:lpstr>Equation.3</vt:lpstr>
      <vt:lpstr>Equation.3</vt:lpstr>
      <vt:lpstr>Equation.3</vt:lpstr>
      <vt:lpstr>Equation.3</vt:lpstr>
      <vt:lpstr>Equation.3</vt:lpstr>
      <vt:lpstr>Equation.3</vt:lpstr>
      <vt:lpstr>Equation.3</vt:lpstr>
      <vt:lpstr>Equation.3</vt:lpstr>
      <vt:lpstr>Equation.3</vt:lpstr>
      <vt:lpstr>Equation.3</vt:lpstr>
      <vt:lpstr>Equation.DSMT4</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Equation.DSMT4</vt:lpstr>
      <vt:lpstr>Equation.3</vt:lpstr>
      <vt:lpstr>Equation.3</vt:lpstr>
      <vt:lpstr>Equation.3</vt:lpstr>
      <vt:lpstr>Equation.3</vt:lpstr>
      <vt:lpstr>Equation.3</vt:lpstr>
      <vt:lpstr>Equation.3</vt:lpstr>
      <vt:lpstr>Equation.DSMT4</vt:lpstr>
      <vt:lpstr>Equation.3</vt:lpstr>
      <vt:lpstr>Equation.3</vt:lpstr>
      <vt:lpstr>Equation.3</vt:lpstr>
      <vt:lpstr>Equation.3</vt:lpstr>
      <vt:lpstr>Equation.DSMT4</vt:lpstr>
      <vt:lpstr>Equation.3</vt:lpstr>
      <vt:lpstr>Equation.3</vt:lpstr>
      <vt:lpstr>Equation.3</vt:lpstr>
      <vt:lpstr>Equation.3</vt:lpstr>
      <vt:lpstr>Equation.3</vt:lpstr>
      <vt:lpstr>Equation.3</vt:lpstr>
      <vt:lpstr>Equation.DSMT4</vt:lpstr>
      <vt:lpstr>Equation.DSMT4</vt:lpstr>
      <vt:lpstr>Equation.3</vt:lpstr>
      <vt:lpstr>Equation.3</vt:lpstr>
      <vt:lpstr>Equation.3</vt:lpstr>
      <vt:lpstr>Equation.3</vt:lpstr>
      <vt:lpstr>Equation.DSMT4</vt:lpstr>
      <vt:lpstr>Equation.3</vt:lpstr>
      <vt:lpstr>Equation.3</vt:lpstr>
      <vt:lpstr>Equation.3</vt:lpstr>
      <vt:lpstr>Equation.3</vt:lpstr>
      <vt:lpstr>Equation.3</vt:lpstr>
      <vt:lpstr>Equation.3</vt:lpstr>
      <vt:lpstr>Equation.3</vt:lpstr>
      <vt:lpstr>Equation.3</vt:lpstr>
      <vt:lpstr>Equation.DSMT4</vt:lpstr>
      <vt:lpstr>Equation.DSMT4</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Equation.DSMT4</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Equation.DSMT4</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Equation.DSMT4</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Equation.DSMT4</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xjtu</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幻灯片 1</dc:title>
  <dc:creator>wzy</dc:creator>
  <cp:lastModifiedBy>染墨相思</cp:lastModifiedBy>
  <cp:revision>466</cp:revision>
  <dcterms:created xsi:type="dcterms:W3CDTF">2002-08-27T06:23:36Z</dcterms:created>
  <dcterms:modified xsi:type="dcterms:W3CDTF">2024-06-20T07:37:19Z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9F5E6BADC20A41DCA6816E38AB6B2BDB_13</vt:lpwstr>
  </property>
  <property fmtid="{D5CDD505-2E9C-101B-9397-08002B2CF9AE}" pid="3" name="KSOProductBuildVer">
    <vt:lpwstr>2052-12.1.0.17140</vt:lpwstr>
  </property>
</Properties>
</file>